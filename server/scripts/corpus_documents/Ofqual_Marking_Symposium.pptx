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7" r:id="rId2"/>
    <p:sldMasterId id="2147483862" r:id="rId3"/>
  </p:sldMasterIdLst>
  <p:handoutMasterIdLst>
    <p:handoutMasterId r:id="rId9"/>
  </p:handoutMasterIdLst>
  <p:sldIdLst>
    <p:sldId id="283" r:id="rId4"/>
    <p:sldId id="344" r:id="rId5"/>
    <p:sldId id="347" r:id="rId6"/>
    <p:sldId id="348" r:id="rId7"/>
    <p:sldId id="34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5A5"/>
    <a:srgbClr val="595959"/>
    <a:srgbClr val="E33D3D"/>
    <a:srgbClr val="B00000"/>
    <a:srgbClr val="810B29"/>
    <a:srgbClr val="7F7F7F"/>
    <a:srgbClr val="C9260B"/>
    <a:srgbClr val="FFFFFF"/>
    <a:srgbClr val="D20000"/>
    <a:srgbClr val="E343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1" autoAdjust="0"/>
  </p:normalViewPr>
  <p:slideViewPr>
    <p:cSldViewPr snapToGrid="0">
      <p:cViewPr varScale="1">
        <p:scale>
          <a:sx n="87" d="100"/>
          <a:sy n="87" d="100"/>
        </p:scale>
        <p:origin x="528" y="72"/>
      </p:cViewPr>
      <p:guideLst/>
    </p:cSldViewPr>
  </p:slideViewPr>
  <p:outlineViewPr>
    <p:cViewPr>
      <p:scale>
        <a:sx n="33" d="100"/>
        <a:sy n="33" d="100"/>
      </p:scale>
      <p:origin x="0" y="-6252"/>
    </p:cViewPr>
  </p:outlineViewPr>
  <p:notesTextViewPr>
    <p:cViewPr>
      <p:scale>
        <a:sx n="3" d="2"/>
        <a:sy n="3" d="2"/>
      </p:scale>
      <p:origin x="0" y="0"/>
    </p:cViewPr>
  </p:notesTextViewPr>
  <p:sorterViewPr>
    <p:cViewPr>
      <p:scale>
        <a:sx n="100" d="100"/>
        <a:sy n="100" d="100"/>
      </p:scale>
      <p:origin x="0" y="-7512"/>
    </p:cViewPr>
  </p:sorterViewPr>
  <p:notesViewPr>
    <p:cSldViewPr snapToGrid="0">
      <p:cViewPr varScale="1">
        <p:scale>
          <a:sx n="88" d="100"/>
          <a:sy n="88" d="100"/>
        </p:scale>
        <p:origin x="2964"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7517E3-BCEF-40B8-8353-81022C11B9D7}" type="datetimeFigureOut">
              <a:rPr lang="en-US" smtClean="0"/>
              <a:t>11/11/2016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AF4CD-6CB6-4F72-855E-58FB809B58E5}" type="slidenum">
              <a:rPr lang="en-US" smtClean="0"/>
              <a:t>‹#›</a:t>
            </a:fld>
            <a:endParaRPr lang="en-US"/>
          </a:p>
        </p:txBody>
      </p:sp>
    </p:spTree>
    <p:extLst>
      <p:ext uri="{BB962C8B-B14F-4D97-AF65-F5344CB8AC3E}">
        <p14:creationId xmlns:p14="http://schemas.microsoft.com/office/powerpoint/2010/main" val="355175412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12" Type="http://schemas.openxmlformats.org/officeDocument/2006/relationships/image" Target="../media/image16.jpeg"/><Relationship Id="rId2" Type="http://schemas.openxmlformats.org/officeDocument/2006/relationships/image" Target="../media/image6.jpe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jpe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12" Type="http://schemas.openxmlformats.org/officeDocument/2006/relationships/image" Target="../media/image16.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10.png"/><Relationship Id="rId11" Type="http://schemas.openxmlformats.org/officeDocument/2006/relationships/image" Target="../media/image15.jpe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810B29"/>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userDrawn="1">
            <p:extLst>
              <p:ext uri="{D42A27DB-BD31-4B8C-83A1-F6EECF244321}">
                <p14:modId xmlns:p14="http://schemas.microsoft.com/office/powerpoint/2010/main" val="3515559254"/>
              </p:ext>
            </p:extLst>
          </p:nvPr>
        </p:nvGraphicFramePr>
        <p:xfrm>
          <a:off x="9145" y="2286000"/>
          <a:ext cx="12192000" cy="4572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837408050"/>
                    </a:ext>
                  </a:extLst>
                </a:gridCol>
                <a:gridCol w="2438400">
                  <a:extLst>
                    <a:ext uri="{9D8B030D-6E8A-4147-A177-3AD203B41FA5}">
                      <a16:colId xmlns:a16="http://schemas.microsoft.com/office/drawing/2014/main" val="85756037"/>
                    </a:ext>
                  </a:extLst>
                </a:gridCol>
                <a:gridCol w="2438400">
                  <a:extLst>
                    <a:ext uri="{9D8B030D-6E8A-4147-A177-3AD203B41FA5}">
                      <a16:colId xmlns:a16="http://schemas.microsoft.com/office/drawing/2014/main" val="2391035605"/>
                    </a:ext>
                  </a:extLst>
                </a:gridCol>
                <a:gridCol w="2438400">
                  <a:extLst>
                    <a:ext uri="{9D8B030D-6E8A-4147-A177-3AD203B41FA5}">
                      <a16:colId xmlns:a16="http://schemas.microsoft.com/office/drawing/2014/main" val="69090211"/>
                    </a:ext>
                  </a:extLst>
                </a:gridCol>
                <a:gridCol w="2438400">
                  <a:extLst>
                    <a:ext uri="{9D8B030D-6E8A-4147-A177-3AD203B41FA5}">
                      <a16:colId xmlns:a16="http://schemas.microsoft.com/office/drawing/2014/main" val="3714413148"/>
                    </a:ext>
                  </a:extLst>
                </a:gridCol>
              </a:tblGrid>
              <a:tr h="2286000">
                <a:tc>
                  <a:txBody>
                    <a:bodyPr/>
                    <a:lstStyle/>
                    <a:p>
                      <a:endParaRPr lang="en-US"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67254802"/>
                  </a:ext>
                </a:extLst>
              </a:tr>
              <a:tr h="2286000">
                <a:tc>
                  <a:txBody>
                    <a:bodyPr/>
                    <a:lstStyle/>
                    <a:p>
                      <a:endParaRPr lang="en-US"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00868781"/>
                  </a:ext>
                </a:extLst>
              </a:tr>
            </a:tbl>
          </a:graphicData>
        </a:graphic>
      </p:graphicFrame>
      <p:pic>
        <p:nvPicPr>
          <p:cNvPr id="4" name="Picture 3"/>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439925" y="4562856"/>
            <a:ext cx="2432304" cy="2286000"/>
          </a:xfrm>
          <a:prstGeom prst="rect">
            <a:avLst/>
          </a:prstGeom>
        </p:spPr>
      </p:pic>
      <p:pic>
        <p:nvPicPr>
          <p:cNvPr id="5" name="Picture 4"/>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0" y="2283261"/>
            <a:ext cx="2432304" cy="2286000"/>
          </a:xfrm>
          <a:prstGeom prst="rect">
            <a:avLst/>
          </a:prstGeom>
        </p:spPr>
      </p:pic>
      <p:pic>
        <p:nvPicPr>
          <p:cNvPr id="6" name="Picture 5"/>
          <p:cNvPicPr>
            <a:picLocks/>
          </p:cNvPicPr>
          <p:nvPr userDrawn="1"/>
        </p:nvPicPr>
        <p:blipFill>
          <a:blip r:embed="rId4" cstate="print">
            <a:extLst>
              <a:ext uri="{28A0092B-C50C-407E-A947-70E740481C1C}">
                <a14:useLocalDpi xmlns:a14="http://schemas.microsoft.com/office/drawing/2010/main" val="0"/>
              </a:ext>
            </a:extLst>
          </a:blip>
          <a:stretch>
            <a:fillRect/>
          </a:stretch>
        </p:blipFill>
        <p:spPr>
          <a:xfrm>
            <a:off x="7312152" y="4544007"/>
            <a:ext cx="2432304" cy="2286000"/>
          </a:xfrm>
          <a:prstGeom prst="rect">
            <a:avLst/>
          </a:prstGeom>
        </p:spPr>
      </p:pic>
      <p:sp>
        <p:nvSpPr>
          <p:cNvPr id="10" name="Title 1"/>
          <p:cNvSpPr>
            <a:spLocks noGrp="1"/>
          </p:cNvSpPr>
          <p:nvPr>
            <p:ph type="title"/>
          </p:nvPr>
        </p:nvSpPr>
        <p:spPr>
          <a:xfrm>
            <a:off x="225613" y="230789"/>
            <a:ext cx="8682997" cy="1741764"/>
          </a:xfrm>
        </p:spPr>
        <p:txBody>
          <a:bodyPr/>
          <a:lstStyle>
            <a:lvl1pPr algn="l">
              <a:defRPr sz="4400" b="1">
                <a:solidFill>
                  <a:schemeClr val="bg1"/>
                </a:solidFill>
                <a:latin typeface="Franklin Gothic Book" panose="020B0503020102020204" pitchFamily="34" charset="0"/>
              </a:defRPr>
            </a:lvl1pPr>
          </a:lstStyle>
          <a:p>
            <a:r>
              <a:rPr lang="en-US"/>
              <a:t>Click to edit Master title style</a:t>
            </a:r>
            <a:endParaRPr lang="en-US" dirty="0"/>
          </a:p>
        </p:txBody>
      </p:sp>
      <p:sp>
        <p:nvSpPr>
          <p:cNvPr id="16" name="Rectangle 15"/>
          <p:cNvSpPr/>
          <p:nvPr userDrawn="1"/>
        </p:nvSpPr>
        <p:spPr>
          <a:xfrm>
            <a:off x="0" y="2072549"/>
            <a:ext cx="12192000" cy="2171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885945" y="2281881"/>
            <a:ext cx="2432304" cy="2284394"/>
          </a:xfrm>
          <a:prstGeom prst="rect">
            <a:avLst/>
          </a:prstGeom>
        </p:spPr>
      </p:pic>
      <p:pic>
        <p:nvPicPr>
          <p:cNvPr id="8" name="Picture 7"/>
          <p:cNvPicPr>
            <a:picLocks/>
          </p:cNvPicPr>
          <p:nvPr userDrawn="1"/>
        </p:nvPicPr>
        <p:blipFill>
          <a:blip r:embed="rId6" cstate="print">
            <a:extLst>
              <a:ext uri="{28A0092B-C50C-407E-A947-70E740481C1C}">
                <a14:useLocalDpi xmlns:a14="http://schemas.microsoft.com/office/drawing/2010/main" val="0"/>
              </a:ext>
            </a:extLst>
          </a:blip>
          <a:stretch>
            <a:fillRect/>
          </a:stretch>
        </p:blipFill>
        <p:spPr>
          <a:xfrm>
            <a:off x="9761983" y="2276856"/>
            <a:ext cx="2432304" cy="2286000"/>
          </a:xfrm>
          <a:prstGeom prst="rect">
            <a:avLst/>
          </a:prstGeom>
        </p:spPr>
      </p:pic>
    </p:spTree>
    <p:extLst>
      <p:ext uri="{BB962C8B-B14F-4D97-AF65-F5344CB8AC3E}">
        <p14:creationId xmlns:p14="http://schemas.microsoft.com/office/powerpoint/2010/main" val="588640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chemeClr val="bg1"/>
        </a:solidFill>
        <a:effectLst/>
      </p:bgPr>
    </p:bg>
    <p:spTree>
      <p:nvGrpSpPr>
        <p:cNvPr id="1" name=""/>
        <p:cNvGrpSpPr/>
        <p:nvPr/>
      </p:nvGrpSpPr>
      <p:grpSpPr>
        <a:xfrm>
          <a:off x="0" y="0"/>
          <a:ext cx="0" cy="0"/>
          <a:chOff x="0" y="0"/>
          <a:chExt cx="0" cy="0"/>
        </a:xfrm>
      </p:grpSpPr>
      <p:sp>
        <p:nvSpPr>
          <p:cNvPr id="50" name="TextBox 49"/>
          <p:cNvSpPr txBox="1"/>
          <p:nvPr userDrawn="1"/>
        </p:nvSpPr>
        <p:spPr>
          <a:xfrm>
            <a:off x="7337085" y="2384733"/>
            <a:ext cx="2445258" cy="2462213"/>
          </a:xfrm>
          <a:prstGeom prst="rect">
            <a:avLst/>
          </a:prstGeom>
          <a:solidFill>
            <a:schemeClr val="bg1"/>
          </a:solidFill>
          <a:ln>
            <a:noFill/>
          </a:ln>
        </p:spPr>
        <p:txBody>
          <a:bodyPr wrap="square" rtlCol="0">
            <a:spAutoFit/>
          </a:bodyPr>
          <a:lstStyle/>
          <a:p>
            <a:endParaRPr lang="en-GB" sz="1100" dirty="0">
              <a:solidFill>
                <a:srgbClr val="595959"/>
              </a:solidFill>
            </a:endParaRPr>
          </a:p>
          <a:p>
            <a:endParaRPr lang="en-GB" sz="1100" dirty="0">
              <a:solidFill>
                <a:srgbClr val="595959"/>
              </a:solidFill>
            </a:endParaRPr>
          </a:p>
          <a:p>
            <a:endParaRPr lang="en-GB" sz="1100" dirty="0">
              <a:solidFill>
                <a:srgbClr val="595959"/>
              </a:solidFill>
            </a:endParaRPr>
          </a:p>
          <a:p>
            <a:pPr algn="ctr"/>
            <a:endParaRPr lang="en-GB" sz="1600" b="1" dirty="0">
              <a:solidFill>
                <a:srgbClr val="595959"/>
              </a:solidFill>
            </a:endParaRPr>
          </a:p>
          <a:p>
            <a:pPr algn="ctr"/>
            <a:r>
              <a:rPr lang="en-GB" sz="1400" b="1" dirty="0">
                <a:solidFill>
                  <a:srgbClr val="595959"/>
                </a:solidFill>
              </a:rPr>
              <a:t>Quality</a:t>
            </a:r>
          </a:p>
          <a:p>
            <a:pPr algn="ctr"/>
            <a:endParaRPr lang="en-GB" sz="300" b="1" dirty="0">
              <a:solidFill>
                <a:srgbClr val="595959"/>
              </a:solidFill>
            </a:endParaRPr>
          </a:p>
          <a:p>
            <a:pPr algn="ctr"/>
            <a:endParaRPr lang="en-GB" sz="200" b="1" dirty="0">
              <a:solidFill>
                <a:srgbClr val="595959"/>
              </a:solidFill>
            </a:endParaRPr>
          </a:p>
          <a:p>
            <a:pPr algn="ctr"/>
            <a:r>
              <a:rPr lang="en-GB" sz="1050" dirty="0">
                <a:solidFill>
                  <a:srgbClr val="595959"/>
                </a:solidFill>
              </a:rPr>
              <a:t>We manage projects effectively and to the highest quality, freeing up experts to concentrate on their specialism, but ensuring that activities are manage</a:t>
            </a:r>
            <a:r>
              <a:rPr lang="en-GB" sz="1050" baseline="0" dirty="0">
                <a:solidFill>
                  <a:srgbClr val="595959"/>
                </a:solidFill>
              </a:rPr>
              <a:t> to meet expectations. This means only making promises that we know we can keep, and remembering the promises we have made to make sure we deliver.</a:t>
            </a:r>
            <a:endParaRPr lang="en-US" sz="1050" dirty="0">
              <a:solidFill>
                <a:srgbClr val="595959"/>
              </a:solidFill>
            </a:endParaRPr>
          </a:p>
        </p:txBody>
      </p:sp>
      <p:pic>
        <p:nvPicPr>
          <p:cNvPr id="87" name="Picture 8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04551" y="4756464"/>
            <a:ext cx="2442849" cy="2097403"/>
          </a:xfrm>
          <a:prstGeom prst="rect">
            <a:avLst/>
          </a:prstGeom>
        </p:spPr>
      </p:pic>
      <p:pic>
        <p:nvPicPr>
          <p:cNvPr id="83" name="Picture 8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2402279"/>
            <a:ext cx="2415219" cy="2354185"/>
          </a:xfrm>
          <a:prstGeom prst="rect">
            <a:avLst/>
          </a:prstGeom>
        </p:spPr>
      </p:pic>
      <p:pic>
        <p:nvPicPr>
          <p:cNvPr id="9" name="Picture 8"/>
          <p:cNvPicPr>
            <a:picLocks noChangeAspect="1"/>
          </p:cNvPicPr>
          <p:nvPr userDrawn="1"/>
        </p:nvPicPr>
        <p:blipFill rotWithShape="1">
          <a:blip r:embed="rId4">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pic>
        <p:nvPicPr>
          <p:cNvPr id="51" name="Picture 50"/>
          <p:cNvPicPr>
            <a:picLocks noChangeAspect="1"/>
          </p:cNvPicPr>
          <p:nvPr userDrawn="1"/>
        </p:nvPicPr>
        <p:blipFill rotWithShape="1">
          <a:blip r:embed="rId5"/>
          <a:srcRect l="7986" t="9266" r="12070" b="12632"/>
          <a:stretch/>
        </p:blipFill>
        <p:spPr>
          <a:xfrm>
            <a:off x="8255873" y="2457953"/>
            <a:ext cx="607681" cy="634711"/>
          </a:xfrm>
          <a:prstGeom prst="rect">
            <a:avLst/>
          </a:prstGeom>
        </p:spPr>
      </p:pic>
      <p:sp>
        <p:nvSpPr>
          <p:cNvPr id="52" name="Rectangle 51"/>
          <p:cNvSpPr/>
          <p:nvPr userDrawn="1"/>
        </p:nvSpPr>
        <p:spPr>
          <a:xfrm>
            <a:off x="7301484" y="2402279"/>
            <a:ext cx="2445258" cy="23698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userDrawn="1"/>
        </p:nvSpPr>
        <p:spPr>
          <a:xfrm>
            <a:off x="-30038" y="4756742"/>
            <a:ext cx="2403185" cy="1946687"/>
          </a:xfrm>
          <a:prstGeom prst="rect">
            <a:avLst/>
          </a:prstGeom>
          <a:noFill/>
          <a:ln>
            <a:noFill/>
          </a:ln>
        </p:spPr>
        <p:txBody>
          <a:bodyPr wrap="square" rtlCol="0">
            <a:spAutoFit/>
          </a:bodyPr>
          <a:lstStyle/>
          <a:p>
            <a:endParaRPr lang="en-GB" sz="1100" dirty="0">
              <a:solidFill>
                <a:srgbClr val="595959"/>
              </a:solidFill>
            </a:endParaRPr>
          </a:p>
          <a:p>
            <a:endParaRPr lang="en-GB" sz="1100" dirty="0">
              <a:solidFill>
                <a:srgbClr val="595959"/>
              </a:solidFill>
            </a:endParaRPr>
          </a:p>
          <a:p>
            <a:endParaRPr lang="en-GB" sz="1100" dirty="0">
              <a:solidFill>
                <a:srgbClr val="595959"/>
              </a:solidFill>
            </a:endParaRPr>
          </a:p>
          <a:p>
            <a:pPr algn="ctr"/>
            <a:endParaRPr lang="en-GB" sz="1600" b="1" dirty="0">
              <a:solidFill>
                <a:srgbClr val="595959"/>
              </a:solidFill>
            </a:endParaRPr>
          </a:p>
          <a:p>
            <a:pPr algn="ctr"/>
            <a:r>
              <a:rPr lang="en-GB" sz="1400" b="1" dirty="0">
                <a:solidFill>
                  <a:srgbClr val="595959"/>
                </a:solidFill>
              </a:rPr>
              <a:t>Expertise</a:t>
            </a:r>
          </a:p>
          <a:p>
            <a:pPr algn="ctr"/>
            <a:endParaRPr lang="en-GB" sz="300" b="1" dirty="0">
              <a:solidFill>
                <a:srgbClr val="595959"/>
              </a:solidFill>
            </a:endParaRPr>
          </a:p>
          <a:p>
            <a:pPr algn="ctr"/>
            <a:endParaRPr lang="en-GB" sz="200" b="1" dirty="0">
              <a:solidFill>
                <a:srgbClr val="595959"/>
              </a:solidFill>
            </a:endParaRPr>
          </a:p>
          <a:p>
            <a:pPr algn="ctr"/>
            <a:r>
              <a:rPr lang="en-GB" sz="1050" dirty="0">
                <a:solidFill>
                  <a:srgbClr val="595959"/>
                </a:solidFill>
              </a:rPr>
              <a:t>We ensure our teams consist of genuine sector experts with understanding in breadth and depth of both the theory and the practical complex everyday challenges faced by education providers.</a:t>
            </a:r>
          </a:p>
        </p:txBody>
      </p:sp>
      <p:sp>
        <p:nvSpPr>
          <p:cNvPr id="55" name="Rectangle 54"/>
          <p:cNvSpPr/>
          <p:nvPr userDrawn="1"/>
        </p:nvSpPr>
        <p:spPr>
          <a:xfrm>
            <a:off x="-30038" y="4770958"/>
            <a:ext cx="2445258" cy="2082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p:cNvPicPr>
            <a:picLocks noChangeAspect="1"/>
          </p:cNvPicPr>
          <p:nvPr userDrawn="1"/>
        </p:nvPicPr>
        <p:blipFill rotWithShape="1">
          <a:blip r:embed="rId6"/>
          <a:srcRect l="3284" t="4653" r="5558"/>
          <a:stretch/>
        </p:blipFill>
        <p:spPr>
          <a:xfrm>
            <a:off x="887711" y="4872328"/>
            <a:ext cx="609759" cy="637794"/>
          </a:xfrm>
          <a:prstGeom prst="rect">
            <a:avLst/>
          </a:prstGeom>
          <a:noFill/>
        </p:spPr>
      </p:pic>
      <p:sp>
        <p:nvSpPr>
          <p:cNvPr id="66" name="TextBox 65"/>
          <p:cNvSpPr txBox="1"/>
          <p:nvPr userDrawn="1"/>
        </p:nvSpPr>
        <p:spPr>
          <a:xfrm>
            <a:off x="9746742" y="4773533"/>
            <a:ext cx="2445258" cy="1946687"/>
          </a:xfrm>
          <a:prstGeom prst="rect">
            <a:avLst/>
          </a:prstGeom>
          <a:solidFill>
            <a:schemeClr val="bg1"/>
          </a:solidFill>
          <a:ln>
            <a:noFill/>
          </a:ln>
        </p:spPr>
        <p:txBody>
          <a:bodyPr wrap="square" rtlCol="0">
            <a:spAutoFit/>
          </a:bodyPr>
          <a:lstStyle/>
          <a:p>
            <a:endParaRPr lang="en-GB" sz="1100" dirty="0">
              <a:solidFill>
                <a:srgbClr val="595959"/>
              </a:solidFill>
            </a:endParaRPr>
          </a:p>
          <a:p>
            <a:endParaRPr lang="en-GB" sz="1100" dirty="0">
              <a:solidFill>
                <a:srgbClr val="595959"/>
              </a:solidFill>
            </a:endParaRPr>
          </a:p>
          <a:p>
            <a:endParaRPr lang="en-GB" sz="1100" dirty="0">
              <a:solidFill>
                <a:srgbClr val="595959"/>
              </a:solidFill>
            </a:endParaRPr>
          </a:p>
          <a:p>
            <a:pPr algn="ctr"/>
            <a:endParaRPr lang="en-GB" sz="1600" b="1" dirty="0">
              <a:solidFill>
                <a:srgbClr val="595959"/>
              </a:solidFill>
            </a:endParaRPr>
          </a:p>
          <a:p>
            <a:pPr algn="ctr"/>
            <a:r>
              <a:rPr lang="en-GB" sz="1400" b="1" dirty="0">
                <a:solidFill>
                  <a:srgbClr val="595959"/>
                </a:solidFill>
              </a:rPr>
              <a:t>Educationalists</a:t>
            </a:r>
          </a:p>
          <a:p>
            <a:pPr algn="ctr"/>
            <a:endParaRPr lang="en-GB" sz="300" b="1" dirty="0">
              <a:solidFill>
                <a:srgbClr val="595959"/>
              </a:solidFill>
            </a:endParaRPr>
          </a:p>
          <a:p>
            <a:pPr algn="ctr"/>
            <a:endParaRPr lang="en-GB" sz="200" b="1" dirty="0">
              <a:solidFill>
                <a:srgbClr val="595959"/>
              </a:solidFill>
            </a:endParaRPr>
          </a:p>
          <a:p>
            <a:pPr algn="ctr"/>
            <a:r>
              <a:rPr lang="en-GB" sz="1050" dirty="0">
                <a:solidFill>
                  <a:srgbClr val="595959"/>
                </a:solidFill>
              </a:rPr>
              <a:t>We are </a:t>
            </a:r>
            <a:r>
              <a:rPr lang="en-GB" sz="1050" baseline="0" dirty="0">
                <a:solidFill>
                  <a:srgbClr val="595959"/>
                </a:solidFill>
              </a:rPr>
              <a:t>educationalists with a strong commitment to improving teaching, learning and assessment, based on intellectual integrity, sound evidence and innovative approaches.</a:t>
            </a:r>
            <a:endParaRPr lang="en-GB" sz="1050" dirty="0">
              <a:solidFill>
                <a:srgbClr val="595959"/>
              </a:solidFill>
            </a:endParaRPr>
          </a:p>
        </p:txBody>
      </p:sp>
      <p:sp>
        <p:nvSpPr>
          <p:cNvPr id="67" name="Rectangle 66"/>
          <p:cNvSpPr/>
          <p:nvPr userDrawn="1"/>
        </p:nvSpPr>
        <p:spPr>
          <a:xfrm>
            <a:off x="9746742" y="4770958"/>
            <a:ext cx="2445258" cy="2087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67"/>
          <p:cNvPicPr>
            <a:picLocks noChangeAspect="1"/>
          </p:cNvPicPr>
          <p:nvPr userDrawn="1"/>
        </p:nvPicPr>
        <p:blipFill>
          <a:blip r:embed="rId7"/>
          <a:stretch>
            <a:fillRect/>
          </a:stretch>
        </p:blipFill>
        <p:spPr>
          <a:xfrm>
            <a:off x="10664491" y="4879505"/>
            <a:ext cx="609759" cy="637794"/>
          </a:xfrm>
          <a:prstGeom prst="rect">
            <a:avLst/>
          </a:prstGeom>
        </p:spPr>
      </p:pic>
      <p:sp>
        <p:nvSpPr>
          <p:cNvPr id="69" name="TextBox 68"/>
          <p:cNvSpPr txBox="1"/>
          <p:nvPr userDrawn="1"/>
        </p:nvSpPr>
        <p:spPr>
          <a:xfrm>
            <a:off x="4856226" y="4770958"/>
            <a:ext cx="2445258" cy="1946687"/>
          </a:xfrm>
          <a:prstGeom prst="rect">
            <a:avLst/>
          </a:prstGeom>
          <a:solidFill>
            <a:schemeClr val="bg1"/>
          </a:solidFill>
          <a:ln>
            <a:noFill/>
          </a:ln>
        </p:spPr>
        <p:txBody>
          <a:bodyPr wrap="square" rtlCol="0">
            <a:spAutoFit/>
          </a:bodyPr>
          <a:lstStyle/>
          <a:p>
            <a:endParaRPr lang="en-GB" sz="1100" dirty="0">
              <a:solidFill>
                <a:srgbClr val="595959"/>
              </a:solidFill>
            </a:endParaRPr>
          </a:p>
          <a:p>
            <a:endParaRPr lang="en-GB" sz="1100" dirty="0">
              <a:solidFill>
                <a:srgbClr val="595959"/>
              </a:solidFill>
            </a:endParaRPr>
          </a:p>
          <a:p>
            <a:endParaRPr lang="en-GB" sz="1100" dirty="0">
              <a:solidFill>
                <a:srgbClr val="595959"/>
              </a:solidFill>
            </a:endParaRPr>
          </a:p>
          <a:p>
            <a:pPr algn="ctr"/>
            <a:endParaRPr lang="en-GB" sz="1600" b="1" dirty="0">
              <a:solidFill>
                <a:srgbClr val="595959"/>
              </a:solidFill>
            </a:endParaRPr>
          </a:p>
          <a:p>
            <a:pPr algn="ctr"/>
            <a:r>
              <a:rPr lang="en-GB" sz="1400" b="1" dirty="0">
                <a:solidFill>
                  <a:srgbClr val="595959"/>
                </a:solidFill>
              </a:rPr>
              <a:t>Development</a:t>
            </a:r>
          </a:p>
          <a:p>
            <a:pPr algn="ctr"/>
            <a:endParaRPr lang="en-GB" sz="300" b="1" dirty="0">
              <a:solidFill>
                <a:srgbClr val="595959"/>
              </a:solidFill>
            </a:endParaRPr>
          </a:p>
          <a:p>
            <a:pPr algn="ctr"/>
            <a:endParaRPr lang="en-GB" sz="200" b="1" dirty="0">
              <a:solidFill>
                <a:srgbClr val="595959"/>
              </a:solidFill>
            </a:endParaRPr>
          </a:p>
          <a:p>
            <a:pPr algn="ctr"/>
            <a:r>
              <a:rPr lang="en-GB" sz="1050" dirty="0">
                <a:solidFill>
                  <a:srgbClr val="595959"/>
                </a:solidFill>
              </a:rPr>
              <a:t>We are committed to the improvement of our staff, both</a:t>
            </a:r>
            <a:r>
              <a:rPr lang="en-GB" sz="1050" baseline="0" dirty="0">
                <a:solidFill>
                  <a:srgbClr val="595959"/>
                </a:solidFill>
              </a:rPr>
              <a:t> to promote the long-term development of our business and as an end in itself: we believe in the value of education for all.</a:t>
            </a:r>
            <a:endParaRPr lang="en-GB" sz="1050" dirty="0">
              <a:solidFill>
                <a:srgbClr val="595959"/>
              </a:solidFill>
            </a:endParaRPr>
          </a:p>
        </p:txBody>
      </p:sp>
      <p:sp>
        <p:nvSpPr>
          <p:cNvPr id="70" name="Rectangle 69"/>
          <p:cNvSpPr/>
          <p:nvPr userDrawn="1"/>
        </p:nvSpPr>
        <p:spPr>
          <a:xfrm>
            <a:off x="4856226" y="4771226"/>
            <a:ext cx="2445258" cy="2082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p:cNvPicPr>
            <a:picLocks noChangeAspect="1"/>
          </p:cNvPicPr>
          <p:nvPr userDrawn="1"/>
        </p:nvPicPr>
        <p:blipFill rotWithShape="1">
          <a:blip r:embed="rId8"/>
          <a:srcRect t="1020" r="5897" b="2363"/>
          <a:stretch/>
        </p:blipFill>
        <p:spPr>
          <a:xfrm>
            <a:off x="5773975" y="4876797"/>
            <a:ext cx="609759" cy="637794"/>
          </a:xfrm>
          <a:prstGeom prst="rect">
            <a:avLst/>
          </a:prstGeom>
        </p:spPr>
      </p:pic>
      <p:pic>
        <p:nvPicPr>
          <p:cNvPr id="61" name="Picture 60"/>
          <p:cNvPicPr>
            <a:picLocks noChangeAspect="1"/>
          </p:cNvPicPr>
          <p:nvPr userDrawn="1"/>
        </p:nvPicPr>
        <p:blipFill rotWithShape="1">
          <a:blip r:embed="rId9"/>
          <a:srcRect l="3091" t="5217" r="5096" b="4206"/>
          <a:stretch/>
        </p:blipFill>
        <p:spPr>
          <a:xfrm>
            <a:off x="3331881" y="2457953"/>
            <a:ext cx="607681" cy="634711"/>
          </a:xfrm>
          <a:prstGeom prst="rect">
            <a:avLst/>
          </a:prstGeom>
          <a:noFill/>
        </p:spPr>
      </p:pic>
      <p:sp>
        <p:nvSpPr>
          <p:cNvPr id="79" name="Rectangle 78"/>
          <p:cNvSpPr/>
          <p:nvPr userDrawn="1"/>
        </p:nvSpPr>
        <p:spPr>
          <a:xfrm>
            <a:off x="0" y="-16902"/>
            <a:ext cx="12192000" cy="2247064"/>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Title 1"/>
          <p:cNvSpPr>
            <a:spLocks noGrp="1"/>
          </p:cNvSpPr>
          <p:nvPr userDrawn="1">
            <p:ph type="title"/>
          </p:nvPr>
        </p:nvSpPr>
        <p:spPr>
          <a:xfrm>
            <a:off x="80649" y="-16902"/>
            <a:ext cx="12111351" cy="2021763"/>
          </a:xfrm>
        </p:spPr>
        <p:txBody>
          <a:bodyPr/>
          <a:lstStyle>
            <a:lvl1pPr algn="l">
              <a:defRPr sz="4400" b="1">
                <a:solidFill>
                  <a:schemeClr val="bg1"/>
                </a:solidFill>
                <a:latin typeface="Franklin Gothic Book" panose="020B0503020102020204" pitchFamily="34" charset="0"/>
              </a:defRPr>
            </a:lvl1pPr>
          </a:lstStyle>
          <a:p>
            <a:r>
              <a:rPr lang="en-US"/>
              <a:t>Click to edit Master title style</a:t>
            </a:r>
            <a:endParaRPr lang="en-US" dirty="0"/>
          </a:p>
        </p:txBody>
      </p:sp>
      <p:sp>
        <p:nvSpPr>
          <p:cNvPr id="76" name="Rectangle 75"/>
          <p:cNvSpPr/>
          <p:nvPr userDrawn="1"/>
        </p:nvSpPr>
        <p:spPr>
          <a:xfrm>
            <a:off x="2415220" y="2402279"/>
            <a:ext cx="2441005" cy="23688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userDrawn="1"/>
        </p:nvSpPr>
        <p:spPr>
          <a:xfrm>
            <a:off x="2379618" y="2386584"/>
            <a:ext cx="2512209" cy="2369880"/>
          </a:xfrm>
          <a:prstGeom prst="rect">
            <a:avLst/>
          </a:prstGeom>
          <a:noFill/>
          <a:ln>
            <a:noFill/>
          </a:ln>
        </p:spPr>
        <p:txBody>
          <a:bodyPr wrap="square" rtlCol="0">
            <a:spAutoFit/>
          </a:bodyPr>
          <a:lstStyle/>
          <a:p>
            <a:endParaRPr lang="en-GB" sz="1100" dirty="0">
              <a:solidFill>
                <a:srgbClr val="595959"/>
              </a:solidFill>
            </a:endParaRPr>
          </a:p>
          <a:p>
            <a:endParaRPr lang="en-GB" sz="1100" dirty="0">
              <a:solidFill>
                <a:srgbClr val="595959"/>
              </a:solidFill>
            </a:endParaRPr>
          </a:p>
          <a:p>
            <a:endParaRPr lang="en-GB" sz="1100" dirty="0">
              <a:solidFill>
                <a:srgbClr val="595959"/>
              </a:solidFill>
            </a:endParaRPr>
          </a:p>
          <a:p>
            <a:pPr algn="ctr"/>
            <a:endParaRPr lang="en-GB" sz="1600" b="1" dirty="0">
              <a:solidFill>
                <a:srgbClr val="595959"/>
              </a:solidFill>
            </a:endParaRPr>
          </a:p>
          <a:p>
            <a:pPr algn="ctr"/>
            <a:r>
              <a:rPr lang="en-GB" sz="1400" b="1" dirty="0">
                <a:solidFill>
                  <a:srgbClr val="595959"/>
                </a:solidFill>
              </a:rPr>
              <a:t>Partnership</a:t>
            </a:r>
          </a:p>
          <a:p>
            <a:pPr algn="ctr"/>
            <a:endParaRPr lang="en-GB" sz="300" b="1" dirty="0">
              <a:solidFill>
                <a:srgbClr val="595959"/>
              </a:solidFill>
            </a:endParaRPr>
          </a:p>
          <a:p>
            <a:pPr algn="ctr"/>
            <a:endParaRPr lang="en-GB" sz="200" b="1" dirty="0">
              <a:solidFill>
                <a:srgbClr val="595959"/>
              </a:solidFill>
            </a:endParaRPr>
          </a:p>
          <a:p>
            <a:pPr algn="ctr"/>
            <a:r>
              <a:rPr lang="en-GB" sz="1000" dirty="0">
                <a:solidFill>
                  <a:srgbClr val="595959"/>
                </a:solidFill>
              </a:rPr>
              <a:t>We</a:t>
            </a:r>
            <a:r>
              <a:rPr lang="en-GB" sz="1000" baseline="0" dirty="0">
                <a:solidFill>
                  <a:srgbClr val="595959"/>
                </a:solidFill>
              </a:rPr>
              <a:t> work in partnership with our clients. This is more than a cliché for us: we care about the services we provide and the impact they have on learners. Experience has shown us that the best impact our work can have is when it is undertaken alongside our clients so we make partnership a key feature of our project approach and management method.</a:t>
            </a:r>
            <a:endParaRPr lang="en-GB" sz="1000" dirty="0">
              <a:solidFill>
                <a:srgbClr val="595959"/>
              </a:solidFill>
            </a:endParaRPr>
          </a:p>
        </p:txBody>
      </p:sp>
      <p:pic>
        <p:nvPicPr>
          <p:cNvPr id="91" name="Picture 9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752303" y="2402279"/>
            <a:ext cx="2439697" cy="2354185"/>
          </a:xfrm>
          <a:prstGeom prst="rect">
            <a:avLst/>
          </a:prstGeom>
        </p:spPr>
      </p:pic>
      <p:pic>
        <p:nvPicPr>
          <p:cNvPr id="86" name="Picture 85"/>
          <p:cNvPicPr>
            <a:picLocks/>
          </p:cNvPicPr>
          <p:nvPr userDrawn="1"/>
        </p:nvPicPr>
        <p:blipFill>
          <a:blip r:embed="rId11" cstate="print">
            <a:extLst>
              <a:ext uri="{28A0092B-C50C-407E-A947-70E740481C1C}">
                <a14:useLocalDpi xmlns:a14="http://schemas.microsoft.com/office/drawing/2010/main" val="0"/>
              </a:ext>
            </a:extLst>
          </a:blip>
          <a:stretch>
            <a:fillRect/>
          </a:stretch>
        </p:blipFill>
        <p:spPr>
          <a:xfrm>
            <a:off x="7312153" y="4756464"/>
            <a:ext cx="2441448" cy="2101536"/>
          </a:xfrm>
          <a:prstGeom prst="rect">
            <a:avLst/>
          </a:prstGeom>
        </p:spPr>
      </p:pic>
      <p:pic>
        <p:nvPicPr>
          <p:cNvPr id="93" name="Picture 92"/>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849975" y="2384734"/>
            <a:ext cx="2469656" cy="2371730"/>
          </a:xfrm>
          <a:prstGeom prst="rect">
            <a:avLst/>
          </a:prstGeom>
        </p:spPr>
      </p:pic>
      <p:sp>
        <p:nvSpPr>
          <p:cNvPr id="81" name="Rectangle 80"/>
          <p:cNvSpPr/>
          <p:nvPr userDrawn="1"/>
        </p:nvSpPr>
        <p:spPr>
          <a:xfrm>
            <a:off x="0" y="2060535"/>
            <a:ext cx="12192000" cy="33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9088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7053" y="294515"/>
            <a:ext cx="10694773" cy="822161"/>
          </a:xfrm>
        </p:spPr>
        <p:txBody>
          <a:bodyPr/>
          <a:lstStyle>
            <a:lvl1pPr>
              <a:defRPr sz="4400" b="1">
                <a:latin typeface="Franklin Gothic Book" panose="020B05030201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937053" y="1318054"/>
            <a:ext cx="10694772" cy="5174821"/>
          </a:xfrm>
        </p:spPr>
        <p:txBody>
          <a:bodyPr/>
          <a:lstStyle>
            <a:lvl1pPr>
              <a:defRPr sz="2400">
                <a:latin typeface="Aller Light" panose="02000503000000020004" pitchFamily="2" charset="0"/>
              </a:defRPr>
            </a:lvl1pPr>
            <a:lvl2pPr>
              <a:defRPr sz="2200">
                <a:latin typeface="Aller Light" panose="02000503000000020004" pitchFamily="2" charset="0"/>
              </a:defRPr>
            </a:lvl2pPr>
            <a:lvl3pPr>
              <a:defRPr>
                <a:latin typeface="Aller Light" panose="02000503000000020004" pitchFamily="2" charset="0"/>
              </a:defRPr>
            </a:lvl3pPr>
            <a:lvl4pPr>
              <a:defRPr>
                <a:latin typeface="Aller Light" panose="02000503000000020004" pitchFamily="2" charset="0"/>
              </a:defRPr>
            </a:lvl4pPr>
            <a:lvl5pPr>
              <a:defRPr sz="1600">
                <a:latin typeface="Aller Light" panose="0200050300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50090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810B29"/>
        </a:solidFill>
        <a:effectLst/>
      </p:bgPr>
    </p:bg>
    <p:spTree>
      <p:nvGrpSpPr>
        <p:cNvPr id="1" name=""/>
        <p:cNvGrpSpPr/>
        <p:nvPr/>
      </p:nvGrpSpPr>
      <p:grpSpPr>
        <a:xfrm>
          <a:off x="0" y="0"/>
          <a:ext cx="0" cy="0"/>
          <a:chOff x="0" y="0"/>
          <a:chExt cx="0" cy="0"/>
        </a:xfrm>
      </p:grpSpPr>
      <p:sp>
        <p:nvSpPr>
          <p:cNvPr id="6" name="Title 1"/>
          <p:cNvSpPr>
            <a:spLocks noGrp="1"/>
          </p:cNvSpPr>
          <p:nvPr>
            <p:ph type="ctrTitle"/>
          </p:nvPr>
        </p:nvSpPr>
        <p:spPr>
          <a:xfrm>
            <a:off x="175443" y="474075"/>
            <a:ext cx="5563519" cy="464065"/>
          </a:xfrm>
        </p:spPr>
        <p:txBody>
          <a:bodyPr/>
          <a:lstStyle>
            <a:lvl1pPr>
              <a:defRPr>
                <a:latin typeface="Franklin Gothic Book" panose="020B0503020102020204" pitchFamily="34" charset="0"/>
              </a:defRPr>
            </a:lvl1pPr>
          </a:lstStyle>
          <a:p>
            <a:r>
              <a:rPr lang="en-US"/>
              <a:t>Click to edit Master title style</a:t>
            </a:r>
            <a:endParaRPr lang="en-US" dirty="0"/>
          </a:p>
        </p:txBody>
      </p:sp>
      <p:sp>
        <p:nvSpPr>
          <p:cNvPr id="12" name="Rectangle 11"/>
          <p:cNvSpPr/>
          <p:nvPr userDrawn="1"/>
        </p:nvSpPr>
        <p:spPr>
          <a:xfrm>
            <a:off x="0" y="4351663"/>
            <a:ext cx="12192000" cy="2506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a:xfrm>
            <a:off x="4038600" y="6356033"/>
            <a:ext cx="4114800" cy="365125"/>
          </a:xfrm>
        </p:spPr>
        <p:txBody>
          <a:bodyPr/>
          <a:lstStyle>
            <a:lvl1pPr>
              <a:defRPr>
                <a:latin typeface="Aller Light" panose="02000503000000020004" pitchFamily="2" charset="0"/>
              </a:defRPr>
            </a:lvl1pPr>
          </a:lstStyle>
          <a:p>
            <a:pPr>
              <a:defRPr/>
            </a:pPr>
            <a:r>
              <a:rPr lang="en-GB" dirty="0">
                <a:solidFill>
                  <a:prstClr val="black">
                    <a:tint val="75000"/>
                  </a:prstClr>
                </a:solidFill>
              </a:rPr>
              <a:t>www.alphaplusconsultancy.co.uk</a:t>
            </a:r>
            <a:endParaRPr lang="en-US" dirty="0">
              <a:solidFill>
                <a:prstClr val="black">
                  <a:tint val="75000"/>
                </a:prstClr>
              </a:solidFill>
            </a:endParaRPr>
          </a:p>
        </p:txBody>
      </p:sp>
      <p:sp>
        <p:nvSpPr>
          <p:cNvPr id="14" name="Picture Placeholder 2"/>
          <p:cNvSpPr>
            <a:spLocks noGrp="1"/>
          </p:cNvSpPr>
          <p:nvPr>
            <p:ph type="pic" idx="1"/>
          </p:nvPr>
        </p:nvSpPr>
        <p:spPr>
          <a:xfrm>
            <a:off x="7242772" y="1072787"/>
            <a:ext cx="4529074" cy="2746658"/>
          </a:xfrm>
          <a:ln w="47625">
            <a:solidFill>
              <a:srgbClr val="149ECC"/>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087336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1" name="Footer Placeholder 3"/>
          <p:cNvSpPr>
            <a:spLocks noGrp="1"/>
          </p:cNvSpPr>
          <p:nvPr>
            <p:ph type="ftr" sz="quarter" idx="11"/>
          </p:nvPr>
        </p:nvSpPr>
        <p:spPr>
          <a:xfrm>
            <a:off x="3874223" y="6355397"/>
            <a:ext cx="4114800" cy="365125"/>
          </a:xfrm>
        </p:spPr>
        <p:txBody>
          <a:bodyPr/>
          <a:lstStyle>
            <a:lvl1pPr>
              <a:defRPr sz="1400" b="0">
                <a:solidFill>
                  <a:schemeClr val="tx1"/>
                </a:solidFill>
                <a:latin typeface="Aller Light" panose="02000503000000020004" pitchFamily="2" charset="0"/>
              </a:defRPr>
            </a:lvl1pPr>
          </a:lstStyle>
          <a:p>
            <a:pPr>
              <a:defRPr/>
            </a:pPr>
            <a:r>
              <a:rPr lang="en-GB" dirty="0">
                <a:solidFill>
                  <a:prstClr val="black"/>
                </a:solidFill>
              </a:rPr>
              <a:t>www.alphaplusconsultancy.co.uk</a:t>
            </a:r>
            <a:endParaRPr lang="en-US" dirty="0">
              <a:solidFill>
                <a:prstClr val="black"/>
              </a:solidFill>
            </a:endParaRPr>
          </a:p>
        </p:txBody>
      </p:sp>
      <p:sp>
        <p:nvSpPr>
          <p:cNvPr id="9" name="Freeform 6"/>
          <p:cNvSpPr/>
          <p:nvPr userDrawn="1"/>
        </p:nvSpPr>
        <p:spPr bwMode="auto">
          <a:xfrm>
            <a:off x="8468518" y="1731486"/>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810B29"/>
          </a:solidFill>
          <a:ln w="0">
            <a:noFill/>
            <a:prstDash val="solid"/>
            <a:round/>
            <a:headEnd/>
            <a:tailEnd/>
          </a:ln>
        </p:spPr>
      </p:sp>
      <p:sp>
        <p:nvSpPr>
          <p:cNvPr id="8" name="Freeform 6"/>
          <p:cNvSpPr/>
          <p:nvPr userDrawn="1"/>
        </p:nvSpPr>
        <p:spPr bwMode="auto">
          <a:xfrm flipH="1" flipV="1">
            <a:off x="456028" y="476001"/>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810B29"/>
          </a:solidFill>
          <a:ln w="0">
            <a:noFill/>
            <a:prstDash val="solid"/>
            <a:round/>
            <a:headEnd/>
            <a:tailEnd/>
          </a:ln>
        </p:spPr>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t="5774" b="5687"/>
          <a:stretch/>
        </p:blipFill>
        <p:spPr>
          <a:xfrm>
            <a:off x="10831132" y="99013"/>
            <a:ext cx="1266790" cy="646347"/>
          </a:xfrm>
          <a:prstGeom prst="rect">
            <a:avLst/>
          </a:prstGeom>
        </p:spPr>
      </p:pic>
      <p:sp>
        <p:nvSpPr>
          <p:cNvPr id="4" name="TextBox 3"/>
          <p:cNvSpPr txBox="1"/>
          <p:nvPr userDrawn="1"/>
        </p:nvSpPr>
        <p:spPr>
          <a:xfrm>
            <a:off x="952500" y="957430"/>
            <a:ext cx="5219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prstClr val="black"/>
                </a:solidFill>
                <a:effectLst/>
                <a:uLnTx/>
                <a:uFillTx/>
                <a:latin typeface="Franklin Gothic Book" panose="020B0503020102020204" pitchFamily="34" charset="0"/>
                <a:ea typeface="+mn-ea"/>
                <a:cs typeface="+mn-cs"/>
              </a:rPr>
              <a:t>Key messages</a:t>
            </a:r>
            <a:endParaRPr kumimoji="0" lang="en-US" sz="3200" b="1" i="0" u="none" strike="noStrike" kern="1200" cap="none" spc="0" normalizeH="0" baseline="0" noProof="0" dirty="0">
              <a:ln>
                <a:noFill/>
              </a:ln>
              <a:solidFill>
                <a:prstClr val="black"/>
              </a:solidFill>
              <a:effectLst/>
              <a:uLnTx/>
              <a:uFillTx/>
              <a:latin typeface="Franklin Gothic Book" panose="020B0503020102020204" pitchFamily="34" charset="0"/>
              <a:ea typeface="+mn-ea"/>
              <a:cs typeface="+mn-cs"/>
            </a:endParaRPr>
          </a:p>
        </p:txBody>
      </p:sp>
    </p:spTree>
    <p:extLst>
      <p:ext uri="{BB962C8B-B14F-4D97-AF65-F5344CB8AC3E}">
        <p14:creationId xmlns:p14="http://schemas.microsoft.com/office/powerpoint/2010/main" val="1593888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7337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7337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284586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8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546565" y="483316"/>
            <a:ext cx="7518400" cy="471365"/>
          </a:xfrm>
          <a:prstGeom prst="rect">
            <a:avLst/>
          </a:prstGeom>
        </p:spPr>
        <p:txBody>
          <a:bodyPr wrap="none" lIns="0" tIns="0" rIns="0" bIns="0" anchor="ctr">
            <a:noAutofit/>
          </a:bodyPr>
          <a:lstStyle>
            <a:lvl1pPr algn="ctr">
              <a:defRPr sz="4400" b="1" baseline="0">
                <a:solidFill>
                  <a:schemeClr val="tx1"/>
                </a:solidFill>
                <a:latin typeface="Franklin Gothic Book" panose="020B0503020102020204" pitchFamily="34" charset="0"/>
              </a:defRPr>
            </a:lvl1pPr>
          </a:lstStyle>
          <a:p>
            <a:r>
              <a:rPr lang="en-US" dirty="0"/>
              <a:t>Click To Edit Master Title Style</a:t>
            </a:r>
          </a:p>
        </p:txBody>
      </p:sp>
      <p:sp>
        <p:nvSpPr>
          <p:cNvPr id="8" name="Picture Placeholder 7"/>
          <p:cNvSpPr>
            <a:spLocks noGrp="1"/>
          </p:cNvSpPr>
          <p:nvPr>
            <p:ph type="pic" sz="quarter" idx="15" hasCustomPrompt="1"/>
          </p:nvPr>
        </p:nvSpPr>
        <p:spPr>
          <a:xfrm>
            <a:off x="1150349" y="2176512"/>
            <a:ext cx="5155416" cy="28702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8" hasCustomPrompt="1"/>
          </p:nvPr>
        </p:nvSpPr>
        <p:spPr>
          <a:xfrm>
            <a:off x="6542832" y="2176512"/>
            <a:ext cx="5101117" cy="286512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164153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animBg="1"/>
      <p:bldP spid="9"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9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708634" y="2200533"/>
            <a:ext cx="2941145" cy="22978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69046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0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4400" b="1" baseline="0">
                <a:solidFill>
                  <a:schemeClr val="tx1">
                    <a:lumMod val="50000"/>
                    <a:lumOff val="50000"/>
                  </a:schemeClr>
                </a:solidFill>
                <a:latin typeface="Franklin Gothic Book" panose="020B0503020102020204" pitchFamily="34" charset="0"/>
              </a:defRPr>
            </a:lvl1pPr>
          </a:lstStyle>
          <a:p>
            <a:r>
              <a:rPr lang="en-US" dirty="0"/>
              <a:t>Click To Edit Master Title Style</a:t>
            </a:r>
          </a:p>
        </p:txBody>
      </p:sp>
      <p:sp>
        <p:nvSpPr>
          <p:cNvPr id="7" name="Picture Placeholder 7"/>
          <p:cNvSpPr>
            <a:spLocks noGrp="1"/>
          </p:cNvSpPr>
          <p:nvPr>
            <p:ph type="pic" sz="quarter" idx="15" hasCustomPrompt="1"/>
          </p:nvPr>
        </p:nvSpPr>
        <p:spPr>
          <a:xfrm>
            <a:off x="1651517" y="1483566"/>
            <a:ext cx="5345403" cy="4984879"/>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36722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4" name="Rectangle 3"/>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89744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1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2336800" y="1865741"/>
            <a:ext cx="9448799" cy="33528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149437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2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236133" y="1549400"/>
            <a:ext cx="49614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43369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3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5" hasCustomPrompt="1"/>
          </p:nvPr>
        </p:nvSpPr>
        <p:spPr>
          <a:xfrm>
            <a:off x="814510" y="2552701"/>
            <a:ext cx="6062133" cy="3467099"/>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05246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4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658076" y="483316"/>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674076" y="1020949"/>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117143" y="1494564"/>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6" hasCustomPrompt="1"/>
          </p:nvPr>
        </p:nvSpPr>
        <p:spPr>
          <a:xfrm>
            <a:off x="7738076" y="1494564"/>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41424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8"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5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5" hasCustomPrompt="1"/>
          </p:nvPr>
        </p:nvSpPr>
        <p:spPr>
          <a:xfrm>
            <a:off x="1065382" y="2153738"/>
            <a:ext cx="2367301" cy="3966976"/>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6" hasCustomPrompt="1"/>
          </p:nvPr>
        </p:nvSpPr>
        <p:spPr>
          <a:xfrm>
            <a:off x="3797850" y="2153738"/>
            <a:ext cx="2367301" cy="3966976"/>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7" hasCustomPrompt="1"/>
          </p:nvPr>
        </p:nvSpPr>
        <p:spPr>
          <a:xfrm>
            <a:off x="6530318" y="2153738"/>
            <a:ext cx="2367301" cy="3966976"/>
          </a:xfrm>
          <a:prstGeom prst="rect">
            <a:avLst/>
          </a:prstGeom>
          <a:solidFill>
            <a:schemeClr val="bg1">
              <a:lumMod val="95000"/>
            </a:schemeClr>
          </a:solidFill>
          <a:ln w="38100">
            <a:solidFill>
              <a:schemeClr val="bg2">
                <a:lumMod val="85000"/>
              </a:schemeClr>
            </a:solidFill>
          </a:ln>
        </p:spPr>
        <p:txBody>
          <a:bodyPr tIns="73152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4" name="Picture Placeholder 7"/>
          <p:cNvSpPr>
            <a:spLocks noGrp="1"/>
          </p:cNvSpPr>
          <p:nvPr>
            <p:ph type="pic" sz="quarter" idx="18" hasCustomPrompt="1"/>
          </p:nvPr>
        </p:nvSpPr>
        <p:spPr>
          <a:xfrm>
            <a:off x="9262786" y="2153738"/>
            <a:ext cx="2367301" cy="3966976"/>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Rectangle 7"/>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502253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12" grpId="0" animBg="1"/>
      <p:bldP spid="13" grpId="0" animBg="1"/>
      <p:bldP spid="14"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6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84843"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3018443" y="582969"/>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4034443" y="1120602"/>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1" hasCustomPrompt="1"/>
          </p:nvPr>
        </p:nvSpPr>
        <p:spPr>
          <a:xfrm>
            <a:off x="3898976"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7" name="Picture Placeholder 7"/>
          <p:cNvSpPr>
            <a:spLocks noGrp="1"/>
          </p:cNvSpPr>
          <p:nvPr>
            <p:ph type="pic" sz="quarter" idx="12" hasCustomPrompt="1"/>
          </p:nvPr>
        </p:nvSpPr>
        <p:spPr>
          <a:xfrm>
            <a:off x="6913110"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3" hasCustomPrompt="1"/>
          </p:nvPr>
        </p:nvSpPr>
        <p:spPr>
          <a:xfrm>
            <a:off x="9927243"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9" name="Rectangle 8"/>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665806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7" grpId="0" animBg="1"/>
      <p:bldP spid="8"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35949" y="1967748"/>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592173" y="565894"/>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608173" y="1103527"/>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2" hasCustomPrompt="1"/>
          </p:nvPr>
        </p:nvSpPr>
        <p:spPr>
          <a:xfrm>
            <a:off x="8557549" y="1967748"/>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4696749" y="1967748"/>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82215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P spid="12"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7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341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641600" y="483316"/>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657600" y="1020949"/>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1" hasCustomPrompt="1"/>
          </p:nvPr>
        </p:nvSpPr>
        <p:spPr>
          <a:xfrm>
            <a:off x="36789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1" name="Picture Placeholder 7"/>
          <p:cNvSpPr>
            <a:spLocks noGrp="1"/>
          </p:cNvSpPr>
          <p:nvPr>
            <p:ph type="pic" sz="quarter" idx="12" hasCustomPrompt="1"/>
          </p:nvPr>
        </p:nvSpPr>
        <p:spPr>
          <a:xfrm>
            <a:off x="65237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3685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Rectangle 7"/>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109703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P spid="11" grpId="0" animBg="1"/>
      <p:bldP spid="12"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rgbClr val="810B29"/>
        </a:solidFill>
        <a:effectLst/>
      </p:bgPr>
    </p:bg>
    <p:spTree>
      <p:nvGrpSpPr>
        <p:cNvPr id="1" name=""/>
        <p:cNvGrpSpPr/>
        <p:nvPr/>
      </p:nvGrpSpPr>
      <p:grpSpPr>
        <a:xfrm>
          <a:off x="0" y="0"/>
          <a:ext cx="0" cy="0"/>
          <a:chOff x="0" y="0"/>
          <a:chExt cx="0" cy="0"/>
        </a:xfrm>
      </p:grpSpPr>
      <p:sp>
        <p:nvSpPr>
          <p:cNvPr id="3" name="Rectangle 2"/>
          <p:cNvSpPr/>
          <p:nvPr userDrawn="1"/>
        </p:nvSpPr>
        <p:spPr>
          <a:xfrm>
            <a:off x="0" y="5657850"/>
            <a:ext cx="12192000" cy="12049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ooter Placeholder 3"/>
          <p:cNvSpPr txBox="1">
            <a:spLocks/>
          </p:cNvSpPr>
          <p:nvPr userDrawn="1"/>
        </p:nvSpPr>
        <p:spPr>
          <a:xfrm>
            <a:off x="4038600" y="63550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ller Light" panose="02000503000000020004" pitchFamily="2" charset="0"/>
                <a:ea typeface="+mn-ea"/>
                <a:cs typeface="+mn-cs"/>
              </a:rPr>
              <a:t>www.alphaplusconsultancy.co.uk</a:t>
            </a:r>
            <a:endParaRPr kumimoji="0" lang="en-US" sz="1400" b="0" i="0" u="none" strike="noStrike" kern="1200" cap="none" spc="0" normalizeH="0" baseline="0" noProof="0" dirty="0">
              <a:ln>
                <a:noFill/>
              </a:ln>
              <a:solidFill>
                <a:prstClr val="black"/>
              </a:solidFill>
              <a:effectLst/>
              <a:uLnTx/>
              <a:uFillTx/>
              <a:latin typeface="Aller Light" panose="02000503000000020004" pitchFamily="2" charset="0"/>
              <a:ea typeface="+mn-ea"/>
              <a:cs typeface="+mn-cs"/>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953000" cy="5657850"/>
          </a:xfrm>
          <a:prstGeom prst="rect">
            <a:avLst/>
          </a:prstGeom>
        </p:spPr>
      </p:pic>
    </p:spTree>
    <p:extLst>
      <p:ext uri="{BB962C8B-B14F-4D97-AF65-F5344CB8AC3E}">
        <p14:creationId xmlns:p14="http://schemas.microsoft.com/office/powerpoint/2010/main" val="25441489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E8D4D77-8980-4596-9A8F-908A4FFE7DBF}" type="datetimeFigureOut">
              <a:rPr lang="en-US" smtClean="0"/>
              <a:t>11/11/2016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32326772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8D4D77-8980-4596-9A8F-908A4FFE7DBF}" type="datetimeFigureOut">
              <a:rPr lang="en-US" smtClean="0"/>
              <a:t>11/11/2016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6115991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E8D4D77-8980-4596-9A8F-908A4FFE7DBF}" type="datetimeFigureOut">
              <a:rPr lang="en-US" smtClean="0"/>
              <a:t>11/11/2016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1325300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E8D4D77-8980-4596-9A8F-908A4FFE7DBF}" type="datetimeFigureOut">
              <a:rPr lang="en-US" smtClean="0"/>
              <a:t>11/11/2016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468550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8D4D77-8980-4596-9A8F-908A4FFE7DBF}" type="datetimeFigureOut">
              <a:rPr lang="en-US" smtClean="0"/>
              <a:t>11/11/2016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2468684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8D4D77-8980-4596-9A8F-908A4FFE7DBF}" type="datetimeFigureOut">
              <a:rPr lang="en-US" smtClean="0"/>
              <a:t>11/11/2016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37653382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E8D4D77-8980-4596-9A8F-908A4FFE7DBF}" type="datetimeFigureOut">
              <a:rPr lang="en-US" smtClean="0"/>
              <a:t>11/11/2016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8216963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E8D4D77-8980-4596-9A8F-908A4FFE7DBF}" type="datetimeFigureOut">
              <a:rPr lang="en-US" smtClean="0"/>
              <a:t>11/11/2016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14499473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8D4D77-8980-4596-9A8F-908A4FFE7DBF}" type="datetimeFigureOut">
              <a:rPr lang="en-US" smtClean="0"/>
              <a:t>11/11/2016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11884671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8D4D77-8980-4596-9A8F-908A4FFE7DBF}" type="datetimeFigureOut">
              <a:rPr lang="en-US" smtClean="0"/>
              <a:t>11/11/2016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609FB-3381-491F-A980-A4DE80B2ADE8}" type="slidenum">
              <a:rPr lang="en-US" smtClean="0"/>
              <a:t>‹#›</a:t>
            </a:fld>
            <a:endParaRPr lang="en-US"/>
          </a:p>
        </p:txBody>
      </p:sp>
    </p:spTree>
    <p:extLst>
      <p:ext uri="{BB962C8B-B14F-4D97-AF65-F5344CB8AC3E}">
        <p14:creationId xmlns:p14="http://schemas.microsoft.com/office/powerpoint/2010/main" val="11948755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156328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0" y="0"/>
            <a:ext cx="12192000" cy="685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52930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381000"/>
            <a:ext cx="11379200" cy="4064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406400" y="4689572"/>
            <a:ext cx="7518400" cy="471365"/>
          </a:xfrm>
          <a:prstGeom prst="rect">
            <a:avLst/>
          </a:prstGeom>
        </p:spPr>
        <p:txBody>
          <a:bodyPr wrap="none" lIns="0" tIns="0" rIns="0" bIns="0" anchor="ctr">
            <a:noAutofit/>
          </a:bodyPr>
          <a:lstStyle>
            <a:lvl1pPr algn="l">
              <a:defRPr sz="3733" b="1" baseline="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410024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1865741"/>
            <a:ext cx="11379200" cy="33528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79025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0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236133" y="1549400"/>
            <a:ext cx="49614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32329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1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5" hasCustomPrompt="1"/>
          </p:nvPr>
        </p:nvSpPr>
        <p:spPr>
          <a:xfrm>
            <a:off x="609600" y="2552701"/>
            <a:ext cx="6062133" cy="3467099"/>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72354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2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795867" y="1527715"/>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6" hasCustomPrompt="1"/>
          </p:nvPr>
        </p:nvSpPr>
        <p:spPr>
          <a:xfrm>
            <a:off x="7416800" y="1527715"/>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06221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8"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3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5" hasCustomPrompt="1"/>
          </p:nvPr>
        </p:nvSpPr>
        <p:spPr>
          <a:xfrm>
            <a:off x="508000" y="1510781"/>
            <a:ext cx="5994400"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221816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4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838984" y="2269067"/>
            <a:ext cx="2026933"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6" hasCustomPrompt="1"/>
          </p:nvPr>
        </p:nvSpPr>
        <p:spPr>
          <a:xfrm>
            <a:off x="3649918" y="2269067"/>
            <a:ext cx="2026933"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7" hasCustomPrompt="1"/>
          </p:nvPr>
        </p:nvSpPr>
        <p:spPr>
          <a:xfrm>
            <a:off x="6460851" y="2269067"/>
            <a:ext cx="2026933" cy="3987800"/>
          </a:xfrm>
          <a:prstGeom prst="rect">
            <a:avLst/>
          </a:prstGeom>
          <a:solidFill>
            <a:schemeClr val="bg1">
              <a:lumMod val="95000"/>
            </a:schemeClr>
          </a:solidFill>
          <a:ln w="38100">
            <a:solidFill>
              <a:schemeClr val="bg2">
                <a:lumMod val="85000"/>
              </a:schemeClr>
            </a:solidFill>
          </a:ln>
        </p:spPr>
        <p:txBody>
          <a:bodyPr tIns="73152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0" name="Picture Placeholder 7"/>
          <p:cNvSpPr>
            <a:spLocks noGrp="1"/>
          </p:cNvSpPr>
          <p:nvPr>
            <p:ph type="pic" sz="quarter" idx="18" hasCustomPrompt="1"/>
          </p:nvPr>
        </p:nvSpPr>
        <p:spPr>
          <a:xfrm>
            <a:off x="9271784" y="2269067"/>
            <a:ext cx="2026933"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178492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childTnLst>
                          </p:cTn>
                        </p:par>
                        <p:par>
                          <p:cTn id="17" fill="hold">
                            <p:stCondLst>
                              <p:cond delay="2000"/>
                            </p:stCondLst>
                            <p:childTnLst>
                              <p:par>
                                <p:cTn id="18" presetID="23" presetClass="entr" presetSubtype="16"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childTnLst>
                                </p:cTn>
                              </p:par>
                            </p:childTnLst>
                          </p:cTn>
                        </p:par>
                        <p:par>
                          <p:cTn id="22" fill="hold">
                            <p:stCondLst>
                              <p:cond delay="2500"/>
                            </p:stCondLst>
                            <p:childTnLst>
                              <p:par>
                                <p:cTn id="23" presetID="23" presetClass="entr" presetSubtype="1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childTnLst>
                                </p:cTn>
                              </p:par>
                            </p:childTnLst>
                          </p:cTn>
                        </p:par>
                        <p:par>
                          <p:cTn id="27" fill="hold">
                            <p:stCondLst>
                              <p:cond delay="3000"/>
                            </p:stCondLst>
                            <p:childTnLst>
                              <p:par>
                                <p:cTn id="28" presetID="23" presetClass="entr" presetSubtype="16"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8" grpId="0" animBg="1"/>
      <p:bldP spid="9" grpId="0" animBg="1"/>
      <p:bldP spid="10" grpId="0" animBg="1"/>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5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5" hasCustomPrompt="1"/>
          </p:nvPr>
        </p:nvSpPr>
        <p:spPr>
          <a:xfrm>
            <a:off x="135467" y="2269067"/>
            <a:ext cx="2594299"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6" hasCustomPrompt="1"/>
          </p:nvPr>
        </p:nvSpPr>
        <p:spPr>
          <a:xfrm>
            <a:off x="3233100" y="2269067"/>
            <a:ext cx="2594299"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7" hasCustomPrompt="1"/>
          </p:nvPr>
        </p:nvSpPr>
        <p:spPr>
          <a:xfrm>
            <a:off x="6330733" y="2269067"/>
            <a:ext cx="2594299" cy="3987800"/>
          </a:xfrm>
          <a:prstGeom prst="rect">
            <a:avLst/>
          </a:prstGeom>
          <a:solidFill>
            <a:schemeClr val="bg1">
              <a:lumMod val="95000"/>
            </a:schemeClr>
          </a:solidFill>
          <a:ln w="38100">
            <a:solidFill>
              <a:schemeClr val="bg2">
                <a:lumMod val="85000"/>
              </a:schemeClr>
            </a:solidFill>
          </a:ln>
        </p:spPr>
        <p:txBody>
          <a:bodyPr tIns="73152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4" name="Picture Placeholder 7"/>
          <p:cNvSpPr>
            <a:spLocks noGrp="1"/>
          </p:cNvSpPr>
          <p:nvPr>
            <p:ph type="pic" sz="quarter" idx="18" hasCustomPrompt="1"/>
          </p:nvPr>
        </p:nvSpPr>
        <p:spPr>
          <a:xfrm>
            <a:off x="9428368" y="2269067"/>
            <a:ext cx="2594299"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52149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12" grpId="0" animBg="1"/>
      <p:bldP spid="13" grpId="0" animBg="1"/>
      <p:bldP spid="14"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6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5" hasCustomPrompt="1"/>
          </p:nvPr>
        </p:nvSpPr>
        <p:spPr>
          <a:xfrm>
            <a:off x="805117" y="2269067"/>
            <a:ext cx="5155416" cy="28702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8" hasCustomPrompt="1"/>
          </p:nvPr>
        </p:nvSpPr>
        <p:spPr>
          <a:xfrm>
            <a:off x="6197600" y="2269067"/>
            <a:ext cx="5101117" cy="286512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75368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P spid="9"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7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236133" y="1955800"/>
            <a:ext cx="2336800" cy="4368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7" name="Picture Placeholder 7"/>
          <p:cNvSpPr>
            <a:spLocks noGrp="1"/>
          </p:cNvSpPr>
          <p:nvPr>
            <p:ph type="pic" sz="quarter" idx="16" hasCustomPrompt="1"/>
          </p:nvPr>
        </p:nvSpPr>
        <p:spPr>
          <a:xfrm>
            <a:off x="3776133" y="1955800"/>
            <a:ext cx="2336800" cy="4368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64975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7"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3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1735667"/>
            <a:ext cx="11379200" cy="33528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32116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0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244600" y="1954641"/>
            <a:ext cx="4673600" cy="4509659"/>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965674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1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64580" y="2973347"/>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30" name="Picture Placeholder 7"/>
          <p:cNvSpPr>
            <a:spLocks noGrp="1"/>
          </p:cNvSpPr>
          <p:nvPr>
            <p:ph type="pic" sz="quarter" idx="11" hasCustomPrompt="1"/>
          </p:nvPr>
        </p:nvSpPr>
        <p:spPr>
          <a:xfrm>
            <a:off x="2620719" y="5604931"/>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1" name="Picture Placeholder 7"/>
          <p:cNvSpPr>
            <a:spLocks noGrp="1"/>
          </p:cNvSpPr>
          <p:nvPr>
            <p:ph type="pic" sz="quarter" idx="12" hasCustomPrompt="1"/>
          </p:nvPr>
        </p:nvSpPr>
        <p:spPr>
          <a:xfrm>
            <a:off x="4889788" y="2047422"/>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2" name="Picture Placeholder 7"/>
          <p:cNvSpPr>
            <a:spLocks noGrp="1"/>
          </p:cNvSpPr>
          <p:nvPr>
            <p:ph type="pic" sz="quarter" idx="13" hasCustomPrompt="1"/>
          </p:nvPr>
        </p:nvSpPr>
        <p:spPr>
          <a:xfrm>
            <a:off x="7123291" y="4618790"/>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3" name="Picture Placeholder 7"/>
          <p:cNvSpPr>
            <a:spLocks noGrp="1"/>
          </p:cNvSpPr>
          <p:nvPr>
            <p:ph type="pic" sz="quarter" idx="14" hasCustomPrompt="1"/>
          </p:nvPr>
        </p:nvSpPr>
        <p:spPr>
          <a:xfrm>
            <a:off x="9639862" y="1288650"/>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02019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up)">
                                      <p:cBhvr>
                                        <p:cTn id="19" dur="500"/>
                                        <p:tgtEl>
                                          <p:spTgt spid="30"/>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par>
                          <p:cTn id="28" fill="hold">
                            <p:stCondLst>
                              <p:cond delay="3500"/>
                            </p:stCondLst>
                            <p:childTnLst>
                              <p:par>
                                <p:cTn id="29" presetID="22" presetClass="entr" presetSubtype="1"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up)">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30" grpId="0" animBg="1"/>
      <p:bldP spid="31" grpId="0" animBg="1"/>
      <p:bldP spid="32" grpId="0" animBg="1"/>
      <p:bldP spid="33" grpId="0" animBg="1"/>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203200"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1" hasCustomPrompt="1"/>
          </p:nvPr>
        </p:nvSpPr>
        <p:spPr>
          <a:xfrm>
            <a:off x="3217333"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7" name="Picture Placeholder 7"/>
          <p:cNvSpPr>
            <a:spLocks noGrp="1"/>
          </p:cNvSpPr>
          <p:nvPr>
            <p:ph type="pic" sz="quarter" idx="12" hasCustomPrompt="1"/>
          </p:nvPr>
        </p:nvSpPr>
        <p:spPr>
          <a:xfrm>
            <a:off x="6231467"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3" hasCustomPrompt="1"/>
          </p:nvPr>
        </p:nvSpPr>
        <p:spPr>
          <a:xfrm>
            <a:off x="9245600"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8419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7" grpId="0" animBg="1"/>
      <p:bldP spid="8"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760048" y="2064656"/>
            <a:ext cx="6249888" cy="424300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380087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wipe(up)">
                                      <p:cBhvr>
                                        <p:cTn id="15"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0" y="0"/>
            <a:ext cx="6197600" cy="685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6248400" y="516467"/>
            <a:ext cx="5943600" cy="471365"/>
          </a:xfrm>
          <a:prstGeom prst="rect">
            <a:avLst/>
          </a:prstGeom>
        </p:spPr>
        <p:txBody>
          <a:bodyPr wrap="none" lIns="0" tIns="0" rIns="0" bIns="0" anchor="ctr">
            <a:noAutofit/>
          </a:bodyPr>
          <a:lstStyle>
            <a:lvl1pPr algn="ctr" rtl="0">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64770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189018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2040467"/>
            <a:ext cx="5588000" cy="29464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1" hasCustomPrompt="1"/>
          </p:nvPr>
        </p:nvSpPr>
        <p:spPr>
          <a:xfrm>
            <a:off x="6158896" y="2040467"/>
            <a:ext cx="5588000" cy="29464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20582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66016" y="1750184"/>
            <a:ext cx="2743200" cy="177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1" hasCustomPrompt="1"/>
          </p:nvPr>
        </p:nvSpPr>
        <p:spPr>
          <a:xfrm>
            <a:off x="3967232" y="1750184"/>
            <a:ext cx="4262368" cy="4620384"/>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2" hasCustomPrompt="1"/>
          </p:nvPr>
        </p:nvSpPr>
        <p:spPr>
          <a:xfrm>
            <a:off x="8587616" y="1750184"/>
            <a:ext cx="2743200" cy="177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14400" y="4440160"/>
            <a:ext cx="2743200" cy="163044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4" hasCustomPrompt="1"/>
          </p:nvPr>
        </p:nvSpPr>
        <p:spPr>
          <a:xfrm>
            <a:off x="8636000" y="4440160"/>
            <a:ext cx="2743200" cy="163044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8011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up)">
                                      <p:cBhvr>
                                        <p:cTn id="19" dur="500"/>
                                        <p:tgtEl>
                                          <p:spTgt spid="4"/>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up)">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P spid="8" grpId="0" animBg="1"/>
      <p:bldP spid="12" grpId="0" animBg="1"/>
      <p:bldP spid="13"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80576" y="2016811"/>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2" hasCustomPrompt="1"/>
          </p:nvPr>
        </p:nvSpPr>
        <p:spPr>
          <a:xfrm>
            <a:off x="8302176" y="2016811"/>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4441376" y="2016811"/>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05636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P spid="12"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628952" y="1648584"/>
            <a:ext cx="5002592" cy="38922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2" hasCustomPrompt="1"/>
          </p:nvPr>
        </p:nvSpPr>
        <p:spPr>
          <a:xfrm>
            <a:off x="6545944" y="1648584"/>
            <a:ext cx="5002592" cy="38922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5957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128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1" hasCustomPrompt="1"/>
          </p:nvPr>
        </p:nvSpPr>
        <p:spPr>
          <a:xfrm>
            <a:off x="33576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1" name="Picture Placeholder 7"/>
          <p:cNvSpPr>
            <a:spLocks noGrp="1"/>
          </p:cNvSpPr>
          <p:nvPr>
            <p:ph type="pic" sz="quarter" idx="12" hasCustomPrompt="1"/>
          </p:nvPr>
        </p:nvSpPr>
        <p:spPr>
          <a:xfrm>
            <a:off x="62024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0472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17883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P spid="11" grpId="0" animBg="1"/>
      <p:bldP spid="12" grpId="0" animBg="1"/>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2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128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1" hasCustomPrompt="1"/>
          </p:nvPr>
        </p:nvSpPr>
        <p:spPr>
          <a:xfrm>
            <a:off x="33576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1" name="Picture Placeholder 7"/>
          <p:cNvSpPr>
            <a:spLocks noGrp="1"/>
          </p:cNvSpPr>
          <p:nvPr>
            <p:ph type="pic" sz="quarter" idx="12" hasCustomPrompt="1"/>
          </p:nvPr>
        </p:nvSpPr>
        <p:spPr>
          <a:xfrm>
            <a:off x="62024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0472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56593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P spid="11" grpId="0" animBg="1"/>
      <p:bldP spid="12" grpId="0" animBg="1"/>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0" hasCustomPrompt="1"/>
          </p:nvPr>
        </p:nvSpPr>
        <p:spPr>
          <a:xfrm>
            <a:off x="423334" y="2217804"/>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1" hasCustomPrompt="1"/>
          </p:nvPr>
        </p:nvSpPr>
        <p:spPr>
          <a:xfrm>
            <a:off x="3443111" y="2181269"/>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2" hasCustomPrompt="1"/>
          </p:nvPr>
        </p:nvSpPr>
        <p:spPr>
          <a:xfrm>
            <a:off x="6462888" y="2144735"/>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4" name="Picture Placeholder 7"/>
          <p:cNvSpPr>
            <a:spLocks noGrp="1"/>
          </p:cNvSpPr>
          <p:nvPr>
            <p:ph type="pic" sz="quarter" idx="13" hasCustomPrompt="1"/>
          </p:nvPr>
        </p:nvSpPr>
        <p:spPr>
          <a:xfrm>
            <a:off x="9482667" y="2108200"/>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75779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P spid="9" grpId="0" animBg="1"/>
      <p:bldP spid="13" grpId="0" animBg="1"/>
      <p:bldP spid="14" grpId="0" animBg="1"/>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0" hasCustomPrompt="1"/>
          </p:nvPr>
        </p:nvSpPr>
        <p:spPr>
          <a:xfrm>
            <a:off x="508001" y="1618917"/>
            <a:ext cx="11176000" cy="3370169"/>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92641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32192" y="2045304"/>
            <a:ext cx="3449560"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2" hasCustomPrompt="1"/>
          </p:nvPr>
        </p:nvSpPr>
        <p:spPr>
          <a:xfrm>
            <a:off x="4392992" y="2045304"/>
            <a:ext cx="3449560"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8253792" y="2045304"/>
            <a:ext cx="3449560"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5644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wipe(up)">
                                      <p:cBhvr>
                                        <p:cTn id="16" dur="500"/>
                                        <p:tgtEl>
                                          <p:spTgt spid="5">
                                            <p:txEl>
                                              <p:pRg st="0" end="0"/>
                                            </p:txEl>
                                          </p:spTgt>
                                        </p:tgtEl>
                                      </p:cBhvr>
                                    </p:animEffect>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12" grpId="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046844" y="2006601"/>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2" hasCustomPrompt="1"/>
          </p:nvPr>
        </p:nvSpPr>
        <p:spPr>
          <a:xfrm>
            <a:off x="3510644" y="4686866"/>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22" name="Picture Placeholder 7"/>
          <p:cNvSpPr>
            <a:spLocks noGrp="1"/>
          </p:cNvSpPr>
          <p:nvPr>
            <p:ph type="pic" sz="quarter" idx="14" hasCustomPrompt="1"/>
          </p:nvPr>
        </p:nvSpPr>
        <p:spPr>
          <a:xfrm>
            <a:off x="5974444" y="2006601"/>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23" name="Picture Placeholder 7"/>
          <p:cNvSpPr>
            <a:spLocks noGrp="1"/>
          </p:cNvSpPr>
          <p:nvPr>
            <p:ph type="pic" sz="quarter" idx="15" hasCustomPrompt="1"/>
          </p:nvPr>
        </p:nvSpPr>
        <p:spPr>
          <a:xfrm>
            <a:off x="8496300" y="4686866"/>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076887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 calcmode="lin" valueType="num">
                                      <p:cBhvr>
                                        <p:cTn id="30" dur="500" fill="hold"/>
                                        <p:tgtEl>
                                          <p:spTgt spid="23"/>
                                        </p:tgtEl>
                                        <p:attrNameLst>
                                          <p:attrName>ppt_w</p:attrName>
                                        </p:attrNameLst>
                                      </p:cBhvr>
                                      <p:tavLst>
                                        <p:tav tm="0">
                                          <p:val>
                                            <p:fltVal val="0"/>
                                          </p:val>
                                        </p:tav>
                                        <p:tav tm="100000">
                                          <p:val>
                                            <p:strVal val="#ppt_w"/>
                                          </p:val>
                                        </p:tav>
                                      </p:tavLst>
                                    </p:anim>
                                    <p:anim calcmode="lin" valueType="num">
                                      <p:cBhvr>
                                        <p:cTn id="31" dur="500" fill="hold"/>
                                        <p:tgtEl>
                                          <p:spTgt spid="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22" grpId="0" animBg="1"/>
      <p:bldP spid="23" grpId="0" animBg="1"/>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270933" y="2183189"/>
            <a:ext cx="6249888" cy="3904344"/>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1741668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wipe(up)">
                                      <p:cBhvr>
                                        <p:cTn id="16"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080000" y="1982408"/>
            <a:ext cx="6502400" cy="437847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371485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5733" y="1651000"/>
            <a:ext cx="3557720" cy="5590707"/>
          </a:xfrm>
          <a:prstGeom prst="rect">
            <a:avLst/>
          </a:prstGeom>
        </p:spPr>
      </p:pic>
      <p:sp>
        <p:nvSpPr>
          <p:cNvPr id="4" name="Picture Placeholder 7"/>
          <p:cNvSpPr>
            <a:spLocks noGrp="1"/>
          </p:cNvSpPr>
          <p:nvPr>
            <p:ph type="pic" sz="quarter" idx="10" hasCustomPrompt="1"/>
          </p:nvPr>
        </p:nvSpPr>
        <p:spPr>
          <a:xfrm>
            <a:off x="1440193" y="2552701"/>
            <a:ext cx="1828800" cy="31115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03525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37"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900" decel="100000" fill="hold"/>
                                        <p:tgtEl>
                                          <p:spTgt spid="6"/>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P spid="4" grpId="0" animBg="1"/>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pic>
        <p:nvPicPr>
          <p:cNvPr id="5" name="Picture 3" descr="F:\Trabajos\Envato\Graphic River\Duckson\Elements\laptop.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992" y="2510825"/>
            <a:ext cx="6616408" cy="3699475"/>
          </a:xfrm>
          <a:prstGeom prst="rect">
            <a:avLst/>
          </a:prstGeom>
          <a:noFill/>
          <a:extLst>
            <a:ext uri="{909E8E84-426E-40DD-AFC4-6F175D3DCCD1}">
              <a14:hiddenFill xmlns:a14="http://schemas.microsoft.com/office/drawing/2010/main">
                <a:solidFill>
                  <a:srgbClr val="FFFFFF"/>
                </a:solidFill>
              </a14:hiddenFill>
            </a:ext>
          </a:extLst>
        </p:spPr>
      </p:pic>
      <p:sp>
        <p:nvSpPr>
          <p:cNvPr id="4" name="Picture Placeholder 7"/>
          <p:cNvSpPr>
            <a:spLocks noGrp="1"/>
          </p:cNvSpPr>
          <p:nvPr>
            <p:ph type="pic" sz="quarter" idx="10" hasCustomPrompt="1"/>
          </p:nvPr>
        </p:nvSpPr>
        <p:spPr>
          <a:xfrm>
            <a:off x="2273592" y="2819400"/>
            <a:ext cx="4127208" cy="2528587"/>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2903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37"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900" decel="100000" fill="hold"/>
                                        <p:tgtEl>
                                          <p:spTgt spid="5"/>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P spid="4" grpId="0" animBg="1"/>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Rectangle 9"/>
          <p:cNvSpPr/>
          <p:nvPr/>
        </p:nvSpPr>
        <p:spPr>
          <a:xfrm>
            <a:off x="4374394" y="2152840"/>
            <a:ext cx="3347575" cy="200955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white"/>
              </a:solidFill>
              <a:effectLst/>
              <a:uLnTx/>
              <a:uFillTx/>
              <a:latin typeface="Calibri"/>
              <a:ea typeface="+mn-ea"/>
              <a:cs typeface="+mn-cs"/>
            </a:endParaRPr>
          </a:p>
        </p:txBody>
      </p:sp>
      <p:sp>
        <p:nvSpPr>
          <p:cNvPr id="4" name="Picture Placeholder 7"/>
          <p:cNvSpPr>
            <a:spLocks noGrp="1"/>
          </p:cNvSpPr>
          <p:nvPr userDrawn="1">
            <p:ph type="pic" sz="quarter" idx="10" hasCustomPrompt="1"/>
          </p:nvPr>
        </p:nvSpPr>
        <p:spPr>
          <a:xfrm>
            <a:off x="3983046" y="1752600"/>
            <a:ext cx="4104205" cy="240979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7517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P spid="4" grpId="0" animBg="1"/>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9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66523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29_Title Slide">
    <p:spTree>
      <p:nvGrpSpPr>
        <p:cNvPr id="1" name=""/>
        <p:cNvGrpSpPr/>
        <p:nvPr/>
      </p:nvGrpSpPr>
      <p:grpSpPr>
        <a:xfrm>
          <a:off x="0" y="0"/>
          <a:ext cx="0" cy="0"/>
          <a:chOff x="0" y="0"/>
          <a:chExt cx="0" cy="0"/>
        </a:xfrm>
      </p:grpSpPr>
      <p:sp>
        <p:nvSpPr>
          <p:cNvPr id="6" name="Picture Placeholder 7"/>
          <p:cNvSpPr>
            <a:spLocks noGrp="1"/>
          </p:cNvSpPr>
          <p:nvPr>
            <p:ph type="pic" sz="quarter" idx="26" hasCustomPrompt="1"/>
          </p:nvPr>
        </p:nvSpPr>
        <p:spPr>
          <a:xfrm>
            <a:off x="5046133" y="770467"/>
            <a:ext cx="2072640" cy="3657600"/>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334930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4" name="Picture Placeholder 7"/>
          <p:cNvSpPr>
            <a:spLocks noGrp="1"/>
          </p:cNvSpPr>
          <p:nvPr>
            <p:ph type="pic" sz="quarter" idx="26" hasCustomPrompt="1"/>
          </p:nvPr>
        </p:nvSpPr>
        <p:spPr>
          <a:xfrm>
            <a:off x="5164667" y="1174835"/>
            <a:ext cx="1877568" cy="3304032"/>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329453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31_Title Slide">
    <p:spTree>
      <p:nvGrpSpPr>
        <p:cNvPr id="1" name=""/>
        <p:cNvGrpSpPr/>
        <p:nvPr/>
      </p:nvGrpSpPr>
      <p:grpSpPr>
        <a:xfrm>
          <a:off x="0" y="0"/>
          <a:ext cx="0" cy="0"/>
          <a:chOff x="0" y="0"/>
          <a:chExt cx="0" cy="0"/>
        </a:xfrm>
      </p:grpSpPr>
      <p:sp>
        <p:nvSpPr>
          <p:cNvPr id="4" name="Picture Placeholder 7"/>
          <p:cNvSpPr>
            <a:spLocks noGrp="1"/>
          </p:cNvSpPr>
          <p:nvPr>
            <p:ph type="pic" sz="quarter" idx="26" hasCustomPrompt="1"/>
          </p:nvPr>
        </p:nvSpPr>
        <p:spPr>
          <a:xfrm>
            <a:off x="4859867" y="1242568"/>
            <a:ext cx="2474976" cy="3304032"/>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62074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32_Title Slide">
    <p:spTree>
      <p:nvGrpSpPr>
        <p:cNvPr id="1" name=""/>
        <p:cNvGrpSpPr/>
        <p:nvPr/>
      </p:nvGrpSpPr>
      <p:grpSpPr>
        <a:xfrm>
          <a:off x="0" y="0"/>
          <a:ext cx="0" cy="0"/>
          <a:chOff x="0" y="0"/>
          <a:chExt cx="0" cy="0"/>
        </a:xfrm>
      </p:grpSpPr>
      <p:sp>
        <p:nvSpPr>
          <p:cNvPr id="4" name="Picture Placeholder 7"/>
          <p:cNvSpPr>
            <a:spLocks noGrp="1"/>
          </p:cNvSpPr>
          <p:nvPr>
            <p:ph type="pic" sz="quarter" idx="26" hasCustomPrompt="1"/>
          </p:nvPr>
        </p:nvSpPr>
        <p:spPr>
          <a:xfrm>
            <a:off x="3403600" y="753533"/>
            <a:ext cx="5364480" cy="3425952"/>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296373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4_Title Slide">
    <p:spTree>
      <p:nvGrpSpPr>
        <p:cNvPr id="1" name=""/>
        <p:cNvGrpSpPr/>
        <p:nvPr/>
      </p:nvGrpSpPr>
      <p:grpSpPr>
        <a:xfrm>
          <a:off x="0" y="0"/>
          <a:ext cx="0" cy="0"/>
          <a:chOff x="0" y="0"/>
          <a:chExt cx="0" cy="0"/>
        </a:xfrm>
      </p:grpSpPr>
      <p:sp>
        <p:nvSpPr>
          <p:cNvPr id="4" name="Rectangle 3"/>
          <p:cNvSpPr/>
          <p:nvPr userDrawn="1"/>
        </p:nvSpPr>
        <p:spPr>
          <a:xfrm>
            <a:off x="203200" y="1549400"/>
            <a:ext cx="11785600" cy="487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Picture Placeholder 7"/>
          <p:cNvSpPr>
            <a:spLocks noGrp="1"/>
          </p:cNvSpPr>
          <p:nvPr>
            <p:ph type="pic" sz="quarter" idx="10" hasCustomPrompt="1"/>
          </p:nvPr>
        </p:nvSpPr>
        <p:spPr>
          <a:xfrm>
            <a:off x="1778986" y="2115372"/>
            <a:ext cx="2593269" cy="3637859"/>
          </a:xfrm>
          <a:custGeom>
            <a:avLst/>
            <a:gdLst>
              <a:gd name="connsiteX0" fmla="*/ 0 w 2651372"/>
              <a:gd name="connsiteY0" fmla="*/ 0 h 1987349"/>
              <a:gd name="connsiteX1" fmla="*/ 2651372 w 2651372"/>
              <a:gd name="connsiteY1" fmla="*/ 0 h 1987349"/>
              <a:gd name="connsiteX2" fmla="*/ 2651372 w 2651372"/>
              <a:gd name="connsiteY2" fmla="*/ 1987349 h 1987349"/>
              <a:gd name="connsiteX3" fmla="*/ 0 w 2651372"/>
              <a:gd name="connsiteY3" fmla="*/ 1987349 h 1987349"/>
              <a:gd name="connsiteX4" fmla="*/ 0 w 2651372"/>
              <a:gd name="connsiteY4" fmla="*/ 0 h 1987349"/>
              <a:gd name="connsiteX0" fmla="*/ 0 w 2675185"/>
              <a:gd name="connsiteY0" fmla="*/ 0 h 2063549"/>
              <a:gd name="connsiteX1" fmla="*/ 2675185 w 2675185"/>
              <a:gd name="connsiteY1" fmla="*/ 76200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5185"/>
              <a:gd name="connsiteY0" fmla="*/ 0 h 2063549"/>
              <a:gd name="connsiteX1" fmla="*/ 2332285 w 2675185"/>
              <a:gd name="connsiteY1" fmla="*/ 862013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0422"/>
              <a:gd name="connsiteY0" fmla="*/ 0 h 2225474"/>
              <a:gd name="connsiteX1" fmla="*/ 2332285 w 2670422"/>
              <a:gd name="connsiteY1" fmla="*/ 862013 h 2225474"/>
              <a:gd name="connsiteX2" fmla="*/ 2670422 w 2670422"/>
              <a:gd name="connsiteY2" fmla="*/ 2225474 h 2225474"/>
              <a:gd name="connsiteX3" fmla="*/ 23813 w 2670422"/>
              <a:gd name="connsiteY3" fmla="*/ 20635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33350 w 2670422"/>
              <a:gd name="connsiteY3" fmla="*/ 19873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52400 w 2670422"/>
              <a:gd name="connsiteY3" fmla="*/ 1996874 h 2225474"/>
              <a:gd name="connsiteX4" fmla="*/ 0 w 2670422"/>
              <a:gd name="connsiteY4" fmla="*/ 0 h 2225474"/>
              <a:gd name="connsiteX0" fmla="*/ 0 w 2670422"/>
              <a:gd name="connsiteY0" fmla="*/ 0 h 2225474"/>
              <a:gd name="connsiteX1" fmla="*/ 1576635 w 2670422"/>
              <a:gd name="connsiteY1" fmla="*/ 100013 h 2225474"/>
              <a:gd name="connsiteX2" fmla="*/ 2670422 w 2670422"/>
              <a:gd name="connsiteY2" fmla="*/ 2225474 h 2225474"/>
              <a:gd name="connsiteX3" fmla="*/ 152400 w 2670422"/>
              <a:gd name="connsiteY3" fmla="*/ 1996874 h 2225474"/>
              <a:gd name="connsiteX4" fmla="*/ 0 w 2670422"/>
              <a:gd name="connsiteY4" fmla="*/ 0 h 2225474"/>
              <a:gd name="connsiteX0" fmla="*/ 0 w 3165722"/>
              <a:gd name="connsiteY0" fmla="*/ 0 h 2796974"/>
              <a:gd name="connsiteX1" fmla="*/ 1576635 w 3165722"/>
              <a:gd name="connsiteY1" fmla="*/ 100013 h 2796974"/>
              <a:gd name="connsiteX2" fmla="*/ 3165722 w 3165722"/>
              <a:gd name="connsiteY2" fmla="*/ 2796974 h 2796974"/>
              <a:gd name="connsiteX3" fmla="*/ 152400 w 3165722"/>
              <a:gd name="connsiteY3" fmla="*/ 1996874 h 2796974"/>
              <a:gd name="connsiteX4" fmla="*/ 0 w 3165722"/>
              <a:gd name="connsiteY4" fmla="*/ 0 h 2796974"/>
              <a:gd name="connsiteX0" fmla="*/ 0 w 3165722"/>
              <a:gd name="connsiteY0" fmla="*/ 0 h 2974774"/>
              <a:gd name="connsiteX1" fmla="*/ 1576635 w 3165722"/>
              <a:gd name="connsiteY1" fmla="*/ 100013 h 2974774"/>
              <a:gd name="connsiteX2" fmla="*/ 3165722 w 3165722"/>
              <a:gd name="connsiteY2" fmla="*/ 2796974 h 2974774"/>
              <a:gd name="connsiteX3" fmla="*/ 1600200 w 3165722"/>
              <a:gd name="connsiteY3" fmla="*/ 2974774 h 2974774"/>
              <a:gd name="connsiteX4" fmla="*/ 0 w 3165722"/>
              <a:gd name="connsiteY4" fmla="*/ 0 h 2974774"/>
              <a:gd name="connsiteX0" fmla="*/ 0 w 3165722"/>
              <a:gd name="connsiteY0" fmla="*/ 0 h 2974774"/>
              <a:gd name="connsiteX1" fmla="*/ 1560760 w 3165722"/>
              <a:gd name="connsiteY1" fmla="*/ 90488 h 2974774"/>
              <a:gd name="connsiteX2" fmla="*/ 3165722 w 3165722"/>
              <a:gd name="connsiteY2" fmla="*/ 2796974 h 2974774"/>
              <a:gd name="connsiteX3" fmla="*/ 1600200 w 3165722"/>
              <a:gd name="connsiteY3" fmla="*/ 2974774 h 2974774"/>
              <a:gd name="connsiteX4" fmla="*/ 0 w 3165722"/>
              <a:gd name="connsiteY4" fmla="*/ 0 h 2974774"/>
              <a:gd name="connsiteX0" fmla="*/ 0 w 3162547"/>
              <a:gd name="connsiteY0" fmla="*/ 0 h 2962074"/>
              <a:gd name="connsiteX1" fmla="*/ 1557585 w 3162547"/>
              <a:gd name="connsiteY1" fmla="*/ 77788 h 2962074"/>
              <a:gd name="connsiteX2" fmla="*/ 3162547 w 3162547"/>
              <a:gd name="connsiteY2" fmla="*/ 2784274 h 2962074"/>
              <a:gd name="connsiteX3" fmla="*/ 1597025 w 3162547"/>
              <a:gd name="connsiteY3" fmla="*/ 2962074 h 2962074"/>
              <a:gd name="connsiteX4" fmla="*/ 0 w 3162547"/>
              <a:gd name="connsiteY4" fmla="*/ 0 h 2962074"/>
              <a:gd name="connsiteX0" fmla="*/ 0 w 3175247"/>
              <a:gd name="connsiteY0" fmla="*/ 0 h 2962074"/>
              <a:gd name="connsiteX1" fmla="*/ 1557585 w 3175247"/>
              <a:gd name="connsiteY1" fmla="*/ 77788 h 2962074"/>
              <a:gd name="connsiteX2" fmla="*/ 3175247 w 3175247"/>
              <a:gd name="connsiteY2" fmla="*/ 2809674 h 2962074"/>
              <a:gd name="connsiteX3" fmla="*/ 1597025 w 3175247"/>
              <a:gd name="connsiteY3" fmla="*/ 2962074 h 2962074"/>
              <a:gd name="connsiteX4" fmla="*/ 0 w 3175247"/>
              <a:gd name="connsiteY4" fmla="*/ 0 h 2962074"/>
              <a:gd name="connsiteX0" fmla="*/ 0 w 3162547"/>
              <a:gd name="connsiteY0" fmla="*/ 0 h 2962074"/>
              <a:gd name="connsiteX1" fmla="*/ 1557585 w 3162547"/>
              <a:gd name="connsiteY1" fmla="*/ 77788 h 2962074"/>
              <a:gd name="connsiteX2" fmla="*/ 3162547 w 3162547"/>
              <a:gd name="connsiteY2" fmla="*/ 2796974 h 2962074"/>
              <a:gd name="connsiteX3" fmla="*/ 1597025 w 3162547"/>
              <a:gd name="connsiteY3" fmla="*/ 2962074 h 2962074"/>
              <a:gd name="connsiteX4" fmla="*/ 0 w 3162547"/>
              <a:gd name="connsiteY4" fmla="*/ 0 h 2962074"/>
              <a:gd name="connsiteX0" fmla="*/ 0 w 3162547"/>
              <a:gd name="connsiteY0" fmla="*/ 0 h 3019224"/>
              <a:gd name="connsiteX1" fmla="*/ 1557585 w 3162547"/>
              <a:gd name="connsiteY1" fmla="*/ 77788 h 3019224"/>
              <a:gd name="connsiteX2" fmla="*/ 3162547 w 3162547"/>
              <a:gd name="connsiteY2" fmla="*/ 2796974 h 3019224"/>
              <a:gd name="connsiteX3" fmla="*/ 1616075 w 3162547"/>
              <a:gd name="connsiteY3" fmla="*/ 3019224 h 3019224"/>
              <a:gd name="connsiteX4" fmla="*/ 0 w 3162547"/>
              <a:gd name="connsiteY4" fmla="*/ 0 h 3019224"/>
              <a:gd name="connsiteX0" fmla="*/ 0 w 3162547"/>
              <a:gd name="connsiteY0" fmla="*/ 0 h 2993824"/>
              <a:gd name="connsiteX1" fmla="*/ 1557585 w 3162547"/>
              <a:gd name="connsiteY1" fmla="*/ 77788 h 2993824"/>
              <a:gd name="connsiteX2" fmla="*/ 3162547 w 3162547"/>
              <a:gd name="connsiteY2" fmla="*/ 2796974 h 2993824"/>
              <a:gd name="connsiteX3" fmla="*/ 1597025 w 3162547"/>
              <a:gd name="connsiteY3" fmla="*/ 2993824 h 2993824"/>
              <a:gd name="connsiteX4" fmla="*/ 0 w 3162547"/>
              <a:gd name="connsiteY4" fmla="*/ 0 h 2993824"/>
              <a:gd name="connsiteX0" fmla="*/ 0 w 3162547"/>
              <a:gd name="connsiteY0" fmla="*/ 0 h 2993824"/>
              <a:gd name="connsiteX1" fmla="*/ 1557585 w 3162547"/>
              <a:gd name="connsiteY1" fmla="*/ 77788 h 2993824"/>
              <a:gd name="connsiteX2" fmla="*/ 3162547 w 3162547"/>
              <a:gd name="connsiteY2" fmla="*/ 2796974 h 2993824"/>
              <a:gd name="connsiteX3" fmla="*/ 1565275 w 3162547"/>
              <a:gd name="connsiteY3" fmla="*/ 2993824 h 2993824"/>
              <a:gd name="connsiteX4" fmla="*/ 0 w 3162547"/>
              <a:gd name="connsiteY4" fmla="*/ 0 h 2993824"/>
              <a:gd name="connsiteX0" fmla="*/ 0 w 3162547"/>
              <a:gd name="connsiteY0" fmla="*/ 0 h 2981124"/>
              <a:gd name="connsiteX1" fmla="*/ 1557585 w 3162547"/>
              <a:gd name="connsiteY1" fmla="*/ 77788 h 2981124"/>
              <a:gd name="connsiteX2" fmla="*/ 3162547 w 3162547"/>
              <a:gd name="connsiteY2" fmla="*/ 2796974 h 2981124"/>
              <a:gd name="connsiteX3" fmla="*/ 1590675 w 3162547"/>
              <a:gd name="connsiteY3" fmla="*/ 2981124 h 2981124"/>
              <a:gd name="connsiteX4" fmla="*/ 0 w 3162547"/>
              <a:gd name="connsiteY4" fmla="*/ 0 h 2981124"/>
              <a:gd name="connsiteX0" fmla="*/ 0 w 3162547"/>
              <a:gd name="connsiteY0" fmla="*/ 0 h 2796974"/>
              <a:gd name="connsiteX1" fmla="*/ 1557585 w 3162547"/>
              <a:gd name="connsiteY1" fmla="*/ 77788 h 2796974"/>
              <a:gd name="connsiteX2" fmla="*/ 3162547 w 3162547"/>
              <a:gd name="connsiteY2" fmla="*/ 2796974 h 2796974"/>
              <a:gd name="connsiteX3" fmla="*/ 81915 w 3162547"/>
              <a:gd name="connsiteY3" fmla="*/ 2661084 h 2796974"/>
              <a:gd name="connsiteX4" fmla="*/ 0 w 3162547"/>
              <a:gd name="connsiteY4" fmla="*/ 0 h 2796974"/>
              <a:gd name="connsiteX0" fmla="*/ 0 w 1989067"/>
              <a:gd name="connsiteY0" fmla="*/ 0 h 2690294"/>
              <a:gd name="connsiteX1" fmla="*/ 1557585 w 1989067"/>
              <a:gd name="connsiteY1" fmla="*/ 77788 h 2690294"/>
              <a:gd name="connsiteX2" fmla="*/ 1989067 w 1989067"/>
              <a:gd name="connsiteY2" fmla="*/ 2690294 h 2690294"/>
              <a:gd name="connsiteX3" fmla="*/ 81915 w 1989067"/>
              <a:gd name="connsiteY3" fmla="*/ 2661084 h 2690294"/>
              <a:gd name="connsiteX4" fmla="*/ 0 w 1989067"/>
              <a:gd name="connsiteY4" fmla="*/ 0 h 2690294"/>
              <a:gd name="connsiteX0" fmla="*/ 0 w 1989067"/>
              <a:gd name="connsiteY0" fmla="*/ 0 h 2690294"/>
              <a:gd name="connsiteX1" fmla="*/ 1847145 w 1989067"/>
              <a:gd name="connsiteY1" fmla="*/ 214948 h 2690294"/>
              <a:gd name="connsiteX2" fmla="*/ 1989067 w 1989067"/>
              <a:gd name="connsiteY2" fmla="*/ 2690294 h 2690294"/>
              <a:gd name="connsiteX3" fmla="*/ 81915 w 1989067"/>
              <a:gd name="connsiteY3" fmla="*/ 2661084 h 2690294"/>
              <a:gd name="connsiteX4" fmla="*/ 0 w 1989067"/>
              <a:gd name="connsiteY4" fmla="*/ 0 h 2690294"/>
              <a:gd name="connsiteX0" fmla="*/ 0 w 1950967"/>
              <a:gd name="connsiteY0" fmla="*/ 0 h 2705534"/>
              <a:gd name="connsiteX1" fmla="*/ 1809045 w 1950967"/>
              <a:gd name="connsiteY1" fmla="*/ 230188 h 2705534"/>
              <a:gd name="connsiteX2" fmla="*/ 1950967 w 1950967"/>
              <a:gd name="connsiteY2" fmla="*/ 2705534 h 2705534"/>
              <a:gd name="connsiteX3" fmla="*/ 43815 w 1950967"/>
              <a:gd name="connsiteY3" fmla="*/ 2676324 h 2705534"/>
              <a:gd name="connsiteX4" fmla="*/ 0 w 1950967"/>
              <a:gd name="connsiteY4" fmla="*/ 0 h 2705534"/>
              <a:gd name="connsiteX0" fmla="*/ 0 w 1950967"/>
              <a:gd name="connsiteY0" fmla="*/ 0 h 2705534"/>
              <a:gd name="connsiteX1" fmla="*/ 1809045 w 1950967"/>
              <a:gd name="connsiteY1" fmla="*/ 230188 h 2705534"/>
              <a:gd name="connsiteX2" fmla="*/ 1950967 w 1950967"/>
              <a:gd name="connsiteY2" fmla="*/ 2705534 h 2705534"/>
              <a:gd name="connsiteX3" fmla="*/ 59055 w 1950967"/>
              <a:gd name="connsiteY3" fmla="*/ 2676324 h 2705534"/>
              <a:gd name="connsiteX4" fmla="*/ 0 w 1950967"/>
              <a:gd name="connsiteY4" fmla="*/ 0 h 2705534"/>
              <a:gd name="connsiteX0" fmla="*/ 0 w 1950967"/>
              <a:gd name="connsiteY0" fmla="*/ 0 h 2705534"/>
              <a:gd name="connsiteX1" fmla="*/ 1801425 w 1950967"/>
              <a:gd name="connsiteY1" fmla="*/ 245428 h 2705534"/>
              <a:gd name="connsiteX2" fmla="*/ 1950967 w 1950967"/>
              <a:gd name="connsiteY2" fmla="*/ 2705534 h 2705534"/>
              <a:gd name="connsiteX3" fmla="*/ 59055 w 1950967"/>
              <a:gd name="connsiteY3" fmla="*/ 2676324 h 2705534"/>
              <a:gd name="connsiteX4" fmla="*/ 0 w 1950967"/>
              <a:gd name="connsiteY4" fmla="*/ 0 h 2705534"/>
              <a:gd name="connsiteX0" fmla="*/ 0 w 1950967"/>
              <a:gd name="connsiteY0" fmla="*/ 0 h 2705534"/>
              <a:gd name="connsiteX1" fmla="*/ 1793805 w 1950967"/>
              <a:gd name="connsiteY1" fmla="*/ 214948 h 2705534"/>
              <a:gd name="connsiteX2" fmla="*/ 1950967 w 1950967"/>
              <a:gd name="connsiteY2" fmla="*/ 2705534 h 2705534"/>
              <a:gd name="connsiteX3" fmla="*/ 59055 w 1950967"/>
              <a:gd name="connsiteY3" fmla="*/ 2676324 h 2705534"/>
              <a:gd name="connsiteX4" fmla="*/ 0 w 1950967"/>
              <a:gd name="connsiteY4" fmla="*/ 0 h 2705534"/>
              <a:gd name="connsiteX0" fmla="*/ 0 w 1943347"/>
              <a:gd name="connsiteY0" fmla="*/ 0 h 2751254"/>
              <a:gd name="connsiteX1" fmla="*/ 1793805 w 1943347"/>
              <a:gd name="connsiteY1" fmla="*/ 214948 h 2751254"/>
              <a:gd name="connsiteX2" fmla="*/ 1943347 w 1943347"/>
              <a:gd name="connsiteY2" fmla="*/ 2751254 h 2751254"/>
              <a:gd name="connsiteX3" fmla="*/ 59055 w 1943347"/>
              <a:gd name="connsiteY3" fmla="*/ 2676324 h 2751254"/>
              <a:gd name="connsiteX4" fmla="*/ 0 w 1943347"/>
              <a:gd name="connsiteY4" fmla="*/ 0 h 2751254"/>
              <a:gd name="connsiteX0" fmla="*/ 0 w 1928107"/>
              <a:gd name="connsiteY0" fmla="*/ 0 h 2728394"/>
              <a:gd name="connsiteX1" fmla="*/ 1793805 w 1928107"/>
              <a:gd name="connsiteY1" fmla="*/ 214948 h 2728394"/>
              <a:gd name="connsiteX2" fmla="*/ 1928107 w 1928107"/>
              <a:gd name="connsiteY2" fmla="*/ 2728394 h 2728394"/>
              <a:gd name="connsiteX3" fmla="*/ 59055 w 1928107"/>
              <a:gd name="connsiteY3" fmla="*/ 2676324 h 2728394"/>
              <a:gd name="connsiteX4" fmla="*/ 0 w 1928107"/>
              <a:gd name="connsiteY4" fmla="*/ 0 h 2728394"/>
              <a:gd name="connsiteX0" fmla="*/ 0 w 1944952"/>
              <a:gd name="connsiteY0" fmla="*/ 0 h 2728394"/>
              <a:gd name="connsiteX1" fmla="*/ 1793805 w 1944952"/>
              <a:gd name="connsiteY1" fmla="*/ 214948 h 2728394"/>
              <a:gd name="connsiteX2" fmla="*/ 1928107 w 1944952"/>
              <a:gd name="connsiteY2" fmla="*/ 2728394 h 2728394"/>
              <a:gd name="connsiteX3" fmla="*/ 1944952 w 1944952"/>
              <a:gd name="connsiteY3" fmla="*/ 2726960 h 2728394"/>
              <a:gd name="connsiteX4" fmla="*/ 59055 w 1944952"/>
              <a:gd name="connsiteY4" fmla="*/ 2676324 h 2728394"/>
              <a:gd name="connsiteX5" fmla="*/ 0 w 1944952"/>
              <a:gd name="connsiteY5" fmla="*/ 0 h 272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4952" h="2728394">
                <a:moveTo>
                  <a:pt x="0" y="0"/>
                </a:moveTo>
                <a:lnTo>
                  <a:pt x="1793805" y="214948"/>
                </a:lnTo>
                <a:lnTo>
                  <a:pt x="1928107" y="2728394"/>
                </a:lnTo>
                <a:lnTo>
                  <a:pt x="1944952" y="2726960"/>
                </a:lnTo>
                <a:lnTo>
                  <a:pt x="59055" y="2676324"/>
                </a:lnTo>
                <a:lnTo>
                  <a:pt x="0" y="0"/>
                </a:lnTo>
                <a:close/>
              </a:path>
            </a:pathLst>
          </a:custGeom>
          <a:solidFill>
            <a:schemeClr val="bg1">
              <a:lumMod val="85000"/>
            </a:schemeClr>
          </a:solidFill>
          <a:ln>
            <a:solidFill>
              <a:schemeClr val="bg1"/>
            </a:solidFill>
          </a:ln>
        </p:spPr>
        <p:txBody>
          <a:bodyPr lIns="1005840" bIns="457200" anchor="b"/>
          <a:lstStyle>
            <a:lvl1pPr algn="ctr">
              <a:buNone/>
              <a:defRPr sz="1467">
                <a:solidFill>
                  <a:schemeClr val="tx1">
                    <a:lumMod val="50000"/>
                    <a:lumOff val="50000"/>
                  </a:schemeClr>
                </a:solidFill>
              </a:defRPr>
            </a:lvl1pPr>
          </a:lstStyle>
          <a:p>
            <a:r>
              <a:rPr lang="en-US" dirty="0"/>
              <a:t>Image Holder</a:t>
            </a:r>
          </a:p>
        </p:txBody>
      </p:sp>
      <p:sp>
        <p:nvSpPr>
          <p:cNvPr id="9"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10"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135245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up)">
                                      <p:cBhvr>
                                        <p:cTn id="11" dur="500"/>
                                        <p:tgtEl>
                                          <p:spTgt spid="10">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p:bldP spid="10" grpId="0" build="p">
        <p:tmplLst>
          <p:tmpl lvl="1">
            <p:tnLst>
              <p:par>
                <p:cTn presetID="22" presetClass="entr" presetSubtype="1"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up)">
                      <p:cBhvr>
                        <p:cTn dur="500"/>
                        <p:tgtEl>
                          <p:spTgt spid="10"/>
                        </p:tgtEl>
                      </p:cBhvr>
                    </p:animEffect>
                  </p:childTnLst>
                </p:cTn>
              </p:par>
            </p:tnLst>
          </p:tmpl>
        </p:tmplLst>
      </p:bldP>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35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2" name="Picture 11" descr="iphone-mockup-white.png"/>
          <p:cNvPicPr>
            <a:picLocks noChangeAspect="1"/>
          </p:cNvPicPr>
          <p:nvPr userDrawn="1"/>
        </p:nvPicPr>
        <p:blipFill>
          <a:blip r:embed="rId2" cstate="print"/>
          <a:stretch>
            <a:fillRect/>
          </a:stretch>
        </p:blipFill>
        <p:spPr>
          <a:xfrm>
            <a:off x="7112000" y="1590949"/>
            <a:ext cx="5080000" cy="5367867"/>
          </a:xfrm>
          <a:prstGeom prst="rect">
            <a:avLst/>
          </a:prstGeom>
        </p:spPr>
      </p:pic>
      <p:sp>
        <p:nvSpPr>
          <p:cNvPr id="13" name="Picture Placeholder 7"/>
          <p:cNvSpPr>
            <a:spLocks noGrp="1"/>
          </p:cNvSpPr>
          <p:nvPr>
            <p:ph type="pic" sz="quarter" idx="10" hasCustomPrompt="1"/>
          </p:nvPr>
        </p:nvSpPr>
        <p:spPr>
          <a:xfrm rot="20454814">
            <a:off x="8222574" y="2111529"/>
            <a:ext cx="1388517" cy="2306851"/>
          </a:xfrm>
          <a:custGeom>
            <a:avLst/>
            <a:gdLst>
              <a:gd name="connsiteX0" fmla="*/ 0 w 914400"/>
              <a:gd name="connsiteY0" fmla="*/ 0 h 1481021"/>
              <a:gd name="connsiteX1" fmla="*/ 914400 w 914400"/>
              <a:gd name="connsiteY1" fmla="*/ 0 h 1481021"/>
              <a:gd name="connsiteX2" fmla="*/ 914400 w 914400"/>
              <a:gd name="connsiteY2" fmla="*/ 1481021 h 1481021"/>
              <a:gd name="connsiteX3" fmla="*/ 0 w 914400"/>
              <a:gd name="connsiteY3" fmla="*/ 1481021 h 1481021"/>
              <a:gd name="connsiteX4" fmla="*/ 0 w 914400"/>
              <a:gd name="connsiteY4" fmla="*/ 0 h 1481021"/>
              <a:gd name="connsiteX0" fmla="*/ 0 w 914400"/>
              <a:gd name="connsiteY0" fmla="*/ 0 h 1481021"/>
              <a:gd name="connsiteX1" fmla="*/ 686469 w 914400"/>
              <a:gd name="connsiteY1" fmla="*/ 91167 h 1481021"/>
              <a:gd name="connsiteX2" fmla="*/ 914400 w 914400"/>
              <a:gd name="connsiteY2" fmla="*/ 1481021 h 1481021"/>
              <a:gd name="connsiteX3" fmla="*/ 0 w 914400"/>
              <a:gd name="connsiteY3" fmla="*/ 1481021 h 1481021"/>
              <a:gd name="connsiteX4" fmla="*/ 0 w 914400"/>
              <a:gd name="connsiteY4" fmla="*/ 0 h 1481021"/>
              <a:gd name="connsiteX0" fmla="*/ 0 w 981793"/>
              <a:gd name="connsiteY0" fmla="*/ 0 h 1638728"/>
              <a:gd name="connsiteX1" fmla="*/ 686469 w 981793"/>
              <a:gd name="connsiteY1" fmla="*/ 91167 h 1638728"/>
              <a:gd name="connsiteX2" fmla="*/ 981793 w 981793"/>
              <a:gd name="connsiteY2" fmla="*/ 1638728 h 1638728"/>
              <a:gd name="connsiteX3" fmla="*/ 0 w 981793"/>
              <a:gd name="connsiteY3" fmla="*/ 1481021 h 1638728"/>
              <a:gd name="connsiteX4" fmla="*/ 0 w 981793"/>
              <a:gd name="connsiteY4" fmla="*/ 0 h 1638728"/>
              <a:gd name="connsiteX0" fmla="*/ 0 w 981793"/>
              <a:gd name="connsiteY0" fmla="*/ 0 h 1638728"/>
              <a:gd name="connsiteX1" fmla="*/ 686469 w 981793"/>
              <a:gd name="connsiteY1" fmla="*/ 91167 h 1638728"/>
              <a:gd name="connsiteX2" fmla="*/ 981793 w 981793"/>
              <a:gd name="connsiteY2" fmla="*/ 1638728 h 1638728"/>
              <a:gd name="connsiteX3" fmla="*/ 259432 w 981793"/>
              <a:gd name="connsiteY3" fmla="*/ 1624543 h 1638728"/>
              <a:gd name="connsiteX4" fmla="*/ 0 w 981793"/>
              <a:gd name="connsiteY4" fmla="*/ 0 h 1638728"/>
              <a:gd name="connsiteX0" fmla="*/ 0 w 981793"/>
              <a:gd name="connsiteY0" fmla="*/ 0 h 1638728"/>
              <a:gd name="connsiteX1" fmla="*/ 709229 w 981793"/>
              <a:gd name="connsiteY1" fmla="*/ 76365 h 1638728"/>
              <a:gd name="connsiteX2" fmla="*/ 981793 w 981793"/>
              <a:gd name="connsiteY2" fmla="*/ 1638728 h 1638728"/>
              <a:gd name="connsiteX3" fmla="*/ 259432 w 981793"/>
              <a:gd name="connsiteY3" fmla="*/ 1624543 h 1638728"/>
              <a:gd name="connsiteX4" fmla="*/ 0 w 981793"/>
              <a:gd name="connsiteY4" fmla="*/ 0 h 1638728"/>
              <a:gd name="connsiteX0" fmla="*/ 0 w 990908"/>
              <a:gd name="connsiteY0" fmla="*/ 0 h 1631803"/>
              <a:gd name="connsiteX1" fmla="*/ 709229 w 990908"/>
              <a:gd name="connsiteY1" fmla="*/ 76365 h 1631803"/>
              <a:gd name="connsiteX2" fmla="*/ 990908 w 990908"/>
              <a:gd name="connsiteY2" fmla="*/ 1631803 h 1631803"/>
              <a:gd name="connsiteX3" fmla="*/ 259432 w 990908"/>
              <a:gd name="connsiteY3" fmla="*/ 1624543 h 1631803"/>
              <a:gd name="connsiteX4" fmla="*/ 0 w 990908"/>
              <a:gd name="connsiteY4" fmla="*/ 0 h 1631803"/>
              <a:gd name="connsiteX0" fmla="*/ 0 w 990908"/>
              <a:gd name="connsiteY0" fmla="*/ 0 h 1631803"/>
              <a:gd name="connsiteX1" fmla="*/ 710381 w 990908"/>
              <a:gd name="connsiteY1" fmla="*/ 63325 h 1631803"/>
              <a:gd name="connsiteX2" fmla="*/ 990908 w 990908"/>
              <a:gd name="connsiteY2" fmla="*/ 1631803 h 1631803"/>
              <a:gd name="connsiteX3" fmla="*/ 259432 w 990908"/>
              <a:gd name="connsiteY3" fmla="*/ 1624543 h 1631803"/>
              <a:gd name="connsiteX4" fmla="*/ 0 w 990908"/>
              <a:gd name="connsiteY4" fmla="*/ 0 h 1631803"/>
              <a:gd name="connsiteX0" fmla="*/ 0 w 990908"/>
              <a:gd name="connsiteY0" fmla="*/ 0 h 1631803"/>
              <a:gd name="connsiteX1" fmla="*/ 687073 w 990908"/>
              <a:gd name="connsiteY1" fmla="*/ 82137 h 1631803"/>
              <a:gd name="connsiteX2" fmla="*/ 990908 w 990908"/>
              <a:gd name="connsiteY2" fmla="*/ 1631803 h 1631803"/>
              <a:gd name="connsiteX3" fmla="*/ 259432 w 990908"/>
              <a:gd name="connsiteY3" fmla="*/ 1624543 h 1631803"/>
              <a:gd name="connsiteX4" fmla="*/ 0 w 990908"/>
              <a:gd name="connsiteY4" fmla="*/ 0 h 1631803"/>
              <a:gd name="connsiteX0" fmla="*/ 0 w 988945"/>
              <a:gd name="connsiteY0" fmla="*/ 0 h 1627764"/>
              <a:gd name="connsiteX1" fmla="*/ 685110 w 988945"/>
              <a:gd name="connsiteY1" fmla="*/ 78098 h 1627764"/>
              <a:gd name="connsiteX2" fmla="*/ 988945 w 988945"/>
              <a:gd name="connsiteY2" fmla="*/ 1627764 h 1627764"/>
              <a:gd name="connsiteX3" fmla="*/ 257469 w 988945"/>
              <a:gd name="connsiteY3" fmla="*/ 1620504 h 1627764"/>
              <a:gd name="connsiteX4" fmla="*/ 0 w 988945"/>
              <a:gd name="connsiteY4" fmla="*/ 0 h 1627764"/>
              <a:gd name="connsiteX0" fmla="*/ 0 w 985944"/>
              <a:gd name="connsiteY0" fmla="*/ 0 h 1626725"/>
              <a:gd name="connsiteX1" fmla="*/ 685110 w 985944"/>
              <a:gd name="connsiteY1" fmla="*/ 78098 h 1626725"/>
              <a:gd name="connsiteX2" fmla="*/ 985944 w 985944"/>
              <a:gd name="connsiteY2" fmla="*/ 1626725 h 1626725"/>
              <a:gd name="connsiteX3" fmla="*/ 257469 w 985944"/>
              <a:gd name="connsiteY3" fmla="*/ 1620504 h 1626725"/>
              <a:gd name="connsiteX4" fmla="*/ 0 w 985944"/>
              <a:gd name="connsiteY4" fmla="*/ 0 h 1626725"/>
              <a:gd name="connsiteX0" fmla="*/ 0 w 973018"/>
              <a:gd name="connsiteY0" fmla="*/ 0 h 1620504"/>
              <a:gd name="connsiteX1" fmla="*/ 685110 w 973018"/>
              <a:gd name="connsiteY1" fmla="*/ 78098 h 1620504"/>
              <a:gd name="connsiteX2" fmla="*/ 973018 w 973018"/>
              <a:gd name="connsiteY2" fmla="*/ 1615533 h 1620504"/>
              <a:gd name="connsiteX3" fmla="*/ 257469 w 973018"/>
              <a:gd name="connsiteY3" fmla="*/ 1620504 h 1620504"/>
              <a:gd name="connsiteX4" fmla="*/ 0 w 973018"/>
              <a:gd name="connsiteY4" fmla="*/ 0 h 1620504"/>
              <a:gd name="connsiteX0" fmla="*/ 0 w 973018"/>
              <a:gd name="connsiteY0" fmla="*/ 0 h 1620504"/>
              <a:gd name="connsiteX1" fmla="*/ 707265 w 973018"/>
              <a:gd name="connsiteY1" fmla="*/ 72325 h 1620504"/>
              <a:gd name="connsiteX2" fmla="*/ 973018 w 973018"/>
              <a:gd name="connsiteY2" fmla="*/ 1615533 h 1620504"/>
              <a:gd name="connsiteX3" fmla="*/ 257469 w 973018"/>
              <a:gd name="connsiteY3" fmla="*/ 1620504 h 1620504"/>
              <a:gd name="connsiteX4" fmla="*/ 0 w 973018"/>
              <a:gd name="connsiteY4" fmla="*/ 0 h 1620504"/>
              <a:gd name="connsiteX0" fmla="*/ 0 w 978905"/>
              <a:gd name="connsiteY0" fmla="*/ 0 h 1627649"/>
              <a:gd name="connsiteX1" fmla="*/ 707265 w 978905"/>
              <a:gd name="connsiteY1" fmla="*/ 72325 h 1627649"/>
              <a:gd name="connsiteX2" fmla="*/ 978905 w 978905"/>
              <a:gd name="connsiteY2" fmla="*/ 1627649 h 1627649"/>
              <a:gd name="connsiteX3" fmla="*/ 257469 w 978905"/>
              <a:gd name="connsiteY3" fmla="*/ 1620504 h 1627649"/>
              <a:gd name="connsiteX4" fmla="*/ 0 w 978905"/>
              <a:gd name="connsiteY4" fmla="*/ 0 h 162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905" h="1627649">
                <a:moveTo>
                  <a:pt x="0" y="0"/>
                </a:moveTo>
                <a:lnTo>
                  <a:pt x="707265" y="72325"/>
                </a:lnTo>
                <a:lnTo>
                  <a:pt x="978905" y="1627649"/>
                </a:lnTo>
                <a:lnTo>
                  <a:pt x="257469" y="1620504"/>
                </a:lnTo>
                <a:lnTo>
                  <a:pt x="0" y="0"/>
                </a:lnTo>
                <a:close/>
              </a:path>
            </a:pathLst>
          </a:custGeom>
          <a:ln>
            <a:solidFill>
              <a:schemeClr val="bg1"/>
            </a:solidFill>
          </a:ln>
        </p:spPr>
        <p:txBody>
          <a:bodyPr bIns="457200" anchor="b"/>
          <a:lstStyle>
            <a:lvl1pPr algn="ctr">
              <a:buNone/>
              <a:defRPr sz="800">
                <a:solidFill>
                  <a:schemeClr val="tx1">
                    <a:lumMod val="50000"/>
                    <a:lumOff val="50000"/>
                  </a:schemeClr>
                </a:solidFill>
              </a:defRPr>
            </a:lvl1pPr>
          </a:lstStyle>
          <a:p>
            <a:r>
              <a:rPr lang="en-US" dirty="0"/>
              <a:t>Image Holder</a:t>
            </a:r>
          </a:p>
        </p:txBody>
      </p:sp>
      <p:sp>
        <p:nvSpPr>
          <p:cNvPr id="9"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10"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179486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up)">
                                      <p:cBhvr>
                                        <p:cTn id="11" dur="500"/>
                                        <p:tgtEl>
                                          <p:spTgt spid="10">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p:bldP spid="10" grpId="0" build="p">
        <p:tmplLst>
          <p:tmpl lvl="1">
            <p:tnLst>
              <p:par>
                <p:cTn presetID="22" presetClass="entr" presetSubtype="1"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up)">
                      <p:cBhvr>
                        <p:cTn dur="500"/>
                        <p:tgtEl>
                          <p:spTgt spid="10"/>
                        </p:tgtEl>
                      </p:cBhvr>
                    </p:animEffect>
                  </p:childTnLst>
                </p:cTn>
              </p:par>
            </p:tnLst>
          </p:tmpl>
        </p:tmplLst>
      </p:bldP>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36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Picture Placeholder 7"/>
          <p:cNvSpPr>
            <a:spLocks noGrp="1"/>
          </p:cNvSpPr>
          <p:nvPr>
            <p:ph type="pic" sz="quarter" idx="11" hasCustomPrompt="1"/>
          </p:nvPr>
        </p:nvSpPr>
        <p:spPr>
          <a:xfrm>
            <a:off x="4075203" y="3089637"/>
            <a:ext cx="1352949" cy="1997827"/>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1" name="Picture Placeholder 7"/>
          <p:cNvSpPr>
            <a:spLocks noGrp="1"/>
          </p:cNvSpPr>
          <p:nvPr>
            <p:ph type="pic" sz="quarter" idx="13" hasCustomPrompt="1"/>
          </p:nvPr>
        </p:nvSpPr>
        <p:spPr>
          <a:xfrm>
            <a:off x="603956" y="3099797"/>
            <a:ext cx="1352949" cy="1997827"/>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2" name="Picture Placeholder 7"/>
          <p:cNvSpPr>
            <a:spLocks noGrp="1"/>
          </p:cNvSpPr>
          <p:nvPr>
            <p:ph type="pic" sz="quarter" idx="10" hasCustomPrompt="1"/>
          </p:nvPr>
        </p:nvSpPr>
        <p:spPr>
          <a:xfrm>
            <a:off x="2208613" y="2837024"/>
            <a:ext cx="1605120" cy="2400325"/>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10"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11"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313565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up)">
                                      <p:cBhvr>
                                        <p:cTn id="11" dur="500"/>
                                        <p:tgtEl>
                                          <p:spTgt spid="11">
                                            <p:txEl>
                                              <p:pRg st="0" end="0"/>
                                            </p:txEl>
                                          </p:spTgt>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additive="base">
                                        <p:cTn id="20" dur="500" fill="hold"/>
                                        <p:tgtEl>
                                          <p:spTgt spid="21"/>
                                        </p:tgtEl>
                                        <p:attrNameLst>
                                          <p:attrName>ppt_x</p:attrName>
                                        </p:attrNameLst>
                                      </p:cBhvr>
                                      <p:tavLst>
                                        <p:tav tm="0">
                                          <p:val>
                                            <p:strVal val="#ppt_x"/>
                                          </p:val>
                                        </p:tav>
                                        <p:tav tm="100000">
                                          <p:val>
                                            <p:strVal val="#ppt_x"/>
                                          </p:val>
                                        </p:tav>
                                      </p:tavLst>
                                    </p:anim>
                                    <p:anim calcmode="lin" valueType="num">
                                      <p:cBhvr additive="base">
                                        <p:cTn id="21" dur="500" fill="hold"/>
                                        <p:tgtEl>
                                          <p:spTgt spid="21"/>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4"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10" grpId="0"/>
      <p:bldP spid="11" grpId="0" build="p">
        <p:tmplLst>
          <p:tmpl lvl="1">
            <p:tnLst>
              <p:par>
                <p:cTn presetID="22" presetClass="entr" presetSubtype="1"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up)">
                      <p:cBhvr>
                        <p:cTn dur="500"/>
                        <p:tgtEl>
                          <p:spTgt spid="11"/>
                        </p:tgtEl>
                      </p:cBhvr>
                    </p:animEffect>
                  </p:childTnLst>
                </p:cTn>
              </p:par>
            </p:tnLst>
          </p:tmpl>
        </p:tmplLst>
      </p:bldP>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38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 name="Group 300"/>
          <p:cNvGrpSpPr/>
          <p:nvPr userDrawn="1"/>
        </p:nvGrpSpPr>
        <p:grpSpPr>
          <a:xfrm>
            <a:off x="6299200" y="1824516"/>
            <a:ext cx="5176696" cy="2707424"/>
            <a:chOff x="2844800" y="1304396"/>
            <a:chExt cx="2803525" cy="1466250"/>
          </a:xfrm>
        </p:grpSpPr>
        <p:grpSp>
          <p:nvGrpSpPr>
            <p:cNvPr id="3" name="Group 44"/>
            <p:cNvGrpSpPr/>
            <p:nvPr/>
          </p:nvGrpSpPr>
          <p:grpSpPr>
            <a:xfrm>
              <a:off x="3209925" y="1304396"/>
              <a:ext cx="2073275" cy="1397000"/>
              <a:chOff x="4843457" y="992546"/>
              <a:chExt cx="2073275" cy="1397000"/>
            </a:xfrm>
          </p:grpSpPr>
          <p:sp>
            <p:nvSpPr>
              <p:cNvPr id="17"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9" name="Group 43"/>
            <p:cNvGrpSpPr/>
            <p:nvPr/>
          </p:nvGrpSpPr>
          <p:grpSpPr>
            <a:xfrm>
              <a:off x="2844800" y="2648409"/>
              <a:ext cx="2803525" cy="122237"/>
              <a:chOff x="4462463" y="2425701"/>
              <a:chExt cx="2803525" cy="122237"/>
            </a:xfrm>
          </p:grpSpPr>
          <p:sp>
            <p:nvSpPr>
              <p:cNvPr id="14"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20" name="Picture Placeholder 7"/>
          <p:cNvSpPr>
            <a:spLocks noGrp="1"/>
          </p:cNvSpPr>
          <p:nvPr>
            <p:ph type="pic" sz="quarter" idx="10" hasCustomPrompt="1"/>
          </p:nvPr>
        </p:nvSpPr>
        <p:spPr>
          <a:xfrm>
            <a:off x="7125829" y="1965220"/>
            <a:ext cx="3535163" cy="2180896"/>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389406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down)">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4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23" name="Picture Placeholder 7"/>
          <p:cNvSpPr>
            <a:spLocks noGrp="1"/>
          </p:cNvSpPr>
          <p:nvPr>
            <p:ph type="pic" sz="quarter" idx="10" hasCustomPrompt="1"/>
          </p:nvPr>
        </p:nvSpPr>
        <p:spPr>
          <a:xfrm>
            <a:off x="1948992" y="2845221"/>
            <a:ext cx="1647565" cy="2463800"/>
          </a:xfrm>
          <a:prstGeom prst="rect">
            <a:avLst/>
          </a:prstGeom>
          <a:solidFill>
            <a:schemeClr val="tx1">
              <a:lumMod val="25000"/>
              <a:lumOff val="75000"/>
            </a:schemeClr>
          </a:solidFill>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4" name="Freeform 5"/>
          <p:cNvSpPr>
            <a:spLocks noEditPoints="1"/>
          </p:cNvSpPr>
          <p:nvPr userDrawn="1"/>
        </p:nvSpPr>
        <p:spPr bwMode="auto">
          <a:xfrm>
            <a:off x="1818685" y="2300242"/>
            <a:ext cx="1908179" cy="3553761"/>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solidFill>
            <a:schemeClr val="bg1">
              <a:lumMod val="95000"/>
            </a:schemeClr>
          </a:solidFill>
          <a:ln w="9525">
            <a:noFill/>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5" name="Group 25"/>
          <p:cNvGrpSpPr/>
          <p:nvPr userDrawn="1"/>
        </p:nvGrpSpPr>
        <p:grpSpPr>
          <a:xfrm>
            <a:off x="4025296" y="2300242"/>
            <a:ext cx="1908179" cy="3553761"/>
            <a:chOff x="6140449" y="1116114"/>
            <a:chExt cx="1927226" cy="3589236"/>
          </a:xfrm>
          <a:solidFill>
            <a:schemeClr val="bg1">
              <a:lumMod val="95000"/>
            </a:schemeClr>
          </a:solidFill>
          <a:effectLst/>
        </p:grpSpPr>
        <p:sp>
          <p:nvSpPr>
            <p:cNvPr id="26" name="Rectangle 25"/>
            <p:cNvSpPr/>
            <p:nvPr userDrawn="1"/>
          </p:nvSpPr>
          <p:spPr>
            <a:xfrm>
              <a:off x="6211887" y="1630479"/>
              <a:ext cx="1784351" cy="25398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27" name="Freeform 5"/>
            <p:cNvSpPr>
              <a:spLocks noEditPoints="1"/>
            </p:cNvSpPr>
            <p:nvPr userDrawn="1"/>
          </p:nvSpPr>
          <p:spPr bwMode="auto">
            <a:xfrm>
              <a:off x="6140449" y="1116114"/>
              <a:ext cx="1927226" cy="3589236"/>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8" name="Picture Placeholder 7"/>
          <p:cNvSpPr>
            <a:spLocks noGrp="1"/>
          </p:cNvSpPr>
          <p:nvPr>
            <p:ph type="pic" sz="quarter" idx="13" hasCustomPrompt="1"/>
          </p:nvPr>
        </p:nvSpPr>
        <p:spPr>
          <a:xfrm>
            <a:off x="4155603" y="2845221"/>
            <a:ext cx="1647565" cy="2463800"/>
          </a:xfrm>
          <a:prstGeom prst="rect">
            <a:avLst/>
          </a:prstGeom>
          <a:solidFill>
            <a:schemeClr val="tx1">
              <a:lumMod val="25000"/>
              <a:lumOff val="75000"/>
            </a:schemeClr>
          </a:solidFill>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374566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up)">
                                      <p:cBhvr>
                                        <p:cTn id="15" dur="500"/>
                                        <p:tgtEl>
                                          <p:spTgt spid="2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up)">
                                      <p:cBhvr>
                                        <p:cTn id="19" dur="500"/>
                                        <p:tgtEl>
                                          <p:spTgt spid="23"/>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500"/>
                                        <p:tgtEl>
                                          <p:spTgt spid="25"/>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up)">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23" grpId="0" animBg="1"/>
      <p:bldP spid="24" grpId="0" animBg="1"/>
      <p:bldP spid="28" grpId="0" animBg="1"/>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5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11" name="Group 300"/>
          <p:cNvGrpSpPr/>
          <p:nvPr userDrawn="1"/>
        </p:nvGrpSpPr>
        <p:grpSpPr>
          <a:xfrm>
            <a:off x="6299200" y="1635976"/>
            <a:ext cx="5176696" cy="2707424"/>
            <a:chOff x="2844800" y="1304396"/>
            <a:chExt cx="2803525" cy="1466250"/>
          </a:xfrm>
        </p:grpSpPr>
        <p:grpSp>
          <p:nvGrpSpPr>
            <p:cNvPr id="12" name="Group 44"/>
            <p:cNvGrpSpPr/>
            <p:nvPr/>
          </p:nvGrpSpPr>
          <p:grpSpPr>
            <a:xfrm>
              <a:off x="3209925" y="1304396"/>
              <a:ext cx="2073275" cy="1397000"/>
              <a:chOff x="4843457" y="992546"/>
              <a:chExt cx="2073275" cy="1397000"/>
            </a:xfrm>
          </p:grpSpPr>
          <p:sp>
            <p:nvSpPr>
              <p:cNvPr id="17"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 name="Group 43"/>
            <p:cNvGrpSpPr/>
            <p:nvPr/>
          </p:nvGrpSpPr>
          <p:grpSpPr>
            <a:xfrm>
              <a:off x="2844800" y="2648409"/>
              <a:ext cx="2803525" cy="122237"/>
              <a:chOff x="4462463" y="2425701"/>
              <a:chExt cx="2803525" cy="122237"/>
            </a:xfrm>
          </p:grpSpPr>
          <p:sp>
            <p:nvSpPr>
              <p:cNvPr id="14"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20" name="Picture Placeholder 7"/>
          <p:cNvSpPr>
            <a:spLocks noGrp="1"/>
          </p:cNvSpPr>
          <p:nvPr>
            <p:ph type="pic" sz="quarter" idx="10" hasCustomPrompt="1"/>
          </p:nvPr>
        </p:nvSpPr>
        <p:spPr>
          <a:xfrm>
            <a:off x="7125829" y="1776680"/>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grpSp>
        <p:nvGrpSpPr>
          <p:cNvPr id="29" name="Group 300"/>
          <p:cNvGrpSpPr/>
          <p:nvPr userDrawn="1"/>
        </p:nvGrpSpPr>
        <p:grpSpPr>
          <a:xfrm>
            <a:off x="728133" y="3695700"/>
            <a:ext cx="5176696" cy="2707424"/>
            <a:chOff x="2844800" y="1304396"/>
            <a:chExt cx="2803525" cy="1466250"/>
          </a:xfrm>
        </p:grpSpPr>
        <p:grpSp>
          <p:nvGrpSpPr>
            <p:cNvPr id="30" name="Group 44"/>
            <p:cNvGrpSpPr/>
            <p:nvPr/>
          </p:nvGrpSpPr>
          <p:grpSpPr>
            <a:xfrm>
              <a:off x="3209925" y="1304396"/>
              <a:ext cx="2073275" cy="1397000"/>
              <a:chOff x="4843457" y="992546"/>
              <a:chExt cx="2073275" cy="1397000"/>
            </a:xfrm>
          </p:grpSpPr>
          <p:sp>
            <p:nvSpPr>
              <p:cNvPr id="35"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1" name="Group 43"/>
            <p:cNvGrpSpPr/>
            <p:nvPr/>
          </p:nvGrpSpPr>
          <p:grpSpPr>
            <a:xfrm>
              <a:off x="2844800" y="2648409"/>
              <a:ext cx="2803525" cy="122237"/>
              <a:chOff x="4462463" y="2425701"/>
              <a:chExt cx="2803525" cy="122237"/>
            </a:xfrm>
          </p:grpSpPr>
          <p:sp>
            <p:nvSpPr>
              <p:cNvPr id="32"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38" name="Picture Placeholder 7"/>
          <p:cNvSpPr>
            <a:spLocks noGrp="1"/>
          </p:cNvSpPr>
          <p:nvPr>
            <p:ph type="pic" sz="quarter" idx="13" hasCustomPrompt="1"/>
          </p:nvPr>
        </p:nvSpPr>
        <p:spPr>
          <a:xfrm>
            <a:off x="1554762" y="3836404"/>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60582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down)">
                                      <p:cBhvr>
                                        <p:cTn id="20" dur="500"/>
                                        <p:tgtEl>
                                          <p:spTgt spid="20"/>
                                        </p:tgtEl>
                                      </p:cBhvr>
                                    </p:animEffect>
                                  </p:childTnLst>
                                </p:cTn>
                              </p:par>
                            </p:childTnLst>
                          </p:cTn>
                        </p:par>
                        <p:par>
                          <p:cTn id="21" fill="hold">
                            <p:stCondLst>
                              <p:cond delay="2000"/>
                            </p:stCondLst>
                            <p:childTnLst>
                              <p:par>
                                <p:cTn id="22" presetID="2" presetClass="entr" presetSubtype="4" accel="50000" decel="50000"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fill="hold"/>
                                        <p:tgtEl>
                                          <p:spTgt spid="29"/>
                                        </p:tgtEl>
                                        <p:attrNameLst>
                                          <p:attrName>ppt_x</p:attrName>
                                        </p:attrNameLst>
                                      </p:cBhvr>
                                      <p:tavLst>
                                        <p:tav tm="0">
                                          <p:val>
                                            <p:strVal val="#ppt_x"/>
                                          </p:val>
                                        </p:tav>
                                        <p:tav tm="100000">
                                          <p:val>
                                            <p:strVal val="#ppt_x"/>
                                          </p:val>
                                        </p:tav>
                                      </p:tavLst>
                                    </p:anim>
                                    <p:anim calcmode="lin" valueType="num">
                                      <p:cBhvr additive="base">
                                        <p:cTn id="25" dur="500" fill="hold"/>
                                        <p:tgtEl>
                                          <p:spTgt spid="29"/>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down)">
                                      <p:cBhvr>
                                        <p:cTn id="2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20" grpId="0"/>
      <p:bldP spid="38" grpId="0"/>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46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25" name="Group 300"/>
          <p:cNvGrpSpPr/>
          <p:nvPr userDrawn="1"/>
        </p:nvGrpSpPr>
        <p:grpSpPr>
          <a:xfrm>
            <a:off x="6192021" y="3721100"/>
            <a:ext cx="5176696" cy="2707424"/>
            <a:chOff x="2844800" y="1304396"/>
            <a:chExt cx="2803525" cy="1466250"/>
          </a:xfrm>
        </p:grpSpPr>
        <p:grpSp>
          <p:nvGrpSpPr>
            <p:cNvPr id="26" name="Group 44"/>
            <p:cNvGrpSpPr/>
            <p:nvPr/>
          </p:nvGrpSpPr>
          <p:grpSpPr>
            <a:xfrm>
              <a:off x="3209925" y="1304396"/>
              <a:ext cx="2073275" cy="1397000"/>
              <a:chOff x="4843457" y="992546"/>
              <a:chExt cx="2073275" cy="1397000"/>
            </a:xfrm>
          </p:grpSpPr>
          <p:sp>
            <p:nvSpPr>
              <p:cNvPr id="41"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2"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3"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7" name="Group 43"/>
            <p:cNvGrpSpPr/>
            <p:nvPr/>
          </p:nvGrpSpPr>
          <p:grpSpPr>
            <a:xfrm>
              <a:off x="2844800" y="2648409"/>
              <a:ext cx="2803525" cy="122237"/>
              <a:chOff x="4462463" y="2425701"/>
              <a:chExt cx="2803525" cy="122237"/>
            </a:xfrm>
          </p:grpSpPr>
          <p:sp>
            <p:nvSpPr>
              <p:cNvPr id="28"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44" name="Picture Placeholder 7"/>
          <p:cNvSpPr>
            <a:spLocks noGrp="1"/>
          </p:cNvSpPr>
          <p:nvPr>
            <p:ph type="pic" sz="quarter" idx="10" hasCustomPrompt="1"/>
          </p:nvPr>
        </p:nvSpPr>
        <p:spPr>
          <a:xfrm>
            <a:off x="7018651" y="3855687"/>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grpSp>
        <p:nvGrpSpPr>
          <p:cNvPr id="45" name="Group 300"/>
          <p:cNvGrpSpPr/>
          <p:nvPr userDrawn="1"/>
        </p:nvGrpSpPr>
        <p:grpSpPr>
          <a:xfrm>
            <a:off x="791584" y="3721100"/>
            <a:ext cx="5176696" cy="2707424"/>
            <a:chOff x="2844800" y="1304396"/>
            <a:chExt cx="2803525" cy="1466250"/>
          </a:xfrm>
        </p:grpSpPr>
        <p:grpSp>
          <p:nvGrpSpPr>
            <p:cNvPr id="46" name="Group 44"/>
            <p:cNvGrpSpPr/>
            <p:nvPr/>
          </p:nvGrpSpPr>
          <p:grpSpPr>
            <a:xfrm>
              <a:off x="3209925" y="1304396"/>
              <a:ext cx="2073275" cy="1397000"/>
              <a:chOff x="4843457" y="992546"/>
              <a:chExt cx="2073275" cy="1397000"/>
            </a:xfrm>
          </p:grpSpPr>
          <p:sp>
            <p:nvSpPr>
              <p:cNvPr id="51"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2"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3"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47" name="Group 43"/>
            <p:cNvGrpSpPr/>
            <p:nvPr/>
          </p:nvGrpSpPr>
          <p:grpSpPr>
            <a:xfrm>
              <a:off x="2844800" y="2648409"/>
              <a:ext cx="2803525" cy="122237"/>
              <a:chOff x="4462463" y="2425701"/>
              <a:chExt cx="2803525" cy="122237"/>
            </a:xfrm>
          </p:grpSpPr>
          <p:sp>
            <p:nvSpPr>
              <p:cNvPr id="48"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0"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54" name="Picture Placeholder 7"/>
          <p:cNvSpPr>
            <a:spLocks noGrp="1"/>
          </p:cNvSpPr>
          <p:nvPr>
            <p:ph type="pic" sz="quarter" idx="13" hasCustomPrompt="1"/>
          </p:nvPr>
        </p:nvSpPr>
        <p:spPr>
          <a:xfrm>
            <a:off x="1618213" y="3867921"/>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8841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wipe(down)">
                                      <p:cBhvr>
                                        <p:cTn id="20" dur="500"/>
                                        <p:tgtEl>
                                          <p:spTgt spid="44"/>
                                        </p:tgtEl>
                                      </p:cBhvr>
                                    </p:animEffect>
                                  </p:childTnLst>
                                </p:cTn>
                              </p:par>
                            </p:childTnLst>
                          </p:cTn>
                        </p:par>
                        <p:par>
                          <p:cTn id="21" fill="hold">
                            <p:stCondLst>
                              <p:cond delay="2000"/>
                            </p:stCondLst>
                            <p:childTnLst>
                              <p:par>
                                <p:cTn id="22" presetID="2" presetClass="entr" presetSubtype="4" accel="50000" decel="50000" fill="hold" nodeType="after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additive="base">
                                        <p:cTn id="24" dur="500" fill="hold"/>
                                        <p:tgtEl>
                                          <p:spTgt spid="45"/>
                                        </p:tgtEl>
                                        <p:attrNameLst>
                                          <p:attrName>ppt_x</p:attrName>
                                        </p:attrNameLst>
                                      </p:cBhvr>
                                      <p:tavLst>
                                        <p:tav tm="0">
                                          <p:val>
                                            <p:strVal val="#ppt_x"/>
                                          </p:val>
                                        </p:tav>
                                        <p:tav tm="100000">
                                          <p:val>
                                            <p:strVal val="#ppt_x"/>
                                          </p:val>
                                        </p:tav>
                                      </p:tavLst>
                                    </p:anim>
                                    <p:anim calcmode="lin" valueType="num">
                                      <p:cBhvr additive="base">
                                        <p:cTn id="25" dur="500" fill="hold"/>
                                        <p:tgtEl>
                                          <p:spTgt spid="45"/>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wipe(down)">
                                      <p:cBhvr>
                                        <p:cTn id="2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44" grpId="0"/>
      <p:bldP spid="54" grpId="0"/>
    </p:bld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29" name="Group 17"/>
          <p:cNvGrpSpPr/>
          <p:nvPr userDrawn="1"/>
        </p:nvGrpSpPr>
        <p:grpSpPr>
          <a:xfrm>
            <a:off x="6506224" y="1666067"/>
            <a:ext cx="4343760" cy="2967184"/>
            <a:chOff x="2094899" y="1081795"/>
            <a:chExt cx="4400683" cy="3006070"/>
          </a:xfrm>
        </p:grpSpPr>
        <p:sp>
          <p:nvSpPr>
            <p:cNvPr id="30" name="Rectangle 29"/>
            <p:cNvSpPr/>
            <p:nvPr/>
          </p:nvSpPr>
          <p:spPr>
            <a:xfrm>
              <a:off x="2261198" y="1247618"/>
              <a:ext cx="4081379" cy="2259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Freeform 23"/>
            <p:cNvSpPr>
              <a:spLocks/>
            </p:cNvSpPr>
            <p:nvPr/>
          </p:nvSpPr>
          <p:spPr bwMode="auto">
            <a:xfrm>
              <a:off x="2311744" y="1247618"/>
              <a:ext cx="3979748" cy="2259869"/>
            </a:xfrm>
            <a:custGeom>
              <a:avLst/>
              <a:gdLst/>
              <a:ahLst/>
              <a:cxnLst>
                <a:cxn ang="0">
                  <a:pos x="1872" y="0"/>
                </a:cxn>
                <a:cxn ang="0">
                  <a:pos x="0" y="0"/>
                </a:cxn>
                <a:cxn ang="0">
                  <a:pos x="1872" y="1063"/>
                </a:cxn>
                <a:cxn ang="0">
                  <a:pos x="1872" y="0"/>
                </a:cxn>
              </a:cxnLst>
              <a:rect l="0" t="0" r="r" b="b"/>
              <a:pathLst>
                <a:path w="1872" h="1063">
                  <a:moveTo>
                    <a:pt x="1872" y="0"/>
                  </a:moveTo>
                  <a:lnTo>
                    <a:pt x="0" y="0"/>
                  </a:lnTo>
                  <a:lnTo>
                    <a:pt x="1872" y="1063"/>
                  </a:lnTo>
                  <a:lnTo>
                    <a:pt x="1872" y="0"/>
                  </a:lnTo>
                  <a:close/>
                </a:path>
              </a:pathLst>
            </a:custGeom>
            <a:solidFill>
              <a:srgbClr val="FFFFFF">
                <a:alpha val="16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grpSp>
      <p:sp>
        <p:nvSpPr>
          <p:cNvPr id="34" name="Picture Placeholder 7"/>
          <p:cNvSpPr>
            <a:spLocks noGrp="1"/>
          </p:cNvSpPr>
          <p:nvPr>
            <p:ph type="pic" sz="quarter" idx="10" hasCustomPrompt="1"/>
          </p:nvPr>
        </p:nvSpPr>
        <p:spPr>
          <a:xfrm>
            <a:off x="6691597" y="1825758"/>
            <a:ext cx="3944648" cy="2230637"/>
          </a:xfrm>
          <a:prstGeom prst="rect">
            <a:avLst/>
          </a:prstGeom>
          <a:ln>
            <a:noFill/>
          </a:ln>
        </p:spPr>
        <p:txBody>
          <a:bodyPr tIns="0" bIns="274320" anchor="b"/>
          <a:lstStyle>
            <a:lvl1pPr algn="ctr">
              <a:buNone/>
              <a:defRPr sz="1467">
                <a:solidFill>
                  <a:schemeClr val="tx1">
                    <a:lumMod val="50000"/>
                    <a:lumOff val="50000"/>
                  </a:schemeClr>
                </a:solidFill>
              </a:defRPr>
            </a:lvl1pPr>
          </a:lstStyle>
          <a:p>
            <a:r>
              <a:rPr lang="en-US" dirty="0"/>
              <a:t>Image Holder</a:t>
            </a:r>
          </a:p>
        </p:txBody>
      </p:sp>
      <p:grpSp>
        <p:nvGrpSpPr>
          <p:cNvPr id="35" name="Group 17"/>
          <p:cNvGrpSpPr/>
          <p:nvPr userDrawn="1"/>
        </p:nvGrpSpPr>
        <p:grpSpPr>
          <a:xfrm>
            <a:off x="1313467" y="1666067"/>
            <a:ext cx="4343760" cy="2967184"/>
            <a:chOff x="2094899" y="1081795"/>
            <a:chExt cx="4400683" cy="3006070"/>
          </a:xfrm>
        </p:grpSpPr>
        <p:sp>
          <p:nvSpPr>
            <p:cNvPr id="36" name="Rectangle 35"/>
            <p:cNvSpPr/>
            <p:nvPr/>
          </p:nvSpPr>
          <p:spPr>
            <a:xfrm>
              <a:off x="2261198" y="1247618"/>
              <a:ext cx="4081379" cy="2259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Freeform 23"/>
            <p:cNvSpPr>
              <a:spLocks/>
            </p:cNvSpPr>
            <p:nvPr/>
          </p:nvSpPr>
          <p:spPr bwMode="auto">
            <a:xfrm>
              <a:off x="2311744" y="1247618"/>
              <a:ext cx="3979748" cy="2259869"/>
            </a:xfrm>
            <a:custGeom>
              <a:avLst/>
              <a:gdLst/>
              <a:ahLst/>
              <a:cxnLst>
                <a:cxn ang="0">
                  <a:pos x="1872" y="0"/>
                </a:cxn>
                <a:cxn ang="0">
                  <a:pos x="0" y="0"/>
                </a:cxn>
                <a:cxn ang="0">
                  <a:pos x="1872" y="1063"/>
                </a:cxn>
                <a:cxn ang="0">
                  <a:pos x="1872" y="0"/>
                </a:cxn>
              </a:cxnLst>
              <a:rect l="0" t="0" r="r" b="b"/>
              <a:pathLst>
                <a:path w="1872" h="1063">
                  <a:moveTo>
                    <a:pt x="1872" y="0"/>
                  </a:moveTo>
                  <a:lnTo>
                    <a:pt x="0" y="0"/>
                  </a:lnTo>
                  <a:lnTo>
                    <a:pt x="1872" y="1063"/>
                  </a:lnTo>
                  <a:lnTo>
                    <a:pt x="1872" y="0"/>
                  </a:lnTo>
                  <a:close/>
                </a:path>
              </a:pathLst>
            </a:custGeom>
            <a:solidFill>
              <a:srgbClr val="FFFFFF">
                <a:alpha val="16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5"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grpSp>
      <p:sp>
        <p:nvSpPr>
          <p:cNvPr id="56" name="Picture Placeholder 7"/>
          <p:cNvSpPr>
            <a:spLocks noGrp="1"/>
          </p:cNvSpPr>
          <p:nvPr>
            <p:ph type="pic" sz="quarter" idx="13" hasCustomPrompt="1"/>
          </p:nvPr>
        </p:nvSpPr>
        <p:spPr>
          <a:xfrm>
            <a:off x="1498840" y="1825758"/>
            <a:ext cx="3944648" cy="2230637"/>
          </a:xfrm>
          <a:prstGeom prst="rect">
            <a:avLst/>
          </a:prstGeom>
          <a:ln>
            <a:noFill/>
          </a:ln>
        </p:spPr>
        <p:txBody>
          <a:bodyPr tIns="0" bIns="27432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92574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down)">
                                      <p:cBhvr>
                                        <p:cTn id="20" dur="500"/>
                                        <p:tgtEl>
                                          <p:spTgt spid="34"/>
                                        </p:tgtEl>
                                      </p:cBhvr>
                                    </p:animEffect>
                                  </p:childTnLst>
                                </p:cTn>
                              </p:par>
                            </p:childTnLst>
                          </p:cTn>
                        </p:par>
                        <p:par>
                          <p:cTn id="21" fill="hold">
                            <p:stCondLst>
                              <p:cond delay="2000"/>
                            </p:stCondLst>
                            <p:childTnLst>
                              <p:par>
                                <p:cTn id="22" presetID="2" presetClass="entr" presetSubtype="4" accel="50000" decel="50000"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additive="base">
                                        <p:cTn id="24" dur="500" fill="hold"/>
                                        <p:tgtEl>
                                          <p:spTgt spid="35"/>
                                        </p:tgtEl>
                                        <p:attrNameLst>
                                          <p:attrName>ppt_x</p:attrName>
                                        </p:attrNameLst>
                                      </p:cBhvr>
                                      <p:tavLst>
                                        <p:tav tm="0">
                                          <p:val>
                                            <p:strVal val="#ppt_x"/>
                                          </p:val>
                                        </p:tav>
                                        <p:tav tm="100000">
                                          <p:val>
                                            <p:strVal val="#ppt_x"/>
                                          </p:val>
                                        </p:tav>
                                      </p:tavLst>
                                    </p:anim>
                                    <p:anim calcmode="lin" valueType="num">
                                      <p:cBhvr additive="base">
                                        <p:cTn id="25" dur="500" fill="hold"/>
                                        <p:tgtEl>
                                          <p:spTgt spid="35"/>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wipe(down)">
                                      <p:cBhvr>
                                        <p:cTn id="2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34" grpId="0"/>
      <p:bldP spid="56" grpId="0"/>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17" name="Group 57"/>
          <p:cNvGrpSpPr/>
          <p:nvPr userDrawn="1"/>
        </p:nvGrpSpPr>
        <p:grpSpPr>
          <a:xfrm>
            <a:off x="5516418" y="4414189"/>
            <a:ext cx="577708" cy="1988708"/>
            <a:chOff x="4191001" y="3310641"/>
            <a:chExt cx="433281" cy="1491531"/>
          </a:xfrm>
        </p:grpSpPr>
        <p:sp>
          <p:nvSpPr>
            <p:cNvPr id="18" name="Round Same Side Corner Rectangle 17"/>
            <p:cNvSpPr/>
            <p:nvPr/>
          </p:nvSpPr>
          <p:spPr>
            <a:xfrm rot="10800000" flipV="1">
              <a:off x="4191001" y="3310641"/>
              <a:ext cx="433281" cy="1491531"/>
            </a:xfrm>
            <a:prstGeom prst="round2Same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Oval 18"/>
            <p:cNvSpPr/>
            <p:nvPr/>
          </p:nvSpPr>
          <p:spPr bwMode="auto">
            <a:xfrm>
              <a:off x="4309490" y="4348499"/>
              <a:ext cx="223838" cy="223838"/>
            </a:xfrm>
            <a:prstGeom prst="ellipse">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56"/>
          <p:cNvGrpSpPr/>
          <p:nvPr userDrawn="1"/>
        </p:nvGrpSpPr>
        <p:grpSpPr>
          <a:xfrm>
            <a:off x="6134673" y="4431989"/>
            <a:ext cx="540911" cy="1970907"/>
            <a:chOff x="4654692" y="3323992"/>
            <a:chExt cx="405683" cy="1478180"/>
          </a:xfrm>
        </p:grpSpPr>
        <p:sp>
          <p:nvSpPr>
            <p:cNvPr id="23" name="Round Same Side Corner Rectangle 22"/>
            <p:cNvSpPr/>
            <p:nvPr/>
          </p:nvSpPr>
          <p:spPr>
            <a:xfrm rot="10800000" flipV="1">
              <a:off x="4654692" y="3323992"/>
              <a:ext cx="405683" cy="1478180"/>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4" name="Oval 23"/>
            <p:cNvSpPr/>
            <p:nvPr/>
          </p:nvSpPr>
          <p:spPr bwMode="auto">
            <a:xfrm>
              <a:off x="4726173" y="4348499"/>
              <a:ext cx="223838" cy="223838"/>
            </a:xfrm>
            <a:prstGeom prst="ellipse">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grpSp>
      <p:sp>
        <p:nvSpPr>
          <p:cNvPr id="25" name="Picture Placeholder 7"/>
          <p:cNvSpPr>
            <a:spLocks noGrp="1"/>
          </p:cNvSpPr>
          <p:nvPr>
            <p:ph type="pic" sz="quarter" idx="10" hasCustomPrompt="1"/>
          </p:nvPr>
        </p:nvSpPr>
        <p:spPr>
          <a:xfrm>
            <a:off x="1845093" y="2278804"/>
            <a:ext cx="1659984" cy="2482373"/>
          </a:xfrm>
          <a:prstGeom prst="rect">
            <a:avLst/>
          </a:prstGeom>
          <a:solidFill>
            <a:schemeClr val="bg1"/>
          </a:solidFill>
          <a:ln>
            <a:noFill/>
          </a:ln>
        </p:spPr>
        <p:txBody>
          <a:bodyPr bIns="457200" anchor="b"/>
          <a:lstStyle>
            <a:lvl1pPr algn="ctr" rtl="0">
              <a:buNone/>
              <a:defRPr sz="1467">
                <a:solidFill>
                  <a:schemeClr val="tx1">
                    <a:lumMod val="50000"/>
                    <a:lumOff val="50000"/>
                  </a:schemeClr>
                </a:solidFill>
              </a:defRPr>
            </a:lvl1pPr>
          </a:lstStyle>
          <a:p>
            <a:r>
              <a:rPr lang="en-US" dirty="0"/>
              <a:t>Image Holder</a:t>
            </a:r>
          </a:p>
        </p:txBody>
      </p:sp>
      <p:sp>
        <p:nvSpPr>
          <p:cNvPr id="26" name="Freeform 5"/>
          <p:cNvSpPr>
            <a:spLocks noEditPoints="1"/>
          </p:cNvSpPr>
          <p:nvPr userDrawn="1"/>
        </p:nvSpPr>
        <p:spPr bwMode="auto">
          <a:xfrm>
            <a:off x="1713803" y="1741992"/>
            <a:ext cx="1922565" cy="3580555"/>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solidFill>
            <a:schemeClr val="tx1">
              <a:lumMod val="10000"/>
              <a:lumOff val="90000"/>
            </a:schemeClr>
          </a:solidFill>
          <a:ln w="9525">
            <a:noFill/>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7" name="Picture Placeholder 7"/>
          <p:cNvSpPr>
            <a:spLocks noGrp="1"/>
          </p:cNvSpPr>
          <p:nvPr>
            <p:ph type="pic" sz="quarter" idx="13" hasCustomPrompt="1"/>
          </p:nvPr>
        </p:nvSpPr>
        <p:spPr>
          <a:xfrm>
            <a:off x="8654549" y="2291083"/>
            <a:ext cx="1659984" cy="2482373"/>
          </a:xfrm>
          <a:prstGeom prst="rect">
            <a:avLst/>
          </a:prstGeom>
          <a:solidFill>
            <a:schemeClr val="bg1"/>
          </a:solidFill>
          <a:ln>
            <a:noFill/>
          </a:ln>
        </p:spPr>
        <p:txBody>
          <a:bodyPr bIns="457200" anchor="b"/>
          <a:lstStyle>
            <a:lvl1pPr algn="ctr" rtl="0">
              <a:buNone/>
              <a:defRPr sz="1467">
                <a:solidFill>
                  <a:schemeClr val="tx1">
                    <a:lumMod val="50000"/>
                    <a:lumOff val="50000"/>
                  </a:schemeClr>
                </a:solidFill>
              </a:defRPr>
            </a:lvl1pPr>
          </a:lstStyle>
          <a:p>
            <a:r>
              <a:rPr lang="en-US" dirty="0"/>
              <a:t>Image Holder</a:t>
            </a:r>
          </a:p>
        </p:txBody>
      </p:sp>
      <p:sp>
        <p:nvSpPr>
          <p:cNvPr id="28" name="Freeform 5"/>
          <p:cNvSpPr>
            <a:spLocks noEditPoints="1"/>
          </p:cNvSpPr>
          <p:nvPr userDrawn="1"/>
        </p:nvSpPr>
        <p:spPr bwMode="auto">
          <a:xfrm>
            <a:off x="8523259" y="1741992"/>
            <a:ext cx="1922565" cy="3580555"/>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solidFill>
            <a:schemeClr val="tx1">
              <a:lumMod val="10000"/>
              <a:lumOff val="90000"/>
            </a:schemeClr>
          </a:solidFill>
          <a:ln w="9525">
            <a:noFill/>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9" name="Group 17"/>
          <p:cNvGrpSpPr/>
          <p:nvPr userDrawn="1"/>
        </p:nvGrpSpPr>
        <p:grpSpPr>
          <a:xfrm>
            <a:off x="3924120" y="1809411"/>
            <a:ext cx="4343760" cy="2967184"/>
            <a:chOff x="2094899" y="1081795"/>
            <a:chExt cx="4400683" cy="3006070"/>
          </a:xfrm>
        </p:grpSpPr>
        <p:sp>
          <p:nvSpPr>
            <p:cNvPr id="40" name="Rectangle 39"/>
            <p:cNvSpPr/>
            <p:nvPr/>
          </p:nvSpPr>
          <p:spPr>
            <a:xfrm>
              <a:off x="2261198" y="1247618"/>
              <a:ext cx="4081379" cy="2259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41"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10000"/>
                <a:lumOff val="9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2" name="Freeform 23"/>
            <p:cNvSpPr>
              <a:spLocks/>
            </p:cNvSpPr>
            <p:nvPr/>
          </p:nvSpPr>
          <p:spPr bwMode="auto">
            <a:xfrm>
              <a:off x="2311744" y="1247618"/>
              <a:ext cx="3979748" cy="2259869"/>
            </a:xfrm>
            <a:custGeom>
              <a:avLst/>
              <a:gdLst/>
              <a:ahLst/>
              <a:cxnLst>
                <a:cxn ang="0">
                  <a:pos x="1872" y="0"/>
                </a:cxn>
                <a:cxn ang="0">
                  <a:pos x="0" y="0"/>
                </a:cxn>
                <a:cxn ang="0">
                  <a:pos x="1872" y="1063"/>
                </a:cxn>
                <a:cxn ang="0">
                  <a:pos x="1872" y="0"/>
                </a:cxn>
              </a:cxnLst>
              <a:rect l="0" t="0" r="r" b="b"/>
              <a:pathLst>
                <a:path w="1872" h="1063">
                  <a:moveTo>
                    <a:pt x="1872" y="0"/>
                  </a:moveTo>
                  <a:lnTo>
                    <a:pt x="0" y="0"/>
                  </a:lnTo>
                  <a:lnTo>
                    <a:pt x="1872" y="1063"/>
                  </a:lnTo>
                  <a:lnTo>
                    <a:pt x="1872" y="0"/>
                  </a:lnTo>
                  <a:close/>
                </a:path>
              </a:pathLst>
            </a:custGeom>
            <a:solidFill>
              <a:srgbClr val="FFFFFF">
                <a:alpha val="16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3"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grpSp>
      <p:sp>
        <p:nvSpPr>
          <p:cNvPr id="44" name="Picture Placeholder 7"/>
          <p:cNvSpPr>
            <a:spLocks noGrp="1"/>
          </p:cNvSpPr>
          <p:nvPr>
            <p:ph type="pic" sz="quarter" idx="14" hasCustomPrompt="1"/>
          </p:nvPr>
        </p:nvSpPr>
        <p:spPr>
          <a:xfrm>
            <a:off x="4123676" y="1969102"/>
            <a:ext cx="3944648" cy="2230637"/>
          </a:xfrm>
          <a:prstGeom prst="rect">
            <a:avLst/>
          </a:prstGeom>
          <a:ln>
            <a:noFill/>
          </a:ln>
        </p:spPr>
        <p:txBody>
          <a:bodyPr tIns="0" bIns="27432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65782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500"/>
                                        <p:tgtEl>
                                          <p:spTgt spid="26"/>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down)">
                                      <p:cBhvr>
                                        <p:cTn id="23" dur="500"/>
                                        <p:tgtEl>
                                          <p:spTgt spid="28"/>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up)">
                                      <p:cBhvr>
                                        <p:cTn id="35" dur="500"/>
                                        <p:tgtEl>
                                          <p:spTgt spid="44"/>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up)">
                                      <p:cBhvr>
                                        <p:cTn id="39" dur="500"/>
                                        <p:tgtEl>
                                          <p:spTgt spid="17"/>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25" grpId="0" animBg="1"/>
      <p:bldP spid="26" grpId="0" animBg="1"/>
      <p:bldP spid="27" grpId="0" animBg="1"/>
      <p:bldP spid="28" grpId="0" animBg="1"/>
      <p:bldP spid="44" grpId="0"/>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49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34" name="Group 33"/>
          <p:cNvGrpSpPr/>
          <p:nvPr userDrawn="1"/>
        </p:nvGrpSpPr>
        <p:grpSpPr>
          <a:xfrm>
            <a:off x="971777" y="1742921"/>
            <a:ext cx="5152912" cy="4047581"/>
            <a:chOff x="2094899" y="1081795"/>
            <a:chExt cx="4400683" cy="3501414"/>
          </a:xfrm>
        </p:grpSpPr>
        <p:sp>
          <p:nvSpPr>
            <p:cNvPr id="35"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sp>
          <p:nvSpPr>
            <p:cNvPr id="36"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sp>
          <p:nvSpPr>
            <p:cNvPr id="37" name="Freeform 29"/>
            <p:cNvSpPr>
              <a:spLocks/>
            </p:cNvSpPr>
            <p:nvPr/>
          </p:nvSpPr>
          <p:spPr bwMode="auto">
            <a:xfrm>
              <a:off x="3506519" y="4087866"/>
              <a:ext cx="1590198" cy="495343"/>
            </a:xfrm>
            <a:custGeom>
              <a:avLst/>
              <a:gdLst/>
              <a:ahLst/>
              <a:cxnLst>
                <a:cxn ang="0">
                  <a:pos x="335" y="0"/>
                </a:cxn>
                <a:cxn ang="0">
                  <a:pos x="322" y="0"/>
                </a:cxn>
                <a:cxn ang="0">
                  <a:pos x="143" y="0"/>
                </a:cxn>
                <a:cxn ang="0">
                  <a:pos x="102" y="128"/>
                </a:cxn>
                <a:cxn ang="0">
                  <a:pos x="108" y="204"/>
                </a:cxn>
                <a:cxn ang="0">
                  <a:pos x="322" y="204"/>
                </a:cxn>
                <a:cxn ang="0">
                  <a:pos x="335" y="204"/>
                </a:cxn>
                <a:cxn ang="0">
                  <a:pos x="549" y="204"/>
                </a:cxn>
                <a:cxn ang="0">
                  <a:pos x="555" y="128"/>
                </a:cxn>
                <a:cxn ang="0">
                  <a:pos x="513" y="0"/>
                </a:cxn>
                <a:cxn ang="0">
                  <a:pos x="335" y="0"/>
                </a:cxn>
              </a:cxnLst>
              <a:rect l="0" t="0" r="r" b="b"/>
              <a:pathLst>
                <a:path w="656" h="204">
                  <a:moveTo>
                    <a:pt x="335" y="0"/>
                  </a:moveTo>
                  <a:cubicBezTo>
                    <a:pt x="322" y="0"/>
                    <a:pt x="322" y="0"/>
                    <a:pt x="322" y="0"/>
                  </a:cubicBezTo>
                  <a:cubicBezTo>
                    <a:pt x="143" y="0"/>
                    <a:pt x="143" y="0"/>
                    <a:pt x="143" y="0"/>
                  </a:cubicBezTo>
                  <a:cubicBezTo>
                    <a:pt x="143" y="0"/>
                    <a:pt x="142" y="88"/>
                    <a:pt x="102" y="128"/>
                  </a:cubicBezTo>
                  <a:cubicBezTo>
                    <a:pt x="62" y="169"/>
                    <a:pt x="0" y="204"/>
                    <a:pt x="108" y="204"/>
                  </a:cubicBezTo>
                  <a:cubicBezTo>
                    <a:pt x="322" y="204"/>
                    <a:pt x="322" y="204"/>
                    <a:pt x="322" y="204"/>
                  </a:cubicBezTo>
                  <a:cubicBezTo>
                    <a:pt x="335" y="204"/>
                    <a:pt x="335" y="204"/>
                    <a:pt x="335" y="204"/>
                  </a:cubicBezTo>
                  <a:cubicBezTo>
                    <a:pt x="549" y="204"/>
                    <a:pt x="549" y="204"/>
                    <a:pt x="549" y="204"/>
                  </a:cubicBezTo>
                  <a:cubicBezTo>
                    <a:pt x="656" y="204"/>
                    <a:pt x="594" y="169"/>
                    <a:pt x="555" y="128"/>
                  </a:cubicBezTo>
                  <a:cubicBezTo>
                    <a:pt x="515" y="88"/>
                    <a:pt x="513" y="0"/>
                    <a:pt x="513" y="0"/>
                  </a:cubicBezTo>
                  <a:lnTo>
                    <a:pt x="335"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grpSp>
      <p:sp>
        <p:nvSpPr>
          <p:cNvPr id="38" name="Picture Placeholder 12"/>
          <p:cNvSpPr>
            <a:spLocks noGrp="1"/>
          </p:cNvSpPr>
          <p:nvPr>
            <p:ph type="pic" sz="quarter" idx="16" hasCustomPrompt="1"/>
          </p:nvPr>
        </p:nvSpPr>
        <p:spPr>
          <a:xfrm>
            <a:off x="1176869" y="1921934"/>
            <a:ext cx="4715932" cy="2683933"/>
          </a:xfrm>
          <a:prstGeom prst="rect">
            <a:avLst/>
          </a:prstGeom>
          <a:solidFill>
            <a:schemeClr val="bg1"/>
          </a:solidFill>
          <a:ln w="28575">
            <a:noFill/>
          </a:ln>
        </p:spPr>
        <p:txBody>
          <a:bodyPr tIns="640080" rIns="91440" bIns="548640" anchor="b" anchorCtr="1"/>
          <a:lstStyle>
            <a:lvl1pPr algn="ctr" rtl="0">
              <a:buNone/>
              <a:defRPr sz="1467" b="1" baseline="0"/>
            </a:lvl1pPr>
          </a:lstStyle>
          <a:p>
            <a:r>
              <a:rPr lang="en-US" dirty="0"/>
              <a:t>Image holder</a:t>
            </a:r>
          </a:p>
        </p:txBody>
      </p:sp>
    </p:spTree>
    <p:extLst>
      <p:ext uri="{BB962C8B-B14F-4D97-AF65-F5344CB8AC3E}">
        <p14:creationId xmlns:p14="http://schemas.microsoft.com/office/powerpoint/2010/main" val="51421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ppt_x"/>
                                          </p:val>
                                        </p:tav>
                                        <p:tav tm="100000">
                                          <p:val>
                                            <p:strVal val="#ppt_x"/>
                                          </p:val>
                                        </p:tav>
                                      </p:tavLst>
                                    </p:anim>
                                    <p:anim calcmode="lin" valueType="num">
                                      <p:cBhvr additive="base">
                                        <p:cTn id="16" dur="500" fill="hold"/>
                                        <p:tgtEl>
                                          <p:spTgt spid="34"/>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38" grpId="0" animBg="1"/>
    </p:bld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bg1"/>
        </a:solidFill>
        <a:effectLst/>
      </p:bgPr>
    </p:bg>
    <p:spTree>
      <p:nvGrpSpPr>
        <p:cNvPr id="1" name=""/>
        <p:cNvGrpSpPr/>
        <p:nvPr/>
      </p:nvGrpSpPr>
      <p:grpSpPr>
        <a:xfrm>
          <a:off x="0" y="0"/>
          <a:ext cx="0" cy="0"/>
          <a:chOff x="0" y="0"/>
          <a:chExt cx="0" cy="0"/>
        </a:xfrm>
      </p:grpSpPr>
      <p:sp>
        <p:nvSpPr>
          <p:cNvPr id="50" name="TextBox 49"/>
          <p:cNvSpPr txBox="1"/>
          <p:nvPr userDrawn="1"/>
        </p:nvSpPr>
        <p:spPr>
          <a:xfrm>
            <a:off x="7337085" y="2384733"/>
            <a:ext cx="2445258" cy="2462213"/>
          </a:xfrm>
          <a:prstGeom prst="rect">
            <a:avLst/>
          </a:prstGeom>
          <a:solidFill>
            <a:schemeClr val="bg1"/>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95959"/>
                </a:solidFill>
                <a:effectLst/>
                <a:uLnTx/>
                <a:uFillTx/>
                <a:latin typeface="Calibri" panose="020F0502020204030204"/>
                <a:ea typeface="+mn-ea"/>
                <a:cs typeface="+mn-cs"/>
              </a:rPr>
              <a:t>Quality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595959"/>
                </a:solidFill>
                <a:effectLst/>
                <a:uLnTx/>
                <a:uFillTx/>
                <a:latin typeface="Calibri" panose="020F0502020204030204"/>
                <a:ea typeface="+mn-ea"/>
                <a:cs typeface="+mn-cs"/>
              </a:rPr>
              <a:t>We manage projects effectively and to the highest quality, freeing up experts to concentrate on their specialism, but ensuring that activities are manage to meet expectations. This means only making promises that we know we can keep, and remembering the promises we have made to make sure we deliver.</a:t>
            </a:r>
            <a:endParaRPr kumimoji="0" lang="en-US" sz="1050" b="0" i="0" u="none" strike="noStrike" kern="1200" cap="none" spc="0" normalizeH="0" baseline="0" noProof="0" dirty="0">
              <a:ln>
                <a:noFill/>
              </a:ln>
              <a:solidFill>
                <a:srgbClr val="595959"/>
              </a:solidFill>
              <a:effectLst/>
              <a:uLnTx/>
              <a:uFillTx/>
              <a:latin typeface="Calibri" panose="020F0502020204030204"/>
              <a:ea typeface="+mn-ea"/>
              <a:cs typeface="+mn-cs"/>
            </a:endParaRPr>
          </a:p>
        </p:txBody>
      </p:sp>
      <p:pic>
        <p:nvPicPr>
          <p:cNvPr id="87" name="Picture 8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04551" y="4756464"/>
            <a:ext cx="2442849" cy="2097403"/>
          </a:xfrm>
          <a:prstGeom prst="rect">
            <a:avLst/>
          </a:prstGeom>
        </p:spPr>
      </p:pic>
      <p:pic>
        <p:nvPicPr>
          <p:cNvPr id="83" name="Picture 8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2402279"/>
            <a:ext cx="2415219" cy="2354185"/>
          </a:xfrm>
          <a:prstGeom prst="rect">
            <a:avLst/>
          </a:prstGeom>
        </p:spPr>
      </p:pic>
      <p:pic>
        <p:nvPicPr>
          <p:cNvPr id="9" name="Picture 8"/>
          <p:cNvPicPr>
            <a:picLocks noChangeAspect="1"/>
          </p:cNvPicPr>
          <p:nvPr userDrawn="1"/>
        </p:nvPicPr>
        <p:blipFill rotWithShape="1">
          <a:blip r:embed="rId4">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pic>
        <p:nvPicPr>
          <p:cNvPr id="51" name="Picture 50"/>
          <p:cNvPicPr>
            <a:picLocks noChangeAspect="1"/>
          </p:cNvPicPr>
          <p:nvPr userDrawn="1"/>
        </p:nvPicPr>
        <p:blipFill rotWithShape="1">
          <a:blip r:embed="rId5"/>
          <a:srcRect l="7986" t="9266" r="12070" b="12632"/>
          <a:stretch/>
        </p:blipFill>
        <p:spPr>
          <a:xfrm>
            <a:off x="8255873" y="2457953"/>
            <a:ext cx="607681" cy="634711"/>
          </a:xfrm>
          <a:prstGeom prst="rect">
            <a:avLst/>
          </a:prstGeom>
        </p:spPr>
      </p:pic>
      <p:sp>
        <p:nvSpPr>
          <p:cNvPr id="52" name="Rectangle 51"/>
          <p:cNvSpPr/>
          <p:nvPr userDrawn="1"/>
        </p:nvSpPr>
        <p:spPr>
          <a:xfrm>
            <a:off x="7301484" y="2402279"/>
            <a:ext cx="2445258" cy="23698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TextBox 52"/>
          <p:cNvSpPr txBox="1"/>
          <p:nvPr userDrawn="1"/>
        </p:nvSpPr>
        <p:spPr>
          <a:xfrm>
            <a:off x="-30038" y="4756742"/>
            <a:ext cx="2403185" cy="1946687"/>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95959"/>
                </a:solidFill>
                <a:effectLst/>
                <a:uLnTx/>
                <a:uFillTx/>
                <a:latin typeface="Calibri" panose="020F0502020204030204"/>
                <a:ea typeface="+mn-ea"/>
                <a:cs typeface="+mn-cs"/>
              </a:rPr>
              <a:t>Expertise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595959"/>
                </a:solidFill>
                <a:effectLst/>
                <a:uLnTx/>
                <a:uFillTx/>
                <a:latin typeface="Calibri" panose="020F0502020204030204"/>
                <a:ea typeface="+mn-ea"/>
                <a:cs typeface="+mn-cs"/>
              </a:rPr>
              <a:t>We ensure our teams consist of genuine sector experts with understanding in breadth and depth of both the theory and the practical complex everyday challenges faced by education providers.</a:t>
            </a:r>
          </a:p>
        </p:txBody>
      </p:sp>
      <p:sp>
        <p:nvSpPr>
          <p:cNvPr id="55" name="Rectangle 54"/>
          <p:cNvSpPr/>
          <p:nvPr userDrawn="1"/>
        </p:nvSpPr>
        <p:spPr>
          <a:xfrm>
            <a:off x="-30038" y="4770958"/>
            <a:ext cx="2445258" cy="2082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6" name="Picture 55"/>
          <p:cNvPicPr>
            <a:picLocks noChangeAspect="1"/>
          </p:cNvPicPr>
          <p:nvPr userDrawn="1"/>
        </p:nvPicPr>
        <p:blipFill rotWithShape="1">
          <a:blip r:embed="rId6"/>
          <a:srcRect l="3284" t="4653" r="5558"/>
          <a:stretch/>
        </p:blipFill>
        <p:spPr>
          <a:xfrm>
            <a:off x="887711" y="4872328"/>
            <a:ext cx="609759" cy="637794"/>
          </a:xfrm>
          <a:prstGeom prst="rect">
            <a:avLst/>
          </a:prstGeom>
          <a:noFill/>
        </p:spPr>
      </p:pic>
      <p:sp>
        <p:nvSpPr>
          <p:cNvPr id="66" name="TextBox 65"/>
          <p:cNvSpPr txBox="1"/>
          <p:nvPr userDrawn="1"/>
        </p:nvSpPr>
        <p:spPr>
          <a:xfrm>
            <a:off x="9746742" y="4773533"/>
            <a:ext cx="2445258" cy="1946687"/>
          </a:xfrm>
          <a:prstGeom prst="rect">
            <a:avLst/>
          </a:prstGeom>
          <a:solidFill>
            <a:schemeClr val="bg1"/>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95959"/>
                </a:solidFill>
                <a:effectLst/>
                <a:uLnTx/>
                <a:uFillTx/>
                <a:latin typeface="Calibri" panose="020F0502020204030204"/>
                <a:ea typeface="+mn-ea"/>
                <a:cs typeface="+mn-cs"/>
              </a:rPr>
              <a:t>Educationalists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595959"/>
                </a:solidFill>
                <a:effectLst/>
                <a:uLnTx/>
                <a:uFillTx/>
                <a:latin typeface="Calibri" panose="020F0502020204030204"/>
                <a:ea typeface="+mn-ea"/>
                <a:cs typeface="+mn-cs"/>
              </a:rPr>
              <a:t>We are educationalists with a strong commitment to improving teaching, learning and assessment, based on intellectual integrity, sound evidence and innovative approaches.</a:t>
            </a:r>
          </a:p>
        </p:txBody>
      </p:sp>
      <p:sp>
        <p:nvSpPr>
          <p:cNvPr id="67" name="Rectangle 66"/>
          <p:cNvSpPr/>
          <p:nvPr userDrawn="1"/>
        </p:nvSpPr>
        <p:spPr>
          <a:xfrm>
            <a:off x="9746742" y="4770958"/>
            <a:ext cx="2445258" cy="2087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8" name="Picture 67"/>
          <p:cNvPicPr>
            <a:picLocks noChangeAspect="1"/>
          </p:cNvPicPr>
          <p:nvPr userDrawn="1"/>
        </p:nvPicPr>
        <p:blipFill>
          <a:blip r:embed="rId7"/>
          <a:stretch>
            <a:fillRect/>
          </a:stretch>
        </p:blipFill>
        <p:spPr>
          <a:xfrm>
            <a:off x="10664491" y="4879505"/>
            <a:ext cx="609759" cy="637794"/>
          </a:xfrm>
          <a:prstGeom prst="rect">
            <a:avLst/>
          </a:prstGeom>
        </p:spPr>
      </p:pic>
      <p:sp>
        <p:nvSpPr>
          <p:cNvPr id="69" name="TextBox 68"/>
          <p:cNvSpPr txBox="1"/>
          <p:nvPr userDrawn="1"/>
        </p:nvSpPr>
        <p:spPr>
          <a:xfrm>
            <a:off x="4856226" y="4770958"/>
            <a:ext cx="2445258" cy="1946687"/>
          </a:xfrm>
          <a:prstGeom prst="rect">
            <a:avLst/>
          </a:prstGeom>
          <a:solidFill>
            <a:schemeClr val="bg1"/>
          </a:solid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95959"/>
                </a:solidFill>
                <a:effectLst/>
                <a:uLnTx/>
                <a:uFillTx/>
                <a:latin typeface="Calibri" panose="020F0502020204030204"/>
                <a:ea typeface="+mn-ea"/>
                <a:cs typeface="+mn-cs"/>
              </a:rPr>
              <a:t>Development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595959"/>
                </a:solidFill>
                <a:effectLst/>
                <a:uLnTx/>
                <a:uFillTx/>
                <a:latin typeface="Calibri" panose="020F0502020204030204"/>
                <a:ea typeface="+mn-ea"/>
                <a:cs typeface="+mn-cs"/>
              </a:rPr>
              <a:t>We are committed to the improvement of our staff, both to promote the long-term development of our business and as an end in itself: we believe in the value of education for all.</a:t>
            </a:r>
          </a:p>
        </p:txBody>
      </p:sp>
      <p:sp>
        <p:nvSpPr>
          <p:cNvPr id="70" name="Rectangle 69"/>
          <p:cNvSpPr/>
          <p:nvPr userDrawn="1"/>
        </p:nvSpPr>
        <p:spPr>
          <a:xfrm>
            <a:off x="4856226" y="4771226"/>
            <a:ext cx="2445258" cy="2082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4" name="Picture 63"/>
          <p:cNvPicPr>
            <a:picLocks noChangeAspect="1"/>
          </p:cNvPicPr>
          <p:nvPr userDrawn="1"/>
        </p:nvPicPr>
        <p:blipFill rotWithShape="1">
          <a:blip r:embed="rId8"/>
          <a:srcRect t="1020" r="5897" b="2363"/>
          <a:stretch/>
        </p:blipFill>
        <p:spPr>
          <a:xfrm>
            <a:off x="5773975" y="4876797"/>
            <a:ext cx="609759" cy="637794"/>
          </a:xfrm>
          <a:prstGeom prst="rect">
            <a:avLst/>
          </a:prstGeom>
        </p:spPr>
      </p:pic>
      <p:pic>
        <p:nvPicPr>
          <p:cNvPr id="61" name="Picture 60"/>
          <p:cNvPicPr>
            <a:picLocks noChangeAspect="1"/>
          </p:cNvPicPr>
          <p:nvPr userDrawn="1"/>
        </p:nvPicPr>
        <p:blipFill rotWithShape="1">
          <a:blip r:embed="rId9"/>
          <a:srcRect l="3091" t="5217" r="5096" b="4206"/>
          <a:stretch/>
        </p:blipFill>
        <p:spPr>
          <a:xfrm>
            <a:off x="3331881" y="2457953"/>
            <a:ext cx="607681" cy="634711"/>
          </a:xfrm>
          <a:prstGeom prst="rect">
            <a:avLst/>
          </a:prstGeom>
          <a:noFill/>
        </p:spPr>
      </p:pic>
      <p:sp>
        <p:nvSpPr>
          <p:cNvPr id="79" name="Rectangle 78"/>
          <p:cNvSpPr/>
          <p:nvPr userDrawn="1"/>
        </p:nvSpPr>
        <p:spPr>
          <a:xfrm>
            <a:off x="0" y="-16902"/>
            <a:ext cx="12192000" cy="2247064"/>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Title 1"/>
          <p:cNvSpPr>
            <a:spLocks noGrp="1"/>
          </p:cNvSpPr>
          <p:nvPr userDrawn="1">
            <p:ph type="title"/>
          </p:nvPr>
        </p:nvSpPr>
        <p:spPr>
          <a:xfrm>
            <a:off x="80649" y="-16902"/>
            <a:ext cx="12111351" cy="2021763"/>
          </a:xfrm>
          <a:prstGeom prst="rect">
            <a:avLst/>
          </a:prstGeom>
        </p:spPr>
        <p:txBody>
          <a:bodyPr/>
          <a:lstStyle>
            <a:lvl1pPr algn="l">
              <a:defRPr sz="4400" b="1">
                <a:solidFill>
                  <a:schemeClr val="bg1"/>
                </a:solidFill>
                <a:latin typeface="Franklin Gothic Book" panose="020B0503020102020204" pitchFamily="34" charset="0"/>
              </a:defRPr>
            </a:lvl1pPr>
          </a:lstStyle>
          <a:p>
            <a:r>
              <a:rPr lang="en-US"/>
              <a:t>Click to edit Master title style</a:t>
            </a:r>
            <a:endParaRPr lang="en-US" dirty="0"/>
          </a:p>
        </p:txBody>
      </p:sp>
      <p:sp>
        <p:nvSpPr>
          <p:cNvPr id="76" name="Rectangle 75"/>
          <p:cNvSpPr/>
          <p:nvPr userDrawn="1"/>
        </p:nvSpPr>
        <p:spPr>
          <a:xfrm>
            <a:off x="2415220" y="2402279"/>
            <a:ext cx="2441005" cy="23688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TextBox 57"/>
          <p:cNvSpPr txBox="1"/>
          <p:nvPr userDrawn="1"/>
        </p:nvSpPr>
        <p:spPr>
          <a:xfrm>
            <a:off x="2379618" y="2386584"/>
            <a:ext cx="2512209" cy="2369880"/>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95959"/>
                </a:solidFill>
                <a:effectLst/>
                <a:uLnTx/>
                <a:uFillTx/>
                <a:latin typeface="Calibri" panose="020F0502020204030204"/>
                <a:ea typeface="+mn-ea"/>
                <a:cs typeface="+mn-cs"/>
              </a:rPr>
              <a:t>Partnership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 b="1" i="0" u="none" strike="noStrike" kern="1200" cap="none" spc="0" normalizeH="0" baseline="0" noProof="0" dirty="0">
              <a:ln>
                <a:noFill/>
              </a:ln>
              <a:solidFill>
                <a:srgbClr val="595959"/>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595959"/>
                </a:solidFill>
                <a:effectLst/>
                <a:uLnTx/>
                <a:uFillTx/>
                <a:latin typeface="Calibri" panose="020F0502020204030204"/>
                <a:ea typeface="+mn-ea"/>
                <a:cs typeface="+mn-cs"/>
              </a:rPr>
              <a:t>We work in partnership with our clients. This is more than a cliché for us: we care about the services we provide and the impact they have on learners. Experience has shown us that the best impact our work can have is when it is undertaken alongside our clients so we make partnership a key feature of our project approach and management method.</a:t>
            </a:r>
          </a:p>
        </p:txBody>
      </p:sp>
      <p:pic>
        <p:nvPicPr>
          <p:cNvPr id="91" name="Picture 9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752303" y="2402279"/>
            <a:ext cx="2439697" cy="2354185"/>
          </a:xfrm>
          <a:prstGeom prst="rect">
            <a:avLst/>
          </a:prstGeom>
        </p:spPr>
      </p:pic>
      <p:pic>
        <p:nvPicPr>
          <p:cNvPr id="86" name="Picture 85"/>
          <p:cNvPicPr>
            <a:picLocks/>
          </p:cNvPicPr>
          <p:nvPr userDrawn="1"/>
        </p:nvPicPr>
        <p:blipFill>
          <a:blip r:embed="rId11" cstate="print">
            <a:extLst>
              <a:ext uri="{28A0092B-C50C-407E-A947-70E740481C1C}">
                <a14:useLocalDpi xmlns:a14="http://schemas.microsoft.com/office/drawing/2010/main" val="0"/>
              </a:ext>
            </a:extLst>
          </a:blip>
          <a:stretch>
            <a:fillRect/>
          </a:stretch>
        </p:blipFill>
        <p:spPr>
          <a:xfrm>
            <a:off x="7312153" y="4756464"/>
            <a:ext cx="2441448" cy="2101536"/>
          </a:xfrm>
          <a:prstGeom prst="rect">
            <a:avLst/>
          </a:prstGeom>
        </p:spPr>
      </p:pic>
      <p:pic>
        <p:nvPicPr>
          <p:cNvPr id="93" name="Picture 92"/>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849975" y="2384734"/>
            <a:ext cx="2469656" cy="2371730"/>
          </a:xfrm>
          <a:prstGeom prst="rect">
            <a:avLst/>
          </a:prstGeom>
        </p:spPr>
      </p:pic>
      <p:sp>
        <p:nvSpPr>
          <p:cNvPr id="81" name="Rectangle 80"/>
          <p:cNvSpPr/>
          <p:nvPr userDrawn="1"/>
        </p:nvSpPr>
        <p:spPr>
          <a:xfrm>
            <a:off x="0" y="2060535"/>
            <a:ext cx="12192000" cy="33692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590629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7053" y="294515"/>
            <a:ext cx="10694773" cy="822161"/>
          </a:xfrm>
        </p:spPr>
        <p:txBody>
          <a:bodyPr/>
          <a:lstStyle>
            <a:lvl1pPr>
              <a:defRPr sz="4400" b="1">
                <a:latin typeface="Franklin Gothic Book" panose="020B05030201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937053" y="1318054"/>
            <a:ext cx="10694772" cy="5174821"/>
          </a:xfrm>
        </p:spPr>
        <p:txBody>
          <a:bodyPr/>
          <a:lstStyle>
            <a:lvl1pPr>
              <a:defRPr sz="2400">
                <a:latin typeface="Aller Light" panose="02000503000000020004" pitchFamily="2" charset="0"/>
              </a:defRPr>
            </a:lvl1pPr>
            <a:lvl2pPr>
              <a:defRPr sz="2200">
                <a:latin typeface="Aller Light" panose="02000503000000020004" pitchFamily="2" charset="0"/>
              </a:defRPr>
            </a:lvl2pPr>
            <a:lvl3pPr>
              <a:defRPr>
                <a:latin typeface="Aller Light" panose="02000503000000020004" pitchFamily="2" charset="0"/>
              </a:defRPr>
            </a:lvl3pPr>
            <a:lvl4pPr>
              <a:defRPr>
                <a:latin typeface="Aller Light" panose="02000503000000020004" pitchFamily="2" charset="0"/>
              </a:defRPr>
            </a:lvl4pPr>
            <a:lvl5pPr>
              <a:defRPr sz="1600">
                <a:latin typeface="Aller Light" panose="0200050300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57499756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6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546565" y="483316"/>
            <a:ext cx="7518400" cy="471365"/>
          </a:xfrm>
          <a:prstGeom prst="rect">
            <a:avLst/>
          </a:prstGeom>
        </p:spPr>
        <p:txBody>
          <a:bodyPr wrap="none" lIns="0" tIns="0" rIns="0" bIns="0" anchor="ctr">
            <a:noAutofit/>
          </a:bodyPr>
          <a:lstStyle>
            <a:lvl1pPr algn="ctr">
              <a:defRPr sz="4400" b="1" baseline="0">
                <a:solidFill>
                  <a:schemeClr val="tx1"/>
                </a:solidFill>
                <a:latin typeface="Franklin Gothic Book" panose="020B0503020102020204" pitchFamily="34" charset="0"/>
              </a:defRPr>
            </a:lvl1pPr>
          </a:lstStyle>
          <a:p>
            <a:r>
              <a:rPr lang="en-US" dirty="0"/>
              <a:t>Click To Edit Master Title Style</a:t>
            </a:r>
          </a:p>
        </p:txBody>
      </p:sp>
      <p:sp>
        <p:nvSpPr>
          <p:cNvPr id="8" name="Picture Placeholder 7"/>
          <p:cNvSpPr>
            <a:spLocks noGrp="1"/>
          </p:cNvSpPr>
          <p:nvPr>
            <p:ph type="pic" sz="quarter" idx="15" hasCustomPrompt="1"/>
          </p:nvPr>
        </p:nvSpPr>
        <p:spPr>
          <a:xfrm>
            <a:off x="1150349" y="2176512"/>
            <a:ext cx="5155416" cy="28702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8" hasCustomPrompt="1"/>
          </p:nvPr>
        </p:nvSpPr>
        <p:spPr>
          <a:xfrm>
            <a:off x="6542832" y="2176512"/>
            <a:ext cx="5101117" cy="286512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68024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animBg="1"/>
      <p:bldP spid="9" grpId="0" animBg="1"/>
    </p:bld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0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708634" y="2200533"/>
            <a:ext cx="2941145" cy="22978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69511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11" name="Footer Placeholder 3"/>
          <p:cNvSpPr>
            <a:spLocks noGrp="1"/>
          </p:cNvSpPr>
          <p:nvPr>
            <p:ph type="ftr" sz="quarter" idx="11"/>
          </p:nvPr>
        </p:nvSpPr>
        <p:spPr>
          <a:xfrm>
            <a:off x="3874223" y="6355397"/>
            <a:ext cx="4114800" cy="365125"/>
          </a:xfrm>
          <a:prstGeom prst="rect">
            <a:avLst/>
          </a:prstGeom>
        </p:spPr>
        <p:txBody>
          <a:bodyPr/>
          <a:lstStyle>
            <a:lvl1pPr>
              <a:defRPr sz="1400" b="0">
                <a:solidFill>
                  <a:schemeClr val="tx1"/>
                </a:solidFill>
                <a:latin typeface="Aller Light" panose="02000503000000020004"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ller Light" panose="02000503000000020004" pitchFamily="2" charset="0"/>
                <a:ea typeface="+mn-ea"/>
                <a:cs typeface="+mn-cs"/>
              </a:rPr>
              <a:t>www.alphaplusconsultancy.co.uk</a:t>
            </a:r>
            <a:endParaRPr kumimoji="0" lang="en-US" sz="1400" b="0" i="0" u="none" strike="noStrike" kern="1200" cap="none" spc="0" normalizeH="0" baseline="0" noProof="0" dirty="0">
              <a:ln>
                <a:noFill/>
              </a:ln>
              <a:solidFill>
                <a:prstClr val="black"/>
              </a:solidFill>
              <a:effectLst/>
              <a:uLnTx/>
              <a:uFillTx/>
              <a:latin typeface="Aller Light" panose="02000503000000020004" pitchFamily="2" charset="0"/>
              <a:ea typeface="+mn-ea"/>
              <a:cs typeface="+mn-cs"/>
            </a:endParaRPr>
          </a:p>
        </p:txBody>
      </p:sp>
      <p:sp>
        <p:nvSpPr>
          <p:cNvPr id="9" name="Freeform 6"/>
          <p:cNvSpPr/>
          <p:nvPr userDrawn="1"/>
        </p:nvSpPr>
        <p:spPr bwMode="auto">
          <a:xfrm>
            <a:off x="8468518" y="1731486"/>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810B29"/>
          </a:solidFill>
          <a:ln w="0">
            <a:noFill/>
            <a:prstDash val="solid"/>
            <a:round/>
            <a:headEnd/>
            <a:tailEnd/>
          </a:ln>
        </p:spPr>
      </p:sp>
      <p:sp>
        <p:nvSpPr>
          <p:cNvPr id="8" name="Freeform 6"/>
          <p:cNvSpPr/>
          <p:nvPr userDrawn="1"/>
        </p:nvSpPr>
        <p:spPr bwMode="auto">
          <a:xfrm flipH="1" flipV="1">
            <a:off x="456028" y="476001"/>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810B29"/>
          </a:solidFill>
          <a:ln w="0">
            <a:noFill/>
            <a:prstDash val="solid"/>
            <a:round/>
            <a:headEnd/>
            <a:tailEnd/>
          </a:ln>
        </p:spPr>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t="5774" b="5687"/>
          <a:stretch/>
        </p:blipFill>
        <p:spPr>
          <a:xfrm>
            <a:off x="10831132" y="99013"/>
            <a:ext cx="1266790" cy="646347"/>
          </a:xfrm>
          <a:prstGeom prst="rect">
            <a:avLst/>
          </a:prstGeom>
        </p:spPr>
      </p:pic>
      <p:sp>
        <p:nvSpPr>
          <p:cNvPr id="4" name="TextBox 3"/>
          <p:cNvSpPr txBox="1"/>
          <p:nvPr userDrawn="1"/>
        </p:nvSpPr>
        <p:spPr>
          <a:xfrm>
            <a:off x="952500" y="957430"/>
            <a:ext cx="5219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prstClr val="black"/>
                </a:solidFill>
                <a:effectLst/>
                <a:uLnTx/>
                <a:uFillTx/>
                <a:latin typeface="Franklin Gothic Book" panose="020B0503020102020204" pitchFamily="34" charset="0"/>
                <a:ea typeface="+mn-ea"/>
                <a:cs typeface="+mn-cs"/>
              </a:rPr>
              <a:t>Key messages</a:t>
            </a:r>
            <a:endParaRPr kumimoji="0" lang="en-US" sz="3200" b="1" i="0" u="none" strike="noStrike" kern="1200" cap="none" spc="0" normalizeH="0" baseline="0" noProof="0" dirty="0">
              <a:ln>
                <a:noFill/>
              </a:ln>
              <a:solidFill>
                <a:prstClr val="black"/>
              </a:solidFill>
              <a:effectLst/>
              <a:uLnTx/>
              <a:uFillTx/>
              <a:latin typeface="Franklin Gothic Book" panose="020B0503020102020204" pitchFamily="34" charset="0"/>
              <a:ea typeface="+mn-ea"/>
              <a:cs typeface="+mn-cs"/>
            </a:endParaRPr>
          </a:p>
        </p:txBody>
      </p:sp>
    </p:spTree>
    <p:extLst>
      <p:ext uri="{BB962C8B-B14F-4D97-AF65-F5344CB8AC3E}">
        <p14:creationId xmlns:p14="http://schemas.microsoft.com/office/powerpoint/2010/main" val="12142853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7337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7337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6766624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62_Title Slide">
    <p:spTree>
      <p:nvGrpSpPr>
        <p:cNvPr id="1" name=""/>
        <p:cNvGrpSpPr/>
        <p:nvPr/>
      </p:nvGrpSpPr>
      <p:grpSpPr>
        <a:xfrm>
          <a:off x="0" y="0"/>
          <a:ext cx="0" cy="0"/>
          <a:chOff x="0" y="0"/>
          <a:chExt cx="0" cy="0"/>
        </a:xfrm>
      </p:grpSpPr>
      <p:sp>
        <p:nvSpPr>
          <p:cNvPr id="12" name="Rectangle 11"/>
          <p:cNvSpPr/>
          <p:nvPr userDrawn="1"/>
        </p:nvSpPr>
        <p:spPr>
          <a:xfrm>
            <a:off x="699181" y="1490123"/>
            <a:ext cx="11365302" cy="5237247"/>
          </a:xfrm>
          <a:prstGeom prst="rect">
            <a:avLst/>
          </a:prstGeom>
          <a:solidFill>
            <a:srgbClr val="595959"/>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Calibri"/>
              <a:ea typeface="+mn-ea"/>
              <a:cs typeface="+mn-cs"/>
            </a:endParaRPr>
          </a:p>
        </p:txBody>
      </p:sp>
      <p:pic>
        <p:nvPicPr>
          <p:cNvPr id="10" name="Picture 9" descr="imac2.png"/>
          <p:cNvPicPr>
            <a:picLocks noChangeAspect="1"/>
          </p:cNvPicPr>
          <p:nvPr userDrawn="1"/>
        </p:nvPicPr>
        <p:blipFill>
          <a:blip r:embed="rId2" cstate="print"/>
          <a:stretch>
            <a:fillRect/>
          </a:stretch>
        </p:blipFill>
        <p:spPr>
          <a:xfrm>
            <a:off x="1439392" y="1573508"/>
            <a:ext cx="4783587" cy="4766000"/>
          </a:xfrm>
          <a:prstGeom prst="rect">
            <a:avLst/>
          </a:prstGeom>
        </p:spPr>
      </p:pic>
      <p:sp>
        <p:nvSpPr>
          <p:cNvPr id="11" name="Picture Placeholder 7"/>
          <p:cNvSpPr>
            <a:spLocks noGrp="1"/>
          </p:cNvSpPr>
          <p:nvPr>
            <p:ph type="pic" sz="quarter" idx="10" hasCustomPrompt="1"/>
          </p:nvPr>
        </p:nvSpPr>
        <p:spPr>
          <a:xfrm>
            <a:off x="1638221" y="1771688"/>
            <a:ext cx="3560563" cy="2967299"/>
          </a:xfrm>
          <a:custGeom>
            <a:avLst/>
            <a:gdLst>
              <a:gd name="connsiteX0" fmla="*/ 0 w 2651372"/>
              <a:gd name="connsiteY0" fmla="*/ 0 h 1987349"/>
              <a:gd name="connsiteX1" fmla="*/ 2651372 w 2651372"/>
              <a:gd name="connsiteY1" fmla="*/ 0 h 1987349"/>
              <a:gd name="connsiteX2" fmla="*/ 2651372 w 2651372"/>
              <a:gd name="connsiteY2" fmla="*/ 1987349 h 1987349"/>
              <a:gd name="connsiteX3" fmla="*/ 0 w 2651372"/>
              <a:gd name="connsiteY3" fmla="*/ 1987349 h 1987349"/>
              <a:gd name="connsiteX4" fmla="*/ 0 w 2651372"/>
              <a:gd name="connsiteY4" fmla="*/ 0 h 1987349"/>
              <a:gd name="connsiteX0" fmla="*/ 0 w 2675185"/>
              <a:gd name="connsiteY0" fmla="*/ 0 h 2063549"/>
              <a:gd name="connsiteX1" fmla="*/ 2675185 w 2675185"/>
              <a:gd name="connsiteY1" fmla="*/ 76200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5185"/>
              <a:gd name="connsiteY0" fmla="*/ 0 h 2063549"/>
              <a:gd name="connsiteX1" fmla="*/ 2332285 w 2675185"/>
              <a:gd name="connsiteY1" fmla="*/ 862013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0422"/>
              <a:gd name="connsiteY0" fmla="*/ 0 h 2225474"/>
              <a:gd name="connsiteX1" fmla="*/ 2332285 w 2670422"/>
              <a:gd name="connsiteY1" fmla="*/ 862013 h 2225474"/>
              <a:gd name="connsiteX2" fmla="*/ 2670422 w 2670422"/>
              <a:gd name="connsiteY2" fmla="*/ 2225474 h 2225474"/>
              <a:gd name="connsiteX3" fmla="*/ 23813 w 2670422"/>
              <a:gd name="connsiteY3" fmla="*/ 20635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33350 w 2670422"/>
              <a:gd name="connsiteY3" fmla="*/ 19873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52400 w 2670422"/>
              <a:gd name="connsiteY3" fmla="*/ 1996874 h 2225474"/>
              <a:gd name="connsiteX4" fmla="*/ 0 w 2670422"/>
              <a:gd name="connsiteY4" fmla="*/ 0 h 222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0422" h="2225474">
                <a:moveTo>
                  <a:pt x="0" y="0"/>
                </a:moveTo>
                <a:lnTo>
                  <a:pt x="2332285" y="862013"/>
                </a:lnTo>
                <a:lnTo>
                  <a:pt x="2670422" y="2225474"/>
                </a:lnTo>
                <a:lnTo>
                  <a:pt x="152400" y="1996874"/>
                </a:lnTo>
                <a:lnTo>
                  <a:pt x="0" y="0"/>
                </a:lnTo>
                <a:close/>
              </a:path>
            </a:pathLst>
          </a:cu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9"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4400" b="1" baseline="0">
                <a:solidFill>
                  <a:schemeClr val="tx1"/>
                </a:solidFill>
                <a:latin typeface="Franklin Gothic Book" panose="020B0503020102020204" pitchFamily="34" charset="0"/>
              </a:defRPr>
            </a:lvl1pPr>
          </a:lstStyle>
          <a:p>
            <a:r>
              <a:rPr lang="en-US" dirty="0"/>
              <a:t>Click To Edit Master Title Style</a:t>
            </a:r>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428024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 presetClass="entr" presetSubtype="4" accel="50000" decel="5000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64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708634" y="2200533"/>
            <a:ext cx="2941145" cy="22978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68905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5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4400" b="1" baseline="0">
                <a:solidFill>
                  <a:schemeClr val="tx1">
                    <a:lumMod val="50000"/>
                    <a:lumOff val="50000"/>
                  </a:schemeClr>
                </a:solidFill>
                <a:latin typeface="Franklin Gothic Book" panose="020B0503020102020204" pitchFamily="34" charset="0"/>
              </a:defRPr>
            </a:lvl1pPr>
          </a:lstStyle>
          <a:p>
            <a:r>
              <a:rPr lang="en-US" dirty="0"/>
              <a:t>Click To Edit Master Title Style</a:t>
            </a:r>
          </a:p>
        </p:txBody>
      </p:sp>
      <p:sp>
        <p:nvSpPr>
          <p:cNvPr id="7" name="Picture Placeholder 7"/>
          <p:cNvSpPr>
            <a:spLocks noGrp="1"/>
          </p:cNvSpPr>
          <p:nvPr>
            <p:ph type="pic" sz="quarter" idx="15" hasCustomPrompt="1"/>
          </p:nvPr>
        </p:nvSpPr>
        <p:spPr>
          <a:xfrm>
            <a:off x="1651517" y="1483566"/>
            <a:ext cx="5345403" cy="4984879"/>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156289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4" name="Rectangle 3"/>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46084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6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2336800" y="1865741"/>
            <a:ext cx="9448799" cy="33528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25388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67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236133" y="1549400"/>
            <a:ext cx="49614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60716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8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5" hasCustomPrompt="1"/>
          </p:nvPr>
        </p:nvSpPr>
        <p:spPr>
          <a:xfrm>
            <a:off x="814510" y="2552701"/>
            <a:ext cx="6062133" cy="3467099"/>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188362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9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658076" y="483316"/>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674076" y="1020949"/>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117143" y="1494564"/>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6" hasCustomPrompt="1"/>
          </p:nvPr>
        </p:nvSpPr>
        <p:spPr>
          <a:xfrm>
            <a:off x="7738076" y="1494564"/>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159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8" grpId="0" animBg="1"/>
    </p:bld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0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5" hasCustomPrompt="1"/>
          </p:nvPr>
        </p:nvSpPr>
        <p:spPr>
          <a:xfrm>
            <a:off x="1065382" y="2153738"/>
            <a:ext cx="2367301" cy="3966976"/>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6" hasCustomPrompt="1"/>
          </p:nvPr>
        </p:nvSpPr>
        <p:spPr>
          <a:xfrm>
            <a:off x="3797850" y="2153738"/>
            <a:ext cx="2367301" cy="3966976"/>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7" hasCustomPrompt="1"/>
          </p:nvPr>
        </p:nvSpPr>
        <p:spPr>
          <a:xfrm>
            <a:off x="6530318" y="2153738"/>
            <a:ext cx="2367301" cy="3966976"/>
          </a:xfrm>
          <a:prstGeom prst="rect">
            <a:avLst/>
          </a:prstGeom>
          <a:solidFill>
            <a:schemeClr val="bg1">
              <a:lumMod val="95000"/>
            </a:schemeClr>
          </a:solidFill>
          <a:ln w="38100">
            <a:solidFill>
              <a:schemeClr val="bg2">
                <a:lumMod val="85000"/>
              </a:schemeClr>
            </a:solidFill>
          </a:ln>
        </p:spPr>
        <p:txBody>
          <a:bodyPr tIns="73152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4" name="Picture Placeholder 7"/>
          <p:cNvSpPr>
            <a:spLocks noGrp="1"/>
          </p:cNvSpPr>
          <p:nvPr>
            <p:ph type="pic" sz="quarter" idx="18" hasCustomPrompt="1"/>
          </p:nvPr>
        </p:nvSpPr>
        <p:spPr>
          <a:xfrm>
            <a:off x="9262786" y="2153738"/>
            <a:ext cx="2367301" cy="3966976"/>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Rectangle 7"/>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333457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12" grpId="0" animBg="1"/>
      <p:bldP spid="13" grpId="0" animBg="1"/>
      <p:bldP spid="14" grpId="0" animBg="1"/>
    </p:bld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71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84843"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3018443" y="582969"/>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4034443" y="1120602"/>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1" hasCustomPrompt="1"/>
          </p:nvPr>
        </p:nvSpPr>
        <p:spPr>
          <a:xfrm>
            <a:off x="3898976"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7" name="Picture Placeholder 7"/>
          <p:cNvSpPr>
            <a:spLocks noGrp="1"/>
          </p:cNvSpPr>
          <p:nvPr>
            <p:ph type="pic" sz="quarter" idx="12" hasCustomPrompt="1"/>
          </p:nvPr>
        </p:nvSpPr>
        <p:spPr>
          <a:xfrm>
            <a:off x="6913110"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3" hasCustomPrompt="1"/>
          </p:nvPr>
        </p:nvSpPr>
        <p:spPr>
          <a:xfrm>
            <a:off x="9927243" y="2384134"/>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9" name="Rectangle 8"/>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60470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7" grpId="0" animBg="1"/>
      <p:bldP spid="8" grpId="0" animBg="1"/>
    </p:bld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35949" y="1967748"/>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592173" y="565894"/>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608173" y="1103527"/>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2" hasCustomPrompt="1"/>
          </p:nvPr>
        </p:nvSpPr>
        <p:spPr>
          <a:xfrm>
            <a:off x="8557549" y="1967748"/>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4696749" y="1967748"/>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7" name="Rectangle 6"/>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88854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P spid="12" grpId="0" animBg="1"/>
    </p:bld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72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341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641600" y="483316"/>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657600" y="1020949"/>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1" hasCustomPrompt="1"/>
          </p:nvPr>
        </p:nvSpPr>
        <p:spPr>
          <a:xfrm>
            <a:off x="36789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1" name="Picture Placeholder 7"/>
          <p:cNvSpPr>
            <a:spLocks noGrp="1"/>
          </p:cNvSpPr>
          <p:nvPr>
            <p:ph type="pic" sz="quarter" idx="12" hasCustomPrompt="1"/>
          </p:nvPr>
        </p:nvSpPr>
        <p:spPr>
          <a:xfrm>
            <a:off x="65237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368515" y="2347200"/>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Rectangle 7"/>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18898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P spid="11" grpId="0" animBg="1"/>
      <p:bldP spid="12" grpId="0" animBg="1"/>
    </p:bld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7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546565" y="483316"/>
            <a:ext cx="7518400" cy="471365"/>
          </a:xfrm>
          <a:prstGeom prst="rect">
            <a:avLst/>
          </a:prstGeom>
        </p:spPr>
        <p:txBody>
          <a:bodyPr wrap="none" lIns="0" tIns="0" rIns="0" bIns="0" anchor="ctr">
            <a:noAutofit/>
          </a:bodyPr>
          <a:lstStyle>
            <a:lvl1pPr algn="ctr">
              <a:defRPr sz="4400" b="1" baseline="0">
                <a:solidFill>
                  <a:schemeClr val="tx1"/>
                </a:solidFill>
                <a:latin typeface="Franklin Gothic Book" panose="020B0503020102020204" pitchFamily="34" charset="0"/>
              </a:defRPr>
            </a:lvl1pPr>
          </a:lstStyle>
          <a:p>
            <a:r>
              <a:rPr lang="en-US" dirty="0"/>
              <a:t>Click To Edit Master Title Style</a:t>
            </a:r>
          </a:p>
        </p:txBody>
      </p:sp>
      <p:sp>
        <p:nvSpPr>
          <p:cNvPr id="8" name="Picture Placeholder 7"/>
          <p:cNvSpPr>
            <a:spLocks noGrp="1"/>
          </p:cNvSpPr>
          <p:nvPr>
            <p:ph type="pic" sz="quarter" idx="15" hasCustomPrompt="1"/>
          </p:nvPr>
        </p:nvSpPr>
        <p:spPr>
          <a:xfrm>
            <a:off x="1150349" y="2176512"/>
            <a:ext cx="5155416" cy="28702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8" hasCustomPrompt="1"/>
          </p:nvPr>
        </p:nvSpPr>
        <p:spPr>
          <a:xfrm>
            <a:off x="6542832" y="2176512"/>
            <a:ext cx="5101117" cy="286512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6" name="Rectangle 5"/>
          <p:cNvSpPr/>
          <p:nvPr userDrawn="1"/>
        </p:nvSpPr>
        <p:spPr>
          <a:xfrm>
            <a:off x="0" y="0"/>
            <a:ext cx="587829" cy="6858000"/>
          </a:xfrm>
          <a:prstGeom prst="rect">
            <a:avLst/>
          </a:prstGeom>
          <a:solidFill>
            <a:srgbClr val="810B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ooter Placeholder 3"/>
          <p:cNvSpPr txBox="1">
            <a:spLocks/>
          </p:cNvSpPr>
          <p:nvPr userDrawn="1"/>
        </p:nvSpPr>
        <p:spPr>
          <a:xfrm rot="16200000">
            <a:off x="-1181262" y="4901685"/>
            <a:ext cx="2950351" cy="365125"/>
          </a:xfrm>
          <a:prstGeom prst="rect">
            <a:avLst/>
          </a:prstGeom>
        </p:spPr>
        <p:txBody>
          <a:bodyPr vert="horz" lIns="91440" tIns="45720" rIns="91440" bIns="45720" rtlCol="0" anchor="ctr"/>
          <a:lstStyle>
            <a:defPPr>
              <a:defRPr lang="en-US"/>
            </a:defPPr>
            <a:lvl1pPr marL="0" algn="ctr"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ller Light" panose="02000503000000020004" pitchFamily="2" charset="0"/>
                <a:ea typeface="+mn-ea"/>
                <a:cs typeface="+mn-cs"/>
              </a:rPr>
              <a:t>www.alphaplusconsultancy.co.u</a:t>
            </a:r>
            <a:r>
              <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80649" y="483316"/>
            <a:ext cx="426530" cy="444558"/>
          </a:xfrm>
          <a:prstGeom prst="rect">
            <a:avLst/>
          </a:prstGeom>
        </p:spPr>
      </p:pic>
    </p:spTree>
    <p:extLst>
      <p:ext uri="{BB962C8B-B14F-4D97-AF65-F5344CB8AC3E}">
        <p14:creationId xmlns:p14="http://schemas.microsoft.com/office/powerpoint/2010/main" val="20238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4_Custom Layout">
    <p:bg>
      <p:bgPr>
        <a:solidFill>
          <a:srgbClr val="810B29"/>
        </a:solidFill>
        <a:effectLst/>
      </p:bgPr>
    </p:bg>
    <p:spTree>
      <p:nvGrpSpPr>
        <p:cNvPr id="1" name=""/>
        <p:cNvGrpSpPr/>
        <p:nvPr/>
      </p:nvGrpSpPr>
      <p:grpSpPr>
        <a:xfrm>
          <a:off x="0" y="0"/>
          <a:ext cx="0" cy="0"/>
          <a:chOff x="0" y="0"/>
          <a:chExt cx="0" cy="0"/>
        </a:xfrm>
      </p:grpSpPr>
      <p:sp>
        <p:nvSpPr>
          <p:cNvPr id="6" name="Title 1"/>
          <p:cNvSpPr>
            <a:spLocks noGrp="1"/>
          </p:cNvSpPr>
          <p:nvPr>
            <p:ph type="ctrTitle"/>
          </p:nvPr>
        </p:nvSpPr>
        <p:spPr>
          <a:xfrm>
            <a:off x="175443" y="474075"/>
            <a:ext cx="5563519" cy="464065"/>
          </a:xfrm>
          <a:prstGeom prst="rect">
            <a:avLst/>
          </a:prstGeom>
        </p:spPr>
        <p:txBody>
          <a:bodyPr/>
          <a:lstStyle>
            <a:lvl1pPr>
              <a:defRPr>
                <a:latin typeface="Franklin Gothic Book" panose="020B0503020102020204" pitchFamily="34" charset="0"/>
              </a:defRPr>
            </a:lvl1pPr>
          </a:lstStyle>
          <a:p>
            <a:r>
              <a:rPr lang="en-US"/>
              <a:t>Click to edit Master title style</a:t>
            </a:r>
            <a:endParaRPr lang="en-US" dirty="0"/>
          </a:p>
        </p:txBody>
      </p:sp>
      <p:sp>
        <p:nvSpPr>
          <p:cNvPr id="12" name="Rectangle 11"/>
          <p:cNvSpPr/>
          <p:nvPr userDrawn="1"/>
        </p:nvSpPr>
        <p:spPr>
          <a:xfrm>
            <a:off x="0" y="4351663"/>
            <a:ext cx="12192000" cy="2506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a:xfrm>
            <a:off x="4038600" y="6356033"/>
            <a:ext cx="4114800" cy="365125"/>
          </a:xfrm>
          <a:prstGeom prst="rect">
            <a:avLst/>
          </a:prstGeom>
        </p:spPr>
        <p:txBody>
          <a:bodyPr/>
          <a:lstStyle>
            <a:lvl1pPr>
              <a:defRPr>
                <a:latin typeface="Aller Light" panose="02000503000000020004"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Aller Light" panose="02000503000000020004" pitchFamily="2" charset="0"/>
                <a:ea typeface="+mn-ea"/>
                <a:cs typeface="+mn-cs"/>
              </a:rPr>
              <a:t>www.alphaplusconsultancy.co.uk</a:t>
            </a:r>
            <a:endParaRPr kumimoji="0" lang="en-US" sz="1200" b="0" i="0" u="none" strike="noStrike" kern="1200" cap="none" spc="0" normalizeH="0" baseline="0" noProof="0" dirty="0">
              <a:ln>
                <a:noFill/>
              </a:ln>
              <a:solidFill>
                <a:prstClr val="black">
                  <a:tint val="75000"/>
                </a:prstClr>
              </a:solidFill>
              <a:effectLst/>
              <a:uLnTx/>
              <a:uFillTx/>
              <a:latin typeface="Aller Light" panose="02000503000000020004" pitchFamily="2" charset="0"/>
              <a:ea typeface="+mn-ea"/>
              <a:cs typeface="+mn-cs"/>
            </a:endParaRPr>
          </a:p>
        </p:txBody>
      </p:sp>
      <p:sp>
        <p:nvSpPr>
          <p:cNvPr id="14" name="Picture Placeholder 2"/>
          <p:cNvSpPr>
            <a:spLocks noGrp="1"/>
          </p:cNvSpPr>
          <p:nvPr>
            <p:ph type="pic" idx="1"/>
          </p:nvPr>
        </p:nvSpPr>
        <p:spPr>
          <a:xfrm>
            <a:off x="7242772" y="1072787"/>
            <a:ext cx="4529074" cy="2746658"/>
          </a:xfrm>
          <a:prstGeom prst="rect">
            <a:avLst/>
          </a:prstGeom>
          <a:ln w="47625">
            <a:solidFill>
              <a:srgbClr val="149ECC"/>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l="34223" r="34951" b="39620"/>
          <a:stretch/>
        </p:blipFill>
        <p:spPr>
          <a:xfrm>
            <a:off x="11642534" y="96011"/>
            <a:ext cx="426530" cy="444558"/>
          </a:xfrm>
          <a:prstGeom prst="rect">
            <a:avLst/>
          </a:prstGeom>
        </p:spPr>
      </p:pic>
    </p:spTree>
    <p:extLst>
      <p:ext uri="{BB962C8B-B14F-4D97-AF65-F5344CB8AC3E}">
        <p14:creationId xmlns:p14="http://schemas.microsoft.com/office/powerpoint/2010/main" val="168700897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rgbClr val="810B29"/>
        </a:solidFill>
        <a:effectLst/>
      </p:bgPr>
    </p:bg>
    <p:spTree>
      <p:nvGrpSpPr>
        <p:cNvPr id="1" name=""/>
        <p:cNvGrpSpPr/>
        <p:nvPr/>
      </p:nvGrpSpPr>
      <p:grpSpPr>
        <a:xfrm>
          <a:off x="0" y="0"/>
          <a:ext cx="0" cy="0"/>
          <a:chOff x="0" y="0"/>
          <a:chExt cx="0" cy="0"/>
        </a:xfrm>
      </p:grpSpPr>
      <p:sp>
        <p:nvSpPr>
          <p:cNvPr id="3" name="Rectangle 2"/>
          <p:cNvSpPr/>
          <p:nvPr userDrawn="1"/>
        </p:nvSpPr>
        <p:spPr>
          <a:xfrm>
            <a:off x="0" y="5657850"/>
            <a:ext cx="12192000" cy="12049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ooter Placeholder 3"/>
          <p:cNvSpPr txBox="1">
            <a:spLocks/>
          </p:cNvSpPr>
          <p:nvPr userDrawn="1"/>
        </p:nvSpPr>
        <p:spPr>
          <a:xfrm>
            <a:off x="4038600" y="63550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4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ller Light" panose="02000503000000020004" pitchFamily="2" charset="0"/>
                <a:ea typeface="+mn-ea"/>
                <a:cs typeface="+mn-cs"/>
              </a:rPr>
              <a:t>www.alphaplusconsultancy.co.uk</a:t>
            </a:r>
            <a:endParaRPr kumimoji="0" lang="en-US" sz="1400" b="0" i="0" u="none" strike="noStrike" kern="1200" cap="none" spc="0" normalizeH="0" baseline="0" noProof="0" dirty="0">
              <a:ln>
                <a:noFill/>
              </a:ln>
              <a:solidFill>
                <a:prstClr val="black"/>
              </a:solidFill>
              <a:effectLst/>
              <a:uLnTx/>
              <a:uFillTx/>
              <a:latin typeface="Aller Light" panose="02000503000000020004" pitchFamily="2" charset="0"/>
              <a:ea typeface="+mn-ea"/>
              <a:cs typeface="+mn-cs"/>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953000" cy="5657850"/>
          </a:xfrm>
          <a:prstGeom prst="rect">
            <a:avLst/>
          </a:prstGeom>
        </p:spPr>
      </p:pic>
    </p:spTree>
    <p:extLst>
      <p:ext uri="{BB962C8B-B14F-4D97-AF65-F5344CB8AC3E}">
        <p14:creationId xmlns:p14="http://schemas.microsoft.com/office/powerpoint/2010/main" val="249282428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330982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15341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02761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298550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489356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511927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975525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525735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007203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85321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0833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931401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0" y="0"/>
            <a:ext cx="12192000" cy="685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32924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381000"/>
            <a:ext cx="11379200" cy="4064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406400" y="4689572"/>
            <a:ext cx="7518400" cy="471365"/>
          </a:xfrm>
          <a:prstGeom prst="rect">
            <a:avLst/>
          </a:prstGeom>
        </p:spPr>
        <p:txBody>
          <a:bodyPr wrap="none" lIns="0" tIns="0" rIns="0" bIns="0" anchor="ctr">
            <a:noAutofit/>
          </a:bodyPr>
          <a:lstStyle>
            <a:lvl1pPr algn="l">
              <a:defRPr sz="3733" b="1" baseline="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86650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1865741"/>
            <a:ext cx="11379200" cy="33528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61542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50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236133" y="1549400"/>
            <a:ext cx="49614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37484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51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5" hasCustomPrompt="1"/>
          </p:nvPr>
        </p:nvSpPr>
        <p:spPr>
          <a:xfrm>
            <a:off x="609600" y="2552701"/>
            <a:ext cx="6062133" cy="3467099"/>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0644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52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795867" y="1527715"/>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6" hasCustomPrompt="1"/>
          </p:nvPr>
        </p:nvSpPr>
        <p:spPr>
          <a:xfrm>
            <a:off x="7416800" y="1527715"/>
            <a:ext cx="3742267"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5390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8" grpId="0" animBg="1"/>
    </p:bld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53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5" hasCustomPrompt="1"/>
          </p:nvPr>
        </p:nvSpPr>
        <p:spPr>
          <a:xfrm>
            <a:off x="508000" y="1510781"/>
            <a:ext cx="5994400" cy="51816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03974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54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838984" y="2269067"/>
            <a:ext cx="2026933"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6" hasCustomPrompt="1"/>
          </p:nvPr>
        </p:nvSpPr>
        <p:spPr>
          <a:xfrm>
            <a:off x="3649918" y="2269067"/>
            <a:ext cx="2026933"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7" hasCustomPrompt="1"/>
          </p:nvPr>
        </p:nvSpPr>
        <p:spPr>
          <a:xfrm>
            <a:off x="6460851" y="2269067"/>
            <a:ext cx="2026933" cy="3987800"/>
          </a:xfrm>
          <a:prstGeom prst="rect">
            <a:avLst/>
          </a:prstGeom>
          <a:solidFill>
            <a:schemeClr val="bg1">
              <a:lumMod val="95000"/>
            </a:schemeClr>
          </a:solidFill>
          <a:ln w="38100">
            <a:solidFill>
              <a:schemeClr val="bg2">
                <a:lumMod val="85000"/>
              </a:schemeClr>
            </a:solidFill>
          </a:ln>
        </p:spPr>
        <p:txBody>
          <a:bodyPr tIns="73152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0" name="Picture Placeholder 7"/>
          <p:cNvSpPr>
            <a:spLocks noGrp="1"/>
          </p:cNvSpPr>
          <p:nvPr>
            <p:ph type="pic" sz="quarter" idx="18" hasCustomPrompt="1"/>
          </p:nvPr>
        </p:nvSpPr>
        <p:spPr>
          <a:xfrm>
            <a:off x="9271784" y="2269067"/>
            <a:ext cx="2026933"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53847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childTnLst>
                                </p:cTn>
                              </p:par>
                            </p:childTnLst>
                          </p:cTn>
                        </p:par>
                        <p:par>
                          <p:cTn id="17" fill="hold">
                            <p:stCondLst>
                              <p:cond delay="2000"/>
                            </p:stCondLst>
                            <p:childTnLst>
                              <p:par>
                                <p:cTn id="18" presetID="23" presetClass="entr" presetSubtype="16"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childTnLst>
                                </p:cTn>
                              </p:par>
                            </p:childTnLst>
                          </p:cTn>
                        </p:par>
                        <p:par>
                          <p:cTn id="22" fill="hold">
                            <p:stCondLst>
                              <p:cond delay="2500"/>
                            </p:stCondLst>
                            <p:childTnLst>
                              <p:par>
                                <p:cTn id="23" presetID="23" presetClass="entr" presetSubtype="1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childTnLst>
                                </p:cTn>
                              </p:par>
                            </p:childTnLst>
                          </p:cTn>
                        </p:par>
                        <p:par>
                          <p:cTn id="27" fill="hold">
                            <p:stCondLst>
                              <p:cond delay="3000"/>
                            </p:stCondLst>
                            <p:childTnLst>
                              <p:par>
                                <p:cTn id="28" presetID="23" presetClass="entr" presetSubtype="16"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8" grpId="0" animBg="1"/>
      <p:bldP spid="9" grpId="0" animBg="1"/>
      <p:bldP spid="10" grpId="0" animBg="1"/>
    </p:bld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55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5" hasCustomPrompt="1"/>
          </p:nvPr>
        </p:nvSpPr>
        <p:spPr>
          <a:xfrm>
            <a:off x="135467" y="2269067"/>
            <a:ext cx="2594299"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6" hasCustomPrompt="1"/>
          </p:nvPr>
        </p:nvSpPr>
        <p:spPr>
          <a:xfrm>
            <a:off x="3233100" y="2269067"/>
            <a:ext cx="2594299"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7" hasCustomPrompt="1"/>
          </p:nvPr>
        </p:nvSpPr>
        <p:spPr>
          <a:xfrm>
            <a:off x="6330733" y="2269067"/>
            <a:ext cx="2594299" cy="3987800"/>
          </a:xfrm>
          <a:prstGeom prst="rect">
            <a:avLst/>
          </a:prstGeom>
          <a:solidFill>
            <a:schemeClr val="bg1">
              <a:lumMod val="95000"/>
            </a:schemeClr>
          </a:solidFill>
          <a:ln w="38100">
            <a:solidFill>
              <a:schemeClr val="bg2">
                <a:lumMod val="85000"/>
              </a:schemeClr>
            </a:solidFill>
          </a:ln>
        </p:spPr>
        <p:txBody>
          <a:bodyPr tIns="73152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14" name="Picture Placeholder 7"/>
          <p:cNvSpPr>
            <a:spLocks noGrp="1"/>
          </p:cNvSpPr>
          <p:nvPr>
            <p:ph type="pic" sz="quarter" idx="18" hasCustomPrompt="1"/>
          </p:nvPr>
        </p:nvSpPr>
        <p:spPr>
          <a:xfrm>
            <a:off x="9428368" y="2269067"/>
            <a:ext cx="2594299" cy="3987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1104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500"/>
                                        <p:tgtEl>
                                          <p:spTgt spid="12"/>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up)">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12" grpId="0" animBg="1"/>
      <p:bldP spid="13" grpId="0" animBg="1"/>
      <p:bldP spid="14" grpId="0" animBg="1"/>
    </p:bld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59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5" hasCustomPrompt="1"/>
          </p:nvPr>
        </p:nvSpPr>
        <p:spPr>
          <a:xfrm>
            <a:off x="1236133" y="1955800"/>
            <a:ext cx="2336800" cy="4368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
        <p:nvSpPr>
          <p:cNvPr id="7" name="Picture Placeholder 7"/>
          <p:cNvSpPr>
            <a:spLocks noGrp="1"/>
          </p:cNvSpPr>
          <p:nvPr>
            <p:ph type="pic" sz="quarter" idx="16" hasCustomPrompt="1"/>
          </p:nvPr>
        </p:nvSpPr>
        <p:spPr>
          <a:xfrm>
            <a:off x="3776133" y="1955800"/>
            <a:ext cx="2336800" cy="4368800"/>
          </a:xfrm>
          <a:prstGeom prst="rect">
            <a:avLst/>
          </a:prstGeom>
          <a:solidFill>
            <a:schemeClr val="bg1">
              <a:lumMod val="95000"/>
            </a:schemeClr>
          </a:solidFill>
          <a:ln w="38100">
            <a:solidFill>
              <a:schemeClr val="bg2">
                <a:lumMod val="85000"/>
              </a:schemeClr>
            </a:solidFill>
          </a:ln>
        </p:spPr>
        <p:txBody>
          <a:bodyPr tIns="822960" bIns="274320" anchor="ctr" anchorCtr="0"/>
          <a:lstStyle>
            <a:lvl1pPr algn="ctr" rtl="0">
              <a:buNone/>
              <a:defRPr sz="14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66689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7" grpId="0" animBg="1"/>
    </p:bld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43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1735667"/>
            <a:ext cx="11379200" cy="33528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30988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1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244600" y="1954641"/>
            <a:ext cx="4673600" cy="4509659"/>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60181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42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64580" y="2973347"/>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30" name="Picture Placeholder 7"/>
          <p:cNvSpPr>
            <a:spLocks noGrp="1"/>
          </p:cNvSpPr>
          <p:nvPr>
            <p:ph type="pic" sz="quarter" idx="11" hasCustomPrompt="1"/>
          </p:nvPr>
        </p:nvSpPr>
        <p:spPr>
          <a:xfrm>
            <a:off x="2620719" y="5604931"/>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1" name="Picture Placeholder 7"/>
          <p:cNvSpPr>
            <a:spLocks noGrp="1"/>
          </p:cNvSpPr>
          <p:nvPr>
            <p:ph type="pic" sz="quarter" idx="12" hasCustomPrompt="1"/>
          </p:nvPr>
        </p:nvSpPr>
        <p:spPr>
          <a:xfrm>
            <a:off x="4889788" y="2047422"/>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2" name="Picture Placeholder 7"/>
          <p:cNvSpPr>
            <a:spLocks noGrp="1"/>
          </p:cNvSpPr>
          <p:nvPr>
            <p:ph type="pic" sz="quarter" idx="13" hasCustomPrompt="1"/>
          </p:nvPr>
        </p:nvSpPr>
        <p:spPr>
          <a:xfrm>
            <a:off x="7123291" y="4618790"/>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3" name="Picture Placeholder 7"/>
          <p:cNvSpPr>
            <a:spLocks noGrp="1"/>
          </p:cNvSpPr>
          <p:nvPr>
            <p:ph type="pic" sz="quarter" idx="14" hasCustomPrompt="1"/>
          </p:nvPr>
        </p:nvSpPr>
        <p:spPr>
          <a:xfrm>
            <a:off x="9639862" y="1288650"/>
            <a:ext cx="2327125" cy="115053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51576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up)">
                                      <p:cBhvr>
                                        <p:cTn id="19" dur="500"/>
                                        <p:tgtEl>
                                          <p:spTgt spid="30"/>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par>
                          <p:cTn id="28" fill="hold">
                            <p:stCondLst>
                              <p:cond delay="3500"/>
                            </p:stCondLst>
                            <p:childTnLst>
                              <p:par>
                                <p:cTn id="29" presetID="22" presetClass="entr" presetSubtype="1"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up)">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30" grpId="0" animBg="1"/>
      <p:bldP spid="31" grpId="0" animBg="1"/>
      <p:bldP spid="32" grpId="0" animBg="1"/>
      <p:bldP spid="33" grpId="0" animBg="1"/>
    </p:bld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3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203200"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1" hasCustomPrompt="1"/>
          </p:nvPr>
        </p:nvSpPr>
        <p:spPr>
          <a:xfrm>
            <a:off x="3217333"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7" name="Picture Placeholder 7"/>
          <p:cNvSpPr>
            <a:spLocks noGrp="1"/>
          </p:cNvSpPr>
          <p:nvPr>
            <p:ph type="pic" sz="quarter" idx="12" hasCustomPrompt="1"/>
          </p:nvPr>
        </p:nvSpPr>
        <p:spPr>
          <a:xfrm>
            <a:off x="6231467"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3" hasCustomPrompt="1"/>
          </p:nvPr>
        </p:nvSpPr>
        <p:spPr>
          <a:xfrm>
            <a:off x="9245600" y="2317632"/>
            <a:ext cx="1930400" cy="377836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5806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P spid="7" grpId="0" animBg="1"/>
      <p:bldP spid="8" grpId="0" animBg="1"/>
    </p:bld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760048" y="2064656"/>
            <a:ext cx="6249888" cy="424300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86713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wipe(up)">
                                      <p:cBhvr>
                                        <p:cTn id="15"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0" y="0"/>
            <a:ext cx="6197600" cy="685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6248400" y="516467"/>
            <a:ext cx="5943600" cy="471365"/>
          </a:xfrm>
          <a:prstGeom prst="rect">
            <a:avLst/>
          </a:prstGeom>
        </p:spPr>
        <p:txBody>
          <a:bodyPr wrap="none" lIns="0" tIns="0" rIns="0" bIns="0" anchor="ctr">
            <a:noAutofit/>
          </a:bodyPr>
          <a:lstStyle>
            <a:lvl1pPr algn="ctr" rtl="0">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64770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64854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406400" y="2040467"/>
            <a:ext cx="5588000" cy="29464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6" name="Picture Placeholder 7"/>
          <p:cNvSpPr>
            <a:spLocks noGrp="1"/>
          </p:cNvSpPr>
          <p:nvPr>
            <p:ph type="pic" sz="quarter" idx="11" hasCustomPrompt="1"/>
          </p:nvPr>
        </p:nvSpPr>
        <p:spPr>
          <a:xfrm>
            <a:off x="6158896" y="2040467"/>
            <a:ext cx="5588000" cy="29464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5981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6" grpId="0" animBg="1"/>
    </p:bld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866016" y="1750184"/>
            <a:ext cx="2743200" cy="177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7" name="Picture Placeholder 7"/>
          <p:cNvSpPr>
            <a:spLocks noGrp="1"/>
          </p:cNvSpPr>
          <p:nvPr>
            <p:ph type="pic" sz="quarter" idx="11" hasCustomPrompt="1"/>
          </p:nvPr>
        </p:nvSpPr>
        <p:spPr>
          <a:xfrm>
            <a:off x="3967232" y="1750184"/>
            <a:ext cx="4262368" cy="4620384"/>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12" hasCustomPrompt="1"/>
          </p:nvPr>
        </p:nvSpPr>
        <p:spPr>
          <a:xfrm>
            <a:off x="8587616" y="1750184"/>
            <a:ext cx="2743200" cy="17780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14400" y="4440160"/>
            <a:ext cx="2743200" cy="163044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4" hasCustomPrompt="1"/>
          </p:nvPr>
        </p:nvSpPr>
        <p:spPr>
          <a:xfrm>
            <a:off x="8636000" y="4440160"/>
            <a:ext cx="2743200" cy="163044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732085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up)">
                                      <p:cBhvr>
                                        <p:cTn id="19" dur="500"/>
                                        <p:tgtEl>
                                          <p:spTgt spid="4"/>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up)">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7" grpId="0" animBg="1"/>
      <p:bldP spid="8" grpId="0" animBg="1"/>
      <p:bldP spid="12" grpId="0" animBg="1"/>
      <p:bldP spid="13" grpId="0" animBg="1"/>
    </p:bld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80576" y="2016811"/>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2" hasCustomPrompt="1"/>
          </p:nvPr>
        </p:nvSpPr>
        <p:spPr>
          <a:xfrm>
            <a:off x="8302176" y="2016811"/>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4441376" y="2016811"/>
            <a:ext cx="3304416" cy="32826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97620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P spid="12" grpId="0" animBg="1"/>
    </p:bld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628952" y="1648584"/>
            <a:ext cx="5002592" cy="38922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2" hasCustomPrompt="1"/>
          </p:nvPr>
        </p:nvSpPr>
        <p:spPr>
          <a:xfrm>
            <a:off x="6545944" y="1648584"/>
            <a:ext cx="5002592" cy="3892248"/>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9176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128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1" hasCustomPrompt="1"/>
          </p:nvPr>
        </p:nvSpPr>
        <p:spPr>
          <a:xfrm>
            <a:off x="33576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1" name="Picture Placeholder 7"/>
          <p:cNvSpPr>
            <a:spLocks noGrp="1"/>
          </p:cNvSpPr>
          <p:nvPr>
            <p:ph type="pic" sz="quarter" idx="12" hasCustomPrompt="1"/>
          </p:nvPr>
        </p:nvSpPr>
        <p:spPr>
          <a:xfrm>
            <a:off x="62024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047241" y="1909837"/>
            <a:ext cx="2522097"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3383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P spid="11" grpId="0" animBg="1"/>
      <p:bldP spid="12" grpId="0" animBg="1"/>
    </p:bld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44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128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1" hasCustomPrompt="1"/>
          </p:nvPr>
        </p:nvSpPr>
        <p:spPr>
          <a:xfrm>
            <a:off x="33576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1" name="Picture Placeholder 7"/>
          <p:cNvSpPr>
            <a:spLocks noGrp="1"/>
          </p:cNvSpPr>
          <p:nvPr>
            <p:ph type="pic" sz="quarter" idx="12" hasCustomPrompt="1"/>
          </p:nvPr>
        </p:nvSpPr>
        <p:spPr>
          <a:xfrm>
            <a:off x="62024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9047239" y="2163837"/>
            <a:ext cx="2523744" cy="2523744"/>
          </a:xfrm>
          <a:prstGeom prst="ellipse">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82600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P spid="11" grpId="0" animBg="1"/>
      <p:bldP spid="12" grpId="0" animBg="1"/>
    </p:bld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8" name="Picture Placeholder 7"/>
          <p:cNvSpPr>
            <a:spLocks noGrp="1"/>
          </p:cNvSpPr>
          <p:nvPr>
            <p:ph type="pic" sz="quarter" idx="10" hasCustomPrompt="1"/>
          </p:nvPr>
        </p:nvSpPr>
        <p:spPr>
          <a:xfrm>
            <a:off x="423334" y="2217804"/>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9" name="Picture Placeholder 7"/>
          <p:cNvSpPr>
            <a:spLocks noGrp="1"/>
          </p:cNvSpPr>
          <p:nvPr>
            <p:ph type="pic" sz="quarter" idx="11" hasCustomPrompt="1"/>
          </p:nvPr>
        </p:nvSpPr>
        <p:spPr>
          <a:xfrm>
            <a:off x="3443111" y="2181269"/>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3" name="Picture Placeholder 7"/>
          <p:cNvSpPr>
            <a:spLocks noGrp="1"/>
          </p:cNvSpPr>
          <p:nvPr>
            <p:ph type="pic" sz="quarter" idx="12" hasCustomPrompt="1"/>
          </p:nvPr>
        </p:nvSpPr>
        <p:spPr>
          <a:xfrm>
            <a:off x="6462888" y="2144735"/>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4" name="Picture Placeholder 7"/>
          <p:cNvSpPr>
            <a:spLocks noGrp="1"/>
          </p:cNvSpPr>
          <p:nvPr>
            <p:ph type="pic" sz="quarter" idx="13" hasCustomPrompt="1"/>
          </p:nvPr>
        </p:nvSpPr>
        <p:spPr>
          <a:xfrm>
            <a:off x="9482667" y="2108200"/>
            <a:ext cx="2353733" cy="36576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2603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8" grpId="0" animBg="1"/>
      <p:bldP spid="9" grpId="0" animBg="1"/>
      <p:bldP spid="13" grpId="0" animBg="1"/>
      <p:bldP spid="14" grpId="0" animBg="1"/>
    </p:bld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Picture Placeholder 7"/>
          <p:cNvSpPr>
            <a:spLocks noGrp="1"/>
          </p:cNvSpPr>
          <p:nvPr>
            <p:ph type="pic" sz="quarter" idx="10" hasCustomPrompt="1"/>
          </p:nvPr>
        </p:nvSpPr>
        <p:spPr>
          <a:xfrm>
            <a:off x="508001" y="1618917"/>
            <a:ext cx="11176000" cy="3370169"/>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75787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0" grpId="0" animBg="1"/>
    </p:bld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32192" y="2045304"/>
            <a:ext cx="3449560"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2" hasCustomPrompt="1"/>
          </p:nvPr>
        </p:nvSpPr>
        <p:spPr>
          <a:xfrm>
            <a:off x="4392992" y="2045304"/>
            <a:ext cx="3449560"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12" name="Picture Placeholder 7"/>
          <p:cNvSpPr>
            <a:spLocks noGrp="1"/>
          </p:cNvSpPr>
          <p:nvPr>
            <p:ph type="pic" sz="quarter" idx="13" hasCustomPrompt="1"/>
          </p:nvPr>
        </p:nvSpPr>
        <p:spPr>
          <a:xfrm>
            <a:off x="8253792" y="2045304"/>
            <a:ext cx="3449560" cy="3009296"/>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65307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wipe(up)">
                                      <p:cBhvr>
                                        <p:cTn id="16" dur="500"/>
                                        <p:tgtEl>
                                          <p:spTgt spid="5">
                                            <p:txEl>
                                              <p:pRg st="0" end="0"/>
                                            </p:txEl>
                                          </p:spTgt>
                                        </p:tgtEl>
                                      </p:cBhvr>
                                    </p:animEffect>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12" grpId="0" animBg="1"/>
    </p:bld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046844" y="2006601"/>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1" name="Picture Placeholder 7"/>
          <p:cNvSpPr>
            <a:spLocks noGrp="1"/>
          </p:cNvSpPr>
          <p:nvPr>
            <p:ph type="pic" sz="quarter" idx="12" hasCustomPrompt="1"/>
          </p:nvPr>
        </p:nvSpPr>
        <p:spPr>
          <a:xfrm>
            <a:off x="3510644" y="4686866"/>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22" name="Picture Placeholder 7"/>
          <p:cNvSpPr>
            <a:spLocks noGrp="1"/>
          </p:cNvSpPr>
          <p:nvPr>
            <p:ph type="pic" sz="quarter" idx="14" hasCustomPrompt="1"/>
          </p:nvPr>
        </p:nvSpPr>
        <p:spPr>
          <a:xfrm>
            <a:off x="5974444" y="2006601"/>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23" name="Picture Placeholder 7"/>
          <p:cNvSpPr>
            <a:spLocks noGrp="1"/>
          </p:cNvSpPr>
          <p:nvPr>
            <p:ph type="pic" sz="quarter" idx="15" hasCustomPrompt="1"/>
          </p:nvPr>
        </p:nvSpPr>
        <p:spPr>
          <a:xfrm>
            <a:off x="8496300" y="4686866"/>
            <a:ext cx="2801256" cy="168853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132768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3" presetClass="entr" presetSubtype="16"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 calcmode="lin" valueType="num">
                                      <p:cBhvr>
                                        <p:cTn id="30" dur="500" fill="hold"/>
                                        <p:tgtEl>
                                          <p:spTgt spid="23"/>
                                        </p:tgtEl>
                                        <p:attrNameLst>
                                          <p:attrName>ppt_w</p:attrName>
                                        </p:attrNameLst>
                                      </p:cBhvr>
                                      <p:tavLst>
                                        <p:tav tm="0">
                                          <p:val>
                                            <p:fltVal val="0"/>
                                          </p:val>
                                        </p:tav>
                                        <p:tav tm="100000">
                                          <p:val>
                                            <p:strVal val="#ppt_w"/>
                                          </p:val>
                                        </p:tav>
                                      </p:tavLst>
                                    </p:anim>
                                    <p:anim calcmode="lin" valueType="num">
                                      <p:cBhvr>
                                        <p:cTn id="31" dur="500" fill="hold"/>
                                        <p:tgtEl>
                                          <p:spTgt spid="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P spid="11" grpId="0" animBg="1"/>
      <p:bldP spid="22" grpId="0" animBg="1"/>
      <p:bldP spid="23" grpId="0" animBg="1"/>
    </p:bld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270933" y="2183189"/>
            <a:ext cx="6249888" cy="3904344"/>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30804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wipe(up)">
                                      <p:cBhvr>
                                        <p:cTn id="16"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5080000" y="1982408"/>
            <a:ext cx="6502400" cy="4378472"/>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
        <p:nvSpPr>
          <p:cNvPr id="3"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5"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11389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5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build="p">
        <p:tmplLst>
          <p:tmpl lvl="1">
            <p:tnLst>
              <p:par>
                <p:cTn presetID="22" presetClass="entr" presetSubtype="1"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up)">
                      <p:cBhvr>
                        <p:cTn dur="500"/>
                        <p:tgtEl>
                          <p:spTgt spid="5"/>
                        </p:tgtEl>
                      </p:cBhvr>
                    </p:animEffect>
                  </p:childTnLst>
                </p:cTn>
              </p:par>
            </p:tnLst>
          </p:tmpl>
        </p:tmplLst>
      </p:bldP>
    </p:bld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5733" y="1651000"/>
            <a:ext cx="3557720" cy="5590707"/>
          </a:xfrm>
          <a:prstGeom prst="rect">
            <a:avLst/>
          </a:prstGeom>
        </p:spPr>
      </p:pic>
      <p:sp>
        <p:nvSpPr>
          <p:cNvPr id="4" name="Picture Placeholder 7"/>
          <p:cNvSpPr>
            <a:spLocks noGrp="1"/>
          </p:cNvSpPr>
          <p:nvPr>
            <p:ph type="pic" sz="quarter" idx="10" hasCustomPrompt="1"/>
          </p:nvPr>
        </p:nvSpPr>
        <p:spPr>
          <a:xfrm>
            <a:off x="1440193" y="2552701"/>
            <a:ext cx="1828800" cy="3111500"/>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41227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37"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900" decel="100000" fill="hold"/>
                                        <p:tgtEl>
                                          <p:spTgt spid="6"/>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P spid="4" grpId="0" animBg="1"/>
    </p:bld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pic>
        <p:nvPicPr>
          <p:cNvPr id="5" name="Picture 3" descr="F:\Trabajos\Envato\Graphic River\Duckson\Elements\laptop.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992" y="2510825"/>
            <a:ext cx="6616408" cy="3699475"/>
          </a:xfrm>
          <a:prstGeom prst="rect">
            <a:avLst/>
          </a:prstGeom>
          <a:noFill/>
          <a:extLst>
            <a:ext uri="{909E8E84-426E-40DD-AFC4-6F175D3DCCD1}">
              <a14:hiddenFill xmlns:a14="http://schemas.microsoft.com/office/drawing/2010/main">
                <a:solidFill>
                  <a:srgbClr val="FFFFFF"/>
                </a:solidFill>
              </a14:hiddenFill>
            </a:ext>
          </a:extLst>
        </p:spPr>
      </p:pic>
      <p:sp>
        <p:nvSpPr>
          <p:cNvPr id="4" name="Picture Placeholder 7"/>
          <p:cNvSpPr>
            <a:spLocks noGrp="1"/>
          </p:cNvSpPr>
          <p:nvPr>
            <p:ph type="pic" sz="quarter" idx="10" hasCustomPrompt="1"/>
          </p:nvPr>
        </p:nvSpPr>
        <p:spPr>
          <a:xfrm>
            <a:off x="2273592" y="2819400"/>
            <a:ext cx="4127208" cy="2528587"/>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02628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37"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900" decel="100000" fill="hold"/>
                                        <p:tgtEl>
                                          <p:spTgt spid="5"/>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P spid="4" grpId="0" animBg="1"/>
    </p:bld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10" name="Rectangle 9"/>
          <p:cNvSpPr/>
          <p:nvPr/>
        </p:nvSpPr>
        <p:spPr>
          <a:xfrm>
            <a:off x="4374394" y="2152840"/>
            <a:ext cx="3347575" cy="200955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id-ID" sz="2400" b="0" i="0" u="none" strike="noStrike" kern="1200" cap="none" spc="0" normalizeH="0" baseline="0" noProof="0">
              <a:ln>
                <a:noFill/>
              </a:ln>
              <a:solidFill>
                <a:prstClr val="white"/>
              </a:solidFill>
              <a:effectLst/>
              <a:uLnTx/>
              <a:uFillTx/>
              <a:latin typeface="Calibri"/>
              <a:ea typeface="+mn-ea"/>
              <a:cs typeface="+mn-cs"/>
            </a:endParaRPr>
          </a:p>
        </p:txBody>
      </p:sp>
      <p:sp>
        <p:nvSpPr>
          <p:cNvPr id="4" name="Picture Placeholder 7"/>
          <p:cNvSpPr>
            <a:spLocks noGrp="1"/>
          </p:cNvSpPr>
          <p:nvPr userDrawn="1">
            <p:ph type="pic" sz="quarter" idx="10" hasCustomPrompt="1"/>
          </p:nvPr>
        </p:nvSpPr>
        <p:spPr>
          <a:xfrm>
            <a:off x="3983046" y="1752600"/>
            <a:ext cx="4104205" cy="2409795"/>
          </a:xfrm>
          <a:prstGeom prst="rect">
            <a:avLst/>
          </a:prstGeom>
          <a:solidFill>
            <a:schemeClr val="tx1">
              <a:lumMod val="10000"/>
              <a:lumOff val="90000"/>
            </a:schemeClr>
          </a:solidFill>
          <a:ln w="19050">
            <a:noFill/>
          </a:ln>
        </p:spPr>
        <p:txBody>
          <a:bodyPr tIns="640080" bIns="182880" anchor="ctr" anchorCtr="0"/>
          <a:lstStyle>
            <a:lvl1pPr algn="ctr" rtl="0">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82633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par>
                          <p:cTn id="12" fill="hold">
                            <p:stCondLst>
                              <p:cond delay="1000"/>
                            </p:stCondLst>
                            <p:childTnLst>
                              <p:par>
                                <p:cTn id="13" presetID="23" presetClass="entr" presetSubtype="16"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2" presetClass="entr" presetSubtype="1"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up)">
                      <p:cBhvr>
                        <p:cTn dur="500"/>
                        <p:tgtEl>
                          <p:spTgt spid="8"/>
                        </p:tgtEl>
                      </p:cBhvr>
                    </p:animEffect>
                  </p:childTnLst>
                </p:cTn>
              </p:par>
            </p:tnLst>
          </p:tmpl>
        </p:tmplLst>
      </p:bldP>
      <p:bldP spid="4" grpId="0" animBg="1"/>
    </p:bld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20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9558008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29_Title Slide">
    <p:spTree>
      <p:nvGrpSpPr>
        <p:cNvPr id="1" name=""/>
        <p:cNvGrpSpPr/>
        <p:nvPr/>
      </p:nvGrpSpPr>
      <p:grpSpPr>
        <a:xfrm>
          <a:off x="0" y="0"/>
          <a:ext cx="0" cy="0"/>
          <a:chOff x="0" y="0"/>
          <a:chExt cx="0" cy="0"/>
        </a:xfrm>
      </p:grpSpPr>
      <p:sp>
        <p:nvSpPr>
          <p:cNvPr id="6" name="Picture Placeholder 7"/>
          <p:cNvSpPr>
            <a:spLocks noGrp="1"/>
          </p:cNvSpPr>
          <p:nvPr>
            <p:ph type="pic" sz="quarter" idx="26" hasCustomPrompt="1"/>
          </p:nvPr>
        </p:nvSpPr>
        <p:spPr>
          <a:xfrm>
            <a:off x="5046133" y="770467"/>
            <a:ext cx="2072640" cy="3657600"/>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297613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4" name="Picture Placeholder 7"/>
          <p:cNvSpPr>
            <a:spLocks noGrp="1"/>
          </p:cNvSpPr>
          <p:nvPr>
            <p:ph type="pic" sz="quarter" idx="26" hasCustomPrompt="1"/>
          </p:nvPr>
        </p:nvSpPr>
        <p:spPr>
          <a:xfrm>
            <a:off x="5164667" y="1174835"/>
            <a:ext cx="1877568" cy="3304032"/>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3947050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31_Title Slide">
    <p:spTree>
      <p:nvGrpSpPr>
        <p:cNvPr id="1" name=""/>
        <p:cNvGrpSpPr/>
        <p:nvPr/>
      </p:nvGrpSpPr>
      <p:grpSpPr>
        <a:xfrm>
          <a:off x="0" y="0"/>
          <a:ext cx="0" cy="0"/>
          <a:chOff x="0" y="0"/>
          <a:chExt cx="0" cy="0"/>
        </a:xfrm>
      </p:grpSpPr>
      <p:sp>
        <p:nvSpPr>
          <p:cNvPr id="4" name="Picture Placeholder 7"/>
          <p:cNvSpPr>
            <a:spLocks noGrp="1"/>
          </p:cNvSpPr>
          <p:nvPr>
            <p:ph type="pic" sz="quarter" idx="26" hasCustomPrompt="1"/>
          </p:nvPr>
        </p:nvSpPr>
        <p:spPr>
          <a:xfrm>
            <a:off x="4859867" y="1242568"/>
            <a:ext cx="2474976" cy="3304032"/>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82653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32_Title Slide">
    <p:spTree>
      <p:nvGrpSpPr>
        <p:cNvPr id="1" name=""/>
        <p:cNvGrpSpPr/>
        <p:nvPr/>
      </p:nvGrpSpPr>
      <p:grpSpPr>
        <a:xfrm>
          <a:off x="0" y="0"/>
          <a:ext cx="0" cy="0"/>
          <a:chOff x="0" y="0"/>
          <a:chExt cx="0" cy="0"/>
        </a:xfrm>
      </p:grpSpPr>
      <p:sp>
        <p:nvSpPr>
          <p:cNvPr id="4" name="Picture Placeholder 7"/>
          <p:cNvSpPr>
            <a:spLocks noGrp="1"/>
          </p:cNvSpPr>
          <p:nvPr>
            <p:ph type="pic" sz="quarter" idx="26" hasCustomPrompt="1"/>
          </p:nvPr>
        </p:nvSpPr>
        <p:spPr>
          <a:xfrm>
            <a:off x="3403600" y="753533"/>
            <a:ext cx="5364480" cy="3425952"/>
          </a:xfrm>
          <a:prstGeom prst="rect">
            <a:avLst/>
          </a:prstGeom>
          <a:solidFill>
            <a:schemeClr val="bg1">
              <a:lumMod val="95000"/>
            </a:schemeClr>
          </a:solidFill>
          <a:ln w="19050">
            <a:noFill/>
          </a:ln>
          <a:effectLst>
            <a:innerShdw blurRad="114300">
              <a:prstClr val="black">
                <a:alpha val="14000"/>
              </a:prstClr>
            </a:innerShdw>
          </a:effectLst>
        </p:spPr>
        <p:txBody>
          <a:bodyPr tIns="822960" bIns="182880" anchor="ctr" anchorCtr="0"/>
          <a:lstStyle>
            <a:lvl1pPr algn="ctr" rtl="0">
              <a:buNone/>
              <a:defRPr sz="1400"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266022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34_Title Slide">
    <p:spTree>
      <p:nvGrpSpPr>
        <p:cNvPr id="1" name=""/>
        <p:cNvGrpSpPr/>
        <p:nvPr/>
      </p:nvGrpSpPr>
      <p:grpSpPr>
        <a:xfrm>
          <a:off x="0" y="0"/>
          <a:ext cx="0" cy="0"/>
          <a:chOff x="0" y="0"/>
          <a:chExt cx="0" cy="0"/>
        </a:xfrm>
      </p:grpSpPr>
      <p:sp>
        <p:nvSpPr>
          <p:cNvPr id="4" name="Rectangle 3"/>
          <p:cNvSpPr/>
          <p:nvPr userDrawn="1"/>
        </p:nvSpPr>
        <p:spPr>
          <a:xfrm>
            <a:off x="203200" y="1549400"/>
            <a:ext cx="11785600" cy="487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Picture Placeholder 7"/>
          <p:cNvSpPr>
            <a:spLocks noGrp="1"/>
          </p:cNvSpPr>
          <p:nvPr>
            <p:ph type="pic" sz="quarter" idx="10" hasCustomPrompt="1"/>
          </p:nvPr>
        </p:nvSpPr>
        <p:spPr>
          <a:xfrm>
            <a:off x="1778986" y="2115372"/>
            <a:ext cx="2593269" cy="3637859"/>
          </a:xfrm>
          <a:custGeom>
            <a:avLst/>
            <a:gdLst>
              <a:gd name="connsiteX0" fmla="*/ 0 w 2651372"/>
              <a:gd name="connsiteY0" fmla="*/ 0 h 1987349"/>
              <a:gd name="connsiteX1" fmla="*/ 2651372 w 2651372"/>
              <a:gd name="connsiteY1" fmla="*/ 0 h 1987349"/>
              <a:gd name="connsiteX2" fmla="*/ 2651372 w 2651372"/>
              <a:gd name="connsiteY2" fmla="*/ 1987349 h 1987349"/>
              <a:gd name="connsiteX3" fmla="*/ 0 w 2651372"/>
              <a:gd name="connsiteY3" fmla="*/ 1987349 h 1987349"/>
              <a:gd name="connsiteX4" fmla="*/ 0 w 2651372"/>
              <a:gd name="connsiteY4" fmla="*/ 0 h 1987349"/>
              <a:gd name="connsiteX0" fmla="*/ 0 w 2675185"/>
              <a:gd name="connsiteY0" fmla="*/ 0 h 2063549"/>
              <a:gd name="connsiteX1" fmla="*/ 2675185 w 2675185"/>
              <a:gd name="connsiteY1" fmla="*/ 76200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5185"/>
              <a:gd name="connsiteY0" fmla="*/ 0 h 2063549"/>
              <a:gd name="connsiteX1" fmla="*/ 2332285 w 2675185"/>
              <a:gd name="connsiteY1" fmla="*/ 862013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0422"/>
              <a:gd name="connsiteY0" fmla="*/ 0 h 2225474"/>
              <a:gd name="connsiteX1" fmla="*/ 2332285 w 2670422"/>
              <a:gd name="connsiteY1" fmla="*/ 862013 h 2225474"/>
              <a:gd name="connsiteX2" fmla="*/ 2670422 w 2670422"/>
              <a:gd name="connsiteY2" fmla="*/ 2225474 h 2225474"/>
              <a:gd name="connsiteX3" fmla="*/ 23813 w 2670422"/>
              <a:gd name="connsiteY3" fmla="*/ 20635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33350 w 2670422"/>
              <a:gd name="connsiteY3" fmla="*/ 19873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52400 w 2670422"/>
              <a:gd name="connsiteY3" fmla="*/ 1996874 h 2225474"/>
              <a:gd name="connsiteX4" fmla="*/ 0 w 2670422"/>
              <a:gd name="connsiteY4" fmla="*/ 0 h 2225474"/>
              <a:gd name="connsiteX0" fmla="*/ 0 w 2670422"/>
              <a:gd name="connsiteY0" fmla="*/ 0 h 2225474"/>
              <a:gd name="connsiteX1" fmla="*/ 1576635 w 2670422"/>
              <a:gd name="connsiteY1" fmla="*/ 100013 h 2225474"/>
              <a:gd name="connsiteX2" fmla="*/ 2670422 w 2670422"/>
              <a:gd name="connsiteY2" fmla="*/ 2225474 h 2225474"/>
              <a:gd name="connsiteX3" fmla="*/ 152400 w 2670422"/>
              <a:gd name="connsiteY3" fmla="*/ 1996874 h 2225474"/>
              <a:gd name="connsiteX4" fmla="*/ 0 w 2670422"/>
              <a:gd name="connsiteY4" fmla="*/ 0 h 2225474"/>
              <a:gd name="connsiteX0" fmla="*/ 0 w 3165722"/>
              <a:gd name="connsiteY0" fmla="*/ 0 h 2796974"/>
              <a:gd name="connsiteX1" fmla="*/ 1576635 w 3165722"/>
              <a:gd name="connsiteY1" fmla="*/ 100013 h 2796974"/>
              <a:gd name="connsiteX2" fmla="*/ 3165722 w 3165722"/>
              <a:gd name="connsiteY2" fmla="*/ 2796974 h 2796974"/>
              <a:gd name="connsiteX3" fmla="*/ 152400 w 3165722"/>
              <a:gd name="connsiteY3" fmla="*/ 1996874 h 2796974"/>
              <a:gd name="connsiteX4" fmla="*/ 0 w 3165722"/>
              <a:gd name="connsiteY4" fmla="*/ 0 h 2796974"/>
              <a:gd name="connsiteX0" fmla="*/ 0 w 3165722"/>
              <a:gd name="connsiteY0" fmla="*/ 0 h 2974774"/>
              <a:gd name="connsiteX1" fmla="*/ 1576635 w 3165722"/>
              <a:gd name="connsiteY1" fmla="*/ 100013 h 2974774"/>
              <a:gd name="connsiteX2" fmla="*/ 3165722 w 3165722"/>
              <a:gd name="connsiteY2" fmla="*/ 2796974 h 2974774"/>
              <a:gd name="connsiteX3" fmla="*/ 1600200 w 3165722"/>
              <a:gd name="connsiteY3" fmla="*/ 2974774 h 2974774"/>
              <a:gd name="connsiteX4" fmla="*/ 0 w 3165722"/>
              <a:gd name="connsiteY4" fmla="*/ 0 h 2974774"/>
              <a:gd name="connsiteX0" fmla="*/ 0 w 3165722"/>
              <a:gd name="connsiteY0" fmla="*/ 0 h 2974774"/>
              <a:gd name="connsiteX1" fmla="*/ 1560760 w 3165722"/>
              <a:gd name="connsiteY1" fmla="*/ 90488 h 2974774"/>
              <a:gd name="connsiteX2" fmla="*/ 3165722 w 3165722"/>
              <a:gd name="connsiteY2" fmla="*/ 2796974 h 2974774"/>
              <a:gd name="connsiteX3" fmla="*/ 1600200 w 3165722"/>
              <a:gd name="connsiteY3" fmla="*/ 2974774 h 2974774"/>
              <a:gd name="connsiteX4" fmla="*/ 0 w 3165722"/>
              <a:gd name="connsiteY4" fmla="*/ 0 h 2974774"/>
              <a:gd name="connsiteX0" fmla="*/ 0 w 3162547"/>
              <a:gd name="connsiteY0" fmla="*/ 0 h 2962074"/>
              <a:gd name="connsiteX1" fmla="*/ 1557585 w 3162547"/>
              <a:gd name="connsiteY1" fmla="*/ 77788 h 2962074"/>
              <a:gd name="connsiteX2" fmla="*/ 3162547 w 3162547"/>
              <a:gd name="connsiteY2" fmla="*/ 2784274 h 2962074"/>
              <a:gd name="connsiteX3" fmla="*/ 1597025 w 3162547"/>
              <a:gd name="connsiteY3" fmla="*/ 2962074 h 2962074"/>
              <a:gd name="connsiteX4" fmla="*/ 0 w 3162547"/>
              <a:gd name="connsiteY4" fmla="*/ 0 h 2962074"/>
              <a:gd name="connsiteX0" fmla="*/ 0 w 3175247"/>
              <a:gd name="connsiteY0" fmla="*/ 0 h 2962074"/>
              <a:gd name="connsiteX1" fmla="*/ 1557585 w 3175247"/>
              <a:gd name="connsiteY1" fmla="*/ 77788 h 2962074"/>
              <a:gd name="connsiteX2" fmla="*/ 3175247 w 3175247"/>
              <a:gd name="connsiteY2" fmla="*/ 2809674 h 2962074"/>
              <a:gd name="connsiteX3" fmla="*/ 1597025 w 3175247"/>
              <a:gd name="connsiteY3" fmla="*/ 2962074 h 2962074"/>
              <a:gd name="connsiteX4" fmla="*/ 0 w 3175247"/>
              <a:gd name="connsiteY4" fmla="*/ 0 h 2962074"/>
              <a:gd name="connsiteX0" fmla="*/ 0 w 3162547"/>
              <a:gd name="connsiteY0" fmla="*/ 0 h 2962074"/>
              <a:gd name="connsiteX1" fmla="*/ 1557585 w 3162547"/>
              <a:gd name="connsiteY1" fmla="*/ 77788 h 2962074"/>
              <a:gd name="connsiteX2" fmla="*/ 3162547 w 3162547"/>
              <a:gd name="connsiteY2" fmla="*/ 2796974 h 2962074"/>
              <a:gd name="connsiteX3" fmla="*/ 1597025 w 3162547"/>
              <a:gd name="connsiteY3" fmla="*/ 2962074 h 2962074"/>
              <a:gd name="connsiteX4" fmla="*/ 0 w 3162547"/>
              <a:gd name="connsiteY4" fmla="*/ 0 h 2962074"/>
              <a:gd name="connsiteX0" fmla="*/ 0 w 3162547"/>
              <a:gd name="connsiteY0" fmla="*/ 0 h 3019224"/>
              <a:gd name="connsiteX1" fmla="*/ 1557585 w 3162547"/>
              <a:gd name="connsiteY1" fmla="*/ 77788 h 3019224"/>
              <a:gd name="connsiteX2" fmla="*/ 3162547 w 3162547"/>
              <a:gd name="connsiteY2" fmla="*/ 2796974 h 3019224"/>
              <a:gd name="connsiteX3" fmla="*/ 1616075 w 3162547"/>
              <a:gd name="connsiteY3" fmla="*/ 3019224 h 3019224"/>
              <a:gd name="connsiteX4" fmla="*/ 0 w 3162547"/>
              <a:gd name="connsiteY4" fmla="*/ 0 h 3019224"/>
              <a:gd name="connsiteX0" fmla="*/ 0 w 3162547"/>
              <a:gd name="connsiteY0" fmla="*/ 0 h 2993824"/>
              <a:gd name="connsiteX1" fmla="*/ 1557585 w 3162547"/>
              <a:gd name="connsiteY1" fmla="*/ 77788 h 2993824"/>
              <a:gd name="connsiteX2" fmla="*/ 3162547 w 3162547"/>
              <a:gd name="connsiteY2" fmla="*/ 2796974 h 2993824"/>
              <a:gd name="connsiteX3" fmla="*/ 1597025 w 3162547"/>
              <a:gd name="connsiteY3" fmla="*/ 2993824 h 2993824"/>
              <a:gd name="connsiteX4" fmla="*/ 0 w 3162547"/>
              <a:gd name="connsiteY4" fmla="*/ 0 h 2993824"/>
              <a:gd name="connsiteX0" fmla="*/ 0 w 3162547"/>
              <a:gd name="connsiteY0" fmla="*/ 0 h 2993824"/>
              <a:gd name="connsiteX1" fmla="*/ 1557585 w 3162547"/>
              <a:gd name="connsiteY1" fmla="*/ 77788 h 2993824"/>
              <a:gd name="connsiteX2" fmla="*/ 3162547 w 3162547"/>
              <a:gd name="connsiteY2" fmla="*/ 2796974 h 2993824"/>
              <a:gd name="connsiteX3" fmla="*/ 1565275 w 3162547"/>
              <a:gd name="connsiteY3" fmla="*/ 2993824 h 2993824"/>
              <a:gd name="connsiteX4" fmla="*/ 0 w 3162547"/>
              <a:gd name="connsiteY4" fmla="*/ 0 h 2993824"/>
              <a:gd name="connsiteX0" fmla="*/ 0 w 3162547"/>
              <a:gd name="connsiteY0" fmla="*/ 0 h 2981124"/>
              <a:gd name="connsiteX1" fmla="*/ 1557585 w 3162547"/>
              <a:gd name="connsiteY1" fmla="*/ 77788 h 2981124"/>
              <a:gd name="connsiteX2" fmla="*/ 3162547 w 3162547"/>
              <a:gd name="connsiteY2" fmla="*/ 2796974 h 2981124"/>
              <a:gd name="connsiteX3" fmla="*/ 1590675 w 3162547"/>
              <a:gd name="connsiteY3" fmla="*/ 2981124 h 2981124"/>
              <a:gd name="connsiteX4" fmla="*/ 0 w 3162547"/>
              <a:gd name="connsiteY4" fmla="*/ 0 h 2981124"/>
              <a:gd name="connsiteX0" fmla="*/ 0 w 3162547"/>
              <a:gd name="connsiteY0" fmla="*/ 0 h 2796974"/>
              <a:gd name="connsiteX1" fmla="*/ 1557585 w 3162547"/>
              <a:gd name="connsiteY1" fmla="*/ 77788 h 2796974"/>
              <a:gd name="connsiteX2" fmla="*/ 3162547 w 3162547"/>
              <a:gd name="connsiteY2" fmla="*/ 2796974 h 2796974"/>
              <a:gd name="connsiteX3" fmla="*/ 81915 w 3162547"/>
              <a:gd name="connsiteY3" fmla="*/ 2661084 h 2796974"/>
              <a:gd name="connsiteX4" fmla="*/ 0 w 3162547"/>
              <a:gd name="connsiteY4" fmla="*/ 0 h 2796974"/>
              <a:gd name="connsiteX0" fmla="*/ 0 w 1989067"/>
              <a:gd name="connsiteY0" fmla="*/ 0 h 2690294"/>
              <a:gd name="connsiteX1" fmla="*/ 1557585 w 1989067"/>
              <a:gd name="connsiteY1" fmla="*/ 77788 h 2690294"/>
              <a:gd name="connsiteX2" fmla="*/ 1989067 w 1989067"/>
              <a:gd name="connsiteY2" fmla="*/ 2690294 h 2690294"/>
              <a:gd name="connsiteX3" fmla="*/ 81915 w 1989067"/>
              <a:gd name="connsiteY3" fmla="*/ 2661084 h 2690294"/>
              <a:gd name="connsiteX4" fmla="*/ 0 w 1989067"/>
              <a:gd name="connsiteY4" fmla="*/ 0 h 2690294"/>
              <a:gd name="connsiteX0" fmla="*/ 0 w 1989067"/>
              <a:gd name="connsiteY0" fmla="*/ 0 h 2690294"/>
              <a:gd name="connsiteX1" fmla="*/ 1847145 w 1989067"/>
              <a:gd name="connsiteY1" fmla="*/ 214948 h 2690294"/>
              <a:gd name="connsiteX2" fmla="*/ 1989067 w 1989067"/>
              <a:gd name="connsiteY2" fmla="*/ 2690294 h 2690294"/>
              <a:gd name="connsiteX3" fmla="*/ 81915 w 1989067"/>
              <a:gd name="connsiteY3" fmla="*/ 2661084 h 2690294"/>
              <a:gd name="connsiteX4" fmla="*/ 0 w 1989067"/>
              <a:gd name="connsiteY4" fmla="*/ 0 h 2690294"/>
              <a:gd name="connsiteX0" fmla="*/ 0 w 1950967"/>
              <a:gd name="connsiteY0" fmla="*/ 0 h 2705534"/>
              <a:gd name="connsiteX1" fmla="*/ 1809045 w 1950967"/>
              <a:gd name="connsiteY1" fmla="*/ 230188 h 2705534"/>
              <a:gd name="connsiteX2" fmla="*/ 1950967 w 1950967"/>
              <a:gd name="connsiteY2" fmla="*/ 2705534 h 2705534"/>
              <a:gd name="connsiteX3" fmla="*/ 43815 w 1950967"/>
              <a:gd name="connsiteY3" fmla="*/ 2676324 h 2705534"/>
              <a:gd name="connsiteX4" fmla="*/ 0 w 1950967"/>
              <a:gd name="connsiteY4" fmla="*/ 0 h 2705534"/>
              <a:gd name="connsiteX0" fmla="*/ 0 w 1950967"/>
              <a:gd name="connsiteY0" fmla="*/ 0 h 2705534"/>
              <a:gd name="connsiteX1" fmla="*/ 1809045 w 1950967"/>
              <a:gd name="connsiteY1" fmla="*/ 230188 h 2705534"/>
              <a:gd name="connsiteX2" fmla="*/ 1950967 w 1950967"/>
              <a:gd name="connsiteY2" fmla="*/ 2705534 h 2705534"/>
              <a:gd name="connsiteX3" fmla="*/ 59055 w 1950967"/>
              <a:gd name="connsiteY3" fmla="*/ 2676324 h 2705534"/>
              <a:gd name="connsiteX4" fmla="*/ 0 w 1950967"/>
              <a:gd name="connsiteY4" fmla="*/ 0 h 2705534"/>
              <a:gd name="connsiteX0" fmla="*/ 0 w 1950967"/>
              <a:gd name="connsiteY0" fmla="*/ 0 h 2705534"/>
              <a:gd name="connsiteX1" fmla="*/ 1801425 w 1950967"/>
              <a:gd name="connsiteY1" fmla="*/ 245428 h 2705534"/>
              <a:gd name="connsiteX2" fmla="*/ 1950967 w 1950967"/>
              <a:gd name="connsiteY2" fmla="*/ 2705534 h 2705534"/>
              <a:gd name="connsiteX3" fmla="*/ 59055 w 1950967"/>
              <a:gd name="connsiteY3" fmla="*/ 2676324 h 2705534"/>
              <a:gd name="connsiteX4" fmla="*/ 0 w 1950967"/>
              <a:gd name="connsiteY4" fmla="*/ 0 h 2705534"/>
              <a:gd name="connsiteX0" fmla="*/ 0 w 1950967"/>
              <a:gd name="connsiteY0" fmla="*/ 0 h 2705534"/>
              <a:gd name="connsiteX1" fmla="*/ 1793805 w 1950967"/>
              <a:gd name="connsiteY1" fmla="*/ 214948 h 2705534"/>
              <a:gd name="connsiteX2" fmla="*/ 1950967 w 1950967"/>
              <a:gd name="connsiteY2" fmla="*/ 2705534 h 2705534"/>
              <a:gd name="connsiteX3" fmla="*/ 59055 w 1950967"/>
              <a:gd name="connsiteY3" fmla="*/ 2676324 h 2705534"/>
              <a:gd name="connsiteX4" fmla="*/ 0 w 1950967"/>
              <a:gd name="connsiteY4" fmla="*/ 0 h 2705534"/>
              <a:gd name="connsiteX0" fmla="*/ 0 w 1943347"/>
              <a:gd name="connsiteY0" fmla="*/ 0 h 2751254"/>
              <a:gd name="connsiteX1" fmla="*/ 1793805 w 1943347"/>
              <a:gd name="connsiteY1" fmla="*/ 214948 h 2751254"/>
              <a:gd name="connsiteX2" fmla="*/ 1943347 w 1943347"/>
              <a:gd name="connsiteY2" fmla="*/ 2751254 h 2751254"/>
              <a:gd name="connsiteX3" fmla="*/ 59055 w 1943347"/>
              <a:gd name="connsiteY3" fmla="*/ 2676324 h 2751254"/>
              <a:gd name="connsiteX4" fmla="*/ 0 w 1943347"/>
              <a:gd name="connsiteY4" fmla="*/ 0 h 2751254"/>
              <a:gd name="connsiteX0" fmla="*/ 0 w 1928107"/>
              <a:gd name="connsiteY0" fmla="*/ 0 h 2728394"/>
              <a:gd name="connsiteX1" fmla="*/ 1793805 w 1928107"/>
              <a:gd name="connsiteY1" fmla="*/ 214948 h 2728394"/>
              <a:gd name="connsiteX2" fmla="*/ 1928107 w 1928107"/>
              <a:gd name="connsiteY2" fmla="*/ 2728394 h 2728394"/>
              <a:gd name="connsiteX3" fmla="*/ 59055 w 1928107"/>
              <a:gd name="connsiteY3" fmla="*/ 2676324 h 2728394"/>
              <a:gd name="connsiteX4" fmla="*/ 0 w 1928107"/>
              <a:gd name="connsiteY4" fmla="*/ 0 h 2728394"/>
              <a:gd name="connsiteX0" fmla="*/ 0 w 1944952"/>
              <a:gd name="connsiteY0" fmla="*/ 0 h 2728394"/>
              <a:gd name="connsiteX1" fmla="*/ 1793805 w 1944952"/>
              <a:gd name="connsiteY1" fmla="*/ 214948 h 2728394"/>
              <a:gd name="connsiteX2" fmla="*/ 1928107 w 1944952"/>
              <a:gd name="connsiteY2" fmla="*/ 2728394 h 2728394"/>
              <a:gd name="connsiteX3" fmla="*/ 1944952 w 1944952"/>
              <a:gd name="connsiteY3" fmla="*/ 2726960 h 2728394"/>
              <a:gd name="connsiteX4" fmla="*/ 59055 w 1944952"/>
              <a:gd name="connsiteY4" fmla="*/ 2676324 h 2728394"/>
              <a:gd name="connsiteX5" fmla="*/ 0 w 1944952"/>
              <a:gd name="connsiteY5" fmla="*/ 0 h 272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4952" h="2728394">
                <a:moveTo>
                  <a:pt x="0" y="0"/>
                </a:moveTo>
                <a:lnTo>
                  <a:pt x="1793805" y="214948"/>
                </a:lnTo>
                <a:lnTo>
                  <a:pt x="1928107" y="2728394"/>
                </a:lnTo>
                <a:lnTo>
                  <a:pt x="1944952" y="2726960"/>
                </a:lnTo>
                <a:lnTo>
                  <a:pt x="59055" y="2676324"/>
                </a:lnTo>
                <a:lnTo>
                  <a:pt x="0" y="0"/>
                </a:lnTo>
                <a:close/>
              </a:path>
            </a:pathLst>
          </a:custGeom>
          <a:solidFill>
            <a:schemeClr val="bg1">
              <a:lumMod val="85000"/>
            </a:schemeClr>
          </a:solidFill>
          <a:ln>
            <a:solidFill>
              <a:schemeClr val="bg1"/>
            </a:solidFill>
          </a:ln>
        </p:spPr>
        <p:txBody>
          <a:bodyPr lIns="1005840" bIns="457200" anchor="b"/>
          <a:lstStyle>
            <a:lvl1pPr algn="ctr">
              <a:buNone/>
              <a:defRPr sz="1467">
                <a:solidFill>
                  <a:schemeClr val="tx1">
                    <a:lumMod val="50000"/>
                    <a:lumOff val="50000"/>
                  </a:schemeClr>
                </a:solidFill>
              </a:defRPr>
            </a:lvl1pPr>
          </a:lstStyle>
          <a:p>
            <a:r>
              <a:rPr lang="en-US" dirty="0"/>
              <a:t>Image Holder</a:t>
            </a:r>
          </a:p>
        </p:txBody>
      </p:sp>
      <p:sp>
        <p:nvSpPr>
          <p:cNvPr id="9"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10"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370101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up)">
                                      <p:cBhvr>
                                        <p:cTn id="11" dur="500"/>
                                        <p:tgtEl>
                                          <p:spTgt spid="10">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p:bldP spid="10" grpId="0" build="p">
        <p:tmplLst>
          <p:tmpl lvl="1">
            <p:tnLst>
              <p:par>
                <p:cTn presetID="22" presetClass="entr" presetSubtype="1"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up)">
                      <p:cBhvr>
                        <p:cTn dur="500"/>
                        <p:tgtEl>
                          <p:spTgt spid="10"/>
                        </p:tgtEl>
                      </p:cBhvr>
                    </p:animEffect>
                  </p:childTnLst>
                </p:cTn>
              </p:par>
            </p:tnLst>
          </p:tmpl>
        </p:tmplLst>
      </p:bldP>
    </p:bld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35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2" name="Picture 11" descr="iphone-mockup-white.png"/>
          <p:cNvPicPr>
            <a:picLocks noChangeAspect="1"/>
          </p:cNvPicPr>
          <p:nvPr userDrawn="1"/>
        </p:nvPicPr>
        <p:blipFill>
          <a:blip r:embed="rId2" cstate="print"/>
          <a:stretch>
            <a:fillRect/>
          </a:stretch>
        </p:blipFill>
        <p:spPr>
          <a:xfrm>
            <a:off x="7112000" y="1590949"/>
            <a:ext cx="5080000" cy="5367867"/>
          </a:xfrm>
          <a:prstGeom prst="rect">
            <a:avLst/>
          </a:prstGeom>
        </p:spPr>
      </p:pic>
      <p:sp>
        <p:nvSpPr>
          <p:cNvPr id="13" name="Picture Placeholder 7"/>
          <p:cNvSpPr>
            <a:spLocks noGrp="1"/>
          </p:cNvSpPr>
          <p:nvPr>
            <p:ph type="pic" sz="quarter" idx="10" hasCustomPrompt="1"/>
          </p:nvPr>
        </p:nvSpPr>
        <p:spPr>
          <a:xfrm rot="20454814">
            <a:off x="8222574" y="2111529"/>
            <a:ext cx="1388517" cy="2306851"/>
          </a:xfrm>
          <a:custGeom>
            <a:avLst/>
            <a:gdLst>
              <a:gd name="connsiteX0" fmla="*/ 0 w 914400"/>
              <a:gd name="connsiteY0" fmla="*/ 0 h 1481021"/>
              <a:gd name="connsiteX1" fmla="*/ 914400 w 914400"/>
              <a:gd name="connsiteY1" fmla="*/ 0 h 1481021"/>
              <a:gd name="connsiteX2" fmla="*/ 914400 w 914400"/>
              <a:gd name="connsiteY2" fmla="*/ 1481021 h 1481021"/>
              <a:gd name="connsiteX3" fmla="*/ 0 w 914400"/>
              <a:gd name="connsiteY3" fmla="*/ 1481021 h 1481021"/>
              <a:gd name="connsiteX4" fmla="*/ 0 w 914400"/>
              <a:gd name="connsiteY4" fmla="*/ 0 h 1481021"/>
              <a:gd name="connsiteX0" fmla="*/ 0 w 914400"/>
              <a:gd name="connsiteY0" fmla="*/ 0 h 1481021"/>
              <a:gd name="connsiteX1" fmla="*/ 686469 w 914400"/>
              <a:gd name="connsiteY1" fmla="*/ 91167 h 1481021"/>
              <a:gd name="connsiteX2" fmla="*/ 914400 w 914400"/>
              <a:gd name="connsiteY2" fmla="*/ 1481021 h 1481021"/>
              <a:gd name="connsiteX3" fmla="*/ 0 w 914400"/>
              <a:gd name="connsiteY3" fmla="*/ 1481021 h 1481021"/>
              <a:gd name="connsiteX4" fmla="*/ 0 w 914400"/>
              <a:gd name="connsiteY4" fmla="*/ 0 h 1481021"/>
              <a:gd name="connsiteX0" fmla="*/ 0 w 981793"/>
              <a:gd name="connsiteY0" fmla="*/ 0 h 1638728"/>
              <a:gd name="connsiteX1" fmla="*/ 686469 w 981793"/>
              <a:gd name="connsiteY1" fmla="*/ 91167 h 1638728"/>
              <a:gd name="connsiteX2" fmla="*/ 981793 w 981793"/>
              <a:gd name="connsiteY2" fmla="*/ 1638728 h 1638728"/>
              <a:gd name="connsiteX3" fmla="*/ 0 w 981793"/>
              <a:gd name="connsiteY3" fmla="*/ 1481021 h 1638728"/>
              <a:gd name="connsiteX4" fmla="*/ 0 w 981793"/>
              <a:gd name="connsiteY4" fmla="*/ 0 h 1638728"/>
              <a:gd name="connsiteX0" fmla="*/ 0 w 981793"/>
              <a:gd name="connsiteY0" fmla="*/ 0 h 1638728"/>
              <a:gd name="connsiteX1" fmla="*/ 686469 w 981793"/>
              <a:gd name="connsiteY1" fmla="*/ 91167 h 1638728"/>
              <a:gd name="connsiteX2" fmla="*/ 981793 w 981793"/>
              <a:gd name="connsiteY2" fmla="*/ 1638728 h 1638728"/>
              <a:gd name="connsiteX3" fmla="*/ 259432 w 981793"/>
              <a:gd name="connsiteY3" fmla="*/ 1624543 h 1638728"/>
              <a:gd name="connsiteX4" fmla="*/ 0 w 981793"/>
              <a:gd name="connsiteY4" fmla="*/ 0 h 1638728"/>
              <a:gd name="connsiteX0" fmla="*/ 0 w 981793"/>
              <a:gd name="connsiteY0" fmla="*/ 0 h 1638728"/>
              <a:gd name="connsiteX1" fmla="*/ 709229 w 981793"/>
              <a:gd name="connsiteY1" fmla="*/ 76365 h 1638728"/>
              <a:gd name="connsiteX2" fmla="*/ 981793 w 981793"/>
              <a:gd name="connsiteY2" fmla="*/ 1638728 h 1638728"/>
              <a:gd name="connsiteX3" fmla="*/ 259432 w 981793"/>
              <a:gd name="connsiteY3" fmla="*/ 1624543 h 1638728"/>
              <a:gd name="connsiteX4" fmla="*/ 0 w 981793"/>
              <a:gd name="connsiteY4" fmla="*/ 0 h 1638728"/>
              <a:gd name="connsiteX0" fmla="*/ 0 w 990908"/>
              <a:gd name="connsiteY0" fmla="*/ 0 h 1631803"/>
              <a:gd name="connsiteX1" fmla="*/ 709229 w 990908"/>
              <a:gd name="connsiteY1" fmla="*/ 76365 h 1631803"/>
              <a:gd name="connsiteX2" fmla="*/ 990908 w 990908"/>
              <a:gd name="connsiteY2" fmla="*/ 1631803 h 1631803"/>
              <a:gd name="connsiteX3" fmla="*/ 259432 w 990908"/>
              <a:gd name="connsiteY3" fmla="*/ 1624543 h 1631803"/>
              <a:gd name="connsiteX4" fmla="*/ 0 w 990908"/>
              <a:gd name="connsiteY4" fmla="*/ 0 h 1631803"/>
              <a:gd name="connsiteX0" fmla="*/ 0 w 990908"/>
              <a:gd name="connsiteY0" fmla="*/ 0 h 1631803"/>
              <a:gd name="connsiteX1" fmla="*/ 710381 w 990908"/>
              <a:gd name="connsiteY1" fmla="*/ 63325 h 1631803"/>
              <a:gd name="connsiteX2" fmla="*/ 990908 w 990908"/>
              <a:gd name="connsiteY2" fmla="*/ 1631803 h 1631803"/>
              <a:gd name="connsiteX3" fmla="*/ 259432 w 990908"/>
              <a:gd name="connsiteY3" fmla="*/ 1624543 h 1631803"/>
              <a:gd name="connsiteX4" fmla="*/ 0 w 990908"/>
              <a:gd name="connsiteY4" fmla="*/ 0 h 1631803"/>
              <a:gd name="connsiteX0" fmla="*/ 0 w 990908"/>
              <a:gd name="connsiteY0" fmla="*/ 0 h 1631803"/>
              <a:gd name="connsiteX1" fmla="*/ 687073 w 990908"/>
              <a:gd name="connsiteY1" fmla="*/ 82137 h 1631803"/>
              <a:gd name="connsiteX2" fmla="*/ 990908 w 990908"/>
              <a:gd name="connsiteY2" fmla="*/ 1631803 h 1631803"/>
              <a:gd name="connsiteX3" fmla="*/ 259432 w 990908"/>
              <a:gd name="connsiteY3" fmla="*/ 1624543 h 1631803"/>
              <a:gd name="connsiteX4" fmla="*/ 0 w 990908"/>
              <a:gd name="connsiteY4" fmla="*/ 0 h 1631803"/>
              <a:gd name="connsiteX0" fmla="*/ 0 w 988945"/>
              <a:gd name="connsiteY0" fmla="*/ 0 h 1627764"/>
              <a:gd name="connsiteX1" fmla="*/ 685110 w 988945"/>
              <a:gd name="connsiteY1" fmla="*/ 78098 h 1627764"/>
              <a:gd name="connsiteX2" fmla="*/ 988945 w 988945"/>
              <a:gd name="connsiteY2" fmla="*/ 1627764 h 1627764"/>
              <a:gd name="connsiteX3" fmla="*/ 257469 w 988945"/>
              <a:gd name="connsiteY3" fmla="*/ 1620504 h 1627764"/>
              <a:gd name="connsiteX4" fmla="*/ 0 w 988945"/>
              <a:gd name="connsiteY4" fmla="*/ 0 h 1627764"/>
              <a:gd name="connsiteX0" fmla="*/ 0 w 985944"/>
              <a:gd name="connsiteY0" fmla="*/ 0 h 1626725"/>
              <a:gd name="connsiteX1" fmla="*/ 685110 w 985944"/>
              <a:gd name="connsiteY1" fmla="*/ 78098 h 1626725"/>
              <a:gd name="connsiteX2" fmla="*/ 985944 w 985944"/>
              <a:gd name="connsiteY2" fmla="*/ 1626725 h 1626725"/>
              <a:gd name="connsiteX3" fmla="*/ 257469 w 985944"/>
              <a:gd name="connsiteY3" fmla="*/ 1620504 h 1626725"/>
              <a:gd name="connsiteX4" fmla="*/ 0 w 985944"/>
              <a:gd name="connsiteY4" fmla="*/ 0 h 1626725"/>
              <a:gd name="connsiteX0" fmla="*/ 0 w 973018"/>
              <a:gd name="connsiteY0" fmla="*/ 0 h 1620504"/>
              <a:gd name="connsiteX1" fmla="*/ 685110 w 973018"/>
              <a:gd name="connsiteY1" fmla="*/ 78098 h 1620504"/>
              <a:gd name="connsiteX2" fmla="*/ 973018 w 973018"/>
              <a:gd name="connsiteY2" fmla="*/ 1615533 h 1620504"/>
              <a:gd name="connsiteX3" fmla="*/ 257469 w 973018"/>
              <a:gd name="connsiteY3" fmla="*/ 1620504 h 1620504"/>
              <a:gd name="connsiteX4" fmla="*/ 0 w 973018"/>
              <a:gd name="connsiteY4" fmla="*/ 0 h 1620504"/>
              <a:gd name="connsiteX0" fmla="*/ 0 w 973018"/>
              <a:gd name="connsiteY0" fmla="*/ 0 h 1620504"/>
              <a:gd name="connsiteX1" fmla="*/ 707265 w 973018"/>
              <a:gd name="connsiteY1" fmla="*/ 72325 h 1620504"/>
              <a:gd name="connsiteX2" fmla="*/ 973018 w 973018"/>
              <a:gd name="connsiteY2" fmla="*/ 1615533 h 1620504"/>
              <a:gd name="connsiteX3" fmla="*/ 257469 w 973018"/>
              <a:gd name="connsiteY3" fmla="*/ 1620504 h 1620504"/>
              <a:gd name="connsiteX4" fmla="*/ 0 w 973018"/>
              <a:gd name="connsiteY4" fmla="*/ 0 h 1620504"/>
              <a:gd name="connsiteX0" fmla="*/ 0 w 978905"/>
              <a:gd name="connsiteY0" fmla="*/ 0 h 1627649"/>
              <a:gd name="connsiteX1" fmla="*/ 707265 w 978905"/>
              <a:gd name="connsiteY1" fmla="*/ 72325 h 1627649"/>
              <a:gd name="connsiteX2" fmla="*/ 978905 w 978905"/>
              <a:gd name="connsiteY2" fmla="*/ 1627649 h 1627649"/>
              <a:gd name="connsiteX3" fmla="*/ 257469 w 978905"/>
              <a:gd name="connsiteY3" fmla="*/ 1620504 h 1627649"/>
              <a:gd name="connsiteX4" fmla="*/ 0 w 978905"/>
              <a:gd name="connsiteY4" fmla="*/ 0 h 1627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905" h="1627649">
                <a:moveTo>
                  <a:pt x="0" y="0"/>
                </a:moveTo>
                <a:lnTo>
                  <a:pt x="707265" y="72325"/>
                </a:lnTo>
                <a:lnTo>
                  <a:pt x="978905" y="1627649"/>
                </a:lnTo>
                <a:lnTo>
                  <a:pt x="257469" y="1620504"/>
                </a:lnTo>
                <a:lnTo>
                  <a:pt x="0" y="0"/>
                </a:lnTo>
                <a:close/>
              </a:path>
            </a:pathLst>
          </a:custGeom>
          <a:ln>
            <a:solidFill>
              <a:schemeClr val="bg1"/>
            </a:solidFill>
          </a:ln>
        </p:spPr>
        <p:txBody>
          <a:bodyPr bIns="457200" anchor="b"/>
          <a:lstStyle>
            <a:lvl1pPr algn="ctr">
              <a:buNone/>
              <a:defRPr sz="800">
                <a:solidFill>
                  <a:schemeClr val="tx1">
                    <a:lumMod val="50000"/>
                    <a:lumOff val="50000"/>
                  </a:schemeClr>
                </a:solidFill>
              </a:defRPr>
            </a:lvl1pPr>
          </a:lstStyle>
          <a:p>
            <a:r>
              <a:rPr lang="en-US" dirty="0"/>
              <a:t>Image Holder</a:t>
            </a:r>
          </a:p>
        </p:txBody>
      </p:sp>
      <p:sp>
        <p:nvSpPr>
          <p:cNvPr id="9"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10"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32465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up)">
                                      <p:cBhvr>
                                        <p:cTn id="11" dur="500"/>
                                        <p:tgtEl>
                                          <p:spTgt spid="10">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p:bldP spid="10" grpId="0" build="p">
        <p:tmplLst>
          <p:tmpl lvl="1">
            <p:tnLst>
              <p:par>
                <p:cTn presetID="22" presetClass="entr" presetSubtype="1"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up)">
                      <p:cBhvr>
                        <p:cTn dur="500"/>
                        <p:tgtEl>
                          <p:spTgt spid="10"/>
                        </p:tgtEl>
                      </p:cBhvr>
                    </p:animEffect>
                  </p:childTnLst>
                </p:cTn>
              </p:par>
            </p:tnLst>
          </p:tmpl>
        </p:tmplLst>
      </p:bldP>
    </p:bld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36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Picture Placeholder 7"/>
          <p:cNvSpPr>
            <a:spLocks noGrp="1"/>
          </p:cNvSpPr>
          <p:nvPr>
            <p:ph type="pic" sz="quarter" idx="11" hasCustomPrompt="1"/>
          </p:nvPr>
        </p:nvSpPr>
        <p:spPr>
          <a:xfrm>
            <a:off x="4075203" y="3089637"/>
            <a:ext cx="1352949" cy="1997827"/>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1" name="Picture Placeholder 7"/>
          <p:cNvSpPr>
            <a:spLocks noGrp="1"/>
          </p:cNvSpPr>
          <p:nvPr>
            <p:ph type="pic" sz="quarter" idx="13" hasCustomPrompt="1"/>
          </p:nvPr>
        </p:nvSpPr>
        <p:spPr>
          <a:xfrm>
            <a:off x="603956" y="3099797"/>
            <a:ext cx="1352949" cy="1997827"/>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2" name="Picture Placeholder 7"/>
          <p:cNvSpPr>
            <a:spLocks noGrp="1"/>
          </p:cNvSpPr>
          <p:nvPr>
            <p:ph type="pic" sz="quarter" idx="10" hasCustomPrompt="1"/>
          </p:nvPr>
        </p:nvSpPr>
        <p:spPr>
          <a:xfrm>
            <a:off x="2208613" y="2837024"/>
            <a:ext cx="1605120" cy="2400325"/>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10"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11"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5910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up)">
                                      <p:cBhvr>
                                        <p:cTn id="11" dur="500"/>
                                        <p:tgtEl>
                                          <p:spTgt spid="11">
                                            <p:txEl>
                                              <p:pRg st="0" end="0"/>
                                            </p:txEl>
                                          </p:spTgt>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additive="base">
                                        <p:cTn id="20" dur="500" fill="hold"/>
                                        <p:tgtEl>
                                          <p:spTgt spid="21"/>
                                        </p:tgtEl>
                                        <p:attrNameLst>
                                          <p:attrName>ppt_x</p:attrName>
                                        </p:attrNameLst>
                                      </p:cBhvr>
                                      <p:tavLst>
                                        <p:tav tm="0">
                                          <p:val>
                                            <p:strVal val="#ppt_x"/>
                                          </p:val>
                                        </p:tav>
                                        <p:tav tm="100000">
                                          <p:val>
                                            <p:strVal val="#ppt_x"/>
                                          </p:val>
                                        </p:tav>
                                      </p:tavLst>
                                    </p:anim>
                                    <p:anim calcmode="lin" valueType="num">
                                      <p:cBhvr additive="base">
                                        <p:cTn id="21" dur="500" fill="hold"/>
                                        <p:tgtEl>
                                          <p:spTgt spid="21"/>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4"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10" grpId="0"/>
      <p:bldP spid="11" grpId="0" build="p">
        <p:tmplLst>
          <p:tmpl lvl="1">
            <p:tnLst>
              <p:par>
                <p:cTn presetID="22" presetClass="entr" presetSubtype="1"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up)">
                      <p:cBhvr>
                        <p:cTn dur="500"/>
                        <p:tgtEl>
                          <p:spTgt spid="11"/>
                        </p:tgtEl>
                      </p:cBhvr>
                    </p:animEffect>
                  </p:childTnLst>
                </p:cTn>
              </p:par>
            </p:tnLst>
          </p:tmpl>
        </p:tmplLst>
      </p:bldP>
    </p:bld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37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0" name="Picture 9" descr="imac2.png"/>
          <p:cNvPicPr>
            <a:picLocks noChangeAspect="1"/>
          </p:cNvPicPr>
          <p:nvPr userDrawn="1"/>
        </p:nvPicPr>
        <p:blipFill>
          <a:blip r:embed="rId2" cstate="print"/>
          <a:stretch>
            <a:fillRect/>
          </a:stretch>
        </p:blipFill>
        <p:spPr>
          <a:xfrm>
            <a:off x="795579" y="1648153"/>
            <a:ext cx="4783587" cy="4766000"/>
          </a:xfrm>
          <a:prstGeom prst="rect">
            <a:avLst/>
          </a:prstGeom>
        </p:spPr>
      </p:pic>
      <p:sp>
        <p:nvSpPr>
          <p:cNvPr id="11" name="Picture Placeholder 7"/>
          <p:cNvSpPr>
            <a:spLocks noGrp="1"/>
          </p:cNvSpPr>
          <p:nvPr>
            <p:ph type="pic" sz="quarter" idx="10" hasCustomPrompt="1"/>
          </p:nvPr>
        </p:nvSpPr>
        <p:spPr>
          <a:xfrm>
            <a:off x="994408" y="1846333"/>
            <a:ext cx="3560563" cy="2967299"/>
          </a:xfrm>
          <a:custGeom>
            <a:avLst/>
            <a:gdLst>
              <a:gd name="connsiteX0" fmla="*/ 0 w 2651372"/>
              <a:gd name="connsiteY0" fmla="*/ 0 h 1987349"/>
              <a:gd name="connsiteX1" fmla="*/ 2651372 w 2651372"/>
              <a:gd name="connsiteY1" fmla="*/ 0 h 1987349"/>
              <a:gd name="connsiteX2" fmla="*/ 2651372 w 2651372"/>
              <a:gd name="connsiteY2" fmla="*/ 1987349 h 1987349"/>
              <a:gd name="connsiteX3" fmla="*/ 0 w 2651372"/>
              <a:gd name="connsiteY3" fmla="*/ 1987349 h 1987349"/>
              <a:gd name="connsiteX4" fmla="*/ 0 w 2651372"/>
              <a:gd name="connsiteY4" fmla="*/ 0 h 1987349"/>
              <a:gd name="connsiteX0" fmla="*/ 0 w 2675185"/>
              <a:gd name="connsiteY0" fmla="*/ 0 h 2063549"/>
              <a:gd name="connsiteX1" fmla="*/ 2675185 w 2675185"/>
              <a:gd name="connsiteY1" fmla="*/ 76200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5185"/>
              <a:gd name="connsiteY0" fmla="*/ 0 h 2063549"/>
              <a:gd name="connsiteX1" fmla="*/ 2332285 w 2675185"/>
              <a:gd name="connsiteY1" fmla="*/ 862013 h 2063549"/>
              <a:gd name="connsiteX2" fmla="*/ 2675185 w 2675185"/>
              <a:gd name="connsiteY2" fmla="*/ 2063549 h 2063549"/>
              <a:gd name="connsiteX3" fmla="*/ 23813 w 2675185"/>
              <a:gd name="connsiteY3" fmla="*/ 2063549 h 2063549"/>
              <a:gd name="connsiteX4" fmla="*/ 0 w 2675185"/>
              <a:gd name="connsiteY4" fmla="*/ 0 h 2063549"/>
              <a:gd name="connsiteX0" fmla="*/ 0 w 2670422"/>
              <a:gd name="connsiteY0" fmla="*/ 0 h 2225474"/>
              <a:gd name="connsiteX1" fmla="*/ 2332285 w 2670422"/>
              <a:gd name="connsiteY1" fmla="*/ 862013 h 2225474"/>
              <a:gd name="connsiteX2" fmla="*/ 2670422 w 2670422"/>
              <a:gd name="connsiteY2" fmla="*/ 2225474 h 2225474"/>
              <a:gd name="connsiteX3" fmla="*/ 23813 w 2670422"/>
              <a:gd name="connsiteY3" fmla="*/ 20635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33350 w 2670422"/>
              <a:gd name="connsiteY3" fmla="*/ 1987349 h 2225474"/>
              <a:gd name="connsiteX4" fmla="*/ 0 w 2670422"/>
              <a:gd name="connsiteY4" fmla="*/ 0 h 2225474"/>
              <a:gd name="connsiteX0" fmla="*/ 0 w 2670422"/>
              <a:gd name="connsiteY0" fmla="*/ 0 h 2225474"/>
              <a:gd name="connsiteX1" fmla="*/ 2332285 w 2670422"/>
              <a:gd name="connsiteY1" fmla="*/ 862013 h 2225474"/>
              <a:gd name="connsiteX2" fmla="*/ 2670422 w 2670422"/>
              <a:gd name="connsiteY2" fmla="*/ 2225474 h 2225474"/>
              <a:gd name="connsiteX3" fmla="*/ 152400 w 2670422"/>
              <a:gd name="connsiteY3" fmla="*/ 1996874 h 2225474"/>
              <a:gd name="connsiteX4" fmla="*/ 0 w 2670422"/>
              <a:gd name="connsiteY4" fmla="*/ 0 h 222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0422" h="2225474">
                <a:moveTo>
                  <a:pt x="0" y="0"/>
                </a:moveTo>
                <a:lnTo>
                  <a:pt x="2332285" y="862013"/>
                </a:lnTo>
                <a:lnTo>
                  <a:pt x="2670422" y="2225474"/>
                </a:lnTo>
                <a:lnTo>
                  <a:pt x="152400" y="1996874"/>
                </a:lnTo>
                <a:lnTo>
                  <a:pt x="0" y="0"/>
                </a:lnTo>
                <a:close/>
              </a:path>
            </a:pathLst>
          </a:cu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9"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1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271740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wipe(up)">
                                      <p:cBhvr>
                                        <p:cTn id="11" dur="500"/>
                                        <p:tgtEl>
                                          <p:spTgt spid="1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p:bldP spid="12" grpId="0" build="p">
        <p:tmplLst>
          <p:tmpl lvl="1">
            <p:tnLst>
              <p:par>
                <p:cTn presetID="22" presetClass="entr" presetSubtype="1"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wipe(up)">
                      <p:cBhvr>
                        <p:cTn dur="500"/>
                        <p:tgtEl>
                          <p:spTgt spid="12"/>
                        </p:tgtEl>
                      </p:cBhvr>
                    </p:animEffect>
                  </p:childTnLst>
                </p:cTn>
              </p:par>
            </p:tnLst>
          </p:tmpl>
        </p:tmplLst>
      </p:bldP>
    </p:bld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38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 name="Group 300"/>
          <p:cNvGrpSpPr/>
          <p:nvPr userDrawn="1"/>
        </p:nvGrpSpPr>
        <p:grpSpPr>
          <a:xfrm>
            <a:off x="6299200" y="1824516"/>
            <a:ext cx="5176696" cy="2707424"/>
            <a:chOff x="2844800" y="1304396"/>
            <a:chExt cx="2803525" cy="1466250"/>
          </a:xfrm>
        </p:grpSpPr>
        <p:grpSp>
          <p:nvGrpSpPr>
            <p:cNvPr id="3" name="Group 44"/>
            <p:cNvGrpSpPr/>
            <p:nvPr/>
          </p:nvGrpSpPr>
          <p:grpSpPr>
            <a:xfrm>
              <a:off x="3209925" y="1304396"/>
              <a:ext cx="2073275" cy="1397000"/>
              <a:chOff x="4843457" y="992546"/>
              <a:chExt cx="2073275" cy="1397000"/>
            </a:xfrm>
          </p:grpSpPr>
          <p:sp>
            <p:nvSpPr>
              <p:cNvPr id="17"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9" name="Group 43"/>
            <p:cNvGrpSpPr/>
            <p:nvPr/>
          </p:nvGrpSpPr>
          <p:grpSpPr>
            <a:xfrm>
              <a:off x="2844800" y="2648409"/>
              <a:ext cx="2803525" cy="122237"/>
              <a:chOff x="4462463" y="2425701"/>
              <a:chExt cx="2803525" cy="122237"/>
            </a:xfrm>
          </p:grpSpPr>
          <p:sp>
            <p:nvSpPr>
              <p:cNvPr id="14"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20" name="Picture Placeholder 7"/>
          <p:cNvSpPr>
            <a:spLocks noGrp="1"/>
          </p:cNvSpPr>
          <p:nvPr>
            <p:ph type="pic" sz="quarter" idx="10" hasCustomPrompt="1"/>
          </p:nvPr>
        </p:nvSpPr>
        <p:spPr>
          <a:xfrm>
            <a:off x="7125829" y="1965220"/>
            <a:ext cx="3535163" cy="2180896"/>
          </a:xfrm>
          <a:prstGeom prst="rect">
            <a:avLst/>
          </a:prstGeom>
          <a:ln>
            <a:solidFill>
              <a:schemeClr val="bg1"/>
            </a:solid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Tree>
    <p:extLst>
      <p:ext uri="{BB962C8B-B14F-4D97-AF65-F5344CB8AC3E}">
        <p14:creationId xmlns:p14="http://schemas.microsoft.com/office/powerpoint/2010/main" val="141293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down)">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45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sp>
        <p:nvSpPr>
          <p:cNvPr id="23" name="Picture Placeholder 7"/>
          <p:cNvSpPr>
            <a:spLocks noGrp="1"/>
          </p:cNvSpPr>
          <p:nvPr>
            <p:ph type="pic" sz="quarter" idx="10" hasCustomPrompt="1"/>
          </p:nvPr>
        </p:nvSpPr>
        <p:spPr>
          <a:xfrm>
            <a:off x="1948992" y="2845221"/>
            <a:ext cx="1647565" cy="2463800"/>
          </a:xfrm>
          <a:prstGeom prst="rect">
            <a:avLst/>
          </a:prstGeom>
          <a:solidFill>
            <a:schemeClr val="tx1">
              <a:lumMod val="25000"/>
              <a:lumOff val="75000"/>
            </a:schemeClr>
          </a:solidFill>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
        <p:nvSpPr>
          <p:cNvPr id="24" name="Freeform 5"/>
          <p:cNvSpPr>
            <a:spLocks noEditPoints="1"/>
          </p:cNvSpPr>
          <p:nvPr userDrawn="1"/>
        </p:nvSpPr>
        <p:spPr bwMode="auto">
          <a:xfrm>
            <a:off x="1818685" y="2300242"/>
            <a:ext cx="1908179" cy="3553761"/>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solidFill>
            <a:schemeClr val="bg1">
              <a:lumMod val="95000"/>
            </a:schemeClr>
          </a:solidFill>
          <a:ln w="9525">
            <a:noFill/>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5" name="Group 25"/>
          <p:cNvGrpSpPr/>
          <p:nvPr userDrawn="1"/>
        </p:nvGrpSpPr>
        <p:grpSpPr>
          <a:xfrm>
            <a:off x="4025296" y="2300242"/>
            <a:ext cx="1908179" cy="3553761"/>
            <a:chOff x="6140449" y="1116114"/>
            <a:chExt cx="1927226" cy="3589236"/>
          </a:xfrm>
          <a:solidFill>
            <a:schemeClr val="bg1">
              <a:lumMod val="95000"/>
            </a:schemeClr>
          </a:solidFill>
          <a:effectLst/>
        </p:grpSpPr>
        <p:sp>
          <p:nvSpPr>
            <p:cNvPr id="26" name="Rectangle 25"/>
            <p:cNvSpPr/>
            <p:nvPr userDrawn="1"/>
          </p:nvSpPr>
          <p:spPr>
            <a:xfrm>
              <a:off x="6211887" y="1630479"/>
              <a:ext cx="1784351" cy="25398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27" name="Freeform 5"/>
            <p:cNvSpPr>
              <a:spLocks noEditPoints="1"/>
            </p:cNvSpPr>
            <p:nvPr userDrawn="1"/>
          </p:nvSpPr>
          <p:spPr bwMode="auto">
            <a:xfrm>
              <a:off x="6140449" y="1116114"/>
              <a:ext cx="1927226" cy="3589236"/>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8" name="Picture Placeholder 7"/>
          <p:cNvSpPr>
            <a:spLocks noGrp="1"/>
          </p:cNvSpPr>
          <p:nvPr>
            <p:ph type="pic" sz="quarter" idx="13" hasCustomPrompt="1"/>
          </p:nvPr>
        </p:nvSpPr>
        <p:spPr>
          <a:xfrm>
            <a:off x="4155603" y="2845221"/>
            <a:ext cx="1647565" cy="2463800"/>
          </a:xfrm>
          <a:prstGeom prst="rect">
            <a:avLst/>
          </a:prstGeom>
          <a:solidFill>
            <a:schemeClr val="tx1">
              <a:lumMod val="25000"/>
              <a:lumOff val="75000"/>
            </a:schemeClr>
          </a:solidFill>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68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up)">
                                      <p:cBhvr>
                                        <p:cTn id="15" dur="500"/>
                                        <p:tgtEl>
                                          <p:spTgt spid="2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up)">
                                      <p:cBhvr>
                                        <p:cTn id="19" dur="500"/>
                                        <p:tgtEl>
                                          <p:spTgt spid="23"/>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500"/>
                                        <p:tgtEl>
                                          <p:spTgt spid="25"/>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up)">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23" grpId="0" animBg="1"/>
      <p:bldP spid="24" grpId="0" animBg="1"/>
      <p:bldP spid="28" grpId="0" animBg="1"/>
    </p:bld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46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11" name="Group 300"/>
          <p:cNvGrpSpPr/>
          <p:nvPr userDrawn="1"/>
        </p:nvGrpSpPr>
        <p:grpSpPr>
          <a:xfrm>
            <a:off x="6299200" y="1635976"/>
            <a:ext cx="5176696" cy="2707424"/>
            <a:chOff x="2844800" y="1304396"/>
            <a:chExt cx="2803525" cy="1466250"/>
          </a:xfrm>
        </p:grpSpPr>
        <p:grpSp>
          <p:nvGrpSpPr>
            <p:cNvPr id="12" name="Group 44"/>
            <p:cNvGrpSpPr/>
            <p:nvPr/>
          </p:nvGrpSpPr>
          <p:grpSpPr>
            <a:xfrm>
              <a:off x="3209925" y="1304396"/>
              <a:ext cx="2073275" cy="1397000"/>
              <a:chOff x="4843457" y="992546"/>
              <a:chExt cx="2073275" cy="1397000"/>
            </a:xfrm>
          </p:grpSpPr>
          <p:sp>
            <p:nvSpPr>
              <p:cNvPr id="17"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 name="Group 43"/>
            <p:cNvGrpSpPr/>
            <p:nvPr/>
          </p:nvGrpSpPr>
          <p:grpSpPr>
            <a:xfrm>
              <a:off x="2844800" y="2648409"/>
              <a:ext cx="2803525" cy="122237"/>
              <a:chOff x="4462463" y="2425701"/>
              <a:chExt cx="2803525" cy="122237"/>
            </a:xfrm>
          </p:grpSpPr>
          <p:sp>
            <p:nvSpPr>
              <p:cNvPr id="14"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20" name="Picture Placeholder 7"/>
          <p:cNvSpPr>
            <a:spLocks noGrp="1"/>
          </p:cNvSpPr>
          <p:nvPr>
            <p:ph type="pic" sz="quarter" idx="10" hasCustomPrompt="1"/>
          </p:nvPr>
        </p:nvSpPr>
        <p:spPr>
          <a:xfrm>
            <a:off x="7125829" y="1776680"/>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grpSp>
        <p:nvGrpSpPr>
          <p:cNvPr id="29" name="Group 300"/>
          <p:cNvGrpSpPr/>
          <p:nvPr userDrawn="1"/>
        </p:nvGrpSpPr>
        <p:grpSpPr>
          <a:xfrm>
            <a:off x="728133" y="3695700"/>
            <a:ext cx="5176696" cy="2707424"/>
            <a:chOff x="2844800" y="1304396"/>
            <a:chExt cx="2803525" cy="1466250"/>
          </a:xfrm>
        </p:grpSpPr>
        <p:grpSp>
          <p:nvGrpSpPr>
            <p:cNvPr id="30" name="Group 44"/>
            <p:cNvGrpSpPr/>
            <p:nvPr/>
          </p:nvGrpSpPr>
          <p:grpSpPr>
            <a:xfrm>
              <a:off x="3209925" y="1304396"/>
              <a:ext cx="2073275" cy="1397000"/>
              <a:chOff x="4843457" y="992546"/>
              <a:chExt cx="2073275" cy="1397000"/>
            </a:xfrm>
          </p:grpSpPr>
          <p:sp>
            <p:nvSpPr>
              <p:cNvPr id="35"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1" name="Group 43"/>
            <p:cNvGrpSpPr/>
            <p:nvPr/>
          </p:nvGrpSpPr>
          <p:grpSpPr>
            <a:xfrm>
              <a:off x="2844800" y="2648409"/>
              <a:ext cx="2803525" cy="122237"/>
              <a:chOff x="4462463" y="2425701"/>
              <a:chExt cx="2803525" cy="122237"/>
            </a:xfrm>
          </p:grpSpPr>
          <p:sp>
            <p:nvSpPr>
              <p:cNvPr id="32"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38" name="Picture Placeholder 7"/>
          <p:cNvSpPr>
            <a:spLocks noGrp="1"/>
          </p:cNvSpPr>
          <p:nvPr>
            <p:ph type="pic" sz="quarter" idx="13" hasCustomPrompt="1"/>
          </p:nvPr>
        </p:nvSpPr>
        <p:spPr>
          <a:xfrm>
            <a:off x="1554762" y="3836404"/>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9819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down)">
                                      <p:cBhvr>
                                        <p:cTn id="20" dur="500"/>
                                        <p:tgtEl>
                                          <p:spTgt spid="20"/>
                                        </p:tgtEl>
                                      </p:cBhvr>
                                    </p:animEffect>
                                  </p:childTnLst>
                                </p:cTn>
                              </p:par>
                            </p:childTnLst>
                          </p:cTn>
                        </p:par>
                        <p:par>
                          <p:cTn id="21" fill="hold">
                            <p:stCondLst>
                              <p:cond delay="2000"/>
                            </p:stCondLst>
                            <p:childTnLst>
                              <p:par>
                                <p:cTn id="22" presetID="2" presetClass="entr" presetSubtype="4" accel="50000" decel="50000"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fill="hold"/>
                                        <p:tgtEl>
                                          <p:spTgt spid="29"/>
                                        </p:tgtEl>
                                        <p:attrNameLst>
                                          <p:attrName>ppt_x</p:attrName>
                                        </p:attrNameLst>
                                      </p:cBhvr>
                                      <p:tavLst>
                                        <p:tav tm="0">
                                          <p:val>
                                            <p:strVal val="#ppt_x"/>
                                          </p:val>
                                        </p:tav>
                                        <p:tav tm="100000">
                                          <p:val>
                                            <p:strVal val="#ppt_x"/>
                                          </p:val>
                                        </p:tav>
                                      </p:tavLst>
                                    </p:anim>
                                    <p:anim calcmode="lin" valueType="num">
                                      <p:cBhvr additive="base">
                                        <p:cTn id="25" dur="500" fill="hold"/>
                                        <p:tgtEl>
                                          <p:spTgt spid="29"/>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down)">
                                      <p:cBhvr>
                                        <p:cTn id="2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20" grpId="0"/>
      <p:bldP spid="38" grpId="0"/>
    </p:bld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47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25" name="Group 300"/>
          <p:cNvGrpSpPr/>
          <p:nvPr userDrawn="1"/>
        </p:nvGrpSpPr>
        <p:grpSpPr>
          <a:xfrm>
            <a:off x="6192021" y="3721100"/>
            <a:ext cx="5176696" cy="2707424"/>
            <a:chOff x="2844800" y="1304396"/>
            <a:chExt cx="2803525" cy="1466250"/>
          </a:xfrm>
        </p:grpSpPr>
        <p:grpSp>
          <p:nvGrpSpPr>
            <p:cNvPr id="26" name="Group 44"/>
            <p:cNvGrpSpPr/>
            <p:nvPr/>
          </p:nvGrpSpPr>
          <p:grpSpPr>
            <a:xfrm>
              <a:off x="3209925" y="1304396"/>
              <a:ext cx="2073275" cy="1397000"/>
              <a:chOff x="4843457" y="992546"/>
              <a:chExt cx="2073275" cy="1397000"/>
            </a:xfrm>
          </p:grpSpPr>
          <p:sp>
            <p:nvSpPr>
              <p:cNvPr id="41"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2"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3"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7" name="Group 43"/>
            <p:cNvGrpSpPr/>
            <p:nvPr/>
          </p:nvGrpSpPr>
          <p:grpSpPr>
            <a:xfrm>
              <a:off x="2844800" y="2648409"/>
              <a:ext cx="2803525" cy="122237"/>
              <a:chOff x="4462463" y="2425701"/>
              <a:chExt cx="2803525" cy="122237"/>
            </a:xfrm>
          </p:grpSpPr>
          <p:sp>
            <p:nvSpPr>
              <p:cNvPr id="28"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44" name="Picture Placeholder 7"/>
          <p:cNvSpPr>
            <a:spLocks noGrp="1"/>
          </p:cNvSpPr>
          <p:nvPr>
            <p:ph type="pic" sz="quarter" idx="10" hasCustomPrompt="1"/>
          </p:nvPr>
        </p:nvSpPr>
        <p:spPr>
          <a:xfrm>
            <a:off x="7018651" y="3855687"/>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grpSp>
        <p:nvGrpSpPr>
          <p:cNvPr id="45" name="Group 300"/>
          <p:cNvGrpSpPr/>
          <p:nvPr userDrawn="1"/>
        </p:nvGrpSpPr>
        <p:grpSpPr>
          <a:xfrm>
            <a:off x="791584" y="3721100"/>
            <a:ext cx="5176696" cy="2707424"/>
            <a:chOff x="2844800" y="1304396"/>
            <a:chExt cx="2803525" cy="1466250"/>
          </a:xfrm>
        </p:grpSpPr>
        <p:grpSp>
          <p:nvGrpSpPr>
            <p:cNvPr id="46" name="Group 44"/>
            <p:cNvGrpSpPr/>
            <p:nvPr/>
          </p:nvGrpSpPr>
          <p:grpSpPr>
            <a:xfrm>
              <a:off x="3209925" y="1304396"/>
              <a:ext cx="2073275" cy="1397000"/>
              <a:chOff x="4843457" y="992546"/>
              <a:chExt cx="2073275" cy="1397000"/>
            </a:xfrm>
          </p:grpSpPr>
          <p:sp>
            <p:nvSpPr>
              <p:cNvPr id="51" name="Freeform 12"/>
              <p:cNvSpPr>
                <a:spLocks/>
              </p:cNvSpPr>
              <p:nvPr/>
            </p:nvSpPr>
            <p:spPr bwMode="auto">
              <a:xfrm>
                <a:off x="4843457" y="992546"/>
                <a:ext cx="2073275" cy="1397000"/>
              </a:xfrm>
              <a:custGeom>
                <a:avLst/>
                <a:gdLst/>
                <a:ahLst/>
                <a:cxnLst>
                  <a:cxn ang="0">
                    <a:pos x="1146" y="737"/>
                  </a:cxn>
                  <a:cxn ang="0">
                    <a:pos x="1120" y="772"/>
                  </a:cxn>
                  <a:cxn ang="0">
                    <a:pos x="26" y="772"/>
                  </a:cxn>
                  <a:cxn ang="0">
                    <a:pos x="0" y="737"/>
                  </a:cxn>
                  <a:cxn ang="0">
                    <a:pos x="0" y="35"/>
                  </a:cxn>
                  <a:cxn ang="0">
                    <a:pos x="26" y="0"/>
                  </a:cxn>
                  <a:cxn ang="0">
                    <a:pos x="1120" y="0"/>
                  </a:cxn>
                  <a:cxn ang="0">
                    <a:pos x="1146" y="35"/>
                  </a:cxn>
                  <a:cxn ang="0">
                    <a:pos x="1146" y="737"/>
                  </a:cxn>
                </a:cxnLst>
                <a:rect l="0" t="0" r="r" b="b"/>
                <a:pathLst>
                  <a:path w="1146" h="772">
                    <a:moveTo>
                      <a:pt x="1146" y="737"/>
                    </a:moveTo>
                    <a:cubicBezTo>
                      <a:pt x="1146" y="756"/>
                      <a:pt x="1134" y="772"/>
                      <a:pt x="1120" y="772"/>
                    </a:cubicBezTo>
                    <a:cubicBezTo>
                      <a:pt x="26" y="772"/>
                      <a:pt x="26" y="772"/>
                      <a:pt x="26" y="772"/>
                    </a:cubicBezTo>
                    <a:cubicBezTo>
                      <a:pt x="12" y="772"/>
                      <a:pt x="0" y="756"/>
                      <a:pt x="0" y="737"/>
                    </a:cubicBezTo>
                    <a:cubicBezTo>
                      <a:pt x="0" y="35"/>
                      <a:pt x="0" y="35"/>
                      <a:pt x="0" y="35"/>
                    </a:cubicBezTo>
                    <a:cubicBezTo>
                      <a:pt x="0" y="16"/>
                      <a:pt x="12" y="0"/>
                      <a:pt x="26" y="0"/>
                    </a:cubicBezTo>
                    <a:cubicBezTo>
                      <a:pt x="1120" y="0"/>
                      <a:pt x="1120" y="0"/>
                      <a:pt x="1120" y="0"/>
                    </a:cubicBezTo>
                    <a:cubicBezTo>
                      <a:pt x="1134" y="0"/>
                      <a:pt x="1146" y="16"/>
                      <a:pt x="1146" y="35"/>
                    </a:cubicBezTo>
                    <a:cubicBezTo>
                      <a:pt x="1146" y="737"/>
                      <a:pt x="1146" y="737"/>
                      <a:pt x="1146" y="737"/>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2" name="Rectangle 13"/>
              <p:cNvSpPr>
                <a:spLocks noChangeArrowheads="1"/>
              </p:cNvSpPr>
              <p:nvPr/>
            </p:nvSpPr>
            <p:spPr bwMode="auto">
              <a:xfrm>
                <a:off x="4926007" y="1068746"/>
                <a:ext cx="1914525" cy="11811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3" name="Freeform 21"/>
              <p:cNvSpPr>
                <a:spLocks/>
              </p:cNvSpPr>
              <p:nvPr/>
            </p:nvSpPr>
            <p:spPr bwMode="auto">
              <a:xfrm>
                <a:off x="4936351" y="1068746"/>
                <a:ext cx="1901825" cy="1089025"/>
              </a:xfrm>
              <a:custGeom>
                <a:avLst/>
                <a:gdLst/>
                <a:ahLst/>
                <a:cxnLst>
                  <a:cxn ang="0">
                    <a:pos x="1198" y="0"/>
                  </a:cxn>
                  <a:cxn ang="0">
                    <a:pos x="0" y="0"/>
                  </a:cxn>
                  <a:cxn ang="0">
                    <a:pos x="1198" y="686"/>
                  </a:cxn>
                  <a:cxn ang="0">
                    <a:pos x="1198" y="0"/>
                  </a:cxn>
                </a:cxnLst>
                <a:rect l="0" t="0" r="r" b="b"/>
                <a:pathLst>
                  <a:path w="1198" h="686">
                    <a:moveTo>
                      <a:pt x="1198" y="0"/>
                    </a:moveTo>
                    <a:lnTo>
                      <a:pt x="0" y="0"/>
                    </a:lnTo>
                    <a:lnTo>
                      <a:pt x="1198" y="686"/>
                    </a:lnTo>
                    <a:lnTo>
                      <a:pt x="1198" y="0"/>
                    </a:lnTo>
                    <a:close/>
                  </a:path>
                </a:pathLst>
              </a:custGeom>
              <a:solidFill>
                <a:schemeClr val="bg1">
                  <a:alpha val="23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47" name="Group 43"/>
            <p:cNvGrpSpPr/>
            <p:nvPr/>
          </p:nvGrpSpPr>
          <p:grpSpPr>
            <a:xfrm>
              <a:off x="2844800" y="2648409"/>
              <a:ext cx="2803525" cy="122237"/>
              <a:chOff x="4462463" y="2425701"/>
              <a:chExt cx="2803525" cy="122237"/>
            </a:xfrm>
          </p:grpSpPr>
          <p:sp>
            <p:nvSpPr>
              <p:cNvPr id="48" name="Freeform 15"/>
              <p:cNvSpPr>
                <a:spLocks/>
              </p:cNvSpPr>
              <p:nvPr/>
            </p:nvSpPr>
            <p:spPr bwMode="auto">
              <a:xfrm>
                <a:off x="4462463" y="2481263"/>
                <a:ext cx="2800350" cy="66675"/>
              </a:xfrm>
              <a:custGeom>
                <a:avLst/>
                <a:gdLst/>
                <a:ahLst/>
                <a:cxnLst>
                  <a:cxn ang="0">
                    <a:pos x="10" y="5"/>
                  </a:cxn>
                  <a:cxn ang="0">
                    <a:pos x="68" y="37"/>
                  </a:cxn>
                  <a:cxn ang="0">
                    <a:pos x="1487" y="37"/>
                  </a:cxn>
                  <a:cxn ang="0">
                    <a:pos x="1546" y="12"/>
                  </a:cxn>
                  <a:cxn ang="0">
                    <a:pos x="1547" y="0"/>
                  </a:cxn>
                  <a:cxn ang="0">
                    <a:pos x="10" y="5"/>
                  </a:cxn>
                </a:cxnLst>
                <a:rect l="0" t="0" r="r" b="b"/>
                <a:pathLst>
                  <a:path w="1547" h="37">
                    <a:moveTo>
                      <a:pt x="10" y="5"/>
                    </a:moveTo>
                    <a:cubicBezTo>
                      <a:pt x="10" y="5"/>
                      <a:pt x="0" y="23"/>
                      <a:pt x="68" y="37"/>
                    </a:cubicBezTo>
                    <a:cubicBezTo>
                      <a:pt x="1487" y="37"/>
                      <a:pt x="1487" y="37"/>
                      <a:pt x="1487" y="37"/>
                    </a:cubicBezTo>
                    <a:cubicBezTo>
                      <a:pt x="1487" y="37"/>
                      <a:pt x="1534" y="34"/>
                      <a:pt x="1546" y="12"/>
                    </a:cubicBezTo>
                    <a:cubicBezTo>
                      <a:pt x="1547" y="0"/>
                      <a:pt x="1547" y="0"/>
                      <a:pt x="1547" y="0"/>
                    </a:cubicBezTo>
                    <a:lnTo>
                      <a:pt x="10" y="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 name="Freeform 16"/>
              <p:cNvSpPr>
                <a:spLocks/>
              </p:cNvSpPr>
              <p:nvPr/>
            </p:nvSpPr>
            <p:spPr bwMode="auto">
              <a:xfrm>
                <a:off x="4478338" y="2425701"/>
                <a:ext cx="2787650" cy="84138"/>
              </a:xfrm>
              <a:custGeom>
                <a:avLst/>
                <a:gdLst/>
                <a:ahLst/>
                <a:cxnLst>
                  <a:cxn ang="0">
                    <a:pos x="1" y="0"/>
                  </a:cxn>
                  <a:cxn ang="0">
                    <a:pos x="0" y="38"/>
                  </a:cxn>
                  <a:cxn ang="0">
                    <a:pos x="16" y="43"/>
                  </a:cxn>
                  <a:cxn ang="0">
                    <a:pos x="1522" y="43"/>
                  </a:cxn>
                  <a:cxn ang="0">
                    <a:pos x="1538" y="40"/>
                  </a:cxn>
                  <a:cxn ang="0">
                    <a:pos x="1538" y="0"/>
                  </a:cxn>
                  <a:cxn ang="0">
                    <a:pos x="1" y="0"/>
                  </a:cxn>
                </a:cxnLst>
                <a:rect l="0" t="0" r="r" b="b"/>
                <a:pathLst>
                  <a:path w="1540" h="47">
                    <a:moveTo>
                      <a:pt x="1" y="0"/>
                    </a:moveTo>
                    <a:cubicBezTo>
                      <a:pt x="0" y="38"/>
                      <a:pt x="0" y="38"/>
                      <a:pt x="0" y="38"/>
                    </a:cubicBezTo>
                    <a:cubicBezTo>
                      <a:pt x="1" y="47"/>
                      <a:pt x="16" y="43"/>
                      <a:pt x="16" y="43"/>
                    </a:cubicBezTo>
                    <a:cubicBezTo>
                      <a:pt x="1522" y="43"/>
                      <a:pt x="1522" y="43"/>
                      <a:pt x="1522" y="43"/>
                    </a:cubicBezTo>
                    <a:cubicBezTo>
                      <a:pt x="1540" y="45"/>
                      <a:pt x="1538" y="40"/>
                      <a:pt x="1538" y="40"/>
                    </a:cubicBezTo>
                    <a:cubicBezTo>
                      <a:pt x="1538" y="0"/>
                      <a:pt x="1538" y="0"/>
                      <a:pt x="1538" y="0"/>
                    </a:cubicBezTo>
                    <a:lnTo>
                      <a:pt x="1"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0" name="Freeform 31"/>
              <p:cNvSpPr>
                <a:spLocks/>
              </p:cNvSpPr>
              <p:nvPr/>
            </p:nvSpPr>
            <p:spPr bwMode="auto">
              <a:xfrm>
                <a:off x="5672138" y="2425701"/>
                <a:ext cx="392113" cy="44450"/>
              </a:xfrm>
              <a:custGeom>
                <a:avLst/>
                <a:gdLst/>
                <a:ahLst/>
                <a:cxnLst>
                  <a:cxn ang="0">
                    <a:pos x="20" y="22"/>
                  </a:cxn>
                  <a:cxn ang="0">
                    <a:pos x="198" y="22"/>
                  </a:cxn>
                  <a:cxn ang="0">
                    <a:pos x="215" y="1"/>
                  </a:cxn>
                  <a:cxn ang="0">
                    <a:pos x="6" y="0"/>
                  </a:cxn>
                  <a:cxn ang="0">
                    <a:pos x="20" y="22"/>
                  </a:cxn>
                </a:cxnLst>
                <a:rect l="0" t="0" r="r" b="b"/>
                <a:pathLst>
                  <a:path w="217" h="25">
                    <a:moveTo>
                      <a:pt x="20" y="22"/>
                    </a:moveTo>
                    <a:cubicBezTo>
                      <a:pt x="198" y="22"/>
                      <a:pt x="198" y="22"/>
                      <a:pt x="198" y="22"/>
                    </a:cubicBezTo>
                    <a:cubicBezTo>
                      <a:pt x="198" y="22"/>
                      <a:pt x="217" y="25"/>
                      <a:pt x="215" y="1"/>
                    </a:cubicBezTo>
                    <a:cubicBezTo>
                      <a:pt x="6" y="0"/>
                      <a:pt x="6" y="0"/>
                      <a:pt x="6" y="0"/>
                    </a:cubicBezTo>
                    <a:cubicBezTo>
                      <a:pt x="6" y="0"/>
                      <a:pt x="0" y="20"/>
                      <a:pt x="20" y="22"/>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54" name="Picture Placeholder 7"/>
          <p:cNvSpPr>
            <a:spLocks noGrp="1"/>
          </p:cNvSpPr>
          <p:nvPr>
            <p:ph type="pic" sz="quarter" idx="13" hasCustomPrompt="1"/>
          </p:nvPr>
        </p:nvSpPr>
        <p:spPr>
          <a:xfrm>
            <a:off x="1618213" y="3867921"/>
            <a:ext cx="3535163" cy="2180896"/>
          </a:xfrm>
          <a:prstGeom prst="rect">
            <a:avLst/>
          </a:prstGeom>
          <a:ln>
            <a:noFill/>
          </a:ln>
        </p:spPr>
        <p:txBody>
          <a:bodyPr bIns="45720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77246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wipe(down)">
                                      <p:cBhvr>
                                        <p:cTn id="20" dur="500"/>
                                        <p:tgtEl>
                                          <p:spTgt spid="44"/>
                                        </p:tgtEl>
                                      </p:cBhvr>
                                    </p:animEffect>
                                  </p:childTnLst>
                                </p:cTn>
                              </p:par>
                            </p:childTnLst>
                          </p:cTn>
                        </p:par>
                        <p:par>
                          <p:cTn id="21" fill="hold">
                            <p:stCondLst>
                              <p:cond delay="2000"/>
                            </p:stCondLst>
                            <p:childTnLst>
                              <p:par>
                                <p:cTn id="22" presetID="2" presetClass="entr" presetSubtype="4" accel="50000" decel="50000" fill="hold" nodeType="after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additive="base">
                                        <p:cTn id="24" dur="500" fill="hold"/>
                                        <p:tgtEl>
                                          <p:spTgt spid="45"/>
                                        </p:tgtEl>
                                        <p:attrNameLst>
                                          <p:attrName>ppt_x</p:attrName>
                                        </p:attrNameLst>
                                      </p:cBhvr>
                                      <p:tavLst>
                                        <p:tav tm="0">
                                          <p:val>
                                            <p:strVal val="#ppt_x"/>
                                          </p:val>
                                        </p:tav>
                                        <p:tav tm="100000">
                                          <p:val>
                                            <p:strVal val="#ppt_x"/>
                                          </p:val>
                                        </p:tav>
                                      </p:tavLst>
                                    </p:anim>
                                    <p:anim calcmode="lin" valueType="num">
                                      <p:cBhvr additive="base">
                                        <p:cTn id="25" dur="500" fill="hold"/>
                                        <p:tgtEl>
                                          <p:spTgt spid="45"/>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wipe(down)">
                                      <p:cBhvr>
                                        <p:cTn id="2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44" grpId="0"/>
      <p:bldP spid="54" grpId="0"/>
    </p:bld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48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29" name="Group 17"/>
          <p:cNvGrpSpPr/>
          <p:nvPr userDrawn="1"/>
        </p:nvGrpSpPr>
        <p:grpSpPr>
          <a:xfrm>
            <a:off x="6506224" y="1666067"/>
            <a:ext cx="4343760" cy="2967184"/>
            <a:chOff x="2094899" y="1081795"/>
            <a:chExt cx="4400683" cy="3006070"/>
          </a:xfrm>
        </p:grpSpPr>
        <p:sp>
          <p:nvSpPr>
            <p:cNvPr id="30" name="Rectangle 29"/>
            <p:cNvSpPr/>
            <p:nvPr/>
          </p:nvSpPr>
          <p:spPr>
            <a:xfrm>
              <a:off x="2261198" y="1247618"/>
              <a:ext cx="4081379" cy="2259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Freeform 23"/>
            <p:cNvSpPr>
              <a:spLocks/>
            </p:cNvSpPr>
            <p:nvPr/>
          </p:nvSpPr>
          <p:spPr bwMode="auto">
            <a:xfrm>
              <a:off x="2311744" y="1247618"/>
              <a:ext cx="3979748" cy="2259869"/>
            </a:xfrm>
            <a:custGeom>
              <a:avLst/>
              <a:gdLst/>
              <a:ahLst/>
              <a:cxnLst>
                <a:cxn ang="0">
                  <a:pos x="1872" y="0"/>
                </a:cxn>
                <a:cxn ang="0">
                  <a:pos x="0" y="0"/>
                </a:cxn>
                <a:cxn ang="0">
                  <a:pos x="1872" y="1063"/>
                </a:cxn>
                <a:cxn ang="0">
                  <a:pos x="1872" y="0"/>
                </a:cxn>
              </a:cxnLst>
              <a:rect l="0" t="0" r="r" b="b"/>
              <a:pathLst>
                <a:path w="1872" h="1063">
                  <a:moveTo>
                    <a:pt x="1872" y="0"/>
                  </a:moveTo>
                  <a:lnTo>
                    <a:pt x="0" y="0"/>
                  </a:lnTo>
                  <a:lnTo>
                    <a:pt x="1872" y="1063"/>
                  </a:lnTo>
                  <a:lnTo>
                    <a:pt x="1872" y="0"/>
                  </a:lnTo>
                  <a:close/>
                </a:path>
              </a:pathLst>
            </a:custGeom>
            <a:solidFill>
              <a:srgbClr val="FFFFFF">
                <a:alpha val="16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grpSp>
      <p:sp>
        <p:nvSpPr>
          <p:cNvPr id="34" name="Picture Placeholder 7"/>
          <p:cNvSpPr>
            <a:spLocks noGrp="1"/>
          </p:cNvSpPr>
          <p:nvPr>
            <p:ph type="pic" sz="quarter" idx="10" hasCustomPrompt="1"/>
          </p:nvPr>
        </p:nvSpPr>
        <p:spPr>
          <a:xfrm>
            <a:off x="6691597" y="1825758"/>
            <a:ext cx="3944648" cy="2230637"/>
          </a:xfrm>
          <a:prstGeom prst="rect">
            <a:avLst/>
          </a:prstGeom>
          <a:ln>
            <a:noFill/>
          </a:ln>
        </p:spPr>
        <p:txBody>
          <a:bodyPr tIns="0" bIns="274320" anchor="b"/>
          <a:lstStyle>
            <a:lvl1pPr algn="ctr">
              <a:buNone/>
              <a:defRPr sz="1467">
                <a:solidFill>
                  <a:schemeClr val="tx1">
                    <a:lumMod val="50000"/>
                    <a:lumOff val="50000"/>
                  </a:schemeClr>
                </a:solidFill>
              </a:defRPr>
            </a:lvl1pPr>
          </a:lstStyle>
          <a:p>
            <a:r>
              <a:rPr lang="en-US" dirty="0"/>
              <a:t>Image Holder</a:t>
            </a:r>
          </a:p>
        </p:txBody>
      </p:sp>
      <p:grpSp>
        <p:nvGrpSpPr>
          <p:cNvPr id="35" name="Group 17"/>
          <p:cNvGrpSpPr/>
          <p:nvPr userDrawn="1"/>
        </p:nvGrpSpPr>
        <p:grpSpPr>
          <a:xfrm>
            <a:off x="1313467" y="1666067"/>
            <a:ext cx="4343760" cy="2967184"/>
            <a:chOff x="2094899" y="1081795"/>
            <a:chExt cx="4400683" cy="3006070"/>
          </a:xfrm>
        </p:grpSpPr>
        <p:sp>
          <p:nvSpPr>
            <p:cNvPr id="36" name="Rectangle 35"/>
            <p:cNvSpPr/>
            <p:nvPr/>
          </p:nvSpPr>
          <p:spPr>
            <a:xfrm>
              <a:off x="2261198" y="1247618"/>
              <a:ext cx="4081379" cy="2259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Freeform 23"/>
            <p:cNvSpPr>
              <a:spLocks/>
            </p:cNvSpPr>
            <p:nvPr/>
          </p:nvSpPr>
          <p:spPr bwMode="auto">
            <a:xfrm>
              <a:off x="2311744" y="1247618"/>
              <a:ext cx="3979748" cy="2259869"/>
            </a:xfrm>
            <a:custGeom>
              <a:avLst/>
              <a:gdLst/>
              <a:ahLst/>
              <a:cxnLst>
                <a:cxn ang="0">
                  <a:pos x="1872" y="0"/>
                </a:cxn>
                <a:cxn ang="0">
                  <a:pos x="0" y="0"/>
                </a:cxn>
                <a:cxn ang="0">
                  <a:pos x="1872" y="1063"/>
                </a:cxn>
                <a:cxn ang="0">
                  <a:pos x="1872" y="0"/>
                </a:cxn>
              </a:cxnLst>
              <a:rect l="0" t="0" r="r" b="b"/>
              <a:pathLst>
                <a:path w="1872" h="1063">
                  <a:moveTo>
                    <a:pt x="1872" y="0"/>
                  </a:moveTo>
                  <a:lnTo>
                    <a:pt x="0" y="0"/>
                  </a:lnTo>
                  <a:lnTo>
                    <a:pt x="1872" y="1063"/>
                  </a:lnTo>
                  <a:lnTo>
                    <a:pt x="1872" y="0"/>
                  </a:lnTo>
                  <a:close/>
                </a:path>
              </a:pathLst>
            </a:custGeom>
            <a:solidFill>
              <a:srgbClr val="FFFFFF">
                <a:alpha val="16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5"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grpSp>
      <p:sp>
        <p:nvSpPr>
          <p:cNvPr id="56" name="Picture Placeholder 7"/>
          <p:cNvSpPr>
            <a:spLocks noGrp="1"/>
          </p:cNvSpPr>
          <p:nvPr>
            <p:ph type="pic" sz="quarter" idx="13" hasCustomPrompt="1"/>
          </p:nvPr>
        </p:nvSpPr>
        <p:spPr>
          <a:xfrm>
            <a:off x="1498840" y="1825758"/>
            <a:ext cx="3944648" cy="2230637"/>
          </a:xfrm>
          <a:prstGeom prst="rect">
            <a:avLst/>
          </a:prstGeom>
          <a:ln>
            <a:noFill/>
          </a:ln>
        </p:spPr>
        <p:txBody>
          <a:bodyPr tIns="0" bIns="27432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31677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down)">
                                      <p:cBhvr>
                                        <p:cTn id="20" dur="500"/>
                                        <p:tgtEl>
                                          <p:spTgt spid="34"/>
                                        </p:tgtEl>
                                      </p:cBhvr>
                                    </p:animEffect>
                                  </p:childTnLst>
                                </p:cTn>
                              </p:par>
                            </p:childTnLst>
                          </p:cTn>
                        </p:par>
                        <p:par>
                          <p:cTn id="21" fill="hold">
                            <p:stCondLst>
                              <p:cond delay="2000"/>
                            </p:stCondLst>
                            <p:childTnLst>
                              <p:par>
                                <p:cTn id="22" presetID="2" presetClass="entr" presetSubtype="4" accel="50000" decel="50000"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additive="base">
                                        <p:cTn id="24" dur="500" fill="hold"/>
                                        <p:tgtEl>
                                          <p:spTgt spid="35"/>
                                        </p:tgtEl>
                                        <p:attrNameLst>
                                          <p:attrName>ppt_x</p:attrName>
                                        </p:attrNameLst>
                                      </p:cBhvr>
                                      <p:tavLst>
                                        <p:tav tm="0">
                                          <p:val>
                                            <p:strVal val="#ppt_x"/>
                                          </p:val>
                                        </p:tav>
                                        <p:tav tm="100000">
                                          <p:val>
                                            <p:strVal val="#ppt_x"/>
                                          </p:val>
                                        </p:tav>
                                      </p:tavLst>
                                    </p:anim>
                                    <p:anim calcmode="lin" valueType="num">
                                      <p:cBhvr additive="base">
                                        <p:cTn id="25" dur="500" fill="hold"/>
                                        <p:tgtEl>
                                          <p:spTgt spid="35"/>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wipe(down)">
                                      <p:cBhvr>
                                        <p:cTn id="2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34" grpId="0"/>
      <p:bldP spid="56" grpId="0"/>
    </p:bld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49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17" name="Group 57"/>
          <p:cNvGrpSpPr/>
          <p:nvPr userDrawn="1"/>
        </p:nvGrpSpPr>
        <p:grpSpPr>
          <a:xfrm>
            <a:off x="5516418" y="4414189"/>
            <a:ext cx="577708" cy="1988708"/>
            <a:chOff x="4191001" y="3310641"/>
            <a:chExt cx="433281" cy="1491531"/>
          </a:xfrm>
        </p:grpSpPr>
        <p:sp>
          <p:nvSpPr>
            <p:cNvPr id="18" name="Round Same Side Corner Rectangle 17"/>
            <p:cNvSpPr/>
            <p:nvPr/>
          </p:nvSpPr>
          <p:spPr>
            <a:xfrm rot="10800000" flipV="1">
              <a:off x="4191001" y="3310641"/>
              <a:ext cx="433281" cy="1491531"/>
            </a:xfrm>
            <a:prstGeom prst="round2Same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Oval 18"/>
            <p:cNvSpPr/>
            <p:nvPr/>
          </p:nvSpPr>
          <p:spPr bwMode="auto">
            <a:xfrm>
              <a:off x="4309490" y="4348499"/>
              <a:ext cx="223838" cy="223838"/>
            </a:xfrm>
            <a:prstGeom prst="ellipse">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56"/>
          <p:cNvGrpSpPr/>
          <p:nvPr userDrawn="1"/>
        </p:nvGrpSpPr>
        <p:grpSpPr>
          <a:xfrm>
            <a:off x="6134673" y="4431989"/>
            <a:ext cx="540911" cy="1970907"/>
            <a:chOff x="4654692" y="3323992"/>
            <a:chExt cx="405683" cy="1478180"/>
          </a:xfrm>
        </p:grpSpPr>
        <p:sp>
          <p:nvSpPr>
            <p:cNvPr id="23" name="Round Same Side Corner Rectangle 22"/>
            <p:cNvSpPr/>
            <p:nvPr/>
          </p:nvSpPr>
          <p:spPr>
            <a:xfrm rot="10800000" flipV="1">
              <a:off x="4654692" y="3323992"/>
              <a:ext cx="405683" cy="1478180"/>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4" name="Oval 23"/>
            <p:cNvSpPr/>
            <p:nvPr/>
          </p:nvSpPr>
          <p:spPr bwMode="auto">
            <a:xfrm>
              <a:off x="4726173" y="4348499"/>
              <a:ext cx="223838" cy="223838"/>
            </a:xfrm>
            <a:prstGeom prst="ellipse">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grpSp>
      <p:sp>
        <p:nvSpPr>
          <p:cNvPr id="25" name="Picture Placeholder 7"/>
          <p:cNvSpPr>
            <a:spLocks noGrp="1"/>
          </p:cNvSpPr>
          <p:nvPr>
            <p:ph type="pic" sz="quarter" idx="10" hasCustomPrompt="1"/>
          </p:nvPr>
        </p:nvSpPr>
        <p:spPr>
          <a:xfrm>
            <a:off x="1845093" y="2278804"/>
            <a:ext cx="1659984" cy="2482373"/>
          </a:xfrm>
          <a:prstGeom prst="rect">
            <a:avLst/>
          </a:prstGeom>
          <a:solidFill>
            <a:schemeClr val="bg1"/>
          </a:solidFill>
          <a:ln>
            <a:noFill/>
          </a:ln>
        </p:spPr>
        <p:txBody>
          <a:bodyPr bIns="457200" anchor="b"/>
          <a:lstStyle>
            <a:lvl1pPr algn="ctr" rtl="0">
              <a:buNone/>
              <a:defRPr sz="1467">
                <a:solidFill>
                  <a:schemeClr val="tx1">
                    <a:lumMod val="50000"/>
                    <a:lumOff val="50000"/>
                  </a:schemeClr>
                </a:solidFill>
              </a:defRPr>
            </a:lvl1pPr>
          </a:lstStyle>
          <a:p>
            <a:r>
              <a:rPr lang="en-US" dirty="0"/>
              <a:t>Image Holder</a:t>
            </a:r>
          </a:p>
        </p:txBody>
      </p:sp>
      <p:sp>
        <p:nvSpPr>
          <p:cNvPr id="26" name="Freeform 5"/>
          <p:cNvSpPr>
            <a:spLocks noEditPoints="1"/>
          </p:cNvSpPr>
          <p:nvPr userDrawn="1"/>
        </p:nvSpPr>
        <p:spPr bwMode="auto">
          <a:xfrm>
            <a:off x="1713803" y="1741992"/>
            <a:ext cx="1922565" cy="3580555"/>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solidFill>
            <a:schemeClr val="tx1">
              <a:lumMod val="10000"/>
              <a:lumOff val="90000"/>
            </a:schemeClr>
          </a:solidFill>
          <a:ln w="9525">
            <a:noFill/>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7" name="Picture Placeholder 7"/>
          <p:cNvSpPr>
            <a:spLocks noGrp="1"/>
          </p:cNvSpPr>
          <p:nvPr>
            <p:ph type="pic" sz="quarter" idx="13" hasCustomPrompt="1"/>
          </p:nvPr>
        </p:nvSpPr>
        <p:spPr>
          <a:xfrm>
            <a:off x="8654549" y="2291083"/>
            <a:ext cx="1659984" cy="2482373"/>
          </a:xfrm>
          <a:prstGeom prst="rect">
            <a:avLst/>
          </a:prstGeom>
          <a:solidFill>
            <a:schemeClr val="bg1"/>
          </a:solidFill>
          <a:ln>
            <a:noFill/>
          </a:ln>
        </p:spPr>
        <p:txBody>
          <a:bodyPr bIns="457200" anchor="b"/>
          <a:lstStyle>
            <a:lvl1pPr algn="ctr" rtl="0">
              <a:buNone/>
              <a:defRPr sz="1467">
                <a:solidFill>
                  <a:schemeClr val="tx1">
                    <a:lumMod val="50000"/>
                    <a:lumOff val="50000"/>
                  </a:schemeClr>
                </a:solidFill>
              </a:defRPr>
            </a:lvl1pPr>
          </a:lstStyle>
          <a:p>
            <a:r>
              <a:rPr lang="en-US" dirty="0"/>
              <a:t>Image Holder</a:t>
            </a:r>
          </a:p>
        </p:txBody>
      </p:sp>
      <p:sp>
        <p:nvSpPr>
          <p:cNvPr id="28" name="Freeform 5"/>
          <p:cNvSpPr>
            <a:spLocks noEditPoints="1"/>
          </p:cNvSpPr>
          <p:nvPr userDrawn="1"/>
        </p:nvSpPr>
        <p:spPr bwMode="auto">
          <a:xfrm>
            <a:off x="8523259" y="1741992"/>
            <a:ext cx="1922565" cy="3580555"/>
          </a:xfrm>
          <a:custGeom>
            <a:avLst/>
            <a:gdLst/>
            <a:ahLst/>
            <a:cxnLst>
              <a:cxn ang="0">
                <a:pos x="440" y="1690"/>
              </a:cxn>
              <a:cxn ang="0">
                <a:pos x="440" y="1690"/>
              </a:cxn>
              <a:cxn ang="0">
                <a:pos x="494" y="1636"/>
              </a:cxn>
              <a:cxn ang="0">
                <a:pos x="547" y="1690"/>
              </a:cxn>
              <a:cxn ang="0">
                <a:pos x="547" y="1690"/>
              </a:cxn>
              <a:cxn ang="0">
                <a:pos x="547" y="1690"/>
              </a:cxn>
              <a:cxn ang="0">
                <a:pos x="494" y="1743"/>
              </a:cxn>
              <a:cxn ang="0">
                <a:pos x="440" y="1690"/>
              </a:cxn>
              <a:cxn ang="0">
                <a:pos x="440" y="1690"/>
              </a:cxn>
              <a:cxn ang="0">
                <a:pos x="65" y="274"/>
              </a:cxn>
              <a:cxn ang="0">
                <a:pos x="65" y="274"/>
              </a:cxn>
              <a:cxn ang="0">
                <a:pos x="922" y="274"/>
              </a:cxn>
              <a:cxn ang="0">
                <a:pos x="922" y="1543"/>
              </a:cxn>
              <a:cxn ang="0">
                <a:pos x="65" y="1543"/>
              </a:cxn>
              <a:cxn ang="0">
                <a:pos x="65" y="274"/>
              </a:cxn>
              <a:cxn ang="0">
                <a:pos x="355" y="143"/>
              </a:cxn>
              <a:cxn ang="0">
                <a:pos x="355" y="143"/>
              </a:cxn>
              <a:cxn ang="0">
                <a:pos x="632" y="143"/>
              </a:cxn>
              <a:cxn ang="0">
                <a:pos x="632" y="163"/>
              </a:cxn>
              <a:cxn ang="0">
                <a:pos x="355" y="163"/>
              </a:cxn>
              <a:cxn ang="0">
                <a:pos x="355" y="143"/>
              </a:cxn>
              <a:cxn ang="0">
                <a:pos x="891" y="0"/>
              </a:cxn>
              <a:cxn ang="0">
                <a:pos x="96" y="0"/>
              </a:cxn>
              <a:cxn ang="0">
                <a:pos x="0" y="92"/>
              </a:cxn>
              <a:cxn ang="0">
                <a:pos x="0" y="1748"/>
              </a:cxn>
              <a:cxn ang="0">
                <a:pos x="96" y="1840"/>
              </a:cxn>
              <a:cxn ang="0">
                <a:pos x="891" y="1840"/>
              </a:cxn>
              <a:cxn ang="0">
                <a:pos x="987" y="1748"/>
              </a:cxn>
              <a:cxn ang="0">
                <a:pos x="987" y="92"/>
              </a:cxn>
              <a:cxn ang="0">
                <a:pos x="891" y="0"/>
              </a:cxn>
            </a:cxnLst>
            <a:rect l="0" t="0" r="r" b="b"/>
            <a:pathLst>
              <a:path w="987" h="1840">
                <a:moveTo>
                  <a:pt x="440" y="1690"/>
                </a:moveTo>
                <a:cubicBezTo>
                  <a:pt x="440" y="1690"/>
                  <a:pt x="440" y="1690"/>
                  <a:pt x="440" y="1690"/>
                </a:cubicBezTo>
                <a:cubicBezTo>
                  <a:pt x="440" y="1660"/>
                  <a:pt x="464" y="1636"/>
                  <a:pt x="494" y="1636"/>
                </a:cubicBezTo>
                <a:cubicBezTo>
                  <a:pt x="523" y="1636"/>
                  <a:pt x="547" y="1660"/>
                  <a:pt x="547" y="1690"/>
                </a:cubicBezTo>
                <a:cubicBezTo>
                  <a:pt x="547" y="1690"/>
                  <a:pt x="547" y="1690"/>
                  <a:pt x="547" y="1690"/>
                </a:cubicBezTo>
                <a:cubicBezTo>
                  <a:pt x="547" y="1690"/>
                  <a:pt x="547" y="1690"/>
                  <a:pt x="547" y="1690"/>
                </a:cubicBezTo>
                <a:cubicBezTo>
                  <a:pt x="547" y="1719"/>
                  <a:pt x="523" y="1743"/>
                  <a:pt x="494" y="1743"/>
                </a:cubicBezTo>
                <a:cubicBezTo>
                  <a:pt x="464" y="1743"/>
                  <a:pt x="440" y="1719"/>
                  <a:pt x="440" y="1690"/>
                </a:cubicBezTo>
                <a:cubicBezTo>
                  <a:pt x="440" y="1690"/>
                  <a:pt x="440" y="1690"/>
                  <a:pt x="440" y="1690"/>
                </a:cubicBezTo>
                <a:moveTo>
                  <a:pt x="65" y="274"/>
                </a:moveTo>
                <a:cubicBezTo>
                  <a:pt x="65" y="274"/>
                  <a:pt x="65" y="274"/>
                  <a:pt x="65" y="274"/>
                </a:cubicBezTo>
                <a:cubicBezTo>
                  <a:pt x="922" y="274"/>
                  <a:pt x="922" y="274"/>
                  <a:pt x="922" y="274"/>
                </a:cubicBezTo>
                <a:cubicBezTo>
                  <a:pt x="922" y="1543"/>
                  <a:pt x="922" y="1543"/>
                  <a:pt x="922" y="1543"/>
                </a:cubicBezTo>
                <a:cubicBezTo>
                  <a:pt x="65" y="1543"/>
                  <a:pt x="65" y="1543"/>
                  <a:pt x="65" y="1543"/>
                </a:cubicBezTo>
                <a:cubicBezTo>
                  <a:pt x="65" y="274"/>
                  <a:pt x="65" y="274"/>
                  <a:pt x="65" y="274"/>
                </a:cubicBezTo>
                <a:moveTo>
                  <a:pt x="355" y="143"/>
                </a:moveTo>
                <a:cubicBezTo>
                  <a:pt x="355" y="143"/>
                  <a:pt x="355" y="143"/>
                  <a:pt x="355" y="143"/>
                </a:cubicBezTo>
                <a:cubicBezTo>
                  <a:pt x="632" y="143"/>
                  <a:pt x="632" y="143"/>
                  <a:pt x="632" y="143"/>
                </a:cubicBezTo>
                <a:cubicBezTo>
                  <a:pt x="632" y="163"/>
                  <a:pt x="632" y="163"/>
                  <a:pt x="632" y="163"/>
                </a:cubicBezTo>
                <a:cubicBezTo>
                  <a:pt x="355" y="163"/>
                  <a:pt x="355" y="163"/>
                  <a:pt x="355" y="163"/>
                </a:cubicBezTo>
                <a:cubicBezTo>
                  <a:pt x="355" y="143"/>
                  <a:pt x="355" y="143"/>
                  <a:pt x="355" y="143"/>
                </a:cubicBezTo>
                <a:moveTo>
                  <a:pt x="891" y="0"/>
                </a:moveTo>
                <a:cubicBezTo>
                  <a:pt x="96" y="0"/>
                  <a:pt x="96" y="0"/>
                  <a:pt x="96" y="0"/>
                </a:cubicBezTo>
                <a:cubicBezTo>
                  <a:pt x="43" y="0"/>
                  <a:pt x="0" y="42"/>
                  <a:pt x="0" y="92"/>
                </a:cubicBezTo>
                <a:cubicBezTo>
                  <a:pt x="0" y="1748"/>
                  <a:pt x="0" y="1748"/>
                  <a:pt x="0" y="1748"/>
                </a:cubicBezTo>
                <a:cubicBezTo>
                  <a:pt x="0" y="1798"/>
                  <a:pt x="43" y="1840"/>
                  <a:pt x="96" y="1840"/>
                </a:cubicBezTo>
                <a:cubicBezTo>
                  <a:pt x="891" y="1840"/>
                  <a:pt x="891" y="1840"/>
                  <a:pt x="891" y="1840"/>
                </a:cubicBezTo>
                <a:cubicBezTo>
                  <a:pt x="944" y="1840"/>
                  <a:pt x="987" y="1798"/>
                  <a:pt x="987" y="1748"/>
                </a:cubicBezTo>
                <a:cubicBezTo>
                  <a:pt x="987" y="92"/>
                  <a:pt x="987" y="92"/>
                  <a:pt x="987" y="92"/>
                </a:cubicBezTo>
                <a:cubicBezTo>
                  <a:pt x="987" y="41"/>
                  <a:pt x="944" y="0"/>
                  <a:pt x="891" y="0"/>
                </a:cubicBezTo>
              </a:path>
            </a:pathLst>
          </a:custGeom>
          <a:solidFill>
            <a:schemeClr val="tx1">
              <a:lumMod val="10000"/>
              <a:lumOff val="90000"/>
            </a:schemeClr>
          </a:solidFill>
          <a:ln w="9525">
            <a:noFill/>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9" name="Group 17"/>
          <p:cNvGrpSpPr/>
          <p:nvPr userDrawn="1"/>
        </p:nvGrpSpPr>
        <p:grpSpPr>
          <a:xfrm>
            <a:off x="3924120" y="1809411"/>
            <a:ext cx="4343760" cy="2967184"/>
            <a:chOff x="2094899" y="1081795"/>
            <a:chExt cx="4400683" cy="3006070"/>
          </a:xfrm>
        </p:grpSpPr>
        <p:sp>
          <p:nvSpPr>
            <p:cNvPr id="40" name="Rectangle 39"/>
            <p:cNvSpPr/>
            <p:nvPr/>
          </p:nvSpPr>
          <p:spPr>
            <a:xfrm>
              <a:off x="2261198" y="1247618"/>
              <a:ext cx="4081379" cy="22598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41"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10000"/>
                <a:lumOff val="9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2" name="Freeform 23"/>
            <p:cNvSpPr>
              <a:spLocks/>
            </p:cNvSpPr>
            <p:nvPr/>
          </p:nvSpPr>
          <p:spPr bwMode="auto">
            <a:xfrm>
              <a:off x="2311744" y="1247618"/>
              <a:ext cx="3979748" cy="2259869"/>
            </a:xfrm>
            <a:custGeom>
              <a:avLst/>
              <a:gdLst/>
              <a:ahLst/>
              <a:cxnLst>
                <a:cxn ang="0">
                  <a:pos x="1872" y="0"/>
                </a:cxn>
                <a:cxn ang="0">
                  <a:pos x="0" y="0"/>
                </a:cxn>
                <a:cxn ang="0">
                  <a:pos x="1872" y="1063"/>
                </a:cxn>
                <a:cxn ang="0">
                  <a:pos x="1872" y="0"/>
                </a:cxn>
              </a:cxnLst>
              <a:rect l="0" t="0" r="r" b="b"/>
              <a:pathLst>
                <a:path w="1872" h="1063">
                  <a:moveTo>
                    <a:pt x="1872" y="0"/>
                  </a:moveTo>
                  <a:lnTo>
                    <a:pt x="0" y="0"/>
                  </a:lnTo>
                  <a:lnTo>
                    <a:pt x="1872" y="1063"/>
                  </a:lnTo>
                  <a:lnTo>
                    <a:pt x="1872" y="0"/>
                  </a:lnTo>
                  <a:close/>
                </a:path>
              </a:pathLst>
            </a:custGeom>
            <a:solidFill>
              <a:srgbClr val="FFFFFF">
                <a:alpha val="16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3"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grpSp>
      <p:sp>
        <p:nvSpPr>
          <p:cNvPr id="44" name="Picture Placeholder 7"/>
          <p:cNvSpPr>
            <a:spLocks noGrp="1"/>
          </p:cNvSpPr>
          <p:nvPr>
            <p:ph type="pic" sz="quarter" idx="14" hasCustomPrompt="1"/>
          </p:nvPr>
        </p:nvSpPr>
        <p:spPr>
          <a:xfrm>
            <a:off x="4123676" y="1969102"/>
            <a:ext cx="3944648" cy="2230637"/>
          </a:xfrm>
          <a:prstGeom prst="rect">
            <a:avLst/>
          </a:prstGeom>
          <a:ln>
            <a:noFill/>
          </a:ln>
        </p:spPr>
        <p:txBody>
          <a:bodyPr tIns="0" bIns="274320" anchor="b"/>
          <a:lstStyle>
            <a:lvl1pPr algn="ctr">
              <a:buNone/>
              <a:defRPr sz="1467">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52713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500"/>
                                        <p:tgtEl>
                                          <p:spTgt spid="26"/>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down)">
                                      <p:cBhvr>
                                        <p:cTn id="23" dur="500"/>
                                        <p:tgtEl>
                                          <p:spTgt spid="28"/>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up)">
                                      <p:cBhvr>
                                        <p:cTn id="35" dur="500"/>
                                        <p:tgtEl>
                                          <p:spTgt spid="44"/>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up)">
                                      <p:cBhvr>
                                        <p:cTn id="39" dur="500"/>
                                        <p:tgtEl>
                                          <p:spTgt spid="17"/>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25" grpId="0" animBg="1"/>
      <p:bldP spid="26" grpId="0" animBg="1"/>
      <p:bldP spid="27" grpId="0" animBg="1"/>
      <p:bldP spid="28" grpId="0" animBg="1"/>
      <p:bldP spid="44" grpId="0"/>
    </p:bld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60_Title Slide">
    <p:spTree>
      <p:nvGrpSpPr>
        <p:cNvPr id="1" name=""/>
        <p:cNvGrpSpPr/>
        <p:nvPr/>
      </p:nvGrpSpPr>
      <p:grpSpPr>
        <a:xfrm>
          <a:off x="0" y="0"/>
          <a:ext cx="0" cy="0"/>
          <a:chOff x="0" y="0"/>
          <a:chExt cx="0" cy="0"/>
        </a:xfrm>
      </p:grpSpPr>
      <p:sp>
        <p:nvSpPr>
          <p:cNvPr id="4" name="Rectangle 3"/>
          <p:cNvSpPr/>
          <p:nvPr userDrawn="1"/>
        </p:nvSpPr>
        <p:spPr>
          <a:xfrm>
            <a:off x="203200" y="1564769"/>
            <a:ext cx="11785600" cy="4876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3733" b="1" baseline="0">
                <a:solidFill>
                  <a:schemeClr val="tx1">
                    <a:lumMod val="50000"/>
                    <a:lumOff val="50000"/>
                  </a:schemeClr>
                </a:solidFill>
              </a:defRPr>
            </a:lvl1pPr>
          </a:lstStyle>
          <a:p>
            <a:r>
              <a:rPr lang="en-US" dirty="0"/>
              <a:t>Click To Edit Master Title Style</a:t>
            </a:r>
          </a:p>
        </p:txBody>
      </p:sp>
      <p:sp>
        <p:nvSpPr>
          <p:cNvPr id="22" name="Text Placeholder 3"/>
          <p:cNvSpPr>
            <a:spLocks noGrp="1"/>
          </p:cNvSpPr>
          <p:nvPr>
            <p:ph type="body" sz="half" idx="2" hasCustomPrompt="1"/>
          </p:nvPr>
        </p:nvSpPr>
        <p:spPr>
          <a:xfrm>
            <a:off x="3352800" y="1054100"/>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Subtext Goes Here</a:t>
            </a:r>
          </a:p>
        </p:txBody>
      </p:sp>
      <p:grpSp>
        <p:nvGrpSpPr>
          <p:cNvPr id="34" name="Group 33"/>
          <p:cNvGrpSpPr/>
          <p:nvPr userDrawn="1"/>
        </p:nvGrpSpPr>
        <p:grpSpPr>
          <a:xfrm>
            <a:off x="971777" y="1742921"/>
            <a:ext cx="5152912" cy="4047581"/>
            <a:chOff x="2094899" y="1081795"/>
            <a:chExt cx="4400683" cy="3501414"/>
          </a:xfrm>
        </p:grpSpPr>
        <p:sp>
          <p:nvSpPr>
            <p:cNvPr id="35" name="Freeform 5"/>
            <p:cNvSpPr>
              <a:spLocks noEditPoints="1"/>
            </p:cNvSpPr>
            <p:nvPr/>
          </p:nvSpPr>
          <p:spPr bwMode="auto">
            <a:xfrm>
              <a:off x="2094899" y="1081795"/>
              <a:ext cx="4400683" cy="2608522"/>
            </a:xfrm>
            <a:custGeom>
              <a:avLst/>
              <a:gdLst/>
              <a:ahLst/>
              <a:cxnLst>
                <a:cxn ang="0">
                  <a:pos x="1757" y="0"/>
                </a:cxn>
                <a:cxn ang="0">
                  <a:pos x="921" y="0"/>
                </a:cxn>
                <a:cxn ang="0">
                  <a:pos x="893" y="0"/>
                </a:cxn>
                <a:cxn ang="0">
                  <a:pos x="56" y="0"/>
                </a:cxn>
                <a:cxn ang="0">
                  <a:pos x="0" y="47"/>
                </a:cxn>
                <a:cxn ang="0">
                  <a:pos x="0" y="1076"/>
                </a:cxn>
                <a:cxn ang="0">
                  <a:pos x="1816" y="1076"/>
                </a:cxn>
                <a:cxn ang="0">
                  <a:pos x="1816" y="47"/>
                </a:cxn>
                <a:cxn ang="0">
                  <a:pos x="1757" y="0"/>
                </a:cxn>
                <a:cxn ang="0">
                  <a:pos x="1732" y="1000"/>
                </a:cxn>
                <a:cxn ang="0">
                  <a:pos x="76" y="1000"/>
                </a:cxn>
                <a:cxn ang="0">
                  <a:pos x="76" y="68"/>
                </a:cxn>
                <a:cxn ang="0">
                  <a:pos x="1732" y="68"/>
                </a:cxn>
                <a:cxn ang="0">
                  <a:pos x="1732" y="1000"/>
                </a:cxn>
              </a:cxnLst>
              <a:rect l="0" t="0" r="r" b="b"/>
              <a:pathLst>
                <a:path w="1816" h="1076">
                  <a:moveTo>
                    <a:pt x="1757" y="0"/>
                  </a:moveTo>
                  <a:cubicBezTo>
                    <a:pt x="921" y="0"/>
                    <a:pt x="921" y="0"/>
                    <a:pt x="921" y="0"/>
                  </a:cubicBezTo>
                  <a:cubicBezTo>
                    <a:pt x="893" y="0"/>
                    <a:pt x="893" y="0"/>
                    <a:pt x="893" y="0"/>
                  </a:cubicBezTo>
                  <a:cubicBezTo>
                    <a:pt x="56" y="0"/>
                    <a:pt x="56" y="0"/>
                    <a:pt x="56" y="0"/>
                  </a:cubicBezTo>
                  <a:cubicBezTo>
                    <a:pt x="27" y="0"/>
                    <a:pt x="0" y="17"/>
                    <a:pt x="0" y="47"/>
                  </a:cubicBezTo>
                  <a:cubicBezTo>
                    <a:pt x="0" y="1076"/>
                    <a:pt x="0" y="1076"/>
                    <a:pt x="0" y="1076"/>
                  </a:cubicBezTo>
                  <a:cubicBezTo>
                    <a:pt x="1816" y="1076"/>
                    <a:pt x="1816" y="1076"/>
                    <a:pt x="1816" y="1076"/>
                  </a:cubicBezTo>
                  <a:cubicBezTo>
                    <a:pt x="1816" y="47"/>
                    <a:pt x="1816" y="47"/>
                    <a:pt x="1816" y="47"/>
                  </a:cubicBezTo>
                  <a:cubicBezTo>
                    <a:pt x="1816" y="17"/>
                    <a:pt x="1787" y="0"/>
                    <a:pt x="1757" y="0"/>
                  </a:cubicBezTo>
                  <a:moveTo>
                    <a:pt x="1732" y="1000"/>
                  </a:moveTo>
                  <a:cubicBezTo>
                    <a:pt x="76" y="1000"/>
                    <a:pt x="76" y="1000"/>
                    <a:pt x="76" y="1000"/>
                  </a:cubicBezTo>
                  <a:cubicBezTo>
                    <a:pt x="76" y="68"/>
                    <a:pt x="76" y="68"/>
                    <a:pt x="76" y="68"/>
                  </a:cubicBezTo>
                  <a:cubicBezTo>
                    <a:pt x="1732" y="68"/>
                    <a:pt x="1732" y="68"/>
                    <a:pt x="1732" y="68"/>
                  </a:cubicBezTo>
                  <a:cubicBezTo>
                    <a:pt x="1732" y="1000"/>
                    <a:pt x="1732" y="1000"/>
                    <a:pt x="1732" y="1000"/>
                  </a:cubicBezTo>
                </a:path>
              </a:pathLst>
            </a:custGeom>
            <a:solidFill>
              <a:schemeClr val="tx1">
                <a:lumMod val="50000"/>
                <a:lumOff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sp>
          <p:nvSpPr>
            <p:cNvPr id="36" name="Freeform 27"/>
            <p:cNvSpPr>
              <a:spLocks/>
            </p:cNvSpPr>
            <p:nvPr/>
          </p:nvSpPr>
          <p:spPr bwMode="auto">
            <a:xfrm>
              <a:off x="2094899" y="3690315"/>
              <a:ext cx="4400683" cy="397550"/>
            </a:xfrm>
            <a:custGeom>
              <a:avLst/>
              <a:gdLst/>
              <a:ahLst/>
              <a:cxnLst>
                <a:cxn ang="0">
                  <a:pos x="0" y="0"/>
                </a:cxn>
                <a:cxn ang="0">
                  <a:pos x="0" y="100"/>
                </a:cxn>
                <a:cxn ang="0">
                  <a:pos x="56" y="164"/>
                </a:cxn>
                <a:cxn ang="0">
                  <a:pos x="893" y="164"/>
                </a:cxn>
                <a:cxn ang="0">
                  <a:pos x="921" y="164"/>
                </a:cxn>
                <a:cxn ang="0">
                  <a:pos x="1757" y="164"/>
                </a:cxn>
                <a:cxn ang="0">
                  <a:pos x="1816" y="100"/>
                </a:cxn>
                <a:cxn ang="0">
                  <a:pos x="1816" y="0"/>
                </a:cxn>
                <a:cxn ang="0">
                  <a:pos x="0" y="0"/>
                </a:cxn>
              </a:cxnLst>
              <a:rect l="0" t="0" r="r" b="b"/>
              <a:pathLst>
                <a:path w="1816" h="164">
                  <a:moveTo>
                    <a:pt x="0" y="0"/>
                  </a:moveTo>
                  <a:cubicBezTo>
                    <a:pt x="0" y="100"/>
                    <a:pt x="0" y="100"/>
                    <a:pt x="0" y="100"/>
                  </a:cubicBezTo>
                  <a:cubicBezTo>
                    <a:pt x="0" y="130"/>
                    <a:pt x="27" y="164"/>
                    <a:pt x="56" y="164"/>
                  </a:cubicBezTo>
                  <a:cubicBezTo>
                    <a:pt x="893" y="164"/>
                    <a:pt x="893" y="164"/>
                    <a:pt x="893" y="164"/>
                  </a:cubicBezTo>
                  <a:cubicBezTo>
                    <a:pt x="921" y="164"/>
                    <a:pt x="921" y="164"/>
                    <a:pt x="921" y="164"/>
                  </a:cubicBezTo>
                  <a:cubicBezTo>
                    <a:pt x="1757" y="164"/>
                    <a:pt x="1757" y="164"/>
                    <a:pt x="1757" y="164"/>
                  </a:cubicBezTo>
                  <a:cubicBezTo>
                    <a:pt x="1787" y="164"/>
                    <a:pt x="1816" y="130"/>
                    <a:pt x="1816" y="100"/>
                  </a:cubicBezTo>
                  <a:cubicBezTo>
                    <a:pt x="1816" y="0"/>
                    <a:pt x="1816" y="0"/>
                    <a:pt x="1816" y="0"/>
                  </a:cubicBezTo>
                  <a:lnTo>
                    <a:pt x="0" y="0"/>
                  </a:lnTo>
                  <a:close/>
                </a:path>
              </a:pathLst>
            </a:custGeom>
            <a:gradFill>
              <a:gsLst>
                <a:gs pos="83000">
                  <a:schemeClr val="bg1">
                    <a:lumMod val="75000"/>
                  </a:schemeClr>
                </a:gs>
                <a:gs pos="54000">
                  <a:schemeClr val="bg1">
                    <a:lumMod val="85000"/>
                  </a:schemeClr>
                </a:gs>
              </a:gsLst>
              <a:lin ang="18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a:t>
              </a:r>
            </a:p>
          </p:txBody>
        </p:sp>
        <p:sp>
          <p:nvSpPr>
            <p:cNvPr id="37" name="Freeform 29"/>
            <p:cNvSpPr>
              <a:spLocks/>
            </p:cNvSpPr>
            <p:nvPr/>
          </p:nvSpPr>
          <p:spPr bwMode="auto">
            <a:xfrm>
              <a:off x="3506519" y="4087866"/>
              <a:ext cx="1590198" cy="495343"/>
            </a:xfrm>
            <a:custGeom>
              <a:avLst/>
              <a:gdLst/>
              <a:ahLst/>
              <a:cxnLst>
                <a:cxn ang="0">
                  <a:pos x="335" y="0"/>
                </a:cxn>
                <a:cxn ang="0">
                  <a:pos x="322" y="0"/>
                </a:cxn>
                <a:cxn ang="0">
                  <a:pos x="143" y="0"/>
                </a:cxn>
                <a:cxn ang="0">
                  <a:pos x="102" y="128"/>
                </a:cxn>
                <a:cxn ang="0">
                  <a:pos x="108" y="204"/>
                </a:cxn>
                <a:cxn ang="0">
                  <a:pos x="322" y="204"/>
                </a:cxn>
                <a:cxn ang="0">
                  <a:pos x="335" y="204"/>
                </a:cxn>
                <a:cxn ang="0">
                  <a:pos x="549" y="204"/>
                </a:cxn>
                <a:cxn ang="0">
                  <a:pos x="555" y="128"/>
                </a:cxn>
                <a:cxn ang="0">
                  <a:pos x="513" y="0"/>
                </a:cxn>
                <a:cxn ang="0">
                  <a:pos x="335" y="0"/>
                </a:cxn>
              </a:cxnLst>
              <a:rect l="0" t="0" r="r" b="b"/>
              <a:pathLst>
                <a:path w="656" h="204">
                  <a:moveTo>
                    <a:pt x="335" y="0"/>
                  </a:moveTo>
                  <a:cubicBezTo>
                    <a:pt x="322" y="0"/>
                    <a:pt x="322" y="0"/>
                    <a:pt x="322" y="0"/>
                  </a:cubicBezTo>
                  <a:cubicBezTo>
                    <a:pt x="143" y="0"/>
                    <a:pt x="143" y="0"/>
                    <a:pt x="143" y="0"/>
                  </a:cubicBezTo>
                  <a:cubicBezTo>
                    <a:pt x="143" y="0"/>
                    <a:pt x="142" y="88"/>
                    <a:pt x="102" y="128"/>
                  </a:cubicBezTo>
                  <a:cubicBezTo>
                    <a:pt x="62" y="169"/>
                    <a:pt x="0" y="204"/>
                    <a:pt x="108" y="204"/>
                  </a:cubicBezTo>
                  <a:cubicBezTo>
                    <a:pt x="322" y="204"/>
                    <a:pt x="322" y="204"/>
                    <a:pt x="322" y="204"/>
                  </a:cubicBezTo>
                  <a:cubicBezTo>
                    <a:pt x="335" y="204"/>
                    <a:pt x="335" y="204"/>
                    <a:pt x="335" y="204"/>
                  </a:cubicBezTo>
                  <a:cubicBezTo>
                    <a:pt x="549" y="204"/>
                    <a:pt x="549" y="204"/>
                    <a:pt x="549" y="204"/>
                  </a:cubicBezTo>
                  <a:cubicBezTo>
                    <a:pt x="656" y="204"/>
                    <a:pt x="594" y="169"/>
                    <a:pt x="555" y="128"/>
                  </a:cubicBezTo>
                  <a:cubicBezTo>
                    <a:pt x="515" y="88"/>
                    <a:pt x="513" y="0"/>
                    <a:pt x="513" y="0"/>
                  </a:cubicBezTo>
                  <a:lnTo>
                    <a:pt x="335" y="0"/>
                  </a:lnTo>
                  <a:close/>
                </a:path>
              </a:pathLst>
            </a:custGeom>
            <a:gradFill>
              <a:gsLst>
                <a:gs pos="42000">
                  <a:schemeClr val="bg1">
                    <a:lumMod val="75000"/>
                  </a:schemeClr>
                </a:gs>
                <a:gs pos="6000">
                  <a:schemeClr val="bg1">
                    <a:lumMod val="85000"/>
                  </a:schemeClr>
                </a:gs>
                <a:gs pos="0">
                  <a:schemeClr val="bg1">
                    <a:lumMod val="65000"/>
                  </a:schemeClr>
                </a:gs>
              </a:gsLst>
              <a:lin ang="5400000" scaled="0"/>
            </a:gradFill>
            <a:ln w="9525">
              <a:noFill/>
              <a:round/>
              <a:headEnd/>
              <a:tailEnd/>
            </a:ln>
          </p:spPr>
          <p:txBody>
            <a:bodyPr vert="horz" wrap="square" lIns="91440" tIns="45720" rIns="91440" bIns="45720" numCol="1" anchor="t" anchorCtr="0" compatLnSpc="1">
              <a:prstTxWarp prst="textNoShape">
                <a:avLst/>
              </a:prstTxWarp>
            </a:bodyPr>
            <a:lstStyle/>
            <a:p>
              <a:pPr marL="0" marR="0" lvl="0" indent="0" algn="r" defTabSz="121917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mn-ea"/>
                <a:cs typeface="+mn-cs"/>
              </a:endParaRPr>
            </a:p>
          </p:txBody>
        </p:sp>
      </p:grpSp>
      <p:sp>
        <p:nvSpPr>
          <p:cNvPr id="38" name="Picture Placeholder 12"/>
          <p:cNvSpPr>
            <a:spLocks noGrp="1"/>
          </p:cNvSpPr>
          <p:nvPr>
            <p:ph type="pic" sz="quarter" idx="16" hasCustomPrompt="1"/>
          </p:nvPr>
        </p:nvSpPr>
        <p:spPr>
          <a:xfrm>
            <a:off x="1176869" y="1921934"/>
            <a:ext cx="4715932" cy="2683933"/>
          </a:xfrm>
          <a:prstGeom prst="rect">
            <a:avLst/>
          </a:prstGeom>
          <a:solidFill>
            <a:schemeClr val="bg1"/>
          </a:solidFill>
          <a:ln w="28575">
            <a:noFill/>
          </a:ln>
        </p:spPr>
        <p:txBody>
          <a:bodyPr tIns="640080" rIns="91440" bIns="548640" anchor="b" anchorCtr="1"/>
          <a:lstStyle>
            <a:lvl1pPr algn="ctr" rtl="0">
              <a:buNone/>
              <a:defRPr sz="1467" b="1" baseline="0"/>
            </a:lvl1pPr>
          </a:lstStyle>
          <a:p>
            <a:r>
              <a:rPr lang="en-US" dirty="0"/>
              <a:t>Image holder</a:t>
            </a:r>
          </a:p>
        </p:txBody>
      </p:sp>
    </p:spTree>
    <p:extLst>
      <p:ext uri="{BB962C8B-B14F-4D97-AF65-F5344CB8AC3E}">
        <p14:creationId xmlns:p14="http://schemas.microsoft.com/office/powerpoint/2010/main" val="64514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Effect transition="in" filter="wipe(up)">
                                      <p:cBhvr>
                                        <p:cTn id="11" dur="500"/>
                                        <p:tgtEl>
                                          <p:spTgt spid="22">
                                            <p:txEl>
                                              <p:pRg st="0" end="0"/>
                                            </p:txEl>
                                          </p:spTgt>
                                        </p:tgtEl>
                                      </p:cBhvr>
                                    </p:animEffect>
                                  </p:childTnLst>
                                </p:cTn>
                              </p:par>
                            </p:childTnLst>
                          </p:cTn>
                        </p:par>
                        <p:par>
                          <p:cTn id="12" fill="hold">
                            <p:stCondLst>
                              <p:cond delay="1000"/>
                            </p:stCondLst>
                            <p:childTnLst>
                              <p:par>
                                <p:cTn id="13" presetID="2" presetClass="entr" presetSubtype="4" accel="50000" decel="5000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ppt_x"/>
                                          </p:val>
                                        </p:tav>
                                        <p:tav tm="100000">
                                          <p:val>
                                            <p:strVal val="#ppt_x"/>
                                          </p:val>
                                        </p:tav>
                                      </p:tavLst>
                                    </p:anim>
                                    <p:anim calcmode="lin" valueType="num">
                                      <p:cBhvr additive="base">
                                        <p:cTn id="16" dur="500" fill="hold"/>
                                        <p:tgtEl>
                                          <p:spTgt spid="34"/>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build="p">
        <p:tmplLst>
          <p:tmpl lvl="1">
            <p:tnLst>
              <p:par>
                <p:cTn presetID="22" presetClass="entr" presetSubtype="1"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up)">
                      <p:cBhvr>
                        <p:cTn dur="500"/>
                        <p:tgtEl>
                          <p:spTgt spid="22"/>
                        </p:tgtEl>
                      </p:cBhvr>
                    </p:animEffect>
                  </p:childTnLst>
                </p:cTn>
              </p:par>
            </p:tnLst>
          </p:tmpl>
        </p:tmplLst>
      </p:bldP>
      <p:bldP spid="38"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9" Type="http://schemas.openxmlformats.org/officeDocument/2006/relationships/slideLayout" Target="../slideLayouts/slideLayout68.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34" Type="http://schemas.openxmlformats.org/officeDocument/2006/relationships/slideLayout" Target="../slideLayouts/slideLayout63.xml"/><Relationship Id="rId42" Type="http://schemas.openxmlformats.org/officeDocument/2006/relationships/slideLayout" Target="../slideLayouts/slideLayout71.xml"/><Relationship Id="rId47" Type="http://schemas.openxmlformats.org/officeDocument/2006/relationships/slideLayout" Target="../slideLayouts/slideLayout76.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slideLayout" Target="../slideLayouts/slideLayout62.xml"/><Relationship Id="rId38" Type="http://schemas.openxmlformats.org/officeDocument/2006/relationships/slideLayout" Target="../slideLayouts/slideLayout67.xml"/><Relationship Id="rId46" Type="http://schemas.openxmlformats.org/officeDocument/2006/relationships/slideLayout" Target="../slideLayouts/slideLayout75.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41" Type="http://schemas.openxmlformats.org/officeDocument/2006/relationships/slideLayout" Target="../slideLayouts/slideLayout70.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slideLayout" Target="../slideLayouts/slideLayout61.xml"/><Relationship Id="rId37" Type="http://schemas.openxmlformats.org/officeDocument/2006/relationships/slideLayout" Target="../slideLayouts/slideLayout66.xml"/><Relationship Id="rId40" Type="http://schemas.openxmlformats.org/officeDocument/2006/relationships/slideLayout" Target="../slideLayouts/slideLayout69.xml"/><Relationship Id="rId45" Type="http://schemas.openxmlformats.org/officeDocument/2006/relationships/slideLayout" Target="../slideLayouts/slideLayout74.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36" Type="http://schemas.openxmlformats.org/officeDocument/2006/relationships/slideLayout" Target="../slideLayouts/slideLayout65.xml"/><Relationship Id="rId49" Type="http://schemas.openxmlformats.org/officeDocument/2006/relationships/theme" Target="../theme/theme2.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4" Type="http://schemas.openxmlformats.org/officeDocument/2006/relationships/slideLayout" Target="../slideLayouts/slideLayout73.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slideLayout" Target="../slideLayouts/slideLayout64.xml"/><Relationship Id="rId43" Type="http://schemas.openxmlformats.org/officeDocument/2006/relationships/slideLayout" Target="../slideLayouts/slideLayout72.xml"/><Relationship Id="rId48" Type="http://schemas.openxmlformats.org/officeDocument/2006/relationships/slideLayout" Target="../slideLayouts/slideLayout77.xml"/><Relationship Id="rId8"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0.xml"/><Relationship Id="rId18" Type="http://schemas.openxmlformats.org/officeDocument/2006/relationships/slideLayout" Target="../slideLayouts/slideLayout95.xml"/><Relationship Id="rId26" Type="http://schemas.openxmlformats.org/officeDocument/2006/relationships/slideLayout" Target="../slideLayouts/slideLayout103.xml"/><Relationship Id="rId39" Type="http://schemas.openxmlformats.org/officeDocument/2006/relationships/slideLayout" Target="../slideLayouts/slideLayout116.xml"/><Relationship Id="rId21" Type="http://schemas.openxmlformats.org/officeDocument/2006/relationships/slideLayout" Target="../slideLayouts/slideLayout98.xml"/><Relationship Id="rId34" Type="http://schemas.openxmlformats.org/officeDocument/2006/relationships/slideLayout" Target="../slideLayouts/slideLayout111.xml"/><Relationship Id="rId42" Type="http://schemas.openxmlformats.org/officeDocument/2006/relationships/slideLayout" Target="../slideLayouts/slideLayout119.xml"/><Relationship Id="rId47" Type="http://schemas.openxmlformats.org/officeDocument/2006/relationships/slideLayout" Target="../slideLayouts/slideLayout124.xml"/><Relationship Id="rId50" Type="http://schemas.openxmlformats.org/officeDocument/2006/relationships/slideLayout" Target="../slideLayouts/slideLayout127.xml"/><Relationship Id="rId55" Type="http://schemas.openxmlformats.org/officeDocument/2006/relationships/slideLayout" Target="../slideLayouts/slideLayout132.xml"/><Relationship Id="rId63" Type="http://schemas.openxmlformats.org/officeDocument/2006/relationships/slideLayout" Target="../slideLayouts/slideLayout140.xml"/><Relationship Id="rId68" Type="http://schemas.openxmlformats.org/officeDocument/2006/relationships/slideLayout" Target="../slideLayouts/slideLayout145.xml"/><Relationship Id="rId76" Type="http://schemas.openxmlformats.org/officeDocument/2006/relationships/slideLayout" Target="../slideLayouts/slideLayout153.xml"/><Relationship Id="rId7" Type="http://schemas.openxmlformats.org/officeDocument/2006/relationships/slideLayout" Target="../slideLayouts/slideLayout84.xml"/><Relationship Id="rId71" Type="http://schemas.openxmlformats.org/officeDocument/2006/relationships/slideLayout" Target="../slideLayouts/slideLayout148.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9" Type="http://schemas.openxmlformats.org/officeDocument/2006/relationships/slideLayout" Target="../slideLayouts/slideLayout106.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32" Type="http://schemas.openxmlformats.org/officeDocument/2006/relationships/slideLayout" Target="../slideLayouts/slideLayout109.xml"/><Relationship Id="rId37" Type="http://schemas.openxmlformats.org/officeDocument/2006/relationships/slideLayout" Target="../slideLayouts/slideLayout114.xml"/><Relationship Id="rId40" Type="http://schemas.openxmlformats.org/officeDocument/2006/relationships/slideLayout" Target="../slideLayouts/slideLayout117.xml"/><Relationship Id="rId45" Type="http://schemas.openxmlformats.org/officeDocument/2006/relationships/slideLayout" Target="../slideLayouts/slideLayout122.xml"/><Relationship Id="rId53" Type="http://schemas.openxmlformats.org/officeDocument/2006/relationships/slideLayout" Target="../slideLayouts/slideLayout130.xml"/><Relationship Id="rId58" Type="http://schemas.openxmlformats.org/officeDocument/2006/relationships/slideLayout" Target="../slideLayouts/slideLayout135.xml"/><Relationship Id="rId66" Type="http://schemas.openxmlformats.org/officeDocument/2006/relationships/slideLayout" Target="../slideLayouts/slideLayout143.xml"/><Relationship Id="rId74" Type="http://schemas.openxmlformats.org/officeDocument/2006/relationships/slideLayout" Target="../slideLayouts/slideLayout151.xml"/><Relationship Id="rId79" Type="http://schemas.openxmlformats.org/officeDocument/2006/relationships/slideLayout" Target="../slideLayouts/slideLayout156.xml"/><Relationship Id="rId5" Type="http://schemas.openxmlformats.org/officeDocument/2006/relationships/slideLayout" Target="../slideLayouts/slideLayout82.xml"/><Relationship Id="rId61" Type="http://schemas.openxmlformats.org/officeDocument/2006/relationships/slideLayout" Target="../slideLayouts/slideLayout138.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31" Type="http://schemas.openxmlformats.org/officeDocument/2006/relationships/slideLayout" Target="../slideLayouts/slideLayout108.xml"/><Relationship Id="rId44" Type="http://schemas.openxmlformats.org/officeDocument/2006/relationships/slideLayout" Target="../slideLayouts/slideLayout121.xml"/><Relationship Id="rId52" Type="http://schemas.openxmlformats.org/officeDocument/2006/relationships/slideLayout" Target="../slideLayouts/slideLayout129.xml"/><Relationship Id="rId60" Type="http://schemas.openxmlformats.org/officeDocument/2006/relationships/slideLayout" Target="../slideLayouts/slideLayout137.xml"/><Relationship Id="rId65" Type="http://schemas.openxmlformats.org/officeDocument/2006/relationships/slideLayout" Target="../slideLayouts/slideLayout142.xml"/><Relationship Id="rId73" Type="http://schemas.openxmlformats.org/officeDocument/2006/relationships/slideLayout" Target="../slideLayouts/slideLayout150.xml"/><Relationship Id="rId78" Type="http://schemas.openxmlformats.org/officeDocument/2006/relationships/slideLayout" Target="../slideLayouts/slideLayout155.xml"/><Relationship Id="rId81" Type="http://schemas.openxmlformats.org/officeDocument/2006/relationships/theme" Target="../theme/theme3.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 Id="rId30" Type="http://schemas.openxmlformats.org/officeDocument/2006/relationships/slideLayout" Target="../slideLayouts/slideLayout107.xml"/><Relationship Id="rId35" Type="http://schemas.openxmlformats.org/officeDocument/2006/relationships/slideLayout" Target="../slideLayouts/slideLayout112.xml"/><Relationship Id="rId43" Type="http://schemas.openxmlformats.org/officeDocument/2006/relationships/slideLayout" Target="../slideLayouts/slideLayout120.xml"/><Relationship Id="rId48" Type="http://schemas.openxmlformats.org/officeDocument/2006/relationships/slideLayout" Target="../slideLayouts/slideLayout125.xml"/><Relationship Id="rId56" Type="http://schemas.openxmlformats.org/officeDocument/2006/relationships/slideLayout" Target="../slideLayouts/slideLayout133.xml"/><Relationship Id="rId64" Type="http://schemas.openxmlformats.org/officeDocument/2006/relationships/slideLayout" Target="../slideLayouts/slideLayout141.xml"/><Relationship Id="rId69" Type="http://schemas.openxmlformats.org/officeDocument/2006/relationships/slideLayout" Target="../slideLayouts/slideLayout146.xml"/><Relationship Id="rId77" Type="http://schemas.openxmlformats.org/officeDocument/2006/relationships/slideLayout" Target="../slideLayouts/slideLayout154.xml"/><Relationship Id="rId8" Type="http://schemas.openxmlformats.org/officeDocument/2006/relationships/slideLayout" Target="../slideLayouts/slideLayout85.xml"/><Relationship Id="rId51" Type="http://schemas.openxmlformats.org/officeDocument/2006/relationships/slideLayout" Target="../slideLayouts/slideLayout128.xml"/><Relationship Id="rId72" Type="http://schemas.openxmlformats.org/officeDocument/2006/relationships/slideLayout" Target="../slideLayouts/slideLayout149.xml"/><Relationship Id="rId80" Type="http://schemas.openxmlformats.org/officeDocument/2006/relationships/slideLayout" Target="../slideLayouts/slideLayout157.xml"/><Relationship Id="rId3" Type="http://schemas.openxmlformats.org/officeDocument/2006/relationships/slideLayout" Target="../slideLayouts/slideLayout80.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33" Type="http://schemas.openxmlformats.org/officeDocument/2006/relationships/slideLayout" Target="../slideLayouts/slideLayout110.xml"/><Relationship Id="rId38" Type="http://schemas.openxmlformats.org/officeDocument/2006/relationships/slideLayout" Target="../slideLayouts/slideLayout115.xml"/><Relationship Id="rId46" Type="http://schemas.openxmlformats.org/officeDocument/2006/relationships/slideLayout" Target="../slideLayouts/slideLayout123.xml"/><Relationship Id="rId59" Type="http://schemas.openxmlformats.org/officeDocument/2006/relationships/slideLayout" Target="../slideLayouts/slideLayout136.xml"/><Relationship Id="rId67" Type="http://schemas.openxmlformats.org/officeDocument/2006/relationships/slideLayout" Target="../slideLayouts/slideLayout144.xml"/><Relationship Id="rId20" Type="http://schemas.openxmlformats.org/officeDocument/2006/relationships/slideLayout" Target="../slideLayouts/slideLayout97.xml"/><Relationship Id="rId41" Type="http://schemas.openxmlformats.org/officeDocument/2006/relationships/slideLayout" Target="../slideLayouts/slideLayout118.xml"/><Relationship Id="rId54" Type="http://schemas.openxmlformats.org/officeDocument/2006/relationships/slideLayout" Target="../slideLayouts/slideLayout131.xml"/><Relationship Id="rId62" Type="http://schemas.openxmlformats.org/officeDocument/2006/relationships/slideLayout" Target="../slideLayouts/slideLayout139.xml"/><Relationship Id="rId70" Type="http://schemas.openxmlformats.org/officeDocument/2006/relationships/slideLayout" Target="../slideLayouts/slideLayout147.xml"/><Relationship Id="rId75" Type="http://schemas.openxmlformats.org/officeDocument/2006/relationships/slideLayout" Target="../slideLayouts/slideLayout152.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slideLayout" Target="../slideLayouts/slideLayout105.xml"/><Relationship Id="rId36" Type="http://schemas.openxmlformats.org/officeDocument/2006/relationships/slideLayout" Target="../slideLayouts/slideLayout113.xml"/><Relationship Id="rId49" Type="http://schemas.openxmlformats.org/officeDocument/2006/relationships/slideLayout" Target="../slideLayouts/slideLayout126.xml"/><Relationship Id="rId57" Type="http://schemas.openxmlformats.org/officeDocument/2006/relationships/slideLayout" Target="../slideLayouts/slideLayout1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8D4D77-8980-4596-9A8F-908A4FFE7DBF}" type="datetimeFigureOut">
              <a:rPr lang="en-US" smtClean="0"/>
              <a:t>11/11/2016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3609FB-3381-491F-A980-A4DE80B2ADE8}" type="slidenum">
              <a:rPr lang="en-US" smtClean="0"/>
              <a:t>‹#›</a:t>
            </a:fld>
            <a:endParaRPr lang="en-US"/>
          </a:p>
        </p:txBody>
      </p:sp>
    </p:spTree>
    <p:extLst>
      <p:ext uri="{BB962C8B-B14F-4D97-AF65-F5344CB8AC3E}">
        <p14:creationId xmlns:p14="http://schemas.microsoft.com/office/powerpoint/2010/main" val="193581135"/>
      </p:ext>
    </p:extLst>
  </p:cSld>
  <p:clrMap bg1="lt1" tx1="dk1" bg2="lt2" tx2="dk2" accent1="accent1" accent2="accent2" accent3="accent3" accent4="accent4" accent5="accent5" accent6="accent6" hlink="hlink" folHlink="folHlink"/>
  <p:sldLayoutIdLst>
    <p:sldLayoutId id="2147483660" r:id="rId1"/>
    <p:sldLayoutId id="2147483836" r:id="rId2"/>
    <p:sldLayoutId id="2147483662" r:id="rId3"/>
    <p:sldLayoutId id="2147483661" r:id="rId4"/>
    <p:sldLayoutId id="2147483664" r:id="rId5"/>
    <p:sldLayoutId id="2147483652" r:id="rId6"/>
    <p:sldLayoutId id="2147483741" r:id="rId7"/>
    <p:sldLayoutId id="2147483744" r:id="rId8"/>
    <p:sldLayoutId id="2147483791" r:id="rId9"/>
    <p:sldLayoutId id="2147483838" r:id="rId10"/>
    <p:sldLayoutId id="2147483841" r:id="rId11"/>
    <p:sldLayoutId id="2147483842" r:id="rId12"/>
    <p:sldLayoutId id="2147483843" r:id="rId13"/>
    <p:sldLayoutId id="2147483844" r:id="rId14"/>
    <p:sldLayoutId id="2147483847" r:id="rId15"/>
    <p:sldLayoutId id="2147483853" r:id="rId16"/>
    <p:sldLayoutId id="2147483858" r:id="rId17"/>
    <p:sldLayoutId id="2147483861" r:id="rId18"/>
    <p:sldLayoutId id="2147483663" r:id="rId19"/>
    <p:sldLayoutId id="2147483649" r:id="rId20"/>
    <p:sldLayoutId id="2147483650" r:id="rId21"/>
    <p:sldLayoutId id="2147483651" r:id="rId22"/>
    <p:sldLayoutId id="2147483653" r:id="rId23"/>
    <p:sldLayoutId id="2147483654" r:id="rId24"/>
    <p:sldLayoutId id="2147483655" r:id="rId25"/>
    <p:sldLayoutId id="2147483656" r:id="rId26"/>
    <p:sldLayoutId id="2147483657" r:id="rId27"/>
    <p:sldLayoutId id="2147483658" r:id="rId28"/>
    <p:sldLayoutId id="2147483659" r:id="rId29"/>
  </p:sldLayoutIdLst>
  <p:txStyles>
    <p:titleStyle>
      <a:lvl1pPr algn="l" defTabSz="914400" rtl="0" eaLnBrk="1" latinLnBrk="0" hangingPunct="1">
        <a:lnSpc>
          <a:spcPct val="90000"/>
        </a:lnSpc>
        <a:spcBef>
          <a:spcPct val="0"/>
        </a:spcBef>
        <a:buNone/>
        <a:defRPr sz="4400"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ller Light" panose="0200050300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ller Light" panose="0200050300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ller Light" panose="0200050300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ller Light" panose="0200050300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ller Light" panose="0200050300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69416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5" r:id="rId35"/>
    <p:sldLayoutId id="2147483716" r:id="rId36"/>
    <p:sldLayoutId id="2147483717" r:id="rId37"/>
    <p:sldLayoutId id="2147483718" r:id="rId38"/>
    <p:sldLayoutId id="2147483719" r:id="rId39"/>
    <p:sldLayoutId id="2147483720" r:id="rId40"/>
    <p:sldLayoutId id="2147483721" r:id="rId41"/>
    <p:sldLayoutId id="2147483723" r:id="rId42"/>
    <p:sldLayoutId id="2147483724" r:id="rId43"/>
    <p:sldLayoutId id="2147483725" r:id="rId44"/>
    <p:sldLayoutId id="2147483726" r:id="rId45"/>
    <p:sldLayoutId id="2147483727" r:id="rId46"/>
    <p:sldLayoutId id="2147483728" r:id="rId47"/>
    <p:sldLayoutId id="2147483729" r:id="rId48"/>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E8D4D77-8980-4596-9A8F-908A4FFE7DBF}"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11/11/2016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F3609FB-3381-491F-A980-A4DE80B2ADE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4867338"/>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9" r:id="rId6"/>
    <p:sldLayoutId id="2147483870"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 id="2147483882" r:id="rId18"/>
    <p:sldLayoutId id="2147483884" r:id="rId19"/>
    <p:sldLayoutId id="2147483885" r:id="rId20"/>
    <p:sldLayoutId id="2147483887" r:id="rId21"/>
    <p:sldLayoutId id="2147483888" r:id="rId22"/>
    <p:sldLayoutId id="2147483889" r:id="rId23"/>
    <p:sldLayoutId id="2147483890" r:id="rId24"/>
    <p:sldLayoutId id="2147483891" r:id="rId25"/>
    <p:sldLayoutId id="2147483892" r:id="rId26"/>
    <p:sldLayoutId id="2147483893" r:id="rId27"/>
    <p:sldLayoutId id="2147483894" r:id="rId28"/>
    <p:sldLayoutId id="2147483895" r:id="rId29"/>
    <p:sldLayoutId id="2147483896" r:id="rId30"/>
    <p:sldLayoutId id="2147483897" r:id="rId31"/>
    <p:sldLayoutId id="2147483898" r:id="rId32"/>
    <p:sldLayoutId id="2147483899" r:id="rId33"/>
    <p:sldLayoutId id="2147483900" r:id="rId34"/>
    <p:sldLayoutId id="2147483901" r:id="rId35"/>
    <p:sldLayoutId id="2147483902" r:id="rId36"/>
    <p:sldLayoutId id="2147483903" r:id="rId37"/>
    <p:sldLayoutId id="2147483904" r:id="rId38"/>
    <p:sldLayoutId id="2147483905" r:id="rId39"/>
    <p:sldLayoutId id="2147483906" r:id="rId40"/>
    <p:sldLayoutId id="2147483907" r:id="rId41"/>
    <p:sldLayoutId id="2147483908" r:id="rId42"/>
    <p:sldLayoutId id="2147483909" r:id="rId43"/>
    <p:sldLayoutId id="2147483910" r:id="rId44"/>
    <p:sldLayoutId id="2147483911" r:id="rId45"/>
    <p:sldLayoutId id="2147483912" r:id="rId46"/>
    <p:sldLayoutId id="2147483913" r:id="rId47"/>
    <p:sldLayoutId id="2147483914" r:id="rId48"/>
    <p:sldLayoutId id="2147483915" r:id="rId49"/>
    <p:sldLayoutId id="2147483916" r:id="rId50"/>
    <p:sldLayoutId id="2147483917" r:id="rId51"/>
    <p:sldLayoutId id="2147483918" r:id="rId52"/>
    <p:sldLayoutId id="2147483919" r:id="rId53"/>
    <p:sldLayoutId id="2147483920" r:id="rId54"/>
    <p:sldLayoutId id="2147483921" r:id="rId55"/>
    <p:sldLayoutId id="2147483922" r:id="rId56"/>
    <p:sldLayoutId id="2147483923" r:id="rId57"/>
    <p:sldLayoutId id="2147483924" r:id="rId58"/>
    <p:sldLayoutId id="2147483925" r:id="rId59"/>
    <p:sldLayoutId id="2147483926" r:id="rId60"/>
    <p:sldLayoutId id="2147483927" r:id="rId61"/>
    <p:sldLayoutId id="2147483928" r:id="rId62"/>
    <p:sldLayoutId id="2147483929" r:id="rId63"/>
    <p:sldLayoutId id="2147483930" r:id="rId64"/>
    <p:sldLayoutId id="2147483931" r:id="rId65"/>
    <p:sldLayoutId id="2147483935" r:id="rId66"/>
    <p:sldLayoutId id="2147483936" r:id="rId67"/>
    <p:sldLayoutId id="2147483937" r:id="rId68"/>
    <p:sldLayoutId id="2147483938" r:id="rId69"/>
    <p:sldLayoutId id="2147483939" r:id="rId70"/>
    <p:sldLayoutId id="2147483940" r:id="rId71"/>
    <p:sldLayoutId id="2147483941" r:id="rId72"/>
    <p:sldLayoutId id="2147483942" r:id="rId73"/>
    <p:sldLayoutId id="2147483943" r:id="rId74"/>
    <p:sldLayoutId id="2147483944" r:id="rId75"/>
    <p:sldLayoutId id="2147483945" r:id="rId76"/>
    <p:sldLayoutId id="2147483946" r:id="rId77"/>
    <p:sldLayoutId id="2147483947" r:id="rId78"/>
    <p:sldLayoutId id="2147483948" r:id="rId79"/>
    <p:sldLayoutId id="2147483949" r:id="rId80"/>
  </p:sldLayoutIdLst>
  <p:txStyles>
    <p:titleStyle>
      <a:lvl1pPr algn="l" defTabSz="914400" rtl="0" eaLnBrk="1" latinLnBrk="0" hangingPunct="1">
        <a:lnSpc>
          <a:spcPct val="90000"/>
        </a:lnSpc>
        <a:spcBef>
          <a:spcPct val="0"/>
        </a:spcBef>
        <a:buNone/>
        <a:defRPr sz="4400"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ller Light" panose="0200050300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ller Light" panose="0200050300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ller Light" panose="0200050300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ller Light" panose="0200050300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ller Light" panose="0200050300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84833" y="259346"/>
            <a:ext cx="10694773" cy="822161"/>
          </a:xfrm>
        </p:spPr>
        <p:txBody>
          <a:bodyPr>
            <a:normAutofit fontScale="90000"/>
          </a:bodyPr>
          <a:lstStyle/>
          <a:p>
            <a:pPr algn="ctr"/>
            <a:r>
              <a:rPr lang="en-US" dirty="0">
                <a:solidFill>
                  <a:schemeClr val="accent5">
                    <a:lumMod val="75000"/>
                  </a:schemeClr>
                </a:solidFill>
                <a:latin typeface="+mn-lt"/>
              </a:rPr>
              <a:t>Marking: Celebrating and Enhancing a Vital Professional Skill</a:t>
            </a:r>
          </a:p>
        </p:txBody>
      </p:sp>
      <p:sp>
        <p:nvSpPr>
          <p:cNvPr id="24" name="TextBox 23"/>
          <p:cNvSpPr txBox="1"/>
          <p:nvPr/>
        </p:nvSpPr>
        <p:spPr>
          <a:xfrm>
            <a:off x="2646484" y="4651131"/>
            <a:ext cx="8326315" cy="1631216"/>
          </a:xfrm>
          <a:prstGeom prst="rect">
            <a:avLst/>
          </a:prstGeom>
          <a:noFill/>
        </p:spPr>
        <p:txBody>
          <a:bodyPr wrap="square" rtlCol="0">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lang="en-US" sz="3200" b="1" kern="0" dirty="0">
                <a:solidFill>
                  <a:prstClr val="black">
                    <a:lumMod val="50000"/>
                    <a:lumOff val="50000"/>
                  </a:prstClr>
                </a:solidFill>
              </a:rPr>
              <a:t>                 </a:t>
            </a:r>
            <a:r>
              <a:rPr lang="en-US" sz="3200" b="1" kern="0" dirty="0"/>
              <a:t>Professor Roger Murphy</a:t>
            </a:r>
          </a:p>
          <a:p>
            <a:pPr marL="0" marR="0" lvl="0" indent="0" defTabSz="121917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effectLst/>
              <a:uLnTx/>
              <a:uFillTx/>
            </a:endParaRPr>
          </a:p>
          <a:p>
            <a:pPr marL="0" marR="0" lvl="0" indent="0" defTabSz="121917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err="1">
                <a:ln>
                  <a:noFill/>
                </a:ln>
                <a:effectLst/>
                <a:uLnTx/>
                <a:uFillTx/>
              </a:rPr>
              <a:t>Assocate</a:t>
            </a:r>
            <a:r>
              <a:rPr kumimoji="0" lang="en-US" b="1" i="0" u="none" strike="noStrike" kern="0" cap="none" spc="0" normalizeH="0" baseline="0" noProof="0" dirty="0">
                <a:ln>
                  <a:noFill/>
                </a:ln>
                <a:effectLst/>
                <a:uLnTx/>
                <a:uFillTx/>
              </a:rPr>
              <a:t> Director,</a:t>
            </a:r>
            <a:r>
              <a:rPr kumimoji="0" lang="en-US" b="1" i="0" u="none" strike="noStrike" kern="0" cap="none" spc="0" normalizeH="0" noProof="0" dirty="0">
                <a:ln>
                  <a:noFill/>
                </a:ln>
                <a:effectLst/>
                <a:uLnTx/>
                <a:uFillTx/>
              </a:rPr>
              <a:t> </a:t>
            </a:r>
            <a:r>
              <a:rPr kumimoji="0" lang="en-US" b="1" i="0" u="none" strike="noStrike" kern="0" cap="none" spc="0" normalizeH="0" noProof="0" dirty="0" err="1">
                <a:ln>
                  <a:noFill/>
                </a:ln>
                <a:effectLst/>
                <a:uLnTx/>
                <a:uFillTx/>
              </a:rPr>
              <a:t>AlphaPlus</a:t>
            </a:r>
            <a:r>
              <a:rPr kumimoji="0" lang="en-US" b="1" i="0" u="none" strike="noStrike" kern="0" cap="none" spc="0" normalizeH="0" noProof="0" dirty="0">
                <a:ln>
                  <a:noFill/>
                </a:ln>
                <a:effectLst/>
                <a:uLnTx/>
                <a:uFillTx/>
              </a:rPr>
              <a:t> Consultancy; </a:t>
            </a:r>
            <a:r>
              <a:rPr lang="en-US" b="1" kern="0" baseline="0" dirty="0"/>
              <a:t>Board</a:t>
            </a:r>
            <a:r>
              <a:rPr lang="en-US" b="1" kern="0" dirty="0"/>
              <a:t> Member, Pearson Education Ltd; Emeritus Professor of Education Nottingham University; Recent Member of </a:t>
            </a:r>
            <a:r>
              <a:rPr lang="en-US" b="1" kern="0" dirty="0" err="1"/>
              <a:t>Ofqual</a:t>
            </a:r>
            <a:r>
              <a:rPr lang="en-US" b="1" kern="0" dirty="0"/>
              <a:t> Standards Advisory Group</a:t>
            </a:r>
            <a:endParaRPr kumimoji="0" lang="en-US" b="1" i="0" u="none" strike="noStrike" kern="0" cap="none" spc="0" normalizeH="0" baseline="0" noProof="0" dirty="0">
              <a:ln>
                <a:noFill/>
              </a:ln>
              <a:effectLst/>
              <a:uLnTx/>
              <a:uFillTx/>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2100" y="1858125"/>
            <a:ext cx="1920240" cy="2415786"/>
          </a:xfrm>
          <a:prstGeom prst="rect">
            <a:avLst/>
          </a:prstGeom>
        </p:spPr>
      </p:pic>
    </p:spTree>
    <p:extLst>
      <p:ext uri="{BB962C8B-B14F-4D97-AF65-F5344CB8AC3E}">
        <p14:creationId xmlns:p14="http://schemas.microsoft.com/office/powerpoint/2010/main" val="168900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053" y="1"/>
            <a:ext cx="10694773" cy="960119"/>
          </a:xfrm>
        </p:spPr>
        <p:txBody>
          <a:bodyPr/>
          <a:lstStyle/>
          <a:p>
            <a:pPr algn="ctr"/>
            <a:r>
              <a:rPr lang="en-GB" dirty="0">
                <a:latin typeface="+mn-lt"/>
              </a:rPr>
              <a:t> </a:t>
            </a:r>
            <a:r>
              <a:rPr lang="en-GB" dirty="0">
                <a:solidFill>
                  <a:schemeClr val="accent5">
                    <a:lumMod val="75000"/>
                  </a:schemeClr>
                </a:solidFill>
                <a:latin typeface="+mn-lt"/>
              </a:rPr>
              <a:t>Marking: Three Key Features</a:t>
            </a:r>
          </a:p>
        </p:txBody>
      </p:sp>
      <p:sp>
        <p:nvSpPr>
          <p:cNvPr id="3" name="Content Placeholder 2"/>
          <p:cNvSpPr>
            <a:spLocks noGrp="1"/>
          </p:cNvSpPr>
          <p:nvPr>
            <p:ph idx="1"/>
          </p:nvPr>
        </p:nvSpPr>
        <p:spPr>
          <a:xfrm>
            <a:off x="1245870" y="1188720"/>
            <a:ext cx="10385956" cy="5669280"/>
          </a:xfrm>
        </p:spPr>
        <p:txBody>
          <a:bodyPr>
            <a:normAutofit/>
          </a:bodyPr>
          <a:lstStyle/>
          <a:p>
            <a:endParaRPr lang="en-GB" sz="3600" b="1" dirty="0">
              <a:latin typeface="+mn-lt"/>
            </a:endParaRPr>
          </a:p>
          <a:p>
            <a:r>
              <a:rPr lang="en-GB" sz="3600" b="1" dirty="0">
                <a:latin typeface="+mn-lt"/>
              </a:rPr>
              <a:t> </a:t>
            </a:r>
            <a:r>
              <a:rPr lang="en-GB" sz="3600" b="1" dirty="0">
                <a:solidFill>
                  <a:schemeClr val="accent5">
                    <a:lumMod val="75000"/>
                  </a:schemeClr>
                </a:solidFill>
                <a:latin typeface="+mn-lt"/>
              </a:rPr>
              <a:t>A core skill within high quality education</a:t>
            </a:r>
          </a:p>
          <a:p>
            <a:endParaRPr lang="en-GB" sz="3600" b="1" dirty="0">
              <a:latin typeface="+mn-lt"/>
            </a:endParaRPr>
          </a:p>
          <a:p>
            <a:pPr marL="0" indent="0">
              <a:buNone/>
            </a:pPr>
            <a:endParaRPr lang="en-GB" sz="3600" b="1" dirty="0">
              <a:latin typeface="+mn-lt"/>
            </a:endParaRPr>
          </a:p>
          <a:p>
            <a:pPr marL="0" indent="0">
              <a:buNone/>
            </a:pPr>
            <a:endParaRPr lang="en-GB" sz="3600" b="1" dirty="0">
              <a:latin typeface="+mn-lt"/>
            </a:endParaRP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pPr marL="0" indent="0">
              <a:buNone/>
            </a:pPr>
            <a:endParaRPr lang="en-GB" sz="3600" b="1" dirty="0">
              <a:latin typeface="+mn-lt"/>
            </a:endParaRPr>
          </a:p>
          <a:p>
            <a:pPr marL="0" indent="0" algn="ctr">
              <a:buNone/>
            </a:pPr>
            <a:endParaRPr lang="en-GB" sz="3600" dirty="0"/>
          </a:p>
        </p:txBody>
      </p:sp>
    </p:spTree>
    <p:extLst>
      <p:ext uri="{BB962C8B-B14F-4D97-AF65-F5344CB8AC3E}">
        <p14:creationId xmlns:p14="http://schemas.microsoft.com/office/powerpoint/2010/main" val="66663306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053" y="1"/>
            <a:ext cx="10694773" cy="960119"/>
          </a:xfrm>
        </p:spPr>
        <p:txBody>
          <a:bodyPr/>
          <a:lstStyle/>
          <a:p>
            <a:pPr algn="ctr"/>
            <a:r>
              <a:rPr lang="en-GB" dirty="0">
                <a:solidFill>
                  <a:schemeClr val="accent5">
                    <a:lumMod val="75000"/>
                  </a:schemeClr>
                </a:solidFill>
                <a:latin typeface="+mn-lt"/>
              </a:rPr>
              <a:t> Marking: Three Key Features</a:t>
            </a:r>
          </a:p>
        </p:txBody>
      </p:sp>
      <p:sp>
        <p:nvSpPr>
          <p:cNvPr id="3" name="Content Placeholder 2"/>
          <p:cNvSpPr>
            <a:spLocks noGrp="1"/>
          </p:cNvSpPr>
          <p:nvPr>
            <p:ph idx="1"/>
          </p:nvPr>
        </p:nvSpPr>
        <p:spPr>
          <a:xfrm>
            <a:off x="1245870" y="1188720"/>
            <a:ext cx="10385956" cy="5669280"/>
          </a:xfrm>
        </p:spPr>
        <p:txBody>
          <a:bodyPr>
            <a:normAutofit/>
          </a:bodyPr>
          <a:lstStyle/>
          <a:p>
            <a:endParaRPr lang="en-GB" sz="3600" b="1" dirty="0">
              <a:latin typeface="+mn-lt"/>
            </a:endParaRPr>
          </a:p>
          <a:p>
            <a:r>
              <a:rPr lang="en-GB" sz="3600" b="1" dirty="0">
                <a:latin typeface="+mn-lt"/>
              </a:rPr>
              <a:t> A core skill within </a:t>
            </a:r>
            <a:r>
              <a:rPr lang="en-GB" sz="3600" b="1" dirty="0">
                <a:latin typeface="+mn-lt"/>
              </a:rPr>
              <a:t>high quality</a:t>
            </a:r>
            <a:r>
              <a:rPr lang="en-GB" sz="3600" b="1" dirty="0">
                <a:latin typeface="+mn-lt"/>
              </a:rPr>
              <a:t> education</a:t>
            </a:r>
          </a:p>
          <a:p>
            <a:endParaRPr lang="en-GB" sz="3600" b="1" dirty="0">
              <a:latin typeface="+mn-lt"/>
            </a:endParaRPr>
          </a:p>
          <a:p>
            <a:r>
              <a:rPr lang="en-GB" sz="3600" b="1" dirty="0">
                <a:solidFill>
                  <a:schemeClr val="accent5">
                    <a:lumMod val="75000"/>
                  </a:schemeClr>
                </a:solidFill>
                <a:latin typeface="+mn-lt"/>
              </a:rPr>
              <a:t> Gains credibility through effective standardisation</a:t>
            </a:r>
          </a:p>
          <a:p>
            <a:endParaRPr lang="en-GB" sz="3600" b="1" dirty="0">
              <a:latin typeface="+mn-lt"/>
            </a:endParaRPr>
          </a:p>
          <a:p>
            <a:pPr marL="0" indent="0">
              <a:buNone/>
            </a:pPr>
            <a:endParaRPr lang="en-GB" sz="3600" b="1" dirty="0">
              <a:latin typeface="+mn-lt"/>
            </a:endParaRP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pPr marL="0" indent="0">
              <a:buNone/>
            </a:pPr>
            <a:endParaRPr lang="en-GB" sz="3600" b="1" dirty="0">
              <a:latin typeface="+mn-lt"/>
            </a:endParaRPr>
          </a:p>
          <a:p>
            <a:pPr marL="0" indent="0" algn="ctr">
              <a:buNone/>
            </a:pPr>
            <a:endParaRPr lang="en-GB" sz="3600" dirty="0"/>
          </a:p>
        </p:txBody>
      </p:sp>
    </p:spTree>
    <p:extLst>
      <p:ext uri="{BB962C8B-B14F-4D97-AF65-F5344CB8AC3E}">
        <p14:creationId xmlns:p14="http://schemas.microsoft.com/office/powerpoint/2010/main" val="5315455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053" y="1"/>
            <a:ext cx="10694773" cy="960119"/>
          </a:xfrm>
        </p:spPr>
        <p:txBody>
          <a:bodyPr/>
          <a:lstStyle/>
          <a:p>
            <a:pPr algn="ctr"/>
            <a:r>
              <a:rPr lang="en-GB" dirty="0">
                <a:latin typeface="+mn-lt"/>
              </a:rPr>
              <a:t> </a:t>
            </a:r>
            <a:r>
              <a:rPr lang="en-GB" dirty="0">
                <a:solidFill>
                  <a:schemeClr val="accent5">
                    <a:lumMod val="75000"/>
                  </a:schemeClr>
                </a:solidFill>
                <a:latin typeface="+mn-lt"/>
              </a:rPr>
              <a:t>Marking: Three Key Features</a:t>
            </a:r>
          </a:p>
        </p:txBody>
      </p:sp>
      <p:sp>
        <p:nvSpPr>
          <p:cNvPr id="3" name="Content Placeholder 2"/>
          <p:cNvSpPr>
            <a:spLocks noGrp="1"/>
          </p:cNvSpPr>
          <p:nvPr>
            <p:ph idx="1"/>
          </p:nvPr>
        </p:nvSpPr>
        <p:spPr>
          <a:xfrm>
            <a:off x="1245870" y="1188720"/>
            <a:ext cx="10385956" cy="5669280"/>
          </a:xfrm>
        </p:spPr>
        <p:txBody>
          <a:bodyPr>
            <a:normAutofit/>
          </a:bodyPr>
          <a:lstStyle/>
          <a:p>
            <a:endParaRPr lang="en-GB" sz="3600" b="1" dirty="0">
              <a:latin typeface="+mn-lt"/>
            </a:endParaRPr>
          </a:p>
          <a:p>
            <a:r>
              <a:rPr lang="en-GB" sz="3600" b="1" dirty="0">
                <a:latin typeface="+mn-lt"/>
              </a:rPr>
              <a:t> A core skill within high quality education</a:t>
            </a:r>
          </a:p>
          <a:p>
            <a:endParaRPr lang="en-GB" sz="3600" b="1" dirty="0">
              <a:latin typeface="+mn-lt"/>
            </a:endParaRPr>
          </a:p>
          <a:p>
            <a:r>
              <a:rPr lang="en-GB" sz="3600" b="1" dirty="0">
                <a:latin typeface="+mn-lt"/>
              </a:rPr>
              <a:t> Gains credibility through effective standardisation</a:t>
            </a:r>
          </a:p>
          <a:p>
            <a:endParaRPr lang="en-GB" sz="3600" b="1" dirty="0">
              <a:latin typeface="+mn-lt"/>
            </a:endParaRPr>
          </a:p>
          <a:p>
            <a:r>
              <a:rPr lang="en-GB" sz="3600" b="1" dirty="0">
                <a:solidFill>
                  <a:schemeClr val="accent1">
                    <a:lumMod val="50000"/>
                  </a:schemeClr>
                </a:solidFill>
                <a:latin typeface="+mn-lt"/>
              </a:rPr>
              <a:t> Depends upon skilled human judgements</a:t>
            </a: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pPr marL="0" indent="0">
              <a:buNone/>
            </a:pPr>
            <a:endParaRPr lang="en-GB" sz="3600" b="1" dirty="0">
              <a:latin typeface="+mn-lt"/>
            </a:endParaRPr>
          </a:p>
          <a:p>
            <a:pPr marL="0" indent="0" algn="ctr">
              <a:buNone/>
            </a:pPr>
            <a:endParaRPr lang="en-GB" sz="3600" dirty="0"/>
          </a:p>
        </p:txBody>
      </p:sp>
    </p:spTree>
    <p:extLst>
      <p:ext uri="{BB962C8B-B14F-4D97-AF65-F5344CB8AC3E}">
        <p14:creationId xmlns:p14="http://schemas.microsoft.com/office/powerpoint/2010/main" val="345136641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053" y="1"/>
            <a:ext cx="10694773" cy="960119"/>
          </a:xfrm>
        </p:spPr>
        <p:txBody>
          <a:bodyPr/>
          <a:lstStyle/>
          <a:p>
            <a:pPr algn="ctr"/>
            <a:r>
              <a:rPr lang="en-GB" dirty="0">
                <a:latin typeface="+mn-lt"/>
              </a:rPr>
              <a:t> </a:t>
            </a:r>
            <a:r>
              <a:rPr lang="en-GB" dirty="0">
                <a:solidFill>
                  <a:schemeClr val="accent5">
                    <a:lumMod val="75000"/>
                  </a:schemeClr>
                </a:solidFill>
                <a:latin typeface="+mn-lt"/>
              </a:rPr>
              <a:t>Marking: Three Key Features</a:t>
            </a:r>
          </a:p>
        </p:txBody>
      </p:sp>
      <p:sp>
        <p:nvSpPr>
          <p:cNvPr id="3" name="Content Placeholder 2"/>
          <p:cNvSpPr>
            <a:spLocks noGrp="1"/>
          </p:cNvSpPr>
          <p:nvPr>
            <p:ph idx="1"/>
          </p:nvPr>
        </p:nvSpPr>
        <p:spPr>
          <a:xfrm>
            <a:off x="1245870" y="1188720"/>
            <a:ext cx="10385956" cy="5669280"/>
          </a:xfrm>
        </p:spPr>
        <p:txBody>
          <a:bodyPr>
            <a:normAutofit/>
          </a:bodyPr>
          <a:lstStyle/>
          <a:p>
            <a:endParaRPr lang="en-GB" sz="3600" b="1" dirty="0">
              <a:latin typeface="+mn-lt"/>
            </a:endParaRPr>
          </a:p>
          <a:p>
            <a:r>
              <a:rPr lang="en-GB" sz="3600" b="1" dirty="0">
                <a:latin typeface="+mn-lt"/>
              </a:rPr>
              <a:t> </a:t>
            </a:r>
            <a:r>
              <a:rPr lang="en-GB" sz="3600" b="1" dirty="0">
                <a:solidFill>
                  <a:schemeClr val="accent5">
                    <a:lumMod val="75000"/>
                  </a:schemeClr>
                </a:solidFill>
                <a:latin typeface="+mn-lt"/>
              </a:rPr>
              <a:t>A core skill within successful education</a:t>
            </a:r>
          </a:p>
          <a:p>
            <a:endParaRPr lang="en-GB" sz="3600" b="1" dirty="0">
              <a:latin typeface="+mn-lt"/>
            </a:endParaRPr>
          </a:p>
          <a:p>
            <a:r>
              <a:rPr lang="en-GB" sz="3600" b="1" dirty="0">
                <a:latin typeface="+mn-lt"/>
              </a:rPr>
              <a:t> </a:t>
            </a:r>
            <a:r>
              <a:rPr lang="en-GB" sz="3600" b="1" dirty="0">
                <a:solidFill>
                  <a:schemeClr val="accent5">
                    <a:lumMod val="75000"/>
                  </a:schemeClr>
                </a:solidFill>
                <a:latin typeface="+mn-lt"/>
              </a:rPr>
              <a:t>Gains credibility through effective standardisation</a:t>
            </a:r>
          </a:p>
          <a:p>
            <a:endParaRPr lang="en-GB" sz="3600" b="1" dirty="0">
              <a:latin typeface="+mn-lt"/>
            </a:endParaRPr>
          </a:p>
          <a:p>
            <a:r>
              <a:rPr lang="en-GB" sz="3600" b="1" dirty="0">
                <a:solidFill>
                  <a:schemeClr val="accent1">
                    <a:lumMod val="50000"/>
                  </a:schemeClr>
                </a:solidFill>
                <a:latin typeface="+mn-lt"/>
              </a:rPr>
              <a:t> Depends upon skilled human judgements</a:t>
            </a: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endParaRPr lang="en-GB" sz="3600" b="1" dirty="0">
              <a:latin typeface="+mn-lt"/>
            </a:endParaRPr>
          </a:p>
          <a:p>
            <a:pPr marL="0" indent="0">
              <a:buNone/>
            </a:pPr>
            <a:endParaRPr lang="en-GB" sz="3600" b="1" dirty="0">
              <a:latin typeface="+mn-lt"/>
            </a:endParaRPr>
          </a:p>
          <a:p>
            <a:pPr marL="0" indent="0">
              <a:buNone/>
            </a:pPr>
            <a:endParaRPr lang="en-GB" sz="3600" b="1" dirty="0">
              <a:latin typeface="+mn-lt"/>
            </a:endParaRPr>
          </a:p>
          <a:p>
            <a:pPr marL="0" indent="0" algn="ctr">
              <a:buNone/>
            </a:pPr>
            <a:endParaRPr lang="en-GB" sz="3600" dirty="0"/>
          </a:p>
        </p:txBody>
      </p:sp>
    </p:spTree>
    <p:extLst>
      <p:ext uri="{BB962C8B-B14F-4D97-AF65-F5344CB8AC3E}">
        <p14:creationId xmlns:p14="http://schemas.microsoft.com/office/powerpoint/2010/main" val="2489093053"/>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stminster Forum Exams RM1.potx" id="{A115EB18-696F-4B84-AAE9-5AFAD580FCE5}" vid="{2640D09A-01FA-44A6-AD6A-6EBB26A8CB54}"/>
    </a:ext>
  </a:extLst>
</a:theme>
</file>

<file path=ppt/theme/theme2.xml><?xml version="1.0" encoding="utf-8"?>
<a:theme xmlns:a="http://schemas.openxmlformats.org/drawingml/2006/main" name="1_Office Theme">
  <a:themeElements>
    <a:clrScheme name="4">
      <a:dk1>
        <a:sysClr val="windowText" lastClr="000000"/>
      </a:dk1>
      <a:lt1>
        <a:sysClr val="window" lastClr="FFFFFF"/>
      </a:lt1>
      <a:dk2>
        <a:srgbClr val="000000"/>
      </a:dk2>
      <a:lt2>
        <a:srgbClr val="FFFFFF"/>
      </a:lt2>
      <a:accent1>
        <a:srgbClr val="F34629"/>
      </a:accent1>
      <a:accent2>
        <a:srgbClr val="7F7F7F"/>
      </a:accent2>
      <a:accent3>
        <a:srgbClr val="E33D3D"/>
      </a:accent3>
      <a:accent4>
        <a:srgbClr val="595959"/>
      </a:accent4>
      <a:accent5>
        <a:srgbClr val="C9260B"/>
      </a:accent5>
      <a:accent6>
        <a:srgbClr val="7F7F7F"/>
      </a:accent6>
      <a:hlink>
        <a:srgbClr val="900A00"/>
      </a:hlink>
      <a:folHlink>
        <a:srgbClr val="C10A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Westminster Forum Exams RM1.potx" id="{A115EB18-696F-4B84-AAE9-5AFAD580FCE5}" vid="{15DD201B-09E7-4350-BA6B-A5E66657E07B}"/>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stminster Forum Exams RM1.potx" id="{A115EB18-696F-4B84-AAE9-5AFAD580FCE5}" vid="{E16F7C28-2B20-447E-A234-A7E977CBF64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Westminster Forum Exams RM1</Template>
  <TotalTime>26</TotalTime>
  <Words>125</Words>
  <Application>Microsoft Office PowerPoint</Application>
  <PresentationFormat>Widescreen</PresentationFormat>
  <Paragraphs>51</Paragraphs>
  <Slides>5</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5</vt:i4>
      </vt:variant>
    </vt:vector>
  </HeadingPairs>
  <TitlesOfParts>
    <vt:vector size="12" baseType="lpstr">
      <vt:lpstr>Aller Light</vt:lpstr>
      <vt:lpstr>Arial</vt:lpstr>
      <vt:lpstr>Calibri</vt:lpstr>
      <vt:lpstr>Franklin Gothic Book</vt:lpstr>
      <vt:lpstr>Office Theme</vt:lpstr>
      <vt:lpstr>1_Office Theme</vt:lpstr>
      <vt:lpstr>2_Office Theme</vt:lpstr>
      <vt:lpstr>Marking: Celebrating and Enhancing a Vital Professional Skill</vt:lpstr>
      <vt:lpstr> Marking: Three Key Features</vt:lpstr>
      <vt:lpstr> Marking: Three Key Features</vt:lpstr>
      <vt:lpstr> Marking: Three Key Features</vt:lpstr>
      <vt:lpstr> Marking: Three Key 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Marking: Celebrating and Enhancing a Vital Professional Skill</dc:title>
  <dc:creator>Roger Murphy</dc:creator>
  <cp:lastModifiedBy>Roger Murphy</cp:lastModifiedBy>
  <cp:revision>3</cp:revision>
  <dcterms:created xsi:type="dcterms:W3CDTF">2016-11-11T09:36:37Z</dcterms:created>
  <dcterms:modified xsi:type="dcterms:W3CDTF">2016-11-11T10:03:30Z</dcterms:modified>
</cp:coreProperties>
</file>