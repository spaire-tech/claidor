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8"/>
  </p:notesMasterIdLst>
  <p:sldIdLst>
    <p:sldId id="257" r:id="rId5"/>
    <p:sldId id="272" r:id="rId6"/>
    <p:sldId id="273" r:id="rId7"/>
    <p:sldId id="274" r:id="rId8"/>
    <p:sldId id="275" r:id="rId9"/>
    <p:sldId id="276" r:id="rId10"/>
    <p:sldId id="277" r:id="rId11"/>
    <p:sldId id="278" r:id="rId12"/>
    <p:sldId id="279" r:id="rId13"/>
    <p:sldId id="280" r:id="rId14"/>
    <p:sldId id="281" r:id="rId15"/>
    <p:sldId id="282" r:id="rId16"/>
    <p:sldId id="283" r:id="rId17"/>
    <p:sldId id="284" r:id="rId18"/>
    <p:sldId id="285" r:id="rId19"/>
    <p:sldId id="286" r:id="rId20"/>
    <p:sldId id="287" r:id="rId21"/>
    <p:sldId id="288" r:id="rId22"/>
    <p:sldId id="289" r:id="rId23"/>
    <p:sldId id="290" r:id="rId24"/>
    <p:sldId id="291" r:id="rId25"/>
    <p:sldId id="292" r:id="rId26"/>
    <p:sldId id="270" r:id="rId27"/>
  </p:sldIdLst>
  <p:sldSz cx="17348200" cy="9753600"/>
  <p:notesSz cx="17348200" cy="97536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DC2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85B990-6C15-4C03-9313-EFE8D54566B9}" v="1" dt="2024-09-05T08:35:10.591"/>
    <p1510:client id="{DB8B5B50-4B56-38CB-61B1-8381F82C4893}" v="79" dt="2024-09-04T15:29:54.386"/>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4" d="100"/>
          <a:sy n="44" d="100"/>
        </p:scale>
        <p:origin x="788" y="48"/>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phie Zincke" userId="519c92a5-c781-4626-8e96-33075c082605" providerId="ADAL" clId="{8585B990-6C15-4C03-9313-EFE8D54566B9}"/>
    <pc:docChg chg="undo custSel addSld delSld modSld">
      <pc:chgData name="Sophie Zincke" userId="519c92a5-c781-4626-8e96-33075c082605" providerId="ADAL" clId="{8585B990-6C15-4C03-9313-EFE8D54566B9}" dt="2024-09-05T15:02:08.722" v="92" actId="47"/>
      <pc:docMkLst>
        <pc:docMk/>
      </pc:docMkLst>
      <pc:sldChg chg="del">
        <pc:chgData name="Sophie Zincke" userId="519c92a5-c781-4626-8e96-33075c082605" providerId="ADAL" clId="{8585B990-6C15-4C03-9313-EFE8D54566B9}" dt="2024-09-05T15:02:05.418" v="91" actId="47"/>
        <pc:sldMkLst>
          <pc:docMk/>
          <pc:sldMk cId="0" sldId="259"/>
        </pc:sldMkLst>
      </pc:sldChg>
      <pc:sldChg chg="del">
        <pc:chgData name="Sophie Zincke" userId="519c92a5-c781-4626-8e96-33075c082605" providerId="ADAL" clId="{8585B990-6C15-4C03-9313-EFE8D54566B9}" dt="2024-09-05T08:52:10.534" v="89" actId="47"/>
        <pc:sldMkLst>
          <pc:docMk/>
          <pc:sldMk cId="2750018792" sldId="268"/>
        </pc:sldMkLst>
      </pc:sldChg>
      <pc:sldChg chg="modSp del mod">
        <pc:chgData name="Sophie Zincke" userId="519c92a5-c781-4626-8e96-33075c082605" providerId="ADAL" clId="{8585B990-6C15-4C03-9313-EFE8D54566B9}" dt="2024-09-05T15:02:08.722" v="92" actId="47"/>
        <pc:sldMkLst>
          <pc:docMk/>
          <pc:sldMk cId="2936270711" sldId="269"/>
        </pc:sldMkLst>
        <pc:spChg chg="mod">
          <ac:chgData name="Sophie Zincke" userId="519c92a5-c781-4626-8e96-33075c082605" providerId="ADAL" clId="{8585B990-6C15-4C03-9313-EFE8D54566B9}" dt="2024-09-05T08:44:44.829" v="86" actId="20577"/>
          <ac:spMkLst>
            <pc:docMk/>
            <pc:sldMk cId="2936270711" sldId="269"/>
            <ac:spMk id="28" creationId="{72170233-C911-9B3C-CDD3-6D5939C2C230}"/>
          </ac:spMkLst>
        </pc:spChg>
      </pc:sldChg>
      <pc:sldChg chg="add del">
        <pc:chgData name="Sophie Zincke" userId="519c92a5-c781-4626-8e96-33075c082605" providerId="ADAL" clId="{8585B990-6C15-4C03-9313-EFE8D54566B9}" dt="2024-09-05T08:19:41.248" v="74" actId="47"/>
        <pc:sldMkLst>
          <pc:docMk/>
          <pc:sldMk cId="410932903" sldId="271"/>
        </pc:sldMkLst>
      </pc:sldChg>
      <pc:sldChg chg="del">
        <pc:chgData name="Sophie Zincke" userId="519c92a5-c781-4626-8e96-33075c082605" providerId="ADAL" clId="{8585B990-6C15-4C03-9313-EFE8D54566B9}" dt="2024-09-05T08:35:25.291" v="85" actId="2696"/>
        <pc:sldMkLst>
          <pc:docMk/>
          <pc:sldMk cId="2735547178" sldId="271"/>
        </pc:sldMkLst>
      </pc:sldChg>
      <pc:sldChg chg="add del">
        <pc:chgData name="Sophie Zincke" userId="519c92a5-c781-4626-8e96-33075c082605" providerId="ADAL" clId="{8585B990-6C15-4C03-9313-EFE8D54566B9}" dt="2024-09-05T08:52:13.435" v="90" actId="47"/>
        <pc:sldMkLst>
          <pc:docMk/>
          <pc:sldMk cId="3726748995" sldId="271"/>
        </pc:sldMkLst>
      </pc:sldChg>
      <pc:sldChg chg="add del">
        <pc:chgData name="Sophie Zincke" userId="519c92a5-c781-4626-8e96-33075c082605" providerId="ADAL" clId="{8585B990-6C15-4C03-9313-EFE8D54566B9}" dt="2024-09-05T08:11:16.264" v="67" actId="47"/>
        <pc:sldMkLst>
          <pc:docMk/>
          <pc:sldMk cId="674455038" sldId="272"/>
        </pc:sldMkLst>
      </pc:sldChg>
      <pc:sldChg chg="add">
        <pc:chgData name="Sophie Zincke" userId="519c92a5-c781-4626-8e96-33075c082605" providerId="ADAL" clId="{8585B990-6C15-4C03-9313-EFE8D54566B9}" dt="2024-09-05T08:51:58.451" v="88"/>
        <pc:sldMkLst>
          <pc:docMk/>
          <pc:sldMk cId="1790416924" sldId="272"/>
        </pc:sldMkLst>
      </pc:sldChg>
      <pc:sldChg chg="new del">
        <pc:chgData name="Sophie Zincke" userId="519c92a5-c781-4626-8e96-33075c082605" providerId="ADAL" clId="{8585B990-6C15-4C03-9313-EFE8D54566B9}" dt="2024-09-05T08:11:59.402" v="72" actId="47"/>
        <pc:sldMkLst>
          <pc:docMk/>
          <pc:sldMk cId="2570212199" sldId="272"/>
        </pc:sldMkLst>
      </pc:sldChg>
      <pc:sldChg chg="del">
        <pc:chgData name="Sophie Zincke" userId="519c92a5-c781-4626-8e96-33075c082605" providerId="ADAL" clId="{8585B990-6C15-4C03-9313-EFE8D54566B9}" dt="2024-09-05T08:09:16.686" v="0" actId="47"/>
        <pc:sldMkLst>
          <pc:docMk/>
          <pc:sldMk cId="4032138328" sldId="272"/>
        </pc:sldMkLst>
      </pc:sldChg>
      <pc:sldChg chg="new del">
        <pc:chgData name="Sophie Zincke" userId="519c92a5-c781-4626-8e96-33075c082605" providerId="ADAL" clId="{8585B990-6C15-4C03-9313-EFE8D54566B9}" dt="2024-09-05T08:12:00.882" v="73" actId="47"/>
        <pc:sldMkLst>
          <pc:docMk/>
          <pc:sldMk cId="1005584430" sldId="273"/>
        </pc:sldMkLst>
      </pc:sldChg>
      <pc:sldChg chg="add">
        <pc:chgData name="Sophie Zincke" userId="519c92a5-c781-4626-8e96-33075c082605" providerId="ADAL" clId="{8585B990-6C15-4C03-9313-EFE8D54566B9}" dt="2024-09-05T08:51:58.451" v="88"/>
        <pc:sldMkLst>
          <pc:docMk/>
          <pc:sldMk cId="1449779397" sldId="273"/>
        </pc:sldMkLst>
      </pc:sldChg>
      <pc:sldChg chg="add del">
        <pc:chgData name="Sophie Zincke" userId="519c92a5-c781-4626-8e96-33075c082605" providerId="ADAL" clId="{8585B990-6C15-4C03-9313-EFE8D54566B9}" dt="2024-09-05T08:11:20.180" v="68" actId="47"/>
        <pc:sldMkLst>
          <pc:docMk/>
          <pc:sldMk cId="1800360360" sldId="273"/>
        </pc:sldMkLst>
      </pc:sldChg>
      <pc:sldChg chg="del">
        <pc:chgData name="Sophie Zincke" userId="519c92a5-c781-4626-8e96-33075c082605" providerId="ADAL" clId="{8585B990-6C15-4C03-9313-EFE8D54566B9}" dt="2024-09-05T08:09:23.523" v="1" actId="47"/>
        <pc:sldMkLst>
          <pc:docMk/>
          <pc:sldMk cId="3630374507" sldId="273"/>
        </pc:sldMkLst>
      </pc:sldChg>
      <pc:sldChg chg="add">
        <pc:chgData name="Sophie Zincke" userId="519c92a5-c781-4626-8e96-33075c082605" providerId="ADAL" clId="{8585B990-6C15-4C03-9313-EFE8D54566B9}" dt="2024-09-05T08:51:58.451" v="88"/>
        <pc:sldMkLst>
          <pc:docMk/>
          <pc:sldMk cId="2365199473" sldId="274"/>
        </pc:sldMkLst>
      </pc:sldChg>
      <pc:sldChg chg="add del">
        <pc:chgData name="Sophie Zincke" userId="519c92a5-c781-4626-8e96-33075c082605" providerId="ADAL" clId="{8585B990-6C15-4C03-9313-EFE8D54566B9}" dt="2024-09-05T08:11:21.677" v="69" actId="47"/>
        <pc:sldMkLst>
          <pc:docMk/>
          <pc:sldMk cId="4165910787" sldId="274"/>
        </pc:sldMkLst>
      </pc:sldChg>
      <pc:sldChg chg="add del">
        <pc:chgData name="Sophie Zincke" userId="519c92a5-c781-4626-8e96-33075c082605" providerId="ADAL" clId="{8585B990-6C15-4C03-9313-EFE8D54566B9}" dt="2024-09-05T08:11:06.801" v="66" actId="27028"/>
        <pc:sldMkLst>
          <pc:docMk/>
          <pc:sldMk cId="2365199473" sldId="275"/>
        </pc:sldMkLst>
      </pc:sldChg>
      <pc:sldChg chg="add">
        <pc:chgData name="Sophie Zincke" userId="519c92a5-c781-4626-8e96-33075c082605" providerId="ADAL" clId="{8585B990-6C15-4C03-9313-EFE8D54566B9}" dt="2024-09-05T08:51:58.451" v="88"/>
        <pc:sldMkLst>
          <pc:docMk/>
          <pc:sldMk cId="3621885256" sldId="275"/>
        </pc:sldMkLst>
      </pc:sldChg>
      <pc:sldChg chg="add">
        <pc:chgData name="Sophie Zincke" userId="519c92a5-c781-4626-8e96-33075c082605" providerId="ADAL" clId="{8585B990-6C15-4C03-9313-EFE8D54566B9}" dt="2024-09-05T08:51:58.451" v="88"/>
        <pc:sldMkLst>
          <pc:docMk/>
          <pc:sldMk cId="467078892" sldId="276"/>
        </pc:sldMkLst>
      </pc:sldChg>
      <pc:sldChg chg="add del">
        <pc:chgData name="Sophie Zincke" userId="519c92a5-c781-4626-8e96-33075c082605" providerId="ADAL" clId="{8585B990-6C15-4C03-9313-EFE8D54566B9}" dt="2024-09-05T08:11:06.484" v="65" actId="27028"/>
        <pc:sldMkLst>
          <pc:docMk/>
          <pc:sldMk cId="3621885256" sldId="276"/>
        </pc:sldMkLst>
      </pc:sldChg>
      <pc:sldChg chg="add del">
        <pc:chgData name="Sophie Zincke" userId="519c92a5-c781-4626-8e96-33075c082605" providerId="ADAL" clId="{8585B990-6C15-4C03-9313-EFE8D54566B9}" dt="2024-09-05T08:11:06.122" v="64" actId="27028"/>
        <pc:sldMkLst>
          <pc:docMk/>
          <pc:sldMk cId="467078892" sldId="277"/>
        </pc:sldMkLst>
      </pc:sldChg>
      <pc:sldChg chg="add">
        <pc:chgData name="Sophie Zincke" userId="519c92a5-c781-4626-8e96-33075c082605" providerId="ADAL" clId="{8585B990-6C15-4C03-9313-EFE8D54566B9}" dt="2024-09-05T08:51:58.451" v="88"/>
        <pc:sldMkLst>
          <pc:docMk/>
          <pc:sldMk cId="863919844" sldId="277"/>
        </pc:sldMkLst>
      </pc:sldChg>
      <pc:sldChg chg="add del">
        <pc:chgData name="Sophie Zincke" userId="519c92a5-c781-4626-8e96-33075c082605" providerId="ADAL" clId="{8585B990-6C15-4C03-9313-EFE8D54566B9}" dt="2024-09-05T08:11:05.678" v="63" actId="27028"/>
        <pc:sldMkLst>
          <pc:docMk/>
          <pc:sldMk cId="863919844" sldId="278"/>
        </pc:sldMkLst>
      </pc:sldChg>
      <pc:sldChg chg="add">
        <pc:chgData name="Sophie Zincke" userId="519c92a5-c781-4626-8e96-33075c082605" providerId="ADAL" clId="{8585B990-6C15-4C03-9313-EFE8D54566B9}" dt="2024-09-05T08:51:58.451" v="88"/>
        <pc:sldMkLst>
          <pc:docMk/>
          <pc:sldMk cId="1909512021" sldId="278"/>
        </pc:sldMkLst>
      </pc:sldChg>
      <pc:sldChg chg="add del">
        <pc:chgData name="Sophie Zincke" userId="519c92a5-c781-4626-8e96-33075c082605" providerId="ADAL" clId="{8585B990-6C15-4C03-9313-EFE8D54566B9}" dt="2024-09-05T08:11:05.267" v="62" actId="27028"/>
        <pc:sldMkLst>
          <pc:docMk/>
          <pc:sldMk cId="1909512021" sldId="279"/>
        </pc:sldMkLst>
      </pc:sldChg>
      <pc:sldChg chg="add">
        <pc:chgData name="Sophie Zincke" userId="519c92a5-c781-4626-8e96-33075c082605" providerId="ADAL" clId="{8585B990-6C15-4C03-9313-EFE8D54566B9}" dt="2024-09-05T08:51:58.451" v="88"/>
        <pc:sldMkLst>
          <pc:docMk/>
          <pc:sldMk cId="2092095629" sldId="279"/>
        </pc:sldMkLst>
      </pc:sldChg>
      <pc:sldChg chg="add del">
        <pc:chgData name="Sophie Zincke" userId="519c92a5-c781-4626-8e96-33075c082605" providerId="ADAL" clId="{8585B990-6C15-4C03-9313-EFE8D54566B9}" dt="2024-09-05T08:11:04.886" v="61" actId="27028"/>
        <pc:sldMkLst>
          <pc:docMk/>
          <pc:sldMk cId="2092095629" sldId="280"/>
        </pc:sldMkLst>
      </pc:sldChg>
      <pc:sldChg chg="add">
        <pc:chgData name="Sophie Zincke" userId="519c92a5-c781-4626-8e96-33075c082605" providerId="ADAL" clId="{8585B990-6C15-4C03-9313-EFE8D54566B9}" dt="2024-09-05T08:51:58.451" v="88"/>
        <pc:sldMkLst>
          <pc:docMk/>
          <pc:sldMk cId="3211773893" sldId="280"/>
        </pc:sldMkLst>
      </pc:sldChg>
      <pc:sldChg chg="add">
        <pc:chgData name="Sophie Zincke" userId="519c92a5-c781-4626-8e96-33075c082605" providerId="ADAL" clId="{8585B990-6C15-4C03-9313-EFE8D54566B9}" dt="2024-09-05T08:51:58.451" v="88"/>
        <pc:sldMkLst>
          <pc:docMk/>
          <pc:sldMk cId="2632287494" sldId="281"/>
        </pc:sldMkLst>
      </pc:sldChg>
      <pc:sldChg chg="add del">
        <pc:chgData name="Sophie Zincke" userId="519c92a5-c781-4626-8e96-33075c082605" providerId="ADAL" clId="{8585B990-6C15-4C03-9313-EFE8D54566B9}" dt="2024-09-05T08:11:04.473" v="60" actId="27028"/>
        <pc:sldMkLst>
          <pc:docMk/>
          <pc:sldMk cId="3211773893" sldId="281"/>
        </pc:sldMkLst>
      </pc:sldChg>
      <pc:sldChg chg="add del">
        <pc:chgData name="Sophie Zincke" userId="519c92a5-c781-4626-8e96-33075c082605" providerId="ADAL" clId="{8585B990-6C15-4C03-9313-EFE8D54566B9}" dt="2024-09-05T08:11:04.060" v="59" actId="27028"/>
        <pc:sldMkLst>
          <pc:docMk/>
          <pc:sldMk cId="2007468189" sldId="282"/>
        </pc:sldMkLst>
      </pc:sldChg>
      <pc:sldChg chg="add">
        <pc:chgData name="Sophie Zincke" userId="519c92a5-c781-4626-8e96-33075c082605" providerId="ADAL" clId="{8585B990-6C15-4C03-9313-EFE8D54566B9}" dt="2024-09-05T08:51:58.451" v="88"/>
        <pc:sldMkLst>
          <pc:docMk/>
          <pc:sldMk cId="3560212911" sldId="282"/>
        </pc:sldMkLst>
      </pc:sldChg>
      <pc:sldChg chg="add del">
        <pc:chgData name="Sophie Zincke" userId="519c92a5-c781-4626-8e96-33075c082605" providerId="ADAL" clId="{8585B990-6C15-4C03-9313-EFE8D54566B9}" dt="2024-09-05T08:11:03.627" v="58" actId="27028"/>
        <pc:sldMkLst>
          <pc:docMk/>
          <pc:sldMk cId="77972493" sldId="283"/>
        </pc:sldMkLst>
      </pc:sldChg>
      <pc:sldChg chg="add">
        <pc:chgData name="Sophie Zincke" userId="519c92a5-c781-4626-8e96-33075c082605" providerId="ADAL" clId="{8585B990-6C15-4C03-9313-EFE8D54566B9}" dt="2024-09-05T08:51:58.451" v="88"/>
        <pc:sldMkLst>
          <pc:docMk/>
          <pc:sldMk cId="2007468189" sldId="283"/>
        </pc:sldMkLst>
      </pc:sldChg>
      <pc:sldChg chg="add">
        <pc:chgData name="Sophie Zincke" userId="519c92a5-c781-4626-8e96-33075c082605" providerId="ADAL" clId="{8585B990-6C15-4C03-9313-EFE8D54566B9}" dt="2024-09-05T08:51:58.451" v="88"/>
        <pc:sldMkLst>
          <pc:docMk/>
          <pc:sldMk cId="77972493" sldId="284"/>
        </pc:sldMkLst>
      </pc:sldChg>
      <pc:sldChg chg="add del">
        <pc:chgData name="Sophie Zincke" userId="519c92a5-c781-4626-8e96-33075c082605" providerId="ADAL" clId="{8585B990-6C15-4C03-9313-EFE8D54566B9}" dt="2024-09-05T08:11:03.090" v="57" actId="27028"/>
        <pc:sldMkLst>
          <pc:docMk/>
          <pc:sldMk cId="2091025472" sldId="284"/>
        </pc:sldMkLst>
      </pc:sldChg>
      <pc:sldChg chg="add">
        <pc:chgData name="Sophie Zincke" userId="519c92a5-c781-4626-8e96-33075c082605" providerId="ADAL" clId="{8585B990-6C15-4C03-9313-EFE8D54566B9}" dt="2024-09-05T08:51:58.451" v="88"/>
        <pc:sldMkLst>
          <pc:docMk/>
          <pc:sldMk cId="2091025472" sldId="285"/>
        </pc:sldMkLst>
      </pc:sldChg>
      <pc:sldChg chg="add del">
        <pc:chgData name="Sophie Zincke" userId="519c92a5-c781-4626-8e96-33075c082605" providerId="ADAL" clId="{8585B990-6C15-4C03-9313-EFE8D54566B9}" dt="2024-09-05T08:11:02.703" v="56" actId="27028"/>
        <pc:sldMkLst>
          <pc:docMk/>
          <pc:sldMk cId="3587969925" sldId="285"/>
        </pc:sldMkLst>
      </pc:sldChg>
      <pc:sldChg chg="add del">
        <pc:chgData name="Sophie Zincke" userId="519c92a5-c781-4626-8e96-33075c082605" providerId="ADAL" clId="{8585B990-6C15-4C03-9313-EFE8D54566B9}" dt="2024-09-05T08:11:02.339" v="55" actId="27028"/>
        <pc:sldMkLst>
          <pc:docMk/>
          <pc:sldMk cId="1520063813" sldId="286"/>
        </pc:sldMkLst>
      </pc:sldChg>
      <pc:sldChg chg="add">
        <pc:chgData name="Sophie Zincke" userId="519c92a5-c781-4626-8e96-33075c082605" providerId="ADAL" clId="{8585B990-6C15-4C03-9313-EFE8D54566B9}" dt="2024-09-05T08:51:58.451" v="88"/>
        <pc:sldMkLst>
          <pc:docMk/>
          <pc:sldMk cId="3587969925" sldId="286"/>
        </pc:sldMkLst>
      </pc:sldChg>
      <pc:sldChg chg="add">
        <pc:chgData name="Sophie Zincke" userId="519c92a5-c781-4626-8e96-33075c082605" providerId="ADAL" clId="{8585B990-6C15-4C03-9313-EFE8D54566B9}" dt="2024-09-05T08:51:58.451" v="88"/>
        <pc:sldMkLst>
          <pc:docMk/>
          <pc:sldMk cId="1520063813" sldId="287"/>
        </pc:sldMkLst>
      </pc:sldChg>
      <pc:sldChg chg="add del">
        <pc:chgData name="Sophie Zincke" userId="519c92a5-c781-4626-8e96-33075c082605" providerId="ADAL" clId="{8585B990-6C15-4C03-9313-EFE8D54566B9}" dt="2024-09-05T08:11:02.054" v="54" actId="27028"/>
        <pc:sldMkLst>
          <pc:docMk/>
          <pc:sldMk cId="3244694524" sldId="287"/>
        </pc:sldMkLst>
      </pc:sldChg>
      <pc:sldChg chg="add">
        <pc:chgData name="Sophie Zincke" userId="519c92a5-c781-4626-8e96-33075c082605" providerId="ADAL" clId="{8585B990-6C15-4C03-9313-EFE8D54566B9}" dt="2024-09-05T08:51:58.451" v="88"/>
        <pc:sldMkLst>
          <pc:docMk/>
          <pc:sldMk cId="3244694524" sldId="288"/>
        </pc:sldMkLst>
      </pc:sldChg>
      <pc:sldChg chg="add del">
        <pc:chgData name="Sophie Zincke" userId="519c92a5-c781-4626-8e96-33075c082605" providerId="ADAL" clId="{8585B990-6C15-4C03-9313-EFE8D54566B9}" dt="2024-09-05T08:11:01.753" v="53" actId="27028"/>
        <pc:sldMkLst>
          <pc:docMk/>
          <pc:sldMk cId="3631939600" sldId="288"/>
        </pc:sldMkLst>
      </pc:sldChg>
      <pc:sldChg chg="add del">
        <pc:chgData name="Sophie Zincke" userId="519c92a5-c781-4626-8e96-33075c082605" providerId="ADAL" clId="{8585B990-6C15-4C03-9313-EFE8D54566B9}" dt="2024-09-05T08:11:01.486" v="52" actId="27028"/>
        <pc:sldMkLst>
          <pc:docMk/>
          <pc:sldMk cId="522403207" sldId="289"/>
        </pc:sldMkLst>
      </pc:sldChg>
      <pc:sldChg chg="add">
        <pc:chgData name="Sophie Zincke" userId="519c92a5-c781-4626-8e96-33075c082605" providerId="ADAL" clId="{8585B990-6C15-4C03-9313-EFE8D54566B9}" dt="2024-09-05T08:51:58.451" v="88"/>
        <pc:sldMkLst>
          <pc:docMk/>
          <pc:sldMk cId="3631939600" sldId="289"/>
        </pc:sldMkLst>
      </pc:sldChg>
      <pc:sldChg chg="add">
        <pc:chgData name="Sophie Zincke" userId="519c92a5-c781-4626-8e96-33075c082605" providerId="ADAL" clId="{8585B990-6C15-4C03-9313-EFE8D54566B9}" dt="2024-09-05T08:51:58.451" v="88"/>
        <pc:sldMkLst>
          <pc:docMk/>
          <pc:sldMk cId="522403207" sldId="290"/>
        </pc:sldMkLst>
      </pc:sldChg>
      <pc:sldChg chg="add del">
        <pc:chgData name="Sophie Zincke" userId="519c92a5-c781-4626-8e96-33075c082605" providerId="ADAL" clId="{8585B990-6C15-4C03-9313-EFE8D54566B9}" dt="2024-09-05T08:11:01.121" v="51" actId="27028"/>
        <pc:sldMkLst>
          <pc:docMk/>
          <pc:sldMk cId="864767861" sldId="290"/>
        </pc:sldMkLst>
      </pc:sldChg>
      <pc:sldChg chg="add del">
        <pc:chgData name="Sophie Zincke" userId="519c92a5-c781-4626-8e96-33075c082605" providerId="ADAL" clId="{8585B990-6C15-4C03-9313-EFE8D54566B9}" dt="2024-09-05T08:11:00.567" v="50" actId="27028"/>
        <pc:sldMkLst>
          <pc:docMk/>
          <pc:sldMk cId="75916617" sldId="291"/>
        </pc:sldMkLst>
      </pc:sldChg>
      <pc:sldChg chg="add">
        <pc:chgData name="Sophie Zincke" userId="519c92a5-c781-4626-8e96-33075c082605" providerId="ADAL" clId="{8585B990-6C15-4C03-9313-EFE8D54566B9}" dt="2024-09-05T08:51:58.451" v="88"/>
        <pc:sldMkLst>
          <pc:docMk/>
          <pc:sldMk cId="864767861" sldId="291"/>
        </pc:sldMkLst>
      </pc:sldChg>
      <pc:sldChg chg="add">
        <pc:chgData name="Sophie Zincke" userId="519c92a5-c781-4626-8e96-33075c082605" providerId="ADAL" clId="{8585B990-6C15-4C03-9313-EFE8D54566B9}" dt="2024-09-05T08:51:58.451" v="88"/>
        <pc:sldMkLst>
          <pc:docMk/>
          <pc:sldMk cId="75916617" sldId="292"/>
        </pc:sldMkLst>
      </pc:sldChg>
      <pc:sldChg chg="add del">
        <pc:chgData name="Sophie Zincke" userId="519c92a5-c781-4626-8e96-33075c082605" providerId="ADAL" clId="{8585B990-6C15-4C03-9313-EFE8D54566B9}" dt="2024-09-05T08:10:59.400" v="49" actId="27028"/>
        <pc:sldMkLst>
          <pc:docMk/>
          <pc:sldMk cId="3560212911" sldId="292"/>
        </pc:sldMkLst>
      </pc:sldChg>
      <pc:sldChg chg="add del">
        <pc:chgData name="Sophie Zincke" userId="519c92a5-c781-4626-8e96-33075c082605" providerId="ADAL" clId="{8585B990-6C15-4C03-9313-EFE8D54566B9}" dt="2024-09-05T08:10:58.161" v="48" actId="27028"/>
        <pc:sldMkLst>
          <pc:docMk/>
          <pc:sldMk cId="2632287494" sldId="293"/>
        </pc:sldMkLst>
      </pc:sldChg>
    </pc:docChg>
  </pc:docChgLst>
  <pc:docChgLst>
    <pc:chgData name="Sophie Zincke" userId="S::sophie.zincke@ukhsa.gov.uk::519c92a5-c781-4626-8e96-33075c082605" providerId="AD" clId="Web-{9429124B-B1AA-7F71-DD78-07BF1B5D39CC}"/>
    <pc:docChg chg="addSld delSld modSld">
      <pc:chgData name="Sophie Zincke" userId="S::sophie.zincke@ukhsa.gov.uk::519c92a5-c781-4626-8e96-33075c082605" providerId="AD" clId="Web-{9429124B-B1AA-7F71-DD78-07BF1B5D39CC}" dt="2024-08-30T14:46:14.500" v="94" actId="20577"/>
      <pc:docMkLst>
        <pc:docMk/>
      </pc:docMkLst>
      <pc:sldChg chg="del">
        <pc:chgData name="Sophie Zincke" userId="S::sophie.zincke@ukhsa.gov.uk::519c92a5-c781-4626-8e96-33075c082605" providerId="AD" clId="Web-{9429124B-B1AA-7F71-DD78-07BF1B5D39CC}" dt="2024-08-30T14:43:50.542" v="51"/>
        <pc:sldMkLst>
          <pc:docMk/>
          <pc:sldMk cId="0" sldId="263"/>
        </pc:sldMkLst>
      </pc:sldChg>
      <pc:sldChg chg="del">
        <pc:chgData name="Sophie Zincke" userId="S::sophie.zincke@ukhsa.gov.uk::519c92a5-c781-4626-8e96-33075c082605" providerId="AD" clId="Web-{9429124B-B1AA-7F71-DD78-07BF1B5D39CC}" dt="2024-08-30T14:43:51.136" v="52"/>
        <pc:sldMkLst>
          <pc:docMk/>
          <pc:sldMk cId="0" sldId="264"/>
        </pc:sldMkLst>
      </pc:sldChg>
      <pc:sldChg chg="del">
        <pc:chgData name="Sophie Zincke" userId="S::sophie.zincke@ukhsa.gov.uk::519c92a5-c781-4626-8e96-33075c082605" providerId="AD" clId="Web-{9429124B-B1AA-7F71-DD78-07BF1B5D39CC}" dt="2024-08-30T14:43:51.699" v="53"/>
        <pc:sldMkLst>
          <pc:docMk/>
          <pc:sldMk cId="0" sldId="265"/>
        </pc:sldMkLst>
      </pc:sldChg>
      <pc:sldChg chg="del">
        <pc:chgData name="Sophie Zincke" userId="S::sophie.zincke@ukhsa.gov.uk::519c92a5-c781-4626-8e96-33075c082605" providerId="AD" clId="Web-{9429124B-B1AA-7F71-DD78-07BF1B5D39CC}" dt="2024-08-30T14:43:52.042" v="54"/>
        <pc:sldMkLst>
          <pc:docMk/>
          <pc:sldMk cId="0" sldId="266"/>
        </pc:sldMkLst>
      </pc:sldChg>
      <pc:sldChg chg="del">
        <pc:chgData name="Sophie Zincke" userId="S::sophie.zincke@ukhsa.gov.uk::519c92a5-c781-4626-8e96-33075c082605" providerId="AD" clId="Web-{9429124B-B1AA-7F71-DD78-07BF1B5D39CC}" dt="2024-08-30T14:43:52.558" v="55"/>
        <pc:sldMkLst>
          <pc:docMk/>
          <pc:sldMk cId="0" sldId="267"/>
        </pc:sldMkLst>
      </pc:sldChg>
      <pc:sldChg chg="modSp">
        <pc:chgData name="Sophie Zincke" userId="S::sophie.zincke@ukhsa.gov.uk::519c92a5-c781-4626-8e96-33075c082605" providerId="AD" clId="Web-{9429124B-B1AA-7F71-DD78-07BF1B5D39CC}" dt="2024-08-30T14:45:18.436" v="76" actId="1076"/>
        <pc:sldMkLst>
          <pc:docMk/>
          <pc:sldMk cId="2936270711" sldId="269"/>
        </pc:sldMkLst>
        <pc:spChg chg="mod">
          <ac:chgData name="Sophie Zincke" userId="S::sophie.zincke@ukhsa.gov.uk::519c92a5-c781-4626-8e96-33075c082605" providerId="AD" clId="Web-{9429124B-B1AA-7F71-DD78-07BF1B5D39CC}" dt="2024-08-30T14:33:06.395" v="36" actId="1076"/>
          <ac:spMkLst>
            <pc:docMk/>
            <pc:sldMk cId="2936270711" sldId="269"/>
            <ac:spMk id="2" creationId="{00000000-0000-0000-0000-000000000000}"/>
          </ac:spMkLst>
        </pc:spChg>
        <pc:spChg chg="mod">
          <ac:chgData name="Sophie Zincke" userId="S::sophie.zincke@ukhsa.gov.uk::519c92a5-c781-4626-8e96-33075c082605" providerId="AD" clId="Web-{9429124B-B1AA-7F71-DD78-07BF1B5D39CC}" dt="2024-08-30T14:44:39.341" v="70" actId="1076"/>
          <ac:spMkLst>
            <pc:docMk/>
            <pc:sldMk cId="2936270711" sldId="269"/>
            <ac:spMk id="3" creationId="{00000000-0000-0000-0000-000000000000}"/>
          </ac:spMkLst>
        </pc:spChg>
        <pc:spChg chg="mod">
          <ac:chgData name="Sophie Zincke" userId="S::sophie.zincke@ukhsa.gov.uk::519c92a5-c781-4626-8e96-33075c082605" providerId="AD" clId="Web-{9429124B-B1AA-7F71-DD78-07BF1B5D39CC}" dt="2024-08-30T14:45:18.436" v="76" actId="1076"/>
          <ac:spMkLst>
            <pc:docMk/>
            <pc:sldMk cId="2936270711" sldId="269"/>
            <ac:spMk id="28" creationId="{72170233-C911-9B3C-CDD3-6D5939C2C230}"/>
          </ac:spMkLst>
        </pc:spChg>
      </pc:sldChg>
      <pc:sldChg chg="add">
        <pc:chgData name="Sophie Zincke" userId="S::sophie.zincke@ukhsa.gov.uk::519c92a5-c781-4626-8e96-33075c082605" providerId="AD" clId="Web-{9429124B-B1AA-7F71-DD78-07BF1B5D39CC}" dt="2024-08-30T14:41:00.115" v="44"/>
        <pc:sldMkLst>
          <pc:docMk/>
          <pc:sldMk cId="620730521" sldId="270"/>
        </pc:sldMkLst>
      </pc:sldChg>
      <pc:sldChg chg="modSp add">
        <pc:chgData name="Sophie Zincke" userId="S::sophie.zincke@ukhsa.gov.uk::519c92a5-c781-4626-8e96-33075c082605" providerId="AD" clId="Web-{9429124B-B1AA-7F71-DD78-07BF1B5D39CC}" dt="2024-08-30T14:41:18.506" v="50" actId="20577"/>
        <pc:sldMkLst>
          <pc:docMk/>
          <pc:sldMk cId="410932903" sldId="271"/>
        </pc:sldMkLst>
        <pc:spChg chg="mod">
          <ac:chgData name="Sophie Zincke" userId="S::sophie.zincke@ukhsa.gov.uk::519c92a5-c781-4626-8e96-33075c082605" providerId="AD" clId="Web-{9429124B-B1AA-7F71-DD78-07BF1B5D39CC}" dt="2024-08-30T14:41:18.506" v="50" actId="20577"/>
          <ac:spMkLst>
            <pc:docMk/>
            <pc:sldMk cId="410932903" sldId="271"/>
            <ac:spMk id="2" creationId="{00000000-0000-0000-0000-000000000000}"/>
          </ac:spMkLst>
        </pc:spChg>
      </pc:sldChg>
      <pc:sldChg chg="delSp modSp new">
        <pc:chgData name="Sophie Zincke" userId="S::sophie.zincke@ukhsa.gov.uk::519c92a5-c781-4626-8e96-33075c082605" providerId="AD" clId="Web-{9429124B-B1AA-7F71-DD78-07BF1B5D39CC}" dt="2024-08-30T14:46:14.500" v="94" actId="20577"/>
        <pc:sldMkLst>
          <pc:docMk/>
          <pc:sldMk cId="4032138328" sldId="272"/>
        </pc:sldMkLst>
        <pc:spChg chg="del">
          <ac:chgData name="Sophie Zincke" userId="S::sophie.zincke@ukhsa.gov.uk::519c92a5-c781-4626-8e96-33075c082605" providerId="AD" clId="Web-{9429124B-B1AA-7F71-DD78-07BF1B5D39CC}" dt="2024-08-30T14:45:47.968" v="82"/>
          <ac:spMkLst>
            <pc:docMk/>
            <pc:sldMk cId="4032138328" sldId="272"/>
            <ac:spMk id="2" creationId="{4A5ADF3A-2919-0A72-415E-FF1BA8EA50DB}"/>
          </ac:spMkLst>
        </pc:spChg>
        <pc:spChg chg="mod">
          <ac:chgData name="Sophie Zincke" userId="S::sophie.zincke@ukhsa.gov.uk::519c92a5-c781-4626-8e96-33075c082605" providerId="AD" clId="Web-{9429124B-B1AA-7F71-DD78-07BF1B5D39CC}" dt="2024-08-30T14:46:14.500" v="94" actId="20577"/>
          <ac:spMkLst>
            <pc:docMk/>
            <pc:sldMk cId="4032138328" sldId="272"/>
            <ac:spMk id="3" creationId="{A1BAD4E9-71D1-86F6-8EF2-849D37082A99}"/>
          </ac:spMkLst>
        </pc:spChg>
      </pc:sldChg>
    </pc:docChg>
  </pc:docChgLst>
  <pc:docChgLst>
    <pc:chgData name="Sophie Zincke" userId="S::sophie.zincke@ukhsa.gov.uk::519c92a5-c781-4626-8e96-33075c082605" providerId="AD" clId="Web-{689AE5B1-5515-EE1F-ACE8-0EFA156B42D8}"/>
    <pc:docChg chg="addSld modSld">
      <pc:chgData name="Sophie Zincke" userId="S::sophie.zincke@ukhsa.gov.uk::519c92a5-c781-4626-8e96-33075c082605" providerId="AD" clId="Web-{689AE5B1-5515-EE1F-ACE8-0EFA156B42D8}" dt="2024-09-02T14:43:13.269" v="4"/>
      <pc:docMkLst>
        <pc:docMk/>
      </pc:docMkLst>
      <pc:sldChg chg="modSp">
        <pc:chgData name="Sophie Zincke" userId="S::sophie.zincke@ukhsa.gov.uk::519c92a5-c781-4626-8e96-33075c082605" providerId="AD" clId="Web-{689AE5B1-5515-EE1F-ACE8-0EFA156B42D8}" dt="2024-09-02T14:42:45.315" v="3" actId="20577"/>
        <pc:sldMkLst>
          <pc:docMk/>
          <pc:sldMk cId="0" sldId="259"/>
        </pc:sldMkLst>
        <pc:spChg chg="mod">
          <ac:chgData name="Sophie Zincke" userId="S::sophie.zincke@ukhsa.gov.uk::519c92a5-c781-4626-8e96-33075c082605" providerId="AD" clId="Web-{689AE5B1-5515-EE1F-ACE8-0EFA156B42D8}" dt="2024-09-02T14:42:45.315" v="3" actId="20577"/>
          <ac:spMkLst>
            <pc:docMk/>
            <pc:sldMk cId="0" sldId="259"/>
            <ac:spMk id="2" creationId="{00000000-0000-0000-0000-000000000000}"/>
          </ac:spMkLst>
        </pc:spChg>
      </pc:sldChg>
      <pc:sldChg chg="add replId">
        <pc:chgData name="Sophie Zincke" userId="S::sophie.zincke@ukhsa.gov.uk::519c92a5-c781-4626-8e96-33075c082605" providerId="AD" clId="Web-{689AE5B1-5515-EE1F-ACE8-0EFA156B42D8}" dt="2024-09-02T14:43:13.269" v="4"/>
        <pc:sldMkLst>
          <pc:docMk/>
          <pc:sldMk cId="3630374507" sldId="273"/>
        </pc:sldMkLst>
      </pc:sldChg>
    </pc:docChg>
  </pc:docChgLst>
  <pc:docChgLst>
    <pc:chgData name="Sophie Zincke" userId="S::sophie.zincke@ukhsa.gov.uk::519c92a5-c781-4626-8e96-33075c082605" providerId="AD" clId="Web-{439B6B74-BBDE-5D62-2E51-70AC77BCCAA8}"/>
    <pc:docChg chg="addSld delSld modSld">
      <pc:chgData name="Sophie Zincke" userId="S::sophie.zincke@ukhsa.gov.uk::519c92a5-c781-4626-8e96-33075c082605" providerId="AD" clId="Web-{439B6B74-BBDE-5D62-2E51-70AC77BCCAA8}" dt="2024-08-30T08:09:02.478" v="89"/>
      <pc:docMkLst>
        <pc:docMk/>
      </pc:docMkLst>
      <pc:sldChg chg="del">
        <pc:chgData name="Sophie Zincke" userId="S::sophie.zincke@ukhsa.gov.uk::519c92a5-c781-4626-8e96-33075c082605" providerId="AD" clId="Web-{439B6B74-BBDE-5D62-2E51-70AC77BCCAA8}" dt="2024-08-30T08:09:02.478" v="89"/>
        <pc:sldMkLst>
          <pc:docMk/>
          <pc:sldMk cId="0" sldId="261"/>
        </pc:sldMkLst>
      </pc:sldChg>
      <pc:sldChg chg="modSp">
        <pc:chgData name="Sophie Zincke" userId="S::sophie.zincke@ukhsa.gov.uk::519c92a5-c781-4626-8e96-33075c082605" providerId="AD" clId="Web-{439B6B74-BBDE-5D62-2E51-70AC77BCCAA8}" dt="2024-08-30T08:08:58.587" v="88" actId="14100"/>
        <pc:sldMkLst>
          <pc:docMk/>
          <pc:sldMk cId="0" sldId="263"/>
        </pc:sldMkLst>
        <pc:spChg chg="mod">
          <ac:chgData name="Sophie Zincke" userId="S::sophie.zincke@ukhsa.gov.uk::519c92a5-c781-4626-8e96-33075c082605" providerId="AD" clId="Web-{439B6B74-BBDE-5D62-2E51-70AC77BCCAA8}" dt="2024-08-30T08:08:58.587" v="88" actId="14100"/>
          <ac:spMkLst>
            <pc:docMk/>
            <pc:sldMk cId="0" sldId="263"/>
            <ac:spMk id="2" creationId="{00000000-0000-0000-0000-000000000000}"/>
          </ac:spMkLst>
        </pc:spChg>
      </pc:sldChg>
      <pc:sldChg chg="addSp modSp add">
        <pc:chgData name="Sophie Zincke" userId="S::sophie.zincke@ukhsa.gov.uk::519c92a5-c781-4626-8e96-33075c082605" providerId="AD" clId="Web-{439B6B74-BBDE-5D62-2E51-70AC77BCCAA8}" dt="2024-08-30T08:08:32.149" v="82" actId="20577"/>
        <pc:sldMkLst>
          <pc:docMk/>
          <pc:sldMk cId="2936270711" sldId="269"/>
        </pc:sldMkLst>
        <pc:spChg chg="mod">
          <ac:chgData name="Sophie Zincke" userId="S::sophie.zincke@ukhsa.gov.uk::519c92a5-c781-4626-8e96-33075c082605" providerId="AD" clId="Web-{439B6B74-BBDE-5D62-2E51-70AC77BCCAA8}" dt="2024-08-30T08:04:12.378" v="56" actId="1076"/>
          <ac:spMkLst>
            <pc:docMk/>
            <pc:sldMk cId="2936270711" sldId="269"/>
            <ac:spMk id="2" creationId="{00000000-0000-0000-0000-000000000000}"/>
          </ac:spMkLst>
        </pc:spChg>
        <pc:spChg chg="add mod">
          <ac:chgData name="Sophie Zincke" userId="S::sophie.zincke@ukhsa.gov.uk::519c92a5-c781-4626-8e96-33075c082605" providerId="AD" clId="Web-{439B6B74-BBDE-5D62-2E51-70AC77BCCAA8}" dt="2024-08-30T08:08:32.149" v="82" actId="20577"/>
          <ac:spMkLst>
            <pc:docMk/>
            <pc:sldMk cId="2936270711" sldId="269"/>
            <ac:spMk id="28" creationId="{72170233-C911-9B3C-CDD3-6D5939C2C230}"/>
          </ac:spMkLst>
        </pc:spChg>
      </pc:sldChg>
      <pc:sldChg chg="modSp add del replId">
        <pc:chgData name="Sophie Zincke" userId="S::sophie.zincke@ukhsa.gov.uk::519c92a5-c781-4626-8e96-33075c082605" providerId="AD" clId="Web-{439B6B74-BBDE-5D62-2E51-70AC77BCCAA8}" dt="2024-08-30T07:58:52.793" v="14"/>
        <pc:sldMkLst>
          <pc:docMk/>
          <pc:sldMk cId="3916911288" sldId="269"/>
        </pc:sldMkLst>
        <pc:spChg chg="mod">
          <ac:chgData name="Sophie Zincke" userId="S::sophie.zincke@ukhsa.gov.uk::519c92a5-c781-4626-8e96-33075c082605" providerId="AD" clId="Web-{439B6B74-BBDE-5D62-2E51-70AC77BCCAA8}" dt="2024-08-30T07:58:42.777" v="13" actId="20577"/>
          <ac:spMkLst>
            <pc:docMk/>
            <pc:sldMk cId="3916911288" sldId="269"/>
            <ac:spMk id="3" creationId="{00000000-0000-0000-0000-000000000000}"/>
          </ac:spMkLst>
        </pc:spChg>
      </pc:sldChg>
    </pc:docChg>
  </pc:docChgLst>
  <pc:docChgLst>
    <pc:chgData name="Sophie Zincke" userId="S::sophie.zincke@ukhsa.gov.uk::519c92a5-c781-4626-8e96-33075c082605" providerId="AD" clId="Web-{2C02962E-D029-A68B-5785-4633B57599DB}"/>
    <pc:docChg chg="addSld modSld">
      <pc:chgData name="Sophie Zincke" userId="S::sophie.zincke@ukhsa.gov.uk::519c92a5-c781-4626-8e96-33075c082605" providerId="AD" clId="Web-{2C02962E-D029-A68B-5785-4633B57599DB}" dt="2024-08-29T10:58:11.854" v="197" actId="20577"/>
      <pc:docMkLst>
        <pc:docMk/>
      </pc:docMkLst>
      <pc:sldChg chg="modSp">
        <pc:chgData name="Sophie Zincke" userId="S::sophie.zincke@ukhsa.gov.uk::519c92a5-c781-4626-8e96-33075c082605" providerId="AD" clId="Web-{2C02962E-D029-A68B-5785-4633B57599DB}" dt="2024-08-29T10:06:45.732" v="4" actId="20577"/>
        <pc:sldMkLst>
          <pc:docMk/>
          <pc:sldMk cId="0" sldId="257"/>
        </pc:sldMkLst>
        <pc:spChg chg="mod">
          <ac:chgData name="Sophie Zincke" userId="S::sophie.zincke@ukhsa.gov.uk::519c92a5-c781-4626-8e96-33075c082605" providerId="AD" clId="Web-{2C02962E-D029-A68B-5785-4633B57599DB}" dt="2024-08-29T10:06:45.732" v="4" actId="20577"/>
          <ac:spMkLst>
            <pc:docMk/>
            <pc:sldMk cId="0" sldId="257"/>
            <ac:spMk id="29" creationId="{00000000-0000-0000-0000-000000000000}"/>
          </ac:spMkLst>
        </pc:spChg>
      </pc:sldChg>
      <pc:sldChg chg="delSp modSp">
        <pc:chgData name="Sophie Zincke" userId="S::sophie.zincke@ukhsa.gov.uk::519c92a5-c781-4626-8e96-33075c082605" providerId="AD" clId="Web-{2C02962E-D029-A68B-5785-4633B57599DB}" dt="2024-08-29T10:58:11.854" v="197" actId="20577"/>
        <pc:sldMkLst>
          <pc:docMk/>
          <pc:sldMk cId="0" sldId="259"/>
        </pc:sldMkLst>
        <pc:spChg chg="mod">
          <ac:chgData name="Sophie Zincke" userId="S::sophie.zincke@ukhsa.gov.uk::519c92a5-c781-4626-8e96-33075c082605" providerId="AD" clId="Web-{2C02962E-D029-A68B-5785-4633B57599DB}" dt="2024-08-29T10:29:40.769" v="121" actId="20577"/>
          <ac:spMkLst>
            <pc:docMk/>
            <pc:sldMk cId="0" sldId="259"/>
            <ac:spMk id="2" creationId="{00000000-0000-0000-0000-000000000000}"/>
          </ac:spMkLst>
        </pc:spChg>
        <pc:spChg chg="mod">
          <ac:chgData name="Sophie Zincke" userId="S::sophie.zincke@ukhsa.gov.uk::519c92a5-c781-4626-8e96-33075c082605" providerId="AD" clId="Web-{2C02962E-D029-A68B-5785-4633B57599DB}" dt="2024-08-29T10:58:11.854" v="197" actId="20577"/>
          <ac:spMkLst>
            <pc:docMk/>
            <pc:sldMk cId="0" sldId="259"/>
            <ac:spMk id="3" creationId="{00000000-0000-0000-0000-000000000000}"/>
          </ac:spMkLst>
        </pc:spChg>
        <pc:spChg chg="del mod">
          <ac:chgData name="Sophie Zincke" userId="S::sophie.zincke@ukhsa.gov.uk::519c92a5-c781-4626-8e96-33075c082605" providerId="AD" clId="Web-{2C02962E-D029-A68B-5785-4633B57599DB}" dt="2024-08-29T10:07:59.359" v="30"/>
          <ac:spMkLst>
            <pc:docMk/>
            <pc:sldMk cId="0" sldId="259"/>
            <ac:spMk id="4" creationId="{00000000-0000-0000-0000-000000000000}"/>
          </ac:spMkLst>
        </pc:spChg>
      </pc:sldChg>
      <pc:sldChg chg="modSp add replId">
        <pc:chgData name="Sophie Zincke" userId="S::sophie.zincke@ukhsa.gov.uk::519c92a5-c781-4626-8e96-33075c082605" providerId="AD" clId="Web-{2C02962E-D029-A68B-5785-4633B57599DB}" dt="2024-08-29T10:58:06.463" v="195" actId="20577"/>
        <pc:sldMkLst>
          <pc:docMk/>
          <pc:sldMk cId="2750018792" sldId="268"/>
        </pc:sldMkLst>
        <pc:spChg chg="mod">
          <ac:chgData name="Sophie Zincke" userId="S::sophie.zincke@ukhsa.gov.uk::519c92a5-c781-4626-8e96-33075c082605" providerId="AD" clId="Web-{2C02962E-D029-A68B-5785-4633B57599DB}" dt="2024-08-29T10:57:14.868" v="193" actId="20577"/>
          <ac:spMkLst>
            <pc:docMk/>
            <pc:sldMk cId="2750018792" sldId="268"/>
            <ac:spMk id="2" creationId="{00000000-0000-0000-0000-000000000000}"/>
          </ac:spMkLst>
        </pc:spChg>
        <pc:spChg chg="mod">
          <ac:chgData name="Sophie Zincke" userId="S::sophie.zincke@ukhsa.gov.uk::519c92a5-c781-4626-8e96-33075c082605" providerId="AD" clId="Web-{2C02962E-D029-A68B-5785-4633B57599DB}" dt="2024-08-29T10:58:06.463" v="195" actId="20577"/>
          <ac:spMkLst>
            <pc:docMk/>
            <pc:sldMk cId="2750018792" sldId="268"/>
            <ac:spMk id="3" creationId="{00000000-0000-0000-0000-000000000000}"/>
          </ac:spMkLst>
        </pc:spChg>
      </pc:sldChg>
    </pc:docChg>
  </pc:docChgLst>
  <pc:docChgLst>
    <pc:chgData name="Sophie Zincke" userId="S::sophie.zincke@ukhsa.gov.uk::519c92a5-c781-4626-8e96-33075c082605" providerId="AD" clId="Web-{DB8B5B50-4B56-38CB-61B1-8381F82C4893}"/>
    <pc:docChg chg="modSld">
      <pc:chgData name="Sophie Zincke" userId="S::sophie.zincke@ukhsa.gov.uk::519c92a5-c781-4626-8e96-33075c082605" providerId="AD" clId="Web-{DB8B5B50-4B56-38CB-61B1-8381F82C4893}" dt="2024-09-04T15:29:54.386" v="43" actId="20577"/>
      <pc:docMkLst>
        <pc:docMk/>
      </pc:docMkLst>
      <pc:sldChg chg="modSp">
        <pc:chgData name="Sophie Zincke" userId="S::sophie.zincke@ukhsa.gov.uk::519c92a5-c781-4626-8e96-33075c082605" providerId="AD" clId="Web-{DB8B5B50-4B56-38CB-61B1-8381F82C4893}" dt="2024-09-04T15:29:54.386" v="43" actId="20577"/>
        <pc:sldMkLst>
          <pc:docMk/>
          <pc:sldMk cId="2936270711" sldId="269"/>
        </pc:sldMkLst>
        <pc:spChg chg="mod">
          <ac:chgData name="Sophie Zincke" userId="S::sophie.zincke@ukhsa.gov.uk::519c92a5-c781-4626-8e96-33075c082605" providerId="AD" clId="Web-{DB8B5B50-4B56-38CB-61B1-8381F82C4893}" dt="2024-09-04T15:27:54.336" v="32" actId="1076"/>
          <ac:spMkLst>
            <pc:docMk/>
            <pc:sldMk cId="2936270711" sldId="269"/>
            <ac:spMk id="3" creationId="{00000000-0000-0000-0000-000000000000}"/>
          </ac:spMkLst>
        </pc:spChg>
        <pc:spChg chg="mod">
          <ac:chgData name="Sophie Zincke" userId="S::sophie.zincke@ukhsa.gov.uk::519c92a5-c781-4626-8e96-33075c082605" providerId="AD" clId="Web-{DB8B5B50-4B56-38CB-61B1-8381F82C4893}" dt="2024-09-04T15:29:54.386" v="43" actId="20577"/>
          <ac:spMkLst>
            <pc:docMk/>
            <pc:sldMk cId="2936270711" sldId="269"/>
            <ac:spMk id="28" creationId="{72170233-C911-9B3C-CDD3-6D5939C2C230}"/>
          </ac:spMkLst>
        </pc:spChg>
      </pc:sldChg>
    </pc:docChg>
  </pc:docChgLst>
  <pc:docChgLst>
    <pc:chgData name="Sophie Zincke" userId="S::sophie.zincke@ukhsa.gov.uk::519c92a5-c781-4626-8e96-33075c082605" providerId="AD" clId="Web-{5CDDD0C7-AF2C-CC68-2709-D97D5F00E916}"/>
    <pc:docChg chg="modSld">
      <pc:chgData name="Sophie Zincke" userId="S::sophie.zincke@ukhsa.gov.uk::519c92a5-c781-4626-8e96-33075c082605" providerId="AD" clId="Web-{5CDDD0C7-AF2C-CC68-2709-D97D5F00E916}" dt="2024-09-04T10:26:15.848" v="1" actId="20577"/>
      <pc:docMkLst>
        <pc:docMk/>
      </pc:docMkLst>
      <pc:sldChg chg="modSp">
        <pc:chgData name="Sophie Zincke" userId="S::sophie.zincke@ukhsa.gov.uk::519c92a5-c781-4626-8e96-33075c082605" providerId="AD" clId="Web-{5CDDD0C7-AF2C-CC68-2709-D97D5F00E916}" dt="2024-09-04T10:26:15.848" v="1" actId="20577"/>
        <pc:sldMkLst>
          <pc:docMk/>
          <pc:sldMk cId="620730521" sldId="270"/>
        </pc:sldMkLst>
        <pc:spChg chg="mod">
          <ac:chgData name="Sophie Zincke" userId="S::sophie.zincke@ukhsa.gov.uk::519c92a5-c781-4626-8e96-33075c082605" providerId="AD" clId="Web-{5CDDD0C7-AF2C-CC68-2709-D97D5F00E916}" dt="2024-09-04T10:26:15.848" v="1" actId="20577"/>
          <ac:spMkLst>
            <pc:docMk/>
            <pc:sldMk cId="620730521" sldId="270"/>
            <ac:spMk id="29" creationId="{00000000-0000-0000-0000-000000000000}"/>
          </ac:spMkLst>
        </pc:spChg>
      </pc:sldChg>
    </pc:docChg>
  </pc:docChgLst>
  <pc:docChgLst>
    <pc:chgData clId="Web-{5CDDD0C7-AF2C-CC68-2709-D97D5F00E916}"/>
    <pc:docChg chg="modSld">
      <pc:chgData name="" userId="" providerId="" clId="Web-{5CDDD0C7-AF2C-CC68-2709-D97D5F00E916}" dt="2024-09-04T10:26:00.972" v="4" actId="20577"/>
      <pc:docMkLst>
        <pc:docMk/>
      </pc:docMkLst>
      <pc:sldChg chg="modSp">
        <pc:chgData name="" userId="" providerId="" clId="Web-{5CDDD0C7-AF2C-CC68-2709-D97D5F00E916}" dt="2024-09-04T10:26:00.972" v="4" actId="20577"/>
        <pc:sldMkLst>
          <pc:docMk/>
          <pc:sldMk cId="0" sldId="257"/>
        </pc:sldMkLst>
        <pc:spChg chg="mod">
          <ac:chgData name="" userId="" providerId="" clId="Web-{5CDDD0C7-AF2C-CC68-2709-D97D5F00E916}" dt="2024-09-04T10:26:00.972" v="4" actId="20577"/>
          <ac:spMkLst>
            <pc:docMk/>
            <pc:sldMk cId="0" sldId="257"/>
            <ac:spMk id="2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516813" cy="48895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9826625" y="0"/>
            <a:ext cx="7516813" cy="488950"/>
          </a:xfrm>
          <a:prstGeom prst="rect">
            <a:avLst/>
          </a:prstGeom>
        </p:spPr>
        <p:txBody>
          <a:bodyPr vert="horz" lIns="91440" tIns="45720" rIns="91440" bIns="45720" rtlCol="0"/>
          <a:lstStyle>
            <a:lvl1pPr algn="r">
              <a:defRPr sz="1200"/>
            </a:lvl1pPr>
          </a:lstStyle>
          <a:p>
            <a:fld id="{FAF238F7-DCD3-4DD7-A306-45A53749D4CF}" type="datetimeFigureOut">
              <a:rPr lang="en-GB" smtClean="0"/>
              <a:t>05/09/2024</a:t>
            </a:fld>
            <a:endParaRPr lang="en-GB"/>
          </a:p>
        </p:txBody>
      </p:sp>
      <p:sp>
        <p:nvSpPr>
          <p:cNvPr id="4" name="Slide Image Placeholder 3"/>
          <p:cNvSpPr>
            <a:spLocks noGrp="1" noRot="1" noChangeAspect="1"/>
          </p:cNvSpPr>
          <p:nvPr>
            <p:ph type="sldImg" idx="2"/>
          </p:nvPr>
        </p:nvSpPr>
        <p:spPr>
          <a:xfrm>
            <a:off x="5746750" y="1219200"/>
            <a:ext cx="5854700" cy="329247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1735138" y="4694238"/>
            <a:ext cx="13877925" cy="38401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264650"/>
            <a:ext cx="7516813" cy="48895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9826625" y="9264650"/>
            <a:ext cx="7516813" cy="488950"/>
          </a:xfrm>
          <a:prstGeom prst="rect">
            <a:avLst/>
          </a:prstGeom>
        </p:spPr>
        <p:txBody>
          <a:bodyPr vert="horz" lIns="91440" tIns="45720" rIns="91440" bIns="45720" rtlCol="0" anchor="b"/>
          <a:lstStyle>
            <a:lvl1pPr algn="r">
              <a:defRPr sz="1200"/>
            </a:lvl1pPr>
          </a:lstStyle>
          <a:p>
            <a:fld id="{71F8F213-8A19-412A-95D0-32499FE0DF6B}" type="slidenum">
              <a:rPr lang="en-GB" smtClean="0"/>
              <a:t>‹#›</a:t>
            </a:fld>
            <a:endParaRPr lang="en-GB"/>
          </a:p>
        </p:txBody>
      </p:sp>
    </p:spTree>
    <p:extLst>
      <p:ext uri="{BB962C8B-B14F-4D97-AF65-F5344CB8AC3E}">
        <p14:creationId xmlns:p14="http://schemas.microsoft.com/office/powerpoint/2010/main" val="7684512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travelhealthpro.org.uk/factsheet/47/west-nile-virus" TargetMode="External"/><Relationship Id="rId2" Type="http://schemas.openxmlformats.org/officeDocument/2006/relationships/slide" Target="../slides/slide3.xml"/><Relationship Id="rId1" Type="http://schemas.openxmlformats.org/officeDocument/2006/relationships/notesMaster" Target="../notesMasters/notesMaster1.xml"/><Relationship Id="rId6" Type="http://schemas.openxmlformats.org/officeDocument/2006/relationships/hyperlink" Target="https://travelhealthpro.org.uk/factsheet/18/yellow-fever" TargetMode="External"/><Relationship Id="rId5" Type="http://schemas.openxmlformats.org/officeDocument/2006/relationships/hyperlink" Target="https://travelhealthpro.org.uk/factsheet/13/dengue" TargetMode="External"/><Relationship Id="rId4" Type="http://schemas.openxmlformats.org/officeDocument/2006/relationships/hyperlink" Target="https://travelhealthpro.org.uk/factsheet/52/malaria" TargetMode="Externa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gov.uk/government/news/new-data-show-a-rise-in-travel-acquired-malaria-cases"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gov.uk/government/publications/climate-change-health-effects-in-the-uk" TargetMode="External"/><Relationship Id="rId2" Type="http://schemas.openxmlformats.org/officeDocument/2006/relationships/slide" Target="../slides/slide6.xml"/><Relationship Id="rId1" Type="http://schemas.openxmlformats.org/officeDocument/2006/relationships/notesMaster" Target="../notesMasters/notesMaster1.xml"/><Relationship Id="rId4" Type="http://schemas.openxmlformats.org/officeDocument/2006/relationships/hyperlink" Target="https://travelhealthpro.org.uk/factsheet/22/tick-borne-encephalitis" TargetMode="Externa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nhs.uk/conditions/lyme-disease/" TargetMode="External"/><Relationship Id="rId2" Type="http://schemas.openxmlformats.org/officeDocument/2006/relationships/slide" Target="../slides/slide7.xml"/><Relationship Id="rId1" Type="http://schemas.openxmlformats.org/officeDocument/2006/relationships/notesMaster" Target="../notesMasters/notesMaster1.xml"/><Relationship Id="rId4" Type="http://schemas.openxmlformats.org/officeDocument/2006/relationships/hyperlink" Target="https://www.nhs.uk/conditions/tick-borne-encephalitis/"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A7A0DFE-E0CA-4AD4-9357-93A946A221D2}" type="slidenum">
              <a:rPr lang="en-US" smtClean="0"/>
              <a:t>2</a:t>
            </a:fld>
            <a:endParaRPr lang="en-US"/>
          </a:p>
        </p:txBody>
      </p:sp>
    </p:spTree>
    <p:extLst>
      <p:ext uri="{BB962C8B-B14F-4D97-AF65-F5344CB8AC3E}">
        <p14:creationId xmlns:p14="http://schemas.microsoft.com/office/powerpoint/2010/main" val="34423680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07645" indent="-194945">
              <a:lnSpc>
                <a:spcPct val="100000"/>
              </a:lnSpc>
              <a:spcBef>
                <a:spcPts val="1400"/>
              </a:spcBef>
              <a:buClr>
                <a:srgbClr val="0F7E90"/>
              </a:buClr>
              <a:buFont typeface="Minion Pro"/>
              <a:buChar char="•"/>
              <a:tabLst>
                <a:tab pos="207645" algn="l"/>
                <a:tab pos="2836545" algn="l"/>
              </a:tabLst>
            </a:pPr>
            <a:r>
              <a:rPr lang="en-GB" sz="1200" i="0">
                <a:solidFill>
                  <a:srgbClr val="0B0C0C"/>
                </a:solidFill>
                <a:effectLst/>
                <a:latin typeface="Arial"/>
                <a:cs typeface="Arial"/>
              </a:rPr>
              <a:t>Vector-borne diseases are illnesses that can be transmitted to humans by </a:t>
            </a:r>
            <a:r>
              <a:rPr lang="en-GB" sz="1200">
                <a:solidFill>
                  <a:srgbClr val="0B0C0C"/>
                </a:solidFill>
                <a:latin typeface="Arial"/>
                <a:cs typeface="Arial"/>
              </a:rPr>
              <a:t>arthropods</a:t>
            </a:r>
            <a:r>
              <a:rPr lang="en-GB" sz="1200" i="0">
                <a:solidFill>
                  <a:srgbClr val="0B0C0C"/>
                </a:solidFill>
                <a:effectLst/>
                <a:latin typeface="Arial"/>
                <a:cs typeface="Arial"/>
              </a:rPr>
              <a:t>.</a:t>
            </a:r>
          </a:p>
          <a:p>
            <a:pPr marL="207645" indent="-194945" algn="l" rtl="0">
              <a:spcBef>
                <a:spcPts val="1400"/>
              </a:spcBef>
              <a:buClr>
                <a:srgbClr val="0F7E90"/>
              </a:buClr>
              <a:buFont typeface="Minion Pro"/>
              <a:buChar char="•"/>
              <a:tabLst>
                <a:tab pos="207645" algn="l"/>
                <a:tab pos="2836545" algn="l"/>
              </a:tabLst>
            </a:pPr>
            <a:r>
              <a:rPr lang="en-GB" sz="1200" i="0" u="none" strike="noStrike">
                <a:solidFill>
                  <a:srgbClr val="000000"/>
                </a:solidFill>
                <a:effectLst/>
                <a:latin typeface="Arial"/>
                <a:cs typeface="Arial"/>
              </a:rPr>
              <a:t>Arthropod vectors include: mosquitoes, ticks, sand-flies, fleas, midges</a:t>
            </a:r>
            <a:r>
              <a:rPr lang="en-US" sz="1200" i="0">
                <a:solidFill>
                  <a:srgbClr val="000000"/>
                </a:solidFill>
                <a:effectLst/>
                <a:latin typeface="Arial"/>
                <a:cs typeface="Arial"/>
              </a:rPr>
              <a:t>.</a:t>
            </a:r>
            <a:r>
              <a:rPr lang="en-GB" sz="1200" i="0">
                <a:solidFill>
                  <a:srgbClr val="0B0C0C"/>
                </a:solidFill>
                <a:effectLst/>
                <a:latin typeface="Arial"/>
                <a:cs typeface="Arial"/>
              </a:rPr>
              <a:t> </a:t>
            </a:r>
          </a:p>
          <a:p>
            <a:pPr marL="207645" indent="-194945" algn="l" rtl="0">
              <a:spcBef>
                <a:spcPts val="1400"/>
              </a:spcBef>
              <a:buClr>
                <a:srgbClr val="0F7E90"/>
              </a:buClr>
              <a:buFont typeface="Minion Pro"/>
              <a:buChar char="•"/>
              <a:tabLst>
                <a:tab pos="207645" algn="l"/>
                <a:tab pos="2836545" algn="l"/>
              </a:tabLst>
            </a:pPr>
            <a:r>
              <a:rPr lang="en-GB" sz="1200">
                <a:solidFill>
                  <a:srgbClr val="0B0C0C"/>
                </a:solidFill>
                <a:latin typeface="Arial"/>
                <a:cs typeface="Arial"/>
              </a:rPr>
              <a:t>VBDs</a:t>
            </a:r>
            <a:r>
              <a:rPr lang="en-GB" sz="1200" i="0">
                <a:solidFill>
                  <a:srgbClr val="0B0C0C"/>
                </a:solidFill>
                <a:effectLst/>
                <a:latin typeface="Arial"/>
                <a:cs typeface="Arial"/>
              </a:rPr>
              <a:t> include </a:t>
            </a:r>
            <a:r>
              <a:rPr lang="en-GB" sz="1200" u="sng">
                <a:solidFill>
                  <a:srgbClr val="1D70B8"/>
                </a:solidFill>
                <a:latin typeface="Arial"/>
                <a:cs typeface="Arial"/>
              </a:rPr>
              <a:t>Lyme disease, Tick-borne encephalitis virus, </a:t>
            </a:r>
            <a:r>
              <a:rPr lang="en-GB" sz="1200" u="sng">
                <a:solidFill>
                  <a:srgbClr val="1D70B8"/>
                </a:solidFill>
                <a:latin typeface="Arial"/>
                <a:cs typeface="Arial"/>
                <a:hlinkClick r:id="rId3"/>
              </a:rPr>
              <a:t>West</a:t>
            </a:r>
            <a:r>
              <a:rPr lang="en-GB" sz="1200" i="0" u="sng">
                <a:solidFill>
                  <a:srgbClr val="1D70B8"/>
                </a:solidFill>
                <a:effectLst/>
                <a:latin typeface="Arial"/>
                <a:cs typeface="Arial"/>
                <a:hlinkClick r:id="rId3"/>
              </a:rPr>
              <a:t> Nile virus</a:t>
            </a:r>
            <a:r>
              <a:rPr lang="en-GB" sz="1200" i="0">
                <a:solidFill>
                  <a:srgbClr val="0B0C0C"/>
                </a:solidFill>
                <a:effectLst/>
                <a:latin typeface="Arial"/>
                <a:cs typeface="Arial"/>
              </a:rPr>
              <a:t>, </a:t>
            </a:r>
            <a:r>
              <a:rPr lang="en-GB" sz="1200" i="0" u="sng">
                <a:solidFill>
                  <a:srgbClr val="1D70B8"/>
                </a:solidFill>
                <a:effectLst/>
                <a:latin typeface="Arial"/>
                <a:cs typeface="Arial"/>
                <a:hlinkClick r:id="rId4"/>
              </a:rPr>
              <a:t>malaria</a:t>
            </a:r>
            <a:r>
              <a:rPr lang="en-GB" sz="1200" i="0">
                <a:solidFill>
                  <a:srgbClr val="0B0C0C"/>
                </a:solidFill>
                <a:effectLst/>
                <a:latin typeface="Arial"/>
                <a:cs typeface="Arial"/>
              </a:rPr>
              <a:t>, </a:t>
            </a:r>
            <a:r>
              <a:rPr lang="en-GB" sz="1200" i="0" u="sng">
                <a:solidFill>
                  <a:srgbClr val="1D70B8"/>
                </a:solidFill>
                <a:effectLst/>
                <a:latin typeface="Arial"/>
                <a:cs typeface="Arial"/>
                <a:hlinkClick r:id="rId5"/>
              </a:rPr>
              <a:t>dengue</a:t>
            </a:r>
            <a:r>
              <a:rPr lang="en-GB" sz="1200" i="0">
                <a:solidFill>
                  <a:srgbClr val="0B0C0C"/>
                </a:solidFill>
                <a:effectLst/>
                <a:latin typeface="Arial"/>
                <a:cs typeface="Arial"/>
              </a:rPr>
              <a:t> and</a:t>
            </a:r>
            <a:r>
              <a:rPr lang="en-GB" sz="1200" i="0" u="sng">
                <a:solidFill>
                  <a:srgbClr val="1D70B8"/>
                </a:solidFill>
                <a:effectLst/>
                <a:latin typeface="Arial"/>
                <a:cs typeface="Arial"/>
                <a:hlinkClick r:id="rId6"/>
              </a:rPr>
              <a:t> yellow fever</a:t>
            </a:r>
            <a:r>
              <a:rPr lang="en-GB" sz="1200" i="0">
                <a:solidFill>
                  <a:srgbClr val="0B0C0C"/>
                </a:solidFill>
                <a:effectLst/>
                <a:latin typeface="Arial"/>
                <a:cs typeface="Arial"/>
              </a:rPr>
              <a:t>.</a:t>
            </a:r>
            <a:r>
              <a:rPr lang="en-GB" sz="1200">
                <a:latin typeface="Arial"/>
                <a:cs typeface="Arial"/>
              </a:rPr>
              <a:t>​</a:t>
            </a:r>
          </a:p>
          <a:p>
            <a:pPr marL="207645" indent="-194945" algn="l" rtl="0">
              <a:spcBef>
                <a:spcPts val="1400"/>
              </a:spcBef>
              <a:buClr>
                <a:srgbClr val="0F7E90"/>
              </a:buClr>
              <a:buFont typeface="Minion Pro"/>
              <a:buChar char="•"/>
              <a:tabLst>
                <a:tab pos="207645" algn="l"/>
                <a:tab pos="2836545" algn="l"/>
              </a:tabLst>
            </a:pPr>
            <a:r>
              <a:rPr lang="en-GB" sz="1200">
                <a:solidFill>
                  <a:srgbClr val="0B0C0C"/>
                </a:solidFill>
                <a:latin typeface="Arial"/>
                <a:cs typeface="Arial"/>
              </a:rPr>
              <a:t>In the UK the threat from vector-borne diseases is on the rise, due to factors like growing global travel and trade (movement of infected people and invasive vectors), changes in land use (increase human exposure to vectors) and climate change (warmer temperatures for disease transmission and vector survival).</a:t>
            </a:r>
          </a:p>
          <a:p>
            <a:endParaRPr lang="en-US"/>
          </a:p>
        </p:txBody>
      </p:sp>
      <p:sp>
        <p:nvSpPr>
          <p:cNvPr id="4" name="Slide Number Placeholder 3"/>
          <p:cNvSpPr>
            <a:spLocks noGrp="1"/>
          </p:cNvSpPr>
          <p:nvPr>
            <p:ph type="sldNum" sz="quarter" idx="5"/>
          </p:nvPr>
        </p:nvSpPr>
        <p:spPr/>
        <p:txBody>
          <a:bodyPr/>
          <a:lstStyle/>
          <a:p>
            <a:fld id="{8A7A0DFE-E0CA-4AD4-9357-93A946A221D2}" type="slidenum">
              <a:rPr lang="en-US" smtClean="0"/>
              <a:t>3</a:t>
            </a:fld>
            <a:endParaRPr lang="en-US"/>
          </a:p>
        </p:txBody>
      </p:sp>
    </p:spTree>
    <p:extLst>
      <p:ext uri="{BB962C8B-B14F-4D97-AF65-F5344CB8AC3E}">
        <p14:creationId xmlns:p14="http://schemas.microsoft.com/office/powerpoint/2010/main" val="5586299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07645" indent="-194945" algn="l" rtl="0">
              <a:spcBef>
                <a:spcPts val="1400"/>
              </a:spcBef>
              <a:buClr>
                <a:srgbClr val="0F7E90"/>
              </a:buClr>
              <a:buFont typeface="Minion Pro"/>
              <a:buChar char="•"/>
              <a:tabLst>
                <a:tab pos="207645" algn="l"/>
                <a:tab pos="2836545" algn="l"/>
              </a:tabLst>
            </a:pPr>
            <a:r>
              <a:rPr lang="en-GB" sz="1200">
                <a:solidFill>
                  <a:srgbClr val="0B0C0C"/>
                </a:solidFill>
                <a:latin typeface="Arial"/>
                <a:cs typeface="Arial"/>
              </a:rPr>
              <a:t>Vector-borne disease </a:t>
            </a:r>
            <a:r>
              <a:rPr lang="en-GB" sz="1200" i="0">
                <a:solidFill>
                  <a:srgbClr val="0B0C0C"/>
                </a:solidFill>
                <a:effectLst/>
                <a:latin typeface="Arial"/>
                <a:cs typeface="Arial"/>
              </a:rPr>
              <a:t>accounts for more than 17% of all infectious disease and cause more than 700,000 deaths globally each year.</a:t>
            </a:r>
          </a:p>
          <a:p>
            <a:pPr marL="207645" indent="-194945">
              <a:lnSpc>
                <a:spcPct val="100000"/>
              </a:lnSpc>
              <a:spcBef>
                <a:spcPts val="1400"/>
              </a:spcBef>
              <a:buClr>
                <a:srgbClr val="0F7E90"/>
              </a:buClr>
              <a:buFont typeface="Minion Pro"/>
              <a:buChar char="•"/>
              <a:tabLst>
                <a:tab pos="207645" algn="l"/>
                <a:tab pos="2836545" algn="l"/>
              </a:tabLst>
            </a:pPr>
            <a:r>
              <a:rPr lang="en-GB" sz="1200">
                <a:solidFill>
                  <a:srgbClr val="0B0C0C"/>
                </a:solidFill>
                <a:latin typeface="Arial"/>
                <a:cs typeface="Arial"/>
              </a:rPr>
              <a:t>I</a:t>
            </a:r>
            <a:r>
              <a:rPr lang="en-GB" sz="1200" b="0" i="0">
                <a:solidFill>
                  <a:srgbClr val="0B0C0C"/>
                </a:solidFill>
                <a:effectLst/>
                <a:latin typeface="Arial"/>
                <a:cs typeface="Arial"/>
              </a:rPr>
              <a:t>mported malaria cases to England, Wales and Northern Ireland in 2023 have </a:t>
            </a:r>
            <a:r>
              <a:rPr lang="en-GB" sz="1200" b="0" i="0" u="sng">
                <a:solidFill>
                  <a:srgbClr val="1D70B8"/>
                </a:solidFill>
                <a:effectLst/>
                <a:latin typeface="Arial"/>
                <a:cs typeface="Arial"/>
                <a:hlinkClick r:id="rId3"/>
              </a:rPr>
              <a:t>exceeded 2000 cases</a:t>
            </a:r>
            <a:r>
              <a:rPr lang="en-GB" sz="1200" b="0" i="0">
                <a:solidFill>
                  <a:srgbClr val="0B0C0C"/>
                </a:solidFill>
                <a:effectLst/>
                <a:latin typeface="Arial"/>
                <a:cs typeface="Arial"/>
              </a:rPr>
              <a:t> for the first time in 20 years (2004 cases in 2023 compared to 1369 in 2022). </a:t>
            </a:r>
          </a:p>
          <a:p>
            <a:pPr marL="207645" indent="-194945">
              <a:spcBef>
                <a:spcPts val="1400"/>
              </a:spcBef>
              <a:buClr>
                <a:srgbClr val="0F7E90"/>
              </a:buClr>
              <a:buFont typeface="Minion Pro"/>
              <a:buChar char="•"/>
              <a:tabLst>
                <a:tab pos="207645" algn="l"/>
                <a:tab pos="2836545" algn="l"/>
              </a:tabLst>
            </a:pPr>
            <a:r>
              <a:rPr lang="en-GB" sz="1200">
                <a:solidFill>
                  <a:srgbClr val="0B0C0C"/>
                </a:solidFill>
                <a:latin typeface="Arial"/>
                <a:cs typeface="Arial"/>
              </a:rPr>
              <a:t>Invasive mosquito vectors of dengue have been reported in &gt;30 European countries since 1990. </a:t>
            </a:r>
            <a:r>
              <a:rPr lang="en-GB" sz="1200" b="0" i="0">
                <a:solidFill>
                  <a:srgbClr val="0B0C0C"/>
                </a:solidFill>
                <a:effectLst/>
                <a:latin typeface="Arial"/>
                <a:cs typeface="Arial"/>
              </a:rPr>
              <a:t> </a:t>
            </a:r>
          </a:p>
          <a:p>
            <a:pPr marL="207645" indent="-194945">
              <a:spcBef>
                <a:spcPts val="1400"/>
              </a:spcBef>
              <a:buClr>
                <a:srgbClr val="0F7E90"/>
              </a:buClr>
              <a:buFont typeface="Minion Pro"/>
              <a:buChar char="•"/>
              <a:tabLst>
                <a:tab pos="207645" algn="l"/>
                <a:tab pos="2836545" algn="l"/>
              </a:tabLst>
            </a:pPr>
            <a:r>
              <a:rPr lang="en-GB" sz="1200">
                <a:solidFill>
                  <a:srgbClr val="0B0C0C"/>
                </a:solidFill>
                <a:latin typeface="Arial"/>
                <a:cs typeface="Arial"/>
              </a:rPr>
              <a:t>In the last two years there have been ~100 locally transmitted dengue cases in Europe, with recent notable outbreaks also of chikungunya virus</a:t>
            </a:r>
          </a:p>
          <a:p>
            <a:pPr marL="207645" indent="-194945">
              <a:lnSpc>
                <a:spcPct val="100000"/>
              </a:lnSpc>
              <a:spcBef>
                <a:spcPts val="1400"/>
              </a:spcBef>
              <a:buClr>
                <a:srgbClr val="0F7E90"/>
              </a:buClr>
              <a:buFont typeface="Minion Pro"/>
              <a:buChar char="•"/>
              <a:tabLst>
                <a:tab pos="207645" algn="l"/>
                <a:tab pos="2836545" algn="l"/>
              </a:tabLst>
            </a:pPr>
            <a:r>
              <a:rPr lang="en-GB" sz="1200" b="0" i="0">
                <a:solidFill>
                  <a:srgbClr val="0B0C0C"/>
                </a:solidFill>
                <a:effectLst/>
                <a:latin typeface="Arial"/>
                <a:cs typeface="Arial"/>
              </a:rPr>
              <a:t>The UK has over 20 recorded tick species</a:t>
            </a:r>
            <a:r>
              <a:rPr lang="en-GB" sz="1200">
                <a:solidFill>
                  <a:srgbClr val="0B0C0C"/>
                </a:solidFill>
                <a:latin typeface="Arial"/>
                <a:cs typeface="Arial"/>
              </a:rPr>
              <a:t>.</a:t>
            </a:r>
          </a:p>
          <a:p>
            <a:pPr marL="207645" indent="-194945">
              <a:spcBef>
                <a:spcPts val="1400"/>
              </a:spcBef>
              <a:buClr>
                <a:srgbClr val="0F7E90"/>
              </a:buClr>
              <a:buFont typeface="Minion Pro"/>
              <a:buChar char="•"/>
              <a:tabLst>
                <a:tab pos="207645" algn="l"/>
                <a:tab pos="2836545" algn="l"/>
              </a:tabLst>
            </a:pPr>
            <a:r>
              <a:rPr lang="en-GB" sz="1200">
                <a:solidFill>
                  <a:srgbClr val="0B0C0C"/>
                </a:solidFill>
                <a:latin typeface="Arial"/>
                <a:cs typeface="Arial"/>
              </a:rPr>
              <a:t>There are &gt;85,000 Lyme disease cases confirmed each year in Europe.</a:t>
            </a:r>
            <a:endParaRPr lang="en-GB" sz="1200">
              <a:solidFill>
                <a:srgbClr val="0B0C0C"/>
              </a:solidFill>
              <a:latin typeface="Arial" panose="020B0604020202020204" pitchFamily="34" charset="0"/>
              <a:cs typeface="Arial" panose="020B0604020202020204" pitchFamily="34" charset="0"/>
            </a:endParaRPr>
          </a:p>
          <a:p>
            <a:endParaRPr lang="en-US"/>
          </a:p>
        </p:txBody>
      </p:sp>
      <p:sp>
        <p:nvSpPr>
          <p:cNvPr id="4" name="Slide Number Placeholder 3"/>
          <p:cNvSpPr>
            <a:spLocks noGrp="1"/>
          </p:cNvSpPr>
          <p:nvPr>
            <p:ph type="sldNum" sz="quarter" idx="5"/>
          </p:nvPr>
        </p:nvSpPr>
        <p:spPr/>
        <p:txBody>
          <a:bodyPr/>
          <a:lstStyle/>
          <a:p>
            <a:fld id="{8A7A0DFE-E0CA-4AD4-9357-93A946A221D2}" type="slidenum">
              <a:rPr lang="en-US" smtClean="0"/>
              <a:t>4</a:t>
            </a:fld>
            <a:endParaRPr lang="en-US"/>
          </a:p>
        </p:txBody>
      </p:sp>
    </p:spTree>
    <p:extLst>
      <p:ext uri="{BB962C8B-B14F-4D97-AF65-F5344CB8AC3E}">
        <p14:creationId xmlns:p14="http://schemas.microsoft.com/office/powerpoint/2010/main" val="2719518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07645" indent="-194945" algn="l" rtl="0">
              <a:spcBef>
                <a:spcPts val="1400"/>
              </a:spcBef>
              <a:buClr>
                <a:srgbClr val="0F7E90"/>
              </a:buClr>
              <a:buFont typeface="Minion Pro"/>
              <a:buChar char="•"/>
              <a:tabLst>
                <a:tab pos="207645" algn="l"/>
                <a:tab pos="2836545" algn="l"/>
              </a:tabLst>
            </a:pPr>
            <a:r>
              <a:rPr lang="en-GB" sz="1200">
                <a:latin typeface="Arial"/>
                <a:cs typeface="Arial"/>
              </a:rPr>
              <a:t>Established a </a:t>
            </a:r>
            <a:r>
              <a:rPr lang="en-GB" sz="1200" b="1">
                <a:latin typeface="Arial"/>
                <a:cs typeface="Arial"/>
              </a:rPr>
              <a:t>Centre for Climate and Health Security</a:t>
            </a:r>
            <a:endParaRPr lang="en-GB" sz="1200" b="1">
              <a:solidFill>
                <a:srgbClr val="000000"/>
              </a:solidFill>
              <a:latin typeface="Arial"/>
              <a:cs typeface="Arial"/>
            </a:endParaRPr>
          </a:p>
          <a:p>
            <a:pPr marL="207645" indent="-194945" algn="l">
              <a:spcBef>
                <a:spcPts val="1400"/>
              </a:spcBef>
              <a:buClr>
                <a:srgbClr val="0F7E90"/>
              </a:buClr>
              <a:buFont typeface="Minion Pro"/>
              <a:buChar char="•"/>
              <a:tabLst>
                <a:tab pos="207645" algn="l"/>
                <a:tab pos="2836545" algn="l"/>
              </a:tabLst>
            </a:pPr>
            <a:r>
              <a:rPr lang="en-GB" sz="1200">
                <a:latin typeface="Arial"/>
                <a:cs typeface="Arial"/>
              </a:rPr>
              <a:t>UKHSA, and its predecessor organisation Public Health England, has been working on emerging vector-borne diseases in Europe​ supporting </a:t>
            </a:r>
            <a:r>
              <a:rPr lang="en-GB" sz="1200" b="1">
                <a:latin typeface="Arial"/>
                <a:cs typeface="Arial"/>
              </a:rPr>
              <a:t>One Health </a:t>
            </a:r>
            <a:r>
              <a:rPr lang="en-GB" sz="1200">
                <a:latin typeface="Arial"/>
                <a:cs typeface="Arial"/>
              </a:rPr>
              <a:t>Human Animal Infections Risk Surveillance Group (HAIRS)​ since 2004​.</a:t>
            </a:r>
          </a:p>
          <a:p>
            <a:pPr marL="207645" indent="-194945" algn="l" rtl="0">
              <a:spcBef>
                <a:spcPts val="1400"/>
              </a:spcBef>
              <a:buClr>
                <a:srgbClr val="0F7E90"/>
              </a:buClr>
              <a:buFont typeface="Minion Pro"/>
              <a:buChar char="•"/>
              <a:tabLst>
                <a:tab pos="207645" algn="l"/>
                <a:tab pos="2836545" algn="l"/>
              </a:tabLst>
            </a:pPr>
            <a:r>
              <a:rPr lang="en-GB" sz="1200">
                <a:latin typeface="Arial"/>
                <a:cs typeface="Arial"/>
              </a:rPr>
              <a:t>Our </a:t>
            </a:r>
            <a:r>
              <a:rPr lang="en-GB" sz="1200" b="1">
                <a:latin typeface="Arial"/>
                <a:cs typeface="Arial"/>
              </a:rPr>
              <a:t>Medical Entomology and Zoonoses Ecology </a:t>
            </a:r>
            <a:r>
              <a:rPr lang="en-GB" sz="1200">
                <a:latin typeface="Arial"/>
                <a:cs typeface="Arial"/>
              </a:rPr>
              <a:t>(MEZE) team assess the emerging risk posed by ticks, mosquitoes and other arthropods that can carry and transmit bacteria, viruses and parasites. </a:t>
            </a:r>
          </a:p>
          <a:p>
            <a:pPr marL="207645" indent="-194945" algn="l" rtl="0">
              <a:spcBef>
                <a:spcPts val="1400"/>
              </a:spcBef>
              <a:buClr>
                <a:srgbClr val="0F7E90"/>
              </a:buClr>
              <a:buFont typeface="Minion Pro"/>
              <a:buChar char="•"/>
              <a:tabLst>
                <a:tab pos="207645" algn="l"/>
                <a:tab pos="2836545" algn="l"/>
              </a:tabLst>
            </a:pPr>
            <a:r>
              <a:rPr lang="en-GB" sz="1200">
                <a:latin typeface="Arial"/>
                <a:cs typeface="Arial"/>
              </a:rPr>
              <a:t>Our entomologists </a:t>
            </a:r>
            <a:r>
              <a:rPr lang="en-GB" sz="1200" b="1">
                <a:latin typeface="Arial"/>
                <a:cs typeface="Arial"/>
              </a:rPr>
              <a:t>work with local authorities and local stakeholders </a:t>
            </a:r>
            <a:r>
              <a:rPr lang="en-GB" sz="1200">
                <a:latin typeface="Arial"/>
                <a:cs typeface="Arial"/>
              </a:rPr>
              <a:t>to monitor and manage risks, and to put in place strategies to minimise the opportunity for invasive species to become established in our towns and countryside.</a:t>
            </a:r>
          </a:p>
          <a:p>
            <a:pPr marL="207645" indent="-194945" algn="l" rtl="0">
              <a:spcBef>
                <a:spcPts val="1400"/>
              </a:spcBef>
              <a:buClr>
                <a:srgbClr val="0F7E90"/>
              </a:buClr>
              <a:buFont typeface="Minion Pro"/>
              <a:buChar char="•"/>
              <a:tabLst>
                <a:tab pos="207645" algn="l"/>
                <a:tab pos="2836545" algn="l"/>
              </a:tabLst>
            </a:pPr>
            <a:r>
              <a:rPr lang="en-GB" sz="1200">
                <a:latin typeface="Arial"/>
                <a:cs typeface="Arial"/>
              </a:rPr>
              <a:t>We work </a:t>
            </a:r>
            <a:r>
              <a:rPr lang="en-GB" sz="1200" b="1">
                <a:latin typeface="Arial"/>
                <a:cs typeface="Arial"/>
              </a:rPr>
              <a:t>collaboratively across government</a:t>
            </a:r>
            <a:r>
              <a:rPr lang="en-GB" sz="1200">
                <a:latin typeface="Arial"/>
                <a:cs typeface="Arial"/>
              </a:rPr>
              <a:t> to support Department of Health and Social Care, Defra, Food Standards Agency, Animal and Plant Health Agency, the devolved administrations, crown dependencies and Overseas territories.</a:t>
            </a:r>
          </a:p>
          <a:p>
            <a:endParaRPr lang="en-US"/>
          </a:p>
        </p:txBody>
      </p:sp>
      <p:sp>
        <p:nvSpPr>
          <p:cNvPr id="4" name="Slide Number Placeholder 3"/>
          <p:cNvSpPr>
            <a:spLocks noGrp="1"/>
          </p:cNvSpPr>
          <p:nvPr>
            <p:ph type="sldNum" sz="quarter" idx="5"/>
          </p:nvPr>
        </p:nvSpPr>
        <p:spPr/>
        <p:txBody>
          <a:bodyPr/>
          <a:lstStyle/>
          <a:p>
            <a:fld id="{8A7A0DFE-E0CA-4AD4-9357-93A946A221D2}" type="slidenum">
              <a:rPr lang="en-US" smtClean="0"/>
              <a:t>5</a:t>
            </a:fld>
            <a:endParaRPr lang="en-US"/>
          </a:p>
        </p:txBody>
      </p:sp>
    </p:spTree>
    <p:extLst>
      <p:ext uri="{BB962C8B-B14F-4D97-AF65-F5344CB8AC3E}">
        <p14:creationId xmlns:p14="http://schemas.microsoft.com/office/powerpoint/2010/main" val="2305509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07645" indent="-194945" algn="l" rtl="0">
              <a:spcBef>
                <a:spcPts val="1400"/>
              </a:spcBef>
              <a:buClr>
                <a:srgbClr val="0F7E90"/>
              </a:buClr>
              <a:buFont typeface="Minion Pro"/>
              <a:buChar char="•"/>
              <a:tabLst>
                <a:tab pos="207645" algn="l"/>
                <a:tab pos="2836545" algn="l"/>
              </a:tabLst>
            </a:pPr>
            <a:r>
              <a:rPr lang="en-GB" sz="1200">
                <a:latin typeface="Arial"/>
                <a:cs typeface="Arial"/>
              </a:rPr>
              <a:t>UKHSA’s </a:t>
            </a:r>
            <a:r>
              <a:rPr lang="en-GB" sz="1200">
                <a:solidFill>
                  <a:srgbClr val="0070C0"/>
                </a:solidFill>
                <a:latin typeface="Arial"/>
                <a:cs typeface="Arial"/>
                <a:hlinkClick r:id="rId3">
                  <a:extLst>
                    <a:ext uri="{A12FA001-AC4F-418D-AE19-62706E023703}">
                      <ahyp:hlinkClr xmlns:ahyp="http://schemas.microsoft.com/office/drawing/2018/hyperlinkcolor" val="tx"/>
                    </a:ext>
                  </a:extLst>
                </a:hlinkClick>
              </a:rPr>
              <a:t>Health Effects of Climate Change</a:t>
            </a:r>
            <a:r>
              <a:rPr lang="en-GB" sz="1200">
                <a:solidFill>
                  <a:srgbClr val="0070C0"/>
                </a:solidFill>
                <a:latin typeface="Arial"/>
                <a:cs typeface="Arial"/>
              </a:rPr>
              <a:t> </a:t>
            </a:r>
            <a:r>
              <a:rPr lang="en-GB" sz="1200">
                <a:latin typeface="Arial"/>
                <a:cs typeface="Arial"/>
              </a:rPr>
              <a:t>report demonstrates substantial and growing evidence of the effects of climate change on health in the UK.</a:t>
            </a:r>
          </a:p>
          <a:p>
            <a:pPr marL="207645" indent="-194945" algn="l" rtl="0">
              <a:spcBef>
                <a:spcPts val="1400"/>
              </a:spcBef>
              <a:buClr>
                <a:srgbClr val="0F7E90"/>
              </a:buClr>
              <a:buFont typeface="Minion Pro"/>
              <a:buChar char="•"/>
              <a:tabLst>
                <a:tab pos="207645" algn="l"/>
                <a:tab pos="2836545" algn="l"/>
              </a:tabLst>
            </a:pPr>
            <a:r>
              <a:rPr lang="en-GB" sz="1200">
                <a:latin typeface="Arial"/>
                <a:cs typeface="Arial"/>
              </a:rPr>
              <a:t>The impact that climate change could have on vector-borne diseases and our society, if we do not take decisive action, could have major impacts on physical and mental health.</a:t>
            </a:r>
          </a:p>
          <a:p>
            <a:pPr marL="207645" indent="-194945" algn="l" rtl="0">
              <a:spcBef>
                <a:spcPts val="1400"/>
              </a:spcBef>
              <a:buClr>
                <a:srgbClr val="0F7E90"/>
              </a:buClr>
              <a:buFont typeface="Minion Pro"/>
              <a:buChar char="•"/>
              <a:tabLst>
                <a:tab pos="207645" algn="l"/>
                <a:tab pos="2836545" algn="l"/>
              </a:tabLst>
            </a:pPr>
            <a:r>
              <a:rPr lang="en-GB" sz="1200">
                <a:latin typeface="Arial"/>
                <a:cs typeface="Arial"/>
              </a:rPr>
              <a:t>Considering and monitoring the impact of climate and other environmental change in relation to vector-borne diseases through our surveillance systems is vital to our countries ability to safeguard future generations from the increasing threat from diseases such as </a:t>
            </a:r>
            <a:r>
              <a:rPr lang="en-GB" sz="1200">
                <a:solidFill>
                  <a:srgbClr val="000000"/>
                </a:solidFill>
                <a:latin typeface="Arial"/>
                <a:cs typeface="Arial"/>
              </a:rPr>
              <a:t>recently emerged VBD in the UK such as </a:t>
            </a:r>
            <a:r>
              <a:rPr lang="en-GB" sz="1200">
                <a:solidFill>
                  <a:srgbClr val="0070C0"/>
                </a:solidFill>
                <a:latin typeface="Arial"/>
                <a:cs typeface="Arial"/>
                <a:hlinkClick r:id="rId4">
                  <a:extLst>
                    <a:ext uri="{A12FA001-AC4F-418D-AE19-62706E023703}">
                      <ahyp:hlinkClr xmlns:ahyp="http://schemas.microsoft.com/office/drawing/2018/hyperlinkcolor" val="tx"/>
                    </a:ext>
                  </a:extLst>
                </a:hlinkClick>
              </a:rPr>
              <a:t>tick-borne encephalitis</a:t>
            </a:r>
            <a:r>
              <a:rPr lang="en-GB" sz="1200">
                <a:latin typeface="Arial"/>
                <a:cs typeface="Arial"/>
              </a:rPr>
              <a:t>, and those </a:t>
            </a:r>
            <a:r>
              <a:rPr lang="en-GB" sz="1200">
                <a:solidFill>
                  <a:srgbClr val="000000"/>
                </a:solidFill>
                <a:latin typeface="Arial"/>
                <a:cs typeface="Arial"/>
              </a:rPr>
              <a:t>emerging in Europe, such as </a:t>
            </a:r>
            <a:r>
              <a:rPr lang="en-GB" sz="1200">
                <a:solidFill>
                  <a:srgbClr val="0070C0"/>
                </a:solidFill>
                <a:latin typeface="Arial"/>
                <a:cs typeface="Arial"/>
              </a:rPr>
              <a:t>dengue</a:t>
            </a:r>
            <a:r>
              <a:rPr lang="en-GB" sz="1200">
                <a:latin typeface="Arial"/>
                <a:cs typeface="Arial"/>
              </a:rPr>
              <a:t> from invasive mosquitoes.</a:t>
            </a:r>
          </a:p>
          <a:p>
            <a:endParaRPr lang="en-US"/>
          </a:p>
        </p:txBody>
      </p:sp>
      <p:sp>
        <p:nvSpPr>
          <p:cNvPr id="4" name="Slide Number Placeholder 3"/>
          <p:cNvSpPr>
            <a:spLocks noGrp="1"/>
          </p:cNvSpPr>
          <p:nvPr>
            <p:ph type="sldNum" sz="quarter" idx="5"/>
          </p:nvPr>
        </p:nvSpPr>
        <p:spPr/>
        <p:txBody>
          <a:bodyPr/>
          <a:lstStyle/>
          <a:p>
            <a:fld id="{8A7A0DFE-E0CA-4AD4-9357-93A946A221D2}" type="slidenum">
              <a:rPr lang="en-US" smtClean="0"/>
              <a:t>6</a:t>
            </a:fld>
            <a:endParaRPr lang="en-US"/>
          </a:p>
        </p:txBody>
      </p:sp>
    </p:spTree>
    <p:extLst>
      <p:ext uri="{BB962C8B-B14F-4D97-AF65-F5344CB8AC3E}">
        <p14:creationId xmlns:p14="http://schemas.microsoft.com/office/powerpoint/2010/main" val="22579032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07645" indent="-194945" algn="l" rtl="0">
              <a:spcBef>
                <a:spcPts val="1400"/>
              </a:spcBef>
              <a:buClr>
                <a:srgbClr val="0F7E90"/>
              </a:buClr>
              <a:buFont typeface="Minion Pro"/>
              <a:buChar char="•"/>
              <a:tabLst>
                <a:tab pos="207645" algn="l"/>
                <a:tab pos="2836545" algn="l"/>
              </a:tabLst>
            </a:pPr>
            <a:r>
              <a:rPr lang="en-GB" sz="1200" b="0" i="0">
                <a:solidFill>
                  <a:srgbClr val="0B0C0C"/>
                </a:solidFill>
                <a:effectLst/>
                <a:latin typeface="Arial" panose="020B0604020202020204" pitchFamily="34" charset="0"/>
                <a:cs typeface="Arial" panose="020B0604020202020204" pitchFamily="34" charset="0"/>
              </a:rPr>
              <a:t>Ticks in England can carry infections, including </a:t>
            </a:r>
            <a:r>
              <a:rPr lang="en-GB" sz="1200" b="0" i="0" u="sng">
                <a:solidFill>
                  <a:srgbClr val="1D70B8"/>
                </a:solidFill>
                <a:effectLst/>
                <a:latin typeface="Arial" panose="020B0604020202020204" pitchFamily="34" charset="0"/>
                <a:cs typeface="Arial" panose="020B0604020202020204" pitchFamily="34" charset="0"/>
                <a:hlinkClick r:id="rId3"/>
              </a:rPr>
              <a:t>Lyme disease</a:t>
            </a:r>
            <a:r>
              <a:rPr lang="en-GB" sz="1200" b="0" i="0">
                <a:solidFill>
                  <a:srgbClr val="0B0C0C"/>
                </a:solidFill>
                <a:effectLst/>
                <a:latin typeface="Arial" panose="020B0604020202020204" pitchFamily="34" charset="0"/>
                <a:cs typeface="Arial" panose="020B0604020202020204" pitchFamily="34" charset="0"/>
              </a:rPr>
              <a:t> and — very rarely — </a:t>
            </a:r>
            <a:r>
              <a:rPr lang="en-GB" sz="1200" b="0" i="0" u="sng">
                <a:solidFill>
                  <a:srgbClr val="1D70B8"/>
                </a:solidFill>
                <a:effectLst/>
                <a:latin typeface="Arial" panose="020B0604020202020204" pitchFamily="34" charset="0"/>
                <a:cs typeface="Arial" panose="020B0604020202020204" pitchFamily="34" charset="0"/>
                <a:hlinkClick r:id="rId4"/>
              </a:rPr>
              <a:t>tick-borne encephalitis</a:t>
            </a:r>
            <a:r>
              <a:rPr lang="en-GB" sz="1200" b="0" i="0">
                <a:solidFill>
                  <a:srgbClr val="0B0C0C"/>
                </a:solidFill>
                <a:effectLst/>
                <a:latin typeface="Arial" panose="020B0604020202020204" pitchFamily="34" charset="0"/>
                <a:cs typeface="Arial" panose="020B0604020202020204" pitchFamily="34" charset="0"/>
              </a:rPr>
              <a:t> (TBE).</a:t>
            </a:r>
          </a:p>
          <a:p>
            <a:pPr marL="207645" indent="-194945" algn="l" rtl="0">
              <a:spcBef>
                <a:spcPts val="1400"/>
              </a:spcBef>
              <a:buClr>
                <a:srgbClr val="0F7E90"/>
              </a:buClr>
              <a:buFont typeface="Minion Pro"/>
              <a:buChar char="•"/>
              <a:tabLst>
                <a:tab pos="207645" algn="l"/>
                <a:tab pos="2836545" algn="l"/>
              </a:tabLst>
            </a:pPr>
            <a:r>
              <a:rPr lang="en-GB" sz="1200">
                <a:solidFill>
                  <a:srgbClr val="0B0C0C"/>
                </a:solidFill>
                <a:latin typeface="Arial" panose="020B0604020202020204" pitchFamily="34" charset="0"/>
                <a:cs typeface="Arial" panose="020B0604020202020204" pitchFamily="34" charset="0"/>
              </a:rPr>
              <a:t>N</a:t>
            </a:r>
            <a:r>
              <a:rPr lang="en-GB" sz="1200" b="0" i="0">
                <a:solidFill>
                  <a:srgbClr val="0B0C0C"/>
                </a:solidFill>
                <a:effectLst/>
                <a:latin typeface="Arial" panose="020B0604020202020204" pitchFamily="34" charset="0"/>
                <a:cs typeface="Arial" panose="020B0604020202020204" pitchFamily="34" charset="0"/>
              </a:rPr>
              <a:t>ot all ticks carry bacteria and not all bites from an infected tick will result in human infection. </a:t>
            </a:r>
          </a:p>
          <a:p>
            <a:pPr marL="207645" indent="-194945" algn="l" rtl="0">
              <a:spcBef>
                <a:spcPts val="1400"/>
              </a:spcBef>
              <a:buClr>
                <a:srgbClr val="0F7E90"/>
              </a:buClr>
              <a:buFont typeface="Minion Pro"/>
              <a:buChar char="•"/>
              <a:tabLst>
                <a:tab pos="207645" algn="l"/>
                <a:tab pos="2836545" algn="l"/>
              </a:tabLst>
            </a:pPr>
            <a:r>
              <a:rPr lang="en-GB" sz="1200">
                <a:solidFill>
                  <a:srgbClr val="0B0C0C"/>
                </a:solidFill>
                <a:latin typeface="Arial" panose="020B0604020202020204" pitchFamily="34" charset="0"/>
                <a:cs typeface="Arial" panose="020B0604020202020204" pitchFamily="34" charset="0"/>
              </a:rPr>
              <a:t>D</a:t>
            </a:r>
            <a:r>
              <a:rPr lang="en-GB" sz="1200" b="0" i="0">
                <a:solidFill>
                  <a:srgbClr val="0B0C0C"/>
                </a:solidFill>
                <a:effectLst/>
                <a:latin typeface="Arial" panose="020B0604020202020204" pitchFamily="34" charset="0"/>
                <a:cs typeface="Arial" panose="020B0604020202020204" pitchFamily="34" charset="0"/>
              </a:rPr>
              <a:t>isease can be acquired when someone is bitten by an infected tick, usually outdoors in green spaces where ticks might be present.</a:t>
            </a:r>
          </a:p>
          <a:p>
            <a:pPr marL="207645" indent="-194945" algn="l" rtl="0">
              <a:spcBef>
                <a:spcPts val="1400"/>
              </a:spcBef>
              <a:buClr>
                <a:srgbClr val="0F7E90"/>
              </a:buClr>
              <a:buFont typeface="Minion Pro"/>
              <a:buChar char="•"/>
              <a:tabLst>
                <a:tab pos="207645" algn="l"/>
                <a:tab pos="2836545" algn="l"/>
              </a:tabLst>
            </a:pPr>
            <a:r>
              <a:rPr lang="en-GB" sz="1200" b="0" i="0">
                <a:solidFill>
                  <a:srgbClr val="0B0C0C"/>
                </a:solidFill>
                <a:effectLst/>
                <a:latin typeface="Arial" panose="020B0604020202020204" pitchFamily="34" charset="0"/>
                <a:cs typeface="Arial" panose="020B0604020202020204" pitchFamily="34" charset="0"/>
              </a:rPr>
              <a:t>There are around 1,500 laboratory-confirmed cases of Lyme disease in England and Wales each year, although an estimated 1,000 to 2,000 more people are diagnosed each year based on clinical assessment rather than laboratory tests</a:t>
            </a:r>
            <a:endParaRPr lang="en-US"/>
          </a:p>
        </p:txBody>
      </p:sp>
      <p:sp>
        <p:nvSpPr>
          <p:cNvPr id="4" name="Slide Number Placeholder 3"/>
          <p:cNvSpPr>
            <a:spLocks noGrp="1"/>
          </p:cNvSpPr>
          <p:nvPr>
            <p:ph type="sldNum" sz="quarter" idx="5"/>
          </p:nvPr>
        </p:nvSpPr>
        <p:spPr/>
        <p:txBody>
          <a:bodyPr/>
          <a:lstStyle/>
          <a:p>
            <a:fld id="{8A7A0DFE-E0CA-4AD4-9357-93A946A221D2}" type="slidenum">
              <a:rPr lang="en-US" smtClean="0"/>
              <a:t>7</a:t>
            </a:fld>
            <a:endParaRPr lang="en-US"/>
          </a:p>
        </p:txBody>
      </p:sp>
    </p:spTree>
    <p:extLst>
      <p:ext uri="{BB962C8B-B14F-4D97-AF65-F5344CB8AC3E}">
        <p14:creationId xmlns:p14="http://schemas.microsoft.com/office/powerpoint/2010/main" val="38386419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A7A0DFE-E0CA-4AD4-9357-93A946A221D2}" type="slidenum">
              <a:rPr lang="en-US" smtClean="0"/>
              <a:t>8</a:t>
            </a:fld>
            <a:endParaRPr lang="en-US"/>
          </a:p>
        </p:txBody>
      </p:sp>
    </p:spTree>
    <p:extLst>
      <p:ext uri="{BB962C8B-B14F-4D97-AF65-F5344CB8AC3E}">
        <p14:creationId xmlns:p14="http://schemas.microsoft.com/office/powerpoint/2010/main" val="13024829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A7A0DFE-E0CA-4AD4-9357-93A946A221D2}" type="slidenum">
              <a:rPr lang="en-US" smtClean="0"/>
              <a:t>9</a:t>
            </a:fld>
            <a:endParaRPr lang="en-US"/>
          </a:p>
        </p:txBody>
      </p:sp>
    </p:spTree>
    <p:extLst>
      <p:ext uri="{BB962C8B-B14F-4D97-AF65-F5344CB8AC3E}">
        <p14:creationId xmlns:p14="http://schemas.microsoft.com/office/powerpoint/2010/main" val="17180862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A7A0DFE-E0CA-4AD4-9357-93A946A221D2}" type="slidenum">
              <a:rPr lang="en-US" smtClean="0"/>
              <a:t>10</a:t>
            </a:fld>
            <a:endParaRPr lang="en-US"/>
          </a:p>
        </p:txBody>
      </p:sp>
    </p:spTree>
    <p:extLst>
      <p:ext uri="{BB962C8B-B14F-4D97-AF65-F5344CB8AC3E}">
        <p14:creationId xmlns:p14="http://schemas.microsoft.com/office/powerpoint/2010/main" val="19340547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A7A0DFE-E0CA-4AD4-9357-93A946A221D2}" type="slidenum">
              <a:rPr lang="en-US" smtClean="0"/>
              <a:t>11</a:t>
            </a:fld>
            <a:endParaRPr lang="en-US"/>
          </a:p>
        </p:txBody>
      </p:sp>
    </p:spTree>
    <p:extLst>
      <p:ext uri="{BB962C8B-B14F-4D97-AF65-F5344CB8AC3E}">
        <p14:creationId xmlns:p14="http://schemas.microsoft.com/office/powerpoint/2010/main" val="33560058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A7A0DFE-E0CA-4AD4-9357-93A946A221D2}" type="slidenum">
              <a:rPr lang="en-US" smtClean="0"/>
              <a:t>12</a:t>
            </a:fld>
            <a:endParaRPr lang="en-US"/>
          </a:p>
        </p:txBody>
      </p:sp>
    </p:spTree>
    <p:extLst>
      <p:ext uri="{BB962C8B-B14F-4D97-AF65-F5344CB8AC3E}">
        <p14:creationId xmlns:p14="http://schemas.microsoft.com/office/powerpoint/2010/main" val="37566588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A7A0DFE-E0CA-4AD4-9357-93A946A221D2}" type="slidenum">
              <a:rPr lang="en-US" smtClean="0"/>
              <a:t>13</a:t>
            </a:fld>
            <a:endParaRPr lang="en-US"/>
          </a:p>
        </p:txBody>
      </p:sp>
    </p:spTree>
    <p:extLst>
      <p:ext uri="{BB962C8B-B14F-4D97-AF65-F5344CB8AC3E}">
        <p14:creationId xmlns:p14="http://schemas.microsoft.com/office/powerpoint/2010/main" val="23083331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A7A0DFE-E0CA-4AD4-9357-93A946A221D2}" type="slidenum">
              <a:rPr lang="en-US" smtClean="0"/>
              <a:t>14</a:t>
            </a:fld>
            <a:endParaRPr lang="en-US"/>
          </a:p>
        </p:txBody>
      </p:sp>
    </p:spTree>
    <p:extLst>
      <p:ext uri="{BB962C8B-B14F-4D97-AF65-F5344CB8AC3E}">
        <p14:creationId xmlns:p14="http://schemas.microsoft.com/office/powerpoint/2010/main" val="5201902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07645" indent="-194945" algn="l" rtl="0" fontAlgn="base">
              <a:spcBef>
                <a:spcPts val="1400"/>
              </a:spcBef>
              <a:buClr>
                <a:srgbClr val="0F7E90"/>
              </a:buClr>
              <a:buFont typeface="Minion Pro"/>
              <a:buChar char="•"/>
              <a:tabLst>
                <a:tab pos="207645" algn="l"/>
                <a:tab pos="2836545" algn="l"/>
              </a:tabLst>
            </a:pPr>
            <a:r>
              <a:rPr lang="en-GB" sz="1200">
                <a:solidFill>
                  <a:schemeClr val="accent5">
                    <a:lumMod val="75000"/>
                  </a:schemeClr>
                </a:solidFill>
                <a:latin typeface="Arial"/>
                <a:cs typeface="Arial"/>
              </a:rPr>
              <a:t>London could become suitable for endemic dengue transmission as early as the 2060s under a high-warming scenario. </a:t>
            </a:r>
          </a:p>
          <a:p>
            <a:pPr marL="207645" indent="-194945" algn="l" rtl="0" fontAlgn="base">
              <a:spcBef>
                <a:spcPts val="1400"/>
              </a:spcBef>
              <a:buClr>
                <a:srgbClr val="0F7E90"/>
              </a:buClr>
              <a:buFont typeface="Minion Pro"/>
              <a:buChar char="•"/>
              <a:tabLst>
                <a:tab pos="207645" algn="l"/>
                <a:tab pos="2836545" algn="l"/>
              </a:tabLst>
            </a:pPr>
            <a:r>
              <a:rPr lang="en-GB" sz="1200">
                <a:solidFill>
                  <a:schemeClr val="accent5">
                    <a:lumMod val="75000"/>
                  </a:schemeClr>
                </a:solidFill>
                <a:latin typeface="Arial"/>
                <a:cs typeface="Arial"/>
              </a:rPr>
              <a:t>High-warming scenarios indicate the potential suitability for chikungunya transmission in the UK beginning in the latter half of the century, with spread linked to rate of warming. </a:t>
            </a:r>
          </a:p>
          <a:p>
            <a:pPr marL="207645" indent="-194945" algn="l" rtl="0" fontAlgn="base">
              <a:spcBef>
                <a:spcPts val="1400"/>
              </a:spcBef>
              <a:buClr>
                <a:srgbClr val="0F7E90"/>
              </a:buClr>
              <a:buFont typeface="Minion Pro"/>
              <a:buChar char="•"/>
              <a:tabLst>
                <a:tab pos="207645" algn="l"/>
                <a:tab pos="2836545" algn="l"/>
              </a:tabLst>
            </a:pPr>
            <a:r>
              <a:rPr lang="en-GB" sz="1200">
                <a:solidFill>
                  <a:schemeClr val="accent5">
                    <a:lumMod val="75000"/>
                  </a:schemeClr>
                </a:solidFill>
                <a:latin typeface="Arial"/>
                <a:cs typeface="Arial"/>
              </a:rPr>
              <a:t>This evidence indicates that the establishment of </a:t>
            </a:r>
            <a:r>
              <a:rPr lang="en-GB" sz="1200" i="1">
                <a:solidFill>
                  <a:schemeClr val="accent5">
                    <a:lumMod val="75000"/>
                  </a:schemeClr>
                </a:solidFill>
                <a:latin typeface="Arial"/>
                <a:cs typeface="Arial"/>
              </a:rPr>
              <a:t>Ae. albopictus</a:t>
            </a:r>
            <a:r>
              <a:rPr lang="en-GB" sz="1200">
                <a:solidFill>
                  <a:schemeClr val="accent5">
                    <a:lumMod val="75000"/>
                  </a:schemeClr>
                </a:solidFill>
                <a:latin typeface="Arial"/>
                <a:cs typeface="Arial"/>
              </a:rPr>
              <a:t> in the UK is one of the most significant vector-borne disease risks for public health posed by climate change.</a:t>
            </a:r>
          </a:p>
          <a:p>
            <a:pPr marL="207645" indent="-194945" algn="l" rtl="0" fontAlgn="base">
              <a:spcBef>
                <a:spcPts val="1400"/>
              </a:spcBef>
              <a:buClr>
                <a:srgbClr val="0F7E90"/>
              </a:buClr>
              <a:buFont typeface="Minion Pro"/>
              <a:buChar char="•"/>
              <a:tabLst>
                <a:tab pos="207645" algn="l"/>
                <a:tab pos="2836545" algn="l"/>
              </a:tabLst>
            </a:pPr>
            <a:r>
              <a:rPr lang="en-GB" sz="1200">
                <a:solidFill>
                  <a:schemeClr val="accent5">
                    <a:lumMod val="75000"/>
                  </a:schemeClr>
                </a:solidFill>
                <a:latin typeface="Arial"/>
                <a:cs typeface="Arial"/>
              </a:rPr>
              <a:t>We monitor the situation in the UK and European countries for increasing reports of autochthonous cases or changes in pathogenicity for human infections. This remains an evolving situation. </a:t>
            </a:r>
          </a:p>
          <a:p>
            <a:pPr marL="207645" indent="-194945" algn="l" rtl="0" fontAlgn="base">
              <a:spcBef>
                <a:spcPts val="1400"/>
              </a:spcBef>
              <a:buClr>
                <a:srgbClr val="0F7E90"/>
              </a:buClr>
              <a:buFont typeface="Minion Pro"/>
              <a:buChar char="•"/>
              <a:tabLst>
                <a:tab pos="207645" algn="l"/>
                <a:tab pos="2836545" algn="l"/>
              </a:tabLst>
            </a:pPr>
            <a:r>
              <a:rPr lang="en-GB" sz="1200">
                <a:solidFill>
                  <a:schemeClr val="accent5">
                    <a:lumMod val="75000"/>
                  </a:schemeClr>
                </a:solidFill>
                <a:latin typeface="Arial"/>
                <a:cs typeface="Arial"/>
              </a:rPr>
              <a:t>8 separate detections of </a:t>
            </a:r>
            <a:r>
              <a:rPr lang="en-GB" sz="1200" i="1">
                <a:solidFill>
                  <a:schemeClr val="accent5">
                    <a:lumMod val="75000"/>
                  </a:schemeClr>
                </a:solidFill>
                <a:latin typeface="Arial"/>
                <a:cs typeface="Arial"/>
              </a:rPr>
              <a:t>Aedes albopictus </a:t>
            </a:r>
            <a:r>
              <a:rPr lang="en-GB" sz="1200">
                <a:solidFill>
                  <a:schemeClr val="accent5">
                    <a:lumMod val="75000"/>
                  </a:schemeClr>
                </a:solidFill>
                <a:latin typeface="Arial"/>
                <a:cs typeface="Arial"/>
              </a:rPr>
              <a:t>or </a:t>
            </a:r>
            <a:r>
              <a:rPr lang="en-GB" sz="1200" i="1">
                <a:solidFill>
                  <a:schemeClr val="accent5">
                    <a:lumMod val="75000"/>
                  </a:schemeClr>
                </a:solidFill>
                <a:latin typeface="Arial"/>
                <a:cs typeface="Arial"/>
              </a:rPr>
              <a:t>Aedes aegypti </a:t>
            </a:r>
            <a:r>
              <a:rPr lang="en-GB" sz="1200">
                <a:solidFill>
                  <a:schemeClr val="accent5">
                    <a:lumMod val="75000"/>
                  </a:schemeClr>
                </a:solidFill>
                <a:latin typeface="Arial"/>
                <a:cs typeface="Arial"/>
              </a:rPr>
              <a:t>mosquitoes since 2016, including recent detections </a:t>
            </a:r>
            <a:endParaRPr lang="en-US" sz="1200">
              <a:solidFill>
                <a:schemeClr val="accent5">
                  <a:lumMod val="75000"/>
                </a:schemeClr>
              </a:solidFill>
              <a:latin typeface="Arial" panose="020B0604020202020204" pitchFamily="34" charset="0"/>
              <a:cs typeface="Arial" panose="020B0604020202020204" pitchFamily="34" charset="0"/>
            </a:endParaRPr>
          </a:p>
          <a:p>
            <a:endParaRPr lang="en-US"/>
          </a:p>
        </p:txBody>
      </p:sp>
      <p:sp>
        <p:nvSpPr>
          <p:cNvPr id="4" name="Slide Number Placeholder 3"/>
          <p:cNvSpPr>
            <a:spLocks noGrp="1"/>
          </p:cNvSpPr>
          <p:nvPr>
            <p:ph type="sldNum" sz="quarter" idx="5"/>
          </p:nvPr>
        </p:nvSpPr>
        <p:spPr/>
        <p:txBody>
          <a:bodyPr/>
          <a:lstStyle/>
          <a:p>
            <a:fld id="{8A7A0DFE-E0CA-4AD4-9357-93A946A221D2}" type="slidenum">
              <a:rPr lang="en-US" smtClean="0"/>
              <a:t>15</a:t>
            </a:fld>
            <a:endParaRPr lang="en-US"/>
          </a:p>
        </p:txBody>
      </p:sp>
    </p:spTree>
    <p:extLst>
      <p:ext uri="{BB962C8B-B14F-4D97-AF65-F5344CB8AC3E}">
        <p14:creationId xmlns:p14="http://schemas.microsoft.com/office/powerpoint/2010/main" val="26040161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07645" indent="-194945" rtl="0">
              <a:buFont typeface="Minion Pro,Sans-Serif"/>
              <a:buChar char="•"/>
            </a:pPr>
            <a:r>
              <a:rPr lang="en-GB" sz="1200">
                <a:latin typeface="Arial"/>
                <a:cs typeface="Arial"/>
              </a:rPr>
              <a:t>Work with local authorities and port health to monitor for invasive mosquitoes </a:t>
            </a:r>
            <a:r>
              <a:rPr lang="en-US" sz="1200">
                <a:latin typeface="Arial"/>
                <a:cs typeface="Arial"/>
              </a:rPr>
              <a:t>​</a:t>
            </a:r>
          </a:p>
          <a:p>
            <a:pPr marL="207645" indent="-194945" rtl="0">
              <a:buFont typeface="Minion Pro,Sans-Serif"/>
              <a:buChar char="•"/>
            </a:pPr>
            <a:r>
              <a:rPr lang="en-US" sz="1200">
                <a:latin typeface="Arial"/>
                <a:cs typeface="Arial"/>
              </a:rPr>
              <a:t>Focus at sea and airports, vehicular transport hubs and other points of entry</a:t>
            </a:r>
          </a:p>
          <a:p>
            <a:pPr marL="207645" indent="-194945">
              <a:buFont typeface="Minion Pro,Sans-Serif"/>
              <a:buChar char="•"/>
            </a:pPr>
            <a:r>
              <a:rPr lang="en-GB" sz="1200">
                <a:latin typeface="Arial"/>
                <a:cs typeface="Arial"/>
              </a:rPr>
              <a:t>In local authorities where climate could currently support detections</a:t>
            </a:r>
            <a:endParaRPr lang="en-US"/>
          </a:p>
          <a:p>
            <a:pPr marL="207645" indent="-194945" rtl="0">
              <a:buFont typeface="Minion Pro,Sans-Serif"/>
              <a:buChar char="•"/>
            </a:pPr>
            <a:r>
              <a:rPr lang="en-GB" sz="1200">
                <a:latin typeface="Arial"/>
                <a:cs typeface="Arial"/>
              </a:rPr>
              <a:t>Local incident management with UKHSA Health Protection Teams and Local Authorities to manage incursions</a:t>
            </a:r>
          </a:p>
          <a:p>
            <a:pPr marL="207645" indent="-194945">
              <a:buFont typeface="Minion Pro,Sans-Serif"/>
              <a:buChar char="•"/>
            </a:pPr>
            <a:r>
              <a:rPr lang="en-GB" sz="1200">
                <a:latin typeface="Arial"/>
                <a:cs typeface="Arial"/>
              </a:rPr>
              <a:t>Provide technical advice and information to the public </a:t>
            </a:r>
          </a:p>
          <a:p>
            <a:pPr marL="207645" indent="-194945">
              <a:buFont typeface="Minion Pro,Sans-Serif"/>
              <a:buChar char="•"/>
            </a:pPr>
            <a:r>
              <a:rPr lang="en-GB" sz="1200">
                <a:latin typeface="Arial"/>
                <a:cs typeface="Arial"/>
              </a:rPr>
              <a:t>Also support UK Overseas Territories to support dengue prevention work in Gibraltar and Caribbean territories</a:t>
            </a:r>
          </a:p>
          <a:p>
            <a:endParaRPr lang="en-US"/>
          </a:p>
        </p:txBody>
      </p:sp>
      <p:sp>
        <p:nvSpPr>
          <p:cNvPr id="4" name="Slide Number Placeholder 3"/>
          <p:cNvSpPr>
            <a:spLocks noGrp="1"/>
          </p:cNvSpPr>
          <p:nvPr>
            <p:ph type="sldNum" sz="quarter" idx="5"/>
          </p:nvPr>
        </p:nvSpPr>
        <p:spPr/>
        <p:txBody>
          <a:bodyPr/>
          <a:lstStyle/>
          <a:p>
            <a:fld id="{8A7A0DFE-E0CA-4AD4-9357-93A946A221D2}" type="slidenum">
              <a:rPr lang="en-US" smtClean="0"/>
              <a:t>16</a:t>
            </a:fld>
            <a:endParaRPr lang="en-US"/>
          </a:p>
        </p:txBody>
      </p:sp>
    </p:spTree>
    <p:extLst>
      <p:ext uri="{BB962C8B-B14F-4D97-AF65-F5344CB8AC3E}">
        <p14:creationId xmlns:p14="http://schemas.microsoft.com/office/powerpoint/2010/main" val="16539840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07645" indent="-194945" rtl="0">
              <a:buFont typeface="Minion Pro,Sans-Serif"/>
              <a:buChar char="•"/>
            </a:pPr>
            <a:r>
              <a:rPr lang="en-GB" sz="1200">
                <a:latin typeface="Arial"/>
                <a:cs typeface="Arial"/>
              </a:rPr>
              <a:t>Work with local authorities and port health to monitor for invasive mosquitoes </a:t>
            </a:r>
            <a:r>
              <a:rPr lang="en-US" sz="1200">
                <a:latin typeface="Arial"/>
                <a:cs typeface="Arial"/>
              </a:rPr>
              <a:t>​</a:t>
            </a:r>
          </a:p>
          <a:p>
            <a:pPr marL="207645" indent="-194945" rtl="0">
              <a:buFont typeface="Minion Pro,Sans-Serif"/>
              <a:buChar char="•"/>
            </a:pPr>
            <a:r>
              <a:rPr lang="en-US" sz="1200">
                <a:latin typeface="Arial"/>
                <a:cs typeface="Arial"/>
              </a:rPr>
              <a:t>Focus at sea and airports, vehicular transport hubs and other points of entry</a:t>
            </a:r>
          </a:p>
          <a:p>
            <a:pPr marL="207645" indent="-194945">
              <a:buFont typeface="Minion Pro,Sans-Serif"/>
              <a:buChar char="•"/>
            </a:pPr>
            <a:r>
              <a:rPr lang="en-GB" sz="1200">
                <a:latin typeface="Arial"/>
                <a:cs typeface="Arial"/>
              </a:rPr>
              <a:t>In local authorities where climate could currently support detections</a:t>
            </a:r>
            <a:endParaRPr lang="en-US"/>
          </a:p>
          <a:p>
            <a:pPr marL="207645" indent="-194945" rtl="0">
              <a:buFont typeface="Minion Pro,Sans-Serif"/>
              <a:buChar char="•"/>
            </a:pPr>
            <a:r>
              <a:rPr lang="en-GB" sz="1200">
                <a:latin typeface="Arial"/>
                <a:cs typeface="Arial"/>
              </a:rPr>
              <a:t>Local incident management with UKHSA Health Protection Teams and Local Authorities to manage incursions</a:t>
            </a:r>
          </a:p>
          <a:p>
            <a:pPr marL="207645" indent="-194945">
              <a:buFont typeface="Minion Pro,Sans-Serif"/>
              <a:buChar char="•"/>
            </a:pPr>
            <a:r>
              <a:rPr lang="en-GB" sz="1200">
                <a:latin typeface="Arial"/>
                <a:cs typeface="Arial"/>
              </a:rPr>
              <a:t>Provide technical advice and information to the public </a:t>
            </a:r>
          </a:p>
          <a:p>
            <a:pPr marL="207645" indent="-194945">
              <a:buFont typeface="Minion Pro,Sans-Serif"/>
              <a:buChar char="•"/>
            </a:pPr>
            <a:r>
              <a:rPr lang="en-GB" sz="1200">
                <a:latin typeface="Arial"/>
                <a:cs typeface="Arial"/>
              </a:rPr>
              <a:t>Also support UK Overseas Territories to support dengue prevention work in Gibraltar and Caribbean territories</a:t>
            </a:r>
          </a:p>
          <a:p>
            <a:endParaRPr lang="en-US"/>
          </a:p>
        </p:txBody>
      </p:sp>
      <p:sp>
        <p:nvSpPr>
          <p:cNvPr id="4" name="Slide Number Placeholder 3"/>
          <p:cNvSpPr>
            <a:spLocks noGrp="1"/>
          </p:cNvSpPr>
          <p:nvPr>
            <p:ph type="sldNum" sz="quarter" idx="5"/>
          </p:nvPr>
        </p:nvSpPr>
        <p:spPr/>
        <p:txBody>
          <a:bodyPr/>
          <a:lstStyle/>
          <a:p>
            <a:fld id="{8A7A0DFE-E0CA-4AD4-9357-93A946A221D2}" type="slidenum">
              <a:rPr lang="en-US" smtClean="0"/>
              <a:t>17</a:t>
            </a:fld>
            <a:endParaRPr lang="en-US"/>
          </a:p>
        </p:txBody>
      </p:sp>
    </p:spTree>
    <p:extLst>
      <p:ext uri="{BB962C8B-B14F-4D97-AF65-F5344CB8AC3E}">
        <p14:creationId xmlns:p14="http://schemas.microsoft.com/office/powerpoint/2010/main" val="20715053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A7A0DFE-E0CA-4AD4-9357-93A946A221D2}" type="slidenum">
              <a:rPr lang="en-US" smtClean="0"/>
              <a:t>18</a:t>
            </a:fld>
            <a:endParaRPr lang="en-US"/>
          </a:p>
        </p:txBody>
      </p:sp>
    </p:spTree>
    <p:extLst>
      <p:ext uri="{BB962C8B-B14F-4D97-AF65-F5344CB8AC3E}">
        <p14:creationId xmlns:p14="http://schemas.microsoft.com/office/powerpoint/2010/main" val="3876663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07645" indent="-194945" algn="l" rtl="0" fontAlgn="base">
              <a:spcBef>
                <a:spcPts val="1400"/>
              </a:spcBef>
              <a:buClr>
                <a:srgbClr val="0F7E90"/>
              </a:buClr>
              <a:buFont typeface="Minion Pro"/>
              <a:buChar char="•"/>
              <a:tabLst>
                <a:tab pos="207645" algn="l"/>
                <a:tab pos="2836545" algn="l"/>
              </a:tabLst>
            </a:pPr>
            <a:r>
              <a:rPr lang="en-GB" sz="1200">
                <a:solidFill>
                  <a:schemeClr val="tx1"/>
                </a:solidFill>
                <a:latin typeface="Arial"/>
                <a:cs typeface="Arial"/>
              </a:rPr>
              <a:t>Emergence of </a:t>
            </a:r>
            <a:r>
              <a:rPr lang="en-GB" sz="1200" b="1">
                <a:solidFill>
                  <a:schemeClr val="tx1"/>
                </a:solidFill>
                <a:latin typeface="Arial"/>
                <a:cs typeface="Arial"/>
              </a:rPr>
              <a:t>Usutu virus </a:t>
            </a:r>
            <a:r>
              <a:rPr lang="en-GB" sz="1200">
                <a:solidFill>
                  <a:schemeClr val="tx1"/>
                </a:solidFill>
                <a:latin typeface="Arial"/>
                <a:cs typeface="Arial"/>
              </a:rPr>
              <a:t>in dead birds and mosquitoes – joint one health response with APHA/ZSL</a:t>
            </a:r>
            <a:r>
              <a:rPr lang="en-US" sz="1200">
                <a:solidFill>
                  <a:schemeClr val="tx1"/>
                </a:solidFill>
                <a:latin typeface="Arial"/>
                <a:cs typeface="Arial"/>
              </a:rPr>
              <a:t>​</a:t>
            </a:r>
          </a:p>
          <a:p>
            <a:pPr marL="207645" indent="-194945" algn="l">
              <a:spcBef>
                <a:spcPts val="1400"/>
              </a:spcBef>
              <a:buClr>
                <a:srgbClr val="0F7E90"/>
              </a:buClr>
              <a:buFont typeface="Minion Pro"/>
              <a:buChar char="•"/>
              <a:tabLst>
                <a:tab pos="207645" algn="l"/>
                <a:tab pos="2836545" algn="l"/>
              </a:tabLst>
            </a:pPr>
            <a:r>
              <a:rPr lang="en-US" sz="1200">
                <a:solidFill>
                  <a:schemeClr val="tx1"/>
                </a:solidFill>
                <a:latin typeface="Arial"/>
                <a:cs typeface="Arial"/>
              </a:rPr>
              <a:t>UKHSA conduct extensive mosquito surveillance to understand key vectors, seasonality, habitat risks</a:t>
            </a:r>
            <a:endParaRPr lang="en-US" sz="1200">
              <a:solidFill>
                <a:schemeClr val="tx1"/>
              </a:solidFill>
              <a:latin typeface="Arial" panose="020B0604020202020204" pitchFamily="34" charset="0"/>
              <a:cs typeface="Arial" panose="020B0604020202020204" pitchFamily="34" charset="0"/>
            </a:endParaRPr>
          </a:p>
          <a:p>
            <a:pPr marL="207645" indent="-194945" algn="l">
              <a:spcBef>
                <a:spcPts val="1400"/>
              </a:spcBef>
              <a:buClr>
                <a:srgbClr val="0F7E90"/>
              </a:buClr>
              <a:buFont typeface="Minion Pro"/>
              <a:buChar char="•"/>
              <a:tabLst>
                <a:tab pos="207645" algn="l"/>
                <a:tab pos="2836545" algn="l"/>
              </a:tabLst>
            </a:pPr>
            <a:r>
              <a:rPr lang="en-US" sz="1200">
                <a:solidFill>
                  <a:schemeClr val="tx1"/>
                </a:solidFill>
                <a:latin typeface="Arial"/>
                <a:cs typeface="Arial"/>
              </a:rPr>
              <a:t>APHA conduct virus testing of mosquitoes to implicate key vectors</a:t>
            </a:r>
          </a:p>
          <a:p>
            <a:pPr marL="207645" indent="-194945" algn="l">
              <a:spcBef>
                <a:spcPts val="1400"/>
              </a:spcBef>
              <a:buClr>
                <a:srgbClr val="0F7E90"/>
              </a:buClr>
              <a:buFont typeface="Minion Pro"/>
              <a:buChar char="•"/>
              <a:tabLst>
                <a:tab pos="207645" algn="l"/>
                <a:tab pos="2836545" algn="l"/>
              </a:tabLst>
            </a:pPr>
            <a:r>
              <a:rPr lang="en-US" sz="1200">
                <a:solidFill>
                  <a:schemeClr val="tx1"/>
                </a:solidFill>
                <a:latin typeface="Arial"/>
                <a:cs typeface="Arial"/>
              </a:rPr>
              <a:t>Zoological Soc London conduct garden bird health studies and pathological testing of birds</a:t>
            </a:r>
          </a:p>
          <a:p>
            <a:pPr marL="207645" indent="-194945" algn="l">
              <a:spcBef>
                <a:spcPts val="1400"/>
              </a:spcBef>
              <a:buClr>
                <a:srgbClr val="0F7E90"/>
              </a:buClr>
              <a:buFont typeface="Minion Pro"/>
              <a:buChar char="•"/>
              <a:tabLst>
                <a:tab pos="207645" algn="l"/>
                <a:tab pos="2836545" algn="l"/>
              </a:tabLst>
            </a:pPr>
            <a:r>
              <a:rPr lang="en-US" sz="1200">
                <a:solidFill>
                  <a:schemeClr val="tx1"/>
                </a:solidFill>
                <a:latin typeface="Arial"/>
                <a:cs typeface="Arial"/>
              </a:rPr>
              <a:t>APHA testing dead birds for virus</a:t>
            </a:r>
          </a:p>
          <a:p>
            <a:pPr marL="207645" indent="-194945" algn="l">
              <a:spcBef>
                <a:spcPts val="1400"/>
              </a:spcBef>
              <a:buClr>
                <a:srgbClr val="0F7E90"/>
              </a:buClr>
              <a:buFont typeface="Minion Pro"/>
              <a:buChar char="•"/>
              <a:tabLst>
                <a:tab pos="207645" algn="l"/>
                <a:tab pos="2836545" algn="l"/>
              </a:tabLst>
            </a:pPr>
            <a:r>
              <a:rPr lang="en-US" sz="1200">
                <a:solidFill>
                  <a:schemeClr val="tx1"/>
                </a:solidFill>
                <a:latin typeface="Arial"/>
                <a:cs typeface="Arial"/>
              </a:rPr>
              <a:t>British Trust for Ornithology collate data on bird abundance and die-offs, facilitate bird ringing and sample testing</a:t>
            </a:r>
          </a:p>
          <a:p>
            <a:pPr marL="207645" indent="-194945" algn="l">
              <a:spcBef>
                <a:spcPts val="1400"/>
              </a:spcBef>
              <a:buClr>
                <a:srgbClr val="0F7E90"/>
              </a:buClr>
              <a:buFont typeface="Minion Pro"/>
              <a:buChar char="•"/>
              <a:tabLst>
                <a:tab pos="207645" algn="l"/>
                <a:tab pos="2836545" algn="l"/>
              </a:tabLst>
            </a:pPr>
            <a:r>
              <a:rPr lang="en-US" sz="1200">
                <a:solidFill>
                  <a:schemeClr val="tx1"/>
                </a:solidFill>
                <a:latin typeface="Arial"/>
                <a:cs typeface="Arial"/>
              </a:rPr>
              <a:t>UKHSA conduct human seroprevalence studies</a:t>
            </a:r>
          </a:p>
          <a:p>
            <a:endParaRPr lang="en-US"/>
          </a:p>
        </p:txBody>
      </p:sp>
      <p:sp>
        <p:nvSpPr>
          <p:cNvPr id="4" name="Slide Number Placeholder 3"/>
          <p:cNvSpPr>
            <a:spLocks noGrp="1"/>
          </p:cNvSpPr>
          <p:nvPr>
            <p:ph type="sldNum" sz="quarter" idx="5"/>
          </p:nvPr>
        </p:nvSpPr>
        <p:spPr/>
        <p:txBody>
          <a:bodyPr/>
          <a:lstStyle/>
          <a:p>
            <a:fld id="{8A7A0DFE-E0CA-4AD4-9357-93A946A221D2}" type="slidenum">
              <a:rPr lang="en-US" smtClean="0"/>
              <a:t>19</a:t>
            </a:fld>
            <a:endParaRPr lang="en-US"/>
          </a:p>
        </p:txBody>
      </p:sp>
    </p:spTree>
    <p:extLst>
      <p:ext uri="{BB962C8B-B14F-4D97-AF65-F5344CB8AC3E}">
        <p14:creationId xmlns:p14="http://schemas.microsoft.com/office/powerpoint/2010/main" val="32610460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A7A0DFE-E0CA-4AD4-9357-93A946A221D2}" type="slidenum">
              <a:rPr lang="en-US" smtClean="0"/>
              <a:t>20</a:t>
            </a:fld>
            <a:endParaRPr lang="en-US"/>
          </a:p>
        </p:txBody>
      </p:sp>
    </p:spTree>
    <p:extLst>
      <p:ext uri="{BB962C8B-B14F-4D97-AF65-F5344CB8AC3E}">
        <p14:creationId xmlns:p14="http://schemas.microsoft.com/office/powerpoint/2010/main" val="31208746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07645" indent="-194945" algn="l" rtl="0" fontAlgn="base">
              <a:spcBef>
                <a:spcPts val="1400"/>
              </a:spcBef>
              <a:buClr>
                <a:srgbClr val="0F7E90"/>
              </a:buClr>
              <a:buFont typeface="Minion Pro"/>
              <a:buChar char="•"/>
              <a:tabLst>
                <a:tab pos="207645" algn="l"/>
                <a:tab pos="2836545" algn="l"/>
              </a:tabLst>
            </a:pPr>
            <a:r>
              <a:rPr lang="en-GB" sz="1200">
                <a:solidFill>
                  <a:schemeClr val="tx1"/>
                </a:solidFill>
                <a:latin typeface="Arial"/>
                <a:cs typeface="Arial"/>
              </a:rPr>
              <a:t>Supporting One Health government response to emergence of Vector-borne disease e.g. </a:t>
            </a:r>
            <a:r>
              <a:rPr lang="en-GB" sz="1200" b="1">
                <a:solidFill>
                  <a:schemeClr val="tx1"/>
                </a:solidFill>
                <a:latin typeface="Arial"/>
                <a:cs typeface="Arial"/>
              </a:rPr>
              <a:t>Usutu virus </a:t>
            </a:r>
            <a:endParaRPr lang="en-US" sz="1200">
              <a:solidFill>
                <a:schemeClr val="tx1"/>
              </a:solidFill>
              <a:latin typeface="Arial"/>
              <a:cs typeface="Arial"/>
            </a:endParaRPr>
          </a:p>
          <a:p>
            <a:pPr marL="207645" indent="-194945" algn="l" rtl="0" fontAlgn="base">
              <a:spcBef>
                <a:spcPts val="1400"/>
              </a:spcBef>
              <a:buClr>
                <a:srgbClr val="0F7E90"/>
              </a:buClr>
              <a:buFont typeface="Minion Pro"/>
              <a:buChar char="•"/>
              <a:tabLst>
                <a:tab pos="207645" algn="l"/>
                <a:tab pos="2836545" algn="l"/>
              </a:tabLst>
            </a:pPr>
            <a:r>
              <a:rPr lang="en-GB" sz="1200">
                <a:solidFill>
                  <a:schemeClr val="tx1"/>
                </a:solidFill>
                <a:latin typeface="Arial"/>
                <a:cs typeface="Arial"/>
              </a:rPr>
              <a:t>Supporting local authorities on managing nuisance mosquito issues and invasive species</a:t>
            </a:r>
          </a:p>
          <a:p>
            <a:pPr marL="207645" indent="-194945" algn="l">
              <a:spcBef>
                <a:spcPts val="1400"/>
              </a:spcBef>
              <a:buClr>
                <a:srgbClr val="0F7E90"/>
              </a:buClr>
              <a:buFont typeface="Minion Pro"/>
              <a:buChar char="•"/>
              <a:tabLst>
                <a:tab pos="207645" algn="l"/>
                <a:tab pos="2836545" algn="l"/>
              </a:tabLst>
            </a:pPr>
            <a:r>
              <a:rPr lang="en-GB" sz="1200">
                <a:solidFill>
                  <a:schemeClr val="tx1"/>
                </a:solidFill>
                <a:latin typeface="Arial"/>
                <a:cs typeface="Arial"/>
              </a:rPr>
              <a:t>Supporting devolved administrations, crown dependencies and overseas territories on emergence of VBD </a:t>
            </a:r>
            <a:r>
              <a:rPr lang="en-GB" sz="1200" err="1">
                <a:solidFill>
                  <a:schemeClr val="tx1"/>
                </a:solidFill>
                <a:latin typeface="Arial"/>
                <a:cs typeface="Arial"/>
              </a:rPr>
              <a:t>e.g</a:t>
            </a:r>
            <a:r>
              <a:rPr lang="en-GB" sz="1200">
                <a:solidFill>
                  <a:schemeClr val="tx1"/>
                </a:solidFill>
                <a:latin typeface="Arial"/>
                <a:cs typeface="Arial"/>
              </a:rPr>
              <a:t> </a:t>
            </a:r>
            <a:r>
              <a:rPr lang="en-GB" sz="1200" b="1">
                <a:solidFill>
                  <a:schemeClr val="tx1"/>
                </a:solidFill>
                <a:latin typeface="Arial"/>
                <a:cs typeface="Arial"/>
              </a:rPr>
              <a:t>Tick-borne encephalitis virus, Lyme disease, dengue outbreaks</a:t>
            </a:r>
            <a:endParaRPr lang="en-US">
              <a:solidFill>
                <a:schemeClr val="tx1"/>
              </a:solidFill>
            </a:endParaRPr>
          </a:p>
          <a:p>
            <a:pPr marL="207645" indent="-194945" algn="l">
              <a:spcBef>
                <a:spcPts val="1400"/>
              </a:spcBef>
              <a:buClr>
                <a:srgbClr val="0F7E90"/>
              </a:buClr>
              <a:buFont typeface="Minion Pro"/>
              <a:buChar char="•"/>
              <a:tabLst>
                <a:tab pos="207645" algn="l"/>
                <a:tab pos="2836545" algn="l"/>
              </a:tabLst>
            </a:pPr>
            <a:r>
              <a:rPr lang="en-GB" sz="1200">
                <a:solidFill>
                  <a:schemeClr val="tx1"/>
                </a:solidFill>
                <a:latin typeface="Arial"/>
                <a:cs typeface="Arial"/>
              </a:rPr>
              <a:t>Readiness to respond to emergence of newly detected VBDs: e.g. surveillance for </a:t>
            </a:r>
            <a:r>
              <a:rPr lang="en-GB" sz="1200" b="1">
                <a:solidFill>
                  <a:schemeClr val="tx1"/>
                </a:solidFill>
                <a:latin typeface="Arial"/>
                <a:cs typeface="Arial"/>
              </a:rPr>
              <a:t>West Nile virus</a:t>
            </a:r>
            <a:r>
              <a:rPr lang="en-GB" sz="1200">
                <a:solidFill>
                  <a:schemeClr val="tx1"/>
                </a:solidFill>
                <a:latin typeface="Arial"/>
                <a:cs typeface="Arial"/>
              </a:rPr>
              <a:t> </a:t>
            </a:r>
            <a:endParaRPr lang="en-US">
              <a:solidFill>
                <a:schemeClr val="tx1"/>
              </a:solidFill>
              <a:latin typeface="Arial"/>
              <a:cs typeface="Arial"/>
            </a:endParaRPr>
          </a:p>
          <a:p>
            <a:pPr marL="207645" indent="-194945" algn="l">
              <a:spcBef>
                <a:spcPts val="1400"/>
              </a:spcBef>
              <a:buClr>
                <a:srgbClr val="0F7E90"/>
              </a:buClr>
              <a:buFont typeface="Minion Pro"/>
              <a:buChar char="•"/>
              <a:tabLst>
                <a:tab pos="207645" algn="l"/>
                <a:tab pos="2836545" algn="l"/>
              </a:tabLst>
            </a:pPr>
            <a:r>
              <a:rPr lang="en-GB" sz="1200">
                <a:solidFill>
                  <a:schemeClr val="tx1"/>
                </a:solidFill>
                <a:latin typeface="Arial"/>
                <a:cs typeface="Arial"/>
              </a:rPr>
              <a:t>Providing entomological support to </a:t>
            </a:r>
            <a:r>
              <a:rPr lang="en-GB" sz="1200" b="1">
                <a:solidFill>
                  <a:schemeClr val="tx1"/>
                </a:solidFill>
                <a:latin typeface="Arial"/>
                <a:cs typeface="Arial"/>
              </a:rPr>
              <a:t>Cryptic malaria </a:t>
            </a:r>
            <a:r>
              <a:rPr lang="en-GB" sz="1200">
                <a:solidFill>
                  <a:schemeClr val="tx1"/>
                </a:solidFill>
                <a:latin typeface="Arial"/>
                <a:cs typeface="Arial"/>
              </a:rPr>
              <a:t>cases – airport, suitcase, transfusion transmitted – assessing potential for local transmission</a:t>
            </a:r>
            <a:r>
              <a:rPr lang="en-US" sz="1200">
                <a:solidFill>
                  <a:schemeClr val="tx1"/>
                </a:solidFill>
                <a:latin typeface="Arial"/>
                <a:cs typeface="Arial"/>
              </a:rPr>
              <a:t>​</a:t>
            </a:r>
            <a:endParaRPr lang="en-US">
              <a:solidFill>
                <a:schemeClr val="tx1"/>
              </a:solidFill>
              <a:latin typeface="Arial"/>
              <a:cs typeface="Arial"/>
            </a:endParaRPr>
          </a:p>
          <a:p>
            <a:endParaRPr lang="en-US"/>
          </a:p>
        </p:txBody>
      </p:sp>
      <p:sp>
        <p:nvSpPr>
          <p:cNvPr id="4" name="Slide Number Placeholder 3"/>
          <p:cNvSpPr>
            <a:spLocks noGrp="1"/>
          </p:cNvSpPr>
          <p:nvPr>
            <p:ph type="sldNum" sz="quarter" idx="5"/>
          </p:nvPr>
        </p:nvSpPr>
        <p:spPr/>
        <p:txBody>
          <a:bodyPr/>
          <a:lstStyle/>
          <a:p>
            <a:fld id="{8A7A0DFE-E0CA-4AD4-9357-93A946A221D2}" type="slidenum">
              <a:rPr lang="en-US" smtClean="0"/>
              <a:t>21</a:t>
            </a:fld>
            <a:endParaRPr lang="en-US"/>
          </a:p>
        </p:txBody>
      </p:sp>
    </p:spTree>
    <p:extLst>
      <p:ext uri="{BB962C8B-B14F-4D97-AF65-F5344CB8AC3E}">
        <p14:creationId xmlns:p14="http://schemas.microsoft.com/office/powerpoint/2010/main" val="25594859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buFont typeface="Arial" panose="020B0604020202020204" pitchFamily="34" charset="0"/>
              <a:buChar char="•"/>
            </a:pPr>
            <a:r>
              <a:rPr lang="en-US" sz="1200" b="1" i="0" u="none" strike="noStrike">
                <a:solidFill>
                  <a:schemeClr val="tx1"/>
                </a:solidFill>
                <a:effectLst/>
                <a:latin typeface="Arial" panose="020B0604020202020204" pitchFamily="34" charset="0"/>
                <a:cs typeface="Arial" panose="020B0604020202020204" pitchFamily="34" charset="0"/>
              </a:rPr>
              <a:t>TICKSOLVE: Environmental solutions to tick-borne disease transmission</a:t>
            </a:r>
            <a:r>
              <a:rPr lang="en-US" sz="1200" b="0" i="0">
                <a:solidFill>
                  <a:schemeClr val="tx1"/>
                </a:solidFill>
                <a:effectLst/>
                <a:latin typeface="Arial" panose="020B0604020202020204" pitchFamily="34" charset="0"/>
                <a:cs typeface="Arial" panose="020B0604020202020204" pitchFamily="34" charset="0"/>
              </a:rPr>
              <a:t>​ (</a:t>
            </a:r>
            <a:r>
              <a:rPr lang="en-US" sz="1200" b="0" i="0" u="none" strike="noStrike">
                <a:solidFill>
                  <a:schemeClr val="tx1"/>
                </a:solidFill>
                <a:effectLst/>
                <a:latin typeface="Arial" panose="020B0604020202020204" pitchFamily="34" charset="0"/>
                <a:cs typeface="Arial" panose="020B0604020202020204" pitchFamily="34" charset="0"/>
              </a:rPr>
              <a:t>With Liverpool, Glasgow Universities and UK CEH</a:t>
            </a:r>
            <a:r>
              <a:rPr lang="en-US" sz="1200" b="0" i="0">
                <a:solidFill>
                  <a:schemeClr val="tx1"/>
                </a:solidFill>
                <a:effectLst/>
                <a:latin typeface="Arial" panose="020B0604020202020204" pitchFamily="34" charset="0"/>
                <a:cs typeface="Arial" panose="020B0604020202020204" pitchFamily="34" charset="0"/>
              </a:rPr>
              <a:t>​)</a:t>
            </a:r>
          </a:p>
          <a:p>
            <a:pPr algn="l" rtl="0" fontAlgn="base">
              <a:buFont typeface="Arial" panose="020B0604020202020204" pitchFamily="34" charset="0"/>
              <a:buChar char="•"/>
            </a:pPr>
            <a:r>
              <a:rPr lang="en-US" sz="1200" b="1" i="0" u="none" strike="noStrike">
                <a:solidFill>
                  <a:schemeClr val="tx1"/>
                </a:solidFill>
                <a:effectLst/>
                <a:latin typeface="Arial" panose="020B0604020202020204" pitchFamily="34" charset="0"/>
                <a:cs typeface="Arial" panose="020B0604020202020204" pitchFamily="34" charset="0"/>
              </a:rPr>
              <a:t>CULEX: Culex distribution, vector competence and threat of transmission of arboviruses to humans and animals in the UK  - focus on West Nile virus entomology</a:t>
            </a:r>
            <a:r>
              <a:rPr lang="en-US" sz="1200" b="0" i="0">
                <a:solidFill>
                  <a:schemeClr val="tx1"/>
                </a:solidFill>
                <a:effectLst/>
                <a:latin typeface="Arial" panose="020B0604020202020204" pitchFamily="34" charset="0"/>
                <a:cs typeface="Arial" panose="020B0604020202020204" pitchFamily="34" charset="0"/>
              </a:rPr>
              <a:t>​ (</a:t>
            </a:r>
            <a:r>
              <a:rPr lang="en-US" sz="1200" b="0" i="0" u="none" strike="noStrike">
                <a:solidFill>
                  <a:schemeClr val="tx1"/>
                </a:solidFill>
                <a:effectLst/>
                <a:latin typeface="Arial" panose="020B0604020202020204" pitchFamily="34" charset="0"/>
                <a:cs typeface="Arial" panose="020B0604020202020204" pitchFamily="34" charset="0"/>
              </a:rPr>
              <a:t>With Liverpool, LSTM &amp; Lancaster Universities)</a:t>
            </a:r>
            <a:r>
              <a:rPr lang="en-US" sz="1200" b="0" i="0">
                <a:solidFill>
                  <a:schemeClr val="tx1"/>
                </a:solidFill>
                <a:effectLst/>
                <a:latin typeface="Arial" panose="020B0604020202020204" pitchFamily="34" charset="0"/>
                <a:cs typeface="Arial" panose="020B0604020202020204" pitchFamily="34" charset="0"/>
              </a:rPr>
              <a:t>​</a:t>
            </a:r>
          </a:p>
          <a:p>
            <a:pPr algn="l" rtl="0" fontAlgn="base">
              <a:buFont typeface="Arial" panose="020B0604020202020204" pitchFamily="34" charset="0"/>
              <a:buChar char="•"/>
            </a:pPr>
            <a:r>
              <a:rPr lang="en-US" sz="1200" b="1" i="0" u="none" strike="noStrike">
                <a:solidFill>
                  <a:schemeClr val="tx1"/>
                </a:solidFill>
                <a:effectLst/>
                <a:latin typeface="Arial" panose="020B0604020202020204" pitchFamily="34" charset="0"/>
                <a:cs typeface="Arial" panose="020B0604020202020204" pitchFamily="34" charset="0"/>
              </a:rPr>
              <a:t>VB Genes: Genomic epidemiology tools for the surveillance of vector-borne diseases network: applied to tick species, reservoirs and pathogens</a:t>
            </a:r>
            <a:r>
              <a:rPr lang="en-US" sz="1200" b="0" i="0">
                <a:solidFill>
                  <a:schemeClr val="tx1"/>
                </a:solidFill>
                <a:effectLst/>
                <a:latin typeface="Arial" panose="020B0604020202020204" pitchFamily="34" charset="0"/>
                <a:cs typeface="Arial" panose="020B0604020202020204" pitchFamily="34" charset="0"/>
              </a:rPr>
              <a:t>​ (</a:t>
            </a:r>
            <a:r>
              <a:rPr lang="en-US" sz="1200" b="0" i="0" u="none" strike="noStrike">
                <a:solidFill>
                  <a:schemeClr val="tx1"/>
                </a:solidFill>
                <a:effectLst/>
                <a:latin typeface="Arial" panose="020B0604020202020204" pitchFamily="34" charset="0"/>
                <a:cs typeface="Arial" panose="020B0604020202020204" pitchFamily="34" charset="0"/>
              </a:rPr>
              <a:t>With London School of Hygiene and Tropical Medicine , UKHSA genomics)</a:t>
            </a:r>
            <a:endParaRPr lang="en-US" sz="1200" b="0" i="0">
              <a:solidFill>
                <a:schemeClr val="tx1"/>
              </a:solidFill>
              <a:effectLst/>
              <a:latin typeface="Arial" panose="020B0604020202020204" pitchFamily="34" charset="0"/>
              <a:cs typeface="Arial" panose="020B0604020202020204" pitchFamily="34" charset="0"/>
            </a:endParaRPr>
          </a:p>
          <a:p>
            <a:pPr algn="l" rtl="0" fontAlgn="base">
              <a:buFont typeface="Arial" panose="020B0604020202020204" pitchFamily="34" charset="0"/>
              <a:buChar char="•"/>
            </a:pPr>
            <a:r>
              <a:rPr lang="en-US" sz="1200" b="1" i="0" u="none" strike="noStrike">
                <a:solidFill>
                  <a:schemeClr val="tx1"/>
                </a:solidFill>
                <a:effectLst/>
                <a:latin typeface="Arial" panose="020B0604020202020204" pitchFamily="34" charset="0"/>
                <a:cs typeface="Arial" panose="020B0604020202020204" pitchFamily="34" charset="0"/>
              </a:rPr>
              <a:t>Mosquito Scotland: Assessing the risk of mosquito vector-borne diseases in Scotland and their response to environmental change</a:t>
            </a:r>
            <a:r>
              <a:rPr lang="en-US" sz="1200" b="0" i="0">
                <a:solidFill>
                  <a:schemeClr val="tx1"/>
                </a:solidFill>
                <a:effectLst/>
                <a:latin typeface="Arial" panose="020B0604020202020204" pitchFamily="34" charset="0"/>
                <a:cs typeface="Arial" panose="020B0604020202020204" pitchFamily="34" charset="0"/>
              </a:rPr>
              <a:t>​ (</a:t>
            </a:r>
            <a:r>
              <a:rPr lang="en-US" sz="1200" b="0" i="0" u="none" strike="noStrike">
                <a:solidFill>
                  <a:schemeClr val="tx1"/>
                </a:solidFill>
                <a:effectLst/>
                <a:latin typeface="Arial" panose="020B0604020202020204" pitchFamily="34" charset="0"/>
                <a:cs typeface="Arial" panose="020B0604020202020204" pitchFamily="34" charset="0"/>
              </a:rPr>
              <a:t>With University of Glasgow) </a:t>
            </a:r>
            <a:r>
              <a:rPr lang="en-US" sz="1200" b="0" i="0">
                <a:solidFill>
                  <a:schemeClr val="tx1"/>
                </a:solidFill>
                <a:effectLst/>
                <a:latin typeface="Arial" panose="020B0604020202020204" pitchFamily="34" charset="0"/>
                <a:cs typeface="Arial" panose="020B0604020202020204" pitchFamily="34" charset="0"/>
              </a:rPr>
              <a:t>​</a:t>
            </a:r>
          </a:p>
          <a:p>
            <a:pPr algn="l" rtl="0" fontAlgn="base">
              <a:buFont typeface="Arial" panose="020B0604020202020204" pitchFamily="34" charset="0"/>
              <a:buChar char="•"/>
            </a:pPr>
            <a:r>
              <a:rPr lang="en-US" sz="1200" b="1" i="0" u="none" strike="noStrike">
                <a:solidFill>
                  <a:schemeClr val="tx1"/>
                </a:solidFill>
                <a:effectLst/>
                <a:latin typeface="Arial" panose="020B0604020202020204" pitchFamily="34" charset="0"/>
                <a:cs typeface="Arial" panose="020B0604020202020204" pitchFamily="34" charset="0"/>
              </a:rPr>
              <a:t>Vector-borne RADAR (real-time arbovirus detection and response) – focus on Usutu, West Nile bird hosts &amp; mosquitoes</a:t>
            </a:r>
            <a:r>
              <a:rPr lang="en-US" sz="1200" b="0" i="0">
                <a:solidFill>
                  <a:schemeClr val="tx1"/>
                </a:solidFill>
                <a:effectLst/>
                <a:latin typeface="Arial" panose="020B0604020202020204" pitchFamily="34" charset="0"/>
                <a:cs typeface="Arial" panose="020B0604020202020204" pitchFamily="34" charset="0"/>
              </a:rPr>
              <a:t>​ (</a:t>
            </a:r>
            <a:r>
              <a:rPr lang="en-US" sz="1200" b="0" i="0" u="none" strike="noStrike">
                <a:solidFill>
                  <a:schemeClr val="tx1"/>
                </a:solidFill>
                <a:effectLst/>
                <a:latin typeface="Arial" panose="020B0604020202020204" pitchFamily="34" charset="0"/>
                <a:cs typeface="Arial" panose="020B0604020202020204" pitchFamily="34" charset="0"/>
              </a:rPr>
              <a:t>With APHA, ZSL &amp; BTO</a:t>
            </a:r>
            <a:r>
              <a:rPr lang="en-US" sz="1200" b="0" i="0">
                <a:solidFill>
                  <a:schemeClr val="tx1"/>
                </a:solidFill>
                <a:effectLst/>
                <a:latin typeface="Arial" panose="020B0604020202020204" pitchFamily="34" charset="0"/>
                <a:cs typeface="Arial" panose="020B0604020202020204" pitchFamily="34" charset="0"/>
              </a:rPr>
              <a:t>​)</a:t>
            </a:r>
          </a:p>
          <a:p>
            <a:pPr algn="l" rtl="0" fontAlgn="base">
              <a:buFont typeface="Arial" panose="020B0604020202020204" pitchFamily="34" charset="0"/>
              <a:buChar char="•"/>
            </a:pPr>
            <a:r>
              <a:rPr lang="en-US" sz="1200" b="1" i="0" u="none" strike="noStrike" err="1">
                <a:solidFill>
                  <a:schemeClr val="tx1"/>
                </a:solidFill>
                <a:effectLst/>
                <a:latin typeface="Arial" panose="020B0604020202020204" pitchFamily="34" charset="0"/>
                <a:cs typeface="Arial" panose="020B0604020202020204" pitchFamily="34" charset="0"/>
              </a:rPr>
              <a:t>OpTick</a:t>
            </a:r>
            <a:r>
              <a:rPr lang="en-US" sz="1200" b="1" i="0" u="none" strike="noStrike">
                <a:solidFill>
                  <a:schemeClr val="tx1"/>
                </a:solidFill>
                <a:effectLst/>
                <a:latin typeface="Arial" panose="020B0604020202020204" pitchFamily="34" charset="0"/>
                <a:cs typeface="Arial" panose="020B0604020202020204" pitchFamily="34" charset="0"/>
              </a:rPr>
              <a:t>: One health surveillance and management of tick-borne disease threats in a changing environment</a:t>
            </a:r>
            <a:r>
              <a:rPr lang="en-US" sz="1200" b="0" i="0">
                <a:solidFill>
                  <a:schemeClr val="tx1"/>
                </a:solidFill>
                <a:effectLst/>
                <a:latin typeface="Arial" panose="020B0604020202020204" pitchFamily="34" charset="0"/>
                <a:cs typeface="Arial" panose="020B0604020202020204" pitchFamily="34" charset="0"/>
              </a:rPr>
              <a:t>​ (</a:t>
            </a:r>
            <a:r>
              <a:rPr lang="en-US" sz="1200" b="0" i="0" u="none" strike="noStrike">
                <a:solidFill>
                  <a:schemeClr val="tx1"/>
                </a:solidFill>
                <a:effectLst/>
                <a:latin typeface="Arial" panose="020B0604020202020204" pitchFamily="34" charset="0"/>
                <a:cs typeface="Arial" panose="020B0604020202020204" pitchFamily="34" charset="0"/>
              </a:rPr>
              <a:t>With UK Centre for Ecology and Hydrology , University of Liverpool, APHA, UKHSA V&amp;P</a:t>
            </a:r>
            <a:r>
              <a:rPr lang="en-US" sz="1200" b="0" i="0">
                <a:solidFill>
                  <a:schemeClr val="tx1"/>
                </a:solidFill>
                <a:effectLst/>
                <a:latin typeface="Arial" panose="020B0604020202020204" pitchFamily="34" charset="0"/>
                <a:cs typeface="Arial" panose="020B0604020202020204" pitchFamily="34" charset="0"/>
              </a:rPr>
              <a:t>​)</a:t>
            </a:r>
          </a:p>
          <a:p>
            <a:endParaRPr lang="en-US"/>
          </a:p>
        </p:txBody>
      </p:sp>
      <p:sp>
        <p:nvSpPr>
          <p:cNvPr id="4" name="Slide Number Placeholder 3"/>
          <p:cNvSpPr>
            <a:spLocks noGrp="1"/>
          </p:cNvSpPr>
          <p:nvPr>
            <p:ph type="sldNum" sz="quarter" idx="5"/>
          </p:nvPr>
        </p:nvSpPr>
        <p:spPr/>
        <p:txBody>
          <a:bodyPr/>
          <a:lstStyle/>
          <a:p>
            <a:fld id="{8A7A0DFE-E0CA-4AD4-9357-93A946A221D2}" type="slidenum">
              <a:rPr lang="en-US" smtClean="0"/>
              <a:t>22</a:t>
            </a:fld>
            <a:endParaRPr lang="en-US"/>
          </a:p>
        </p:txBody>
      </p:sp>
    </p:spTree>
    <p:extLst>
      <p:ext uri="{BB962C8B-B14F-4D97-AF65-F5344CB8AC3E}">
        <p14:creationId xmlns:p14="http://schemas.microsoft.com/office/powerpoint/2010/main" val="27326067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98300" y="2641648"/>
            <a:ext cx="7338059" cy="1488439"/>
          </a:xfrm>
          <a:prstGeom prst="rect">
            <a:avLst/>
          </a:prstGeom>
        </p:spPr>
        <p:txBody>
          <a:bodyPr wrap="square" lIns="0" tIns="0" rIns="0" bIns="0">
            <a:spAutoFit/>
          </a:bodyPr>
          <a:lstStyle>
            <a:lvl1pPr>
              <a:defRPr sz="5200" b="1" i="0">
                <a:solidFill>
                  <a:schemeClr val="bg1"/>
                </a:solidFill>
                <a:latin typeface="Helvetica Neue"/>
                <a:cs typeface="Helvetica Neue"/>
              </a:defRPr>
            </a:lvl1pPr>
          </a:lstStyle>
          <a:p>
            <a:endParaRPr/>
          </a:p>
        </p:txBody>
      </p:sp>
      <p:sp>
        <p:nvSpPr>
          <p:cNvPr id="3" name="Holder 3"/>
          <p:cNvSpPr>
            <a:spLocks noGrp="1"/>
          </p:cNvSpPr>
          <p:nvPr>
            <p:ph type="subTitle" idx="4"/>
          </p:nvPr>
        </p:nvSpPr>
        <p:spPr>
          <a:xfrm>
            <a:off x="2602230" y="5462016"/>
            <a:ext cx="12143740" cy="24384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9/5/2024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200" b="1" i="0">
                <a:solidFill>
                  <a:schemeClr val="bg1"/>
                </a:solidFill>
                <a:latin typeface="Helvetica Neue"/>
                <a:cs typeface="Helvetica Neue"/>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9/5/2024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200" b="1" i="0">
                <a:solidFill>
                  <a:schemeClr val="bg1"/>
                </a:solidFill>
                <a:latin typeface="Helvetica Neue"/>
                <a:cs typeface="Helvetica Neue"/>
              </a:defRPr>
            </a:lvl1pPr>
          </a:lstStyle>
          <a:p>
            <a:endParaRPr/>
          </a:p>
        </p:txBody>
      </p:sp>
      <p:sp>
        <p:nvSpPr>
          <p:cNvPr id="3" name="Holder 3"/>
          <p:cNvSpPr>
            <a:spLocks noGrp="1"/>
          </p:cNvSpPr>
          <p:nvPr>
            <p:ph sz="half" idx="2"/>
          </p:nvPr>
        </p:nvSpPr>
        <p:spPr>
          <a:xfrm>
            <a:off x="867410" y="2243328"/>
            <a:ext cx="7546467" cy="6437376"/>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8934323" y="2243328"/>
            <a:ext cx="7546467" cy="643737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9/5/2024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7348200" cy="9753600"/>
          </a:xfrm>
          <a:prstGeom prst="rect">
            <a:avLst/>
          </a:prstGeom>
        </p:spPr>
      </p:pic>
      <p:sp>
        <p:nvSpPr>
          <p:cNvPr id="17" name="bg object 17"/>
          <p:cNvSpPr/>
          <p:nvPr/>
        </p:nvSpPr>
        <p:spPr>
          <a:xfrm>
            <a:off x="0" y="5740400"/>
            <a:ext cx="17348200" cy="3327400"/>
          </a:xfrm>
          <a:custGeom>
            <a:avLst/>
            <a:gdLst/>
            <a:ahLst/>
            <a:cxnLst/>
            <a:rect l="l" t="t" r="r" b="b"/>
            <a:pathLst>
              <a:path w="17348200" h="3327400">
                <a:moveTo>
                  <a:pt x="17348200" y="0"/>
                </a:moveTo>
                <a:lnTo>
                  <a:pt x="0" y="0"/>
                </a:lnTo>
                <a:lnTo>
                  <a:pt x="0" y="3327400"/>
                </a:lnTo>
                <a:lnTo>
                  <a:pt x="17348200" y="3327400"/>
                </a:lnTo>
                <a:lnTo>
                  <a:pt x="17348200" y="0"/>
                </a:lnTo>
                <a:close/>
              </a:path>
            </a:pathLst>
          </a:custGeom>
          <a:solidFill>
            <a:srgbClr val="FFFFFF"/>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5200" b="1" i="0">
                <a:solidFill>
                  <a:schemeClr val="bg1"/>
                </a:solidFill>
                <a:latin typeface="Helvetica Neue"/>
                <a:cs typeface="Helvetica Neu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9/5/2024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9/5/2024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7348200" cy="9753600"/>
          </a:xfrm>
          <a:prstGeom prst="rect">
            <a:avLst/>
          </a:prstGeom>
        </p:spPr>
      </p:pic>
      <p:sp>
        <p:nvSpPr>
          <p:cNvPr id="2" name="Holder 2"/>
          <p:cNvSpPr>
            <a:spLocks noGrp="1"/>
          </p:cNvSpPr>
          <p:nvPr>
            <p:ph type="title"/>
          </p:nvPr>
        </p:nvSpPr>
        <p:spPr>
          <a:xfrm>
            <a:off x="678500" y="2838262"/>
            <a:ext cx="5565140" cy="1605279"/>
          </a:xfrm>
          <a:prstGeom prst="rect">
            <a:avLst/>
          </a:prstGeom>
        </p:spPr>
        <p:txBody>
          <a:bodyPr wrap="square" lIns="0" tIns="0" rIns="0" bIns="0">
            <a:spAutoFit/>
          </a:bodyPr>
          <a:lstStyle>
            <a:lvl1pPr>
              <a:defRPr sz="5200" b="1" i="0">
                <a:solidFill>
                  <a:schemeClr val="bg1"/>
                </a:solidFill>
                <a:latin typeface="Helvetica Neue"/>
                <a:cs typeface="Helvetica Neue"/>
              </a:defRPr>
            </a:lvl1pPr>
          </a:lstStyle>
          <a:p>
            <a:endParaRPr/>
          </a:p>
        </p:txBody>
      </p:sp>
      <p:sp>
        <p:nvSpPr>
          <p:cNvPr id="3" name="Holder 3"/>
          <p:cNvSpPr>
            <a:spLocks noGrp="1"/>
          </p:cNvSpPr>
          <p:nvPr>
            <p:ph type="body" idx="1"/>
          </p:nvPr>
        </p:nvSpPr>
        <p:spPr>
          <a:xfrm>
            <a:off x="867410" y="2243328"/>
            <a:ext cx="15613380" cy="6437376"/>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898388" y="9070848"/>
            <a:ext cx="5551424" cy="48768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867410" y="9070848"/>
            <a:ext cx="3990086" cy="48768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9/5/2024</a:t>
            </a:fld>
            <a:endParaRPr lang="en-US"/>
          </a:p>
        </p:txBody>
      </p:sp>
      <p:sp>
        <p:nvSpPr>
          <p:cNvPr id="6" name="Holder 6"/>
          <p:cNvSpPr>
            <a:spLocks noGrp="1"/>
          </p:cNvSpPr>
          <p:nvPr>
            <p:ph type="sldNum" sz="quarter" idx="7"/>
          </p:nvPr>
        </p:nvSpPr>
        <p:spPr>
          <a:xfrm>
            <a:off x="12490704" y="9070848"/>
            <a:ext cx="3990086" cy="48768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 Type="http://schemas.openxmlformats.org/officeDocument/2006/relationships/image" Target="../media/image2.png"/><Relationship Id="rId16"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3" Type="http://schemas.openxmlformats.org/officeDocument/2006/relationships/image" Target="../media/image2.png"/><Relationship Id="rId21" Type="http://schemas.openxmlformats.org/officeDocument/2006/relationships/image" Target="../media/image20.jpe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6.png"/><Relationship Id="rId20" Type="http://schemas.openxmlformats.org/officeDocument/2006/relationships/image" Target="../media/image19.jpe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19" Type="http://schemas.openxmlformats.org/officeDocument/2006/relationships/image" Target="../media/image18.jpe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3" Type="http://schemas.openxmlformats.org/officeDocument/2006/relationships/image" Target="../media/image2.png"/><Relationship Id="rId21" Type="http://schemas.openxmlformats.org/officeDocument/2006/relationships/image" Target="../media/image23.sv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5" Type="http://schemas.openxmlformats.org/officeDocument/2006/relationships/image" Target="../media/image27.svg"/><Relationship Id="rId2" Type="http://schemas.openxmlformats.org/officeDocument/2006/relationships/notesSlide" Target="../notesSlides/notesSlide2.xml"/><Relationship Id="rId16" Type="http://schemas.openxmlformats.org/officeDocument/2006/relationships/image" Target="../media/image15.png"/><Relationship Id="rId20"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24" Type="http://schemas.openxmlformats.org/officeDocument/2006/relationships/image" Target="../media/image26.png"/><Relationship Id="rId5" Type="http://schemas.openxmlformats.org/officeDocument/2006/relationships/image" Target="../media/image4.png"/><Relationship Id="rId15" Type="http://schemas.openxmlformats.org/officeDocument/2006/relationships/image" Target="../media/image14.png"/><Relationship Id="rId23" Type="http://schemas.openxmlformats.org/officeDocument/2006/relationships/image" Target="../media/image25.svg"/><Relationship Id="rId10" Type="http://schemas.openxmlformats.org/officeDocument/2006/relationships/image" Target="../media/image9.png"/><Relationship Id="rId19" Type="http://schemas.openxmlformats.org/officeDocument/2006/relationships/image" Target="../media/image21.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 Id="rId22" Type="http://schemas.openxmlformats.org/officeDocument/2006/relationships/image" Target="../media/image24.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26" Type="http://schemas.openxmlformats.org/officeDocument/2006/relationships/image" Target="../media/image24.png"/><Relationship Id="rId3" Type="http://schemas.openxmlformats.org/officeDocument/2006/relationships/image" Target="../media/image2.png"/><Relationship Id="rId21" Type="http://schemas.openxmlformats.org/officeDocument/2006/relationships/image" Target="../media/image30.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5" Type="http://schemas.openxmlformats.org/officeDocument/2006/relationships/image" Target="../media/image34.svg"/><Relationship Id="rId2" Type="http://schemas.openxmlformats.org/officeDocument/2006/relationships/notesSlide" Target="../notesSlides/notesSlide3.xml"/><Relationship Id="rId16" Type="http://schemas.openxmlformats.org/officeDocument/2006/relationships/image" Target="../media/image15.png"/><Relationship Id="rId20" Type="http://schemas.openxmlformats.org/officeDocument/2006/relationships/image" Target="../media/image29.png"/><Relationship Id="rId29" Type="http://schemas.openxmlformats.org/officeDocument/2006/relationships/image" Target="../media/image36.sv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24" Type="http://schemas.openxmlformats.org/officeDocument/2006/relationships/image" Target="../media/image33.png"/><Relationship Id="rId5" Type="http://schemas.openxmlformats.org/officeDocument/2006/relationships/image" Target="../media/image4.png"/><Relationship Id="rId15" Type="http://schemas.openxmlformats.org/officeDocument/2006/relationships/image" Target="../media/image14.png"/><Relationship Id="rId23" Type="http://schemas.openxmlformats.org/officeDocument/2006/relationships/image" Target="../media/image32.svg"/><Relationship Id="rId28" Type="http://schemas.openxmlformats.org/officeDocument/2006/relationships/image" Target="../media/image35.png"/><Relationship Id="rId10" Type="http://schemas.openxmlformats.org/officeDocument/2006/relationships/image" Target="../media/image9.png"/><Relationship Id="rId19" Type="http://schemas.openxmlformats.org/officeDocument/2006/relationships/image" Target="../media/image28.png"/><Relationship Id="rId31" Type="http://schemas.openxmlformats.org/officeDocument/2006/relationships/image" Target="../media/image38.sv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 Id="rId22" Type="http://schemas.openxmlformats.org/officeDocument/2006/relationships/image" Target="../media/image31.png"/><Relationship Id="rId27" Type="http://schemas.openxmlformats.org/officeDocument/2006/relationships/image" Target="../media/image25.svg"/><Relationship Id="rId30" Type="http://schemas.openxmlformats.org/officeDocument/2006/relationships/image" Target="../media/image37.pn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3" Type="http://schemas.openxmlformats.org/officeDocument/2006/relationships/image" Target="../media/image2.png"/><Relationship Id="rId21" Type="http://schemas.openxmlformats.org/officeDocument/2006/relationships/image" Target="../media/image41.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notesSlide" Target="../notesSlides/notesSlide4.xml"/><Relationship Id="rId16" Type="http://schemas.openxmlformats.org/officeDocument/2006/relationships/image" Target="../media/image15.png"/><Relationship Id="rId20"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19" Type="http://schemas.openxmlformats.org/officeDocument/2006/relationships/image" Target="../media/image3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 Id="rId22" Type="http://schemas.openxmlformats.org/officeDocument/2006/relationships/image" Target="../media/image42.png"/></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notesSlide" Target="../notesSlides/notesSlide5.xml"/><Relationship Id="rId16" Type="http://schemas.openxmlformats.org/officeDocument/2006/relationships/image" Target="../media/image15.png"/><Relationship Id="rId20"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19" Type="http://schemas.openxmlformats.org/officeDocument/2006/relationships/image" Target="../media/image43.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notesSlide" Target="../notesSlides/notesSlide6.xml"/><Relationship Id="rId16"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19" Type="http://schemas.openxmlformats.org/officeDocument/2006/relationships/image" Target="../media/image45.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3" Type="http://schemas.openxmlformats.org/officeDocument/2006/relationships/image" Target="../media/image2.png"/><Relationship Id="rId21" Type="http://schemas.openxmlformats.org/officeDocument/2006/relationships/image" Target="../media/image48.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notesSlide" Target="../notesSlides/notesSlide7.xml"/><Relationship Id="rId16" Type="http://schemas.openxmlformats.org/officeDocument/2006/relationships/image" Target="../media/image15.png"/><Relationship Id="rId20"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19" Type="http://schemas.openxmlformats.org/officeDocument/2006/relationships/image" Target="../media/image46.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9.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3" Type="http://schemas.openxmlformats.org/officeDocument/2006/relationships/image" Target="../media/image2.png"/><Relationship Id="rId21" Type="http://schemas.openxmlformats.org/officeDocument/2006/relationships/image" Target="../media/image51.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notesSlide" Target="../notesSlides/notesSlide8.xml"/><Relationship Id="rId16" Type="http://schemas.openxmlformats.org/officeDocument/2006/relationships/image" Target="../media/image15.png"/><Relationship Id="rId20"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19" Type="http://schemas.openxmlformats.org/officeDocument/2006/relationships/image" Target="../media/image4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notesSlide" Target="../notesSlides/notesSlide9.xml"/><Relationship Id="rId16" Type="http://schemas.openxmlformats.org/officeDocument/2006/relationships/image" Target="../media/image15.png"/><Relationship Id="rId20"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19" Type="http://schemas.openxmlformats.org/officeDocument/2006/relationships/image" Target="../media/image52.jpe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3" Type="http://schemas.openxmlformats.org/officeDocument/2006/relationships/image" Target="../media/image2.png"/><Relationship Id="rId21" Type="http://schemas.openxmlformats.org/officeDocument/2006/relationships/image" Target="../media/image56.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notesSlide" Target="../notesSlides/notesSlide10.xml"/><Relationship Id="rId16" Type="http://schemas.openxmlformats.org/officeDocument/2006/relationships/image" Target="../media/image15.png"/><Relationship Id="rId20"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19" Type="http://schemas.openxmlformats.org/officeDocument/2006/relationships/image" Target="../media/image54.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1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3" Type="http://schemas.openxmlformats.org/officeDocument/2006/relationships/image" Target="../media/image2.png"/><Relationship Id="rId21" Type="http://schemas.openxmlformats.org/officeDocument/2006/relationships/image" Target="../media/image59.sv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5" Type="http://schemas.openxmlformats.org/officeDocument/2006/relationships/image" Target="../media/image36.svg"/><Relationship Id="rId2" Type="http://schemas.openxmlformats.org/officeDocument/2006/relationships/notesSlide" Target="../notesSlides/notesSlide11.xml"/><Relationship Id="rId16" Type="http://schemas.openxmlformats.org/officeDocument/2006/relationships/image" Target="../media/image15.png"/><Relationship Id="rId20"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24" Type="http://schemas.openxmlformats.org/officeDocument/2006/relationships/image" Target="../media/image35.png"/><Relationship Id="rId5" Type="http://schemas.openxmlformats.org/officeDocument/2006/relationships/image" Target="../media/image4.png"/><Relationship Id="rId15" Type="http://schemas.openxmlformats.org/officeDocument/2006/relationships/image" Target="../media/image14.png"/><Relationship Id="rId23" Type="http://schemas.openxmlformats.org/officeDocument/2006/relationships/image" Target="../media/image61.svg"/><Relationship Id="rId10" Type="http://schemas.openxmlformats.org/officeDocument/2006/relationships/image" Target="../media/image9.png"/><Relationship Id="rId19" Type="http://schemas.openxmlformats.org/officeDocument/2006/relationships/image" Target="../media/image57.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 Id="rId22" Type="http://schemas.openxmlformats.org/officeDocument/2006/relationships/image" Target="../media/image60.png"/></Relationships>
</file>

<file path=ppt/slides/_rels/slide13.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notesSlide" Target="../notesSlides/notesSlide12.xml"/><Relationship Id="rId16" Type="http://schemas.openxmlformats.org/officeDocument/2006/relationships/image" Target="../media/image15.png"/><Relationship Id="rId20" Type="http://schemas.openxmlformats.org/officeDocument/2006/relationships/image" Target="../media/image63.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19" Type="http://schemas.openxmlformats.org/officeDocument/2006/relationships/image" Target="../media/image62.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14.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26" Type="http://schemas.openxmlformats.org/officeDocument/2006/relationships/image" Target="../media/image71.svg"/><Relationship Id="rId3" Type="http://schemas.openxmlformats.org/officeDocument/2006/relationships/image" Target="../media/image2.png"/><Relationship Id="rId21" Type="http://schemas.openxmlformats.org/officeDocument/2006/relationships/image" Target="../media/image66.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5" Type="http://schemas.openxmlformats.org/officeDocument/2006/relationships/image" Target="../media/image70.png"/><Relationship Id="rId2" Type="http://schemas.openxmlformats.org/officeDocument/2006/relationships/notesSlide" Target="../notesSlides/notesSlide13.xml"/><Relationship Id="rId16" Type="http://schemas.openxmlformats.org/officeDocument/2006/relationships/image" Target="../media/image15.png"/><Relationship Id="rId20"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24" Type="http://schemas.openxmlformats.org/officeDocument/2006/relationships/image" Target="../media/image69.svg"/><Relationship Id="rId5" Type="http://schemas.openxmlformats.org/officeDocument/2006/relationships/image" Target="../media/image4.png"/><Relationship Id="rId15" Type="http://schemas.openxmlformats.org/officeDocument/2006/relationships/image" Target="../media/image14.png"/><Relationship Id="rId23" Type="http://schemas.openxmlformats.org/officeDocument/2006/relationships/image" Target="../media/image68.png"/><Relationship Id="rId28" Type="http://schemas.openxmlformats.org/officeDocument/2006/relationships/image" Target="../media/image73.svg"/><Relationship Id="rId10" Type="http://schemas.openxmlformats.org/officeDocument/2006/relationships/image" Target="../media/image9.png"/><Relationship Id="rId19" Type="http://schemas.openxmlformats.org/officeDocument/2006/relationships/image" Target="../media/image64.jpe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 Id="rId22" Type="http://schemas.openxmlformats.org/officeDocument/2006/relationships/image" Target="../media/image67.png"/><Relationship Id="rId27" Type="http://schemas.openxmlformats.org/officeDocument/2006/relationships/image" Target="../media/image72.png"/></Relationships>
</file>

<file path=ppt/slides/_rels/slide15.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26" Type="http://schemas.openxmlformats.org/officeDocument/2006/relationships/image" Target="../media/image80.png"/><Relationship Id="rId3" Type="http://schemas.openxmlformats.org/officeDocument/2006/relationships/image" Target="../media/image2.png"/><Relationship Id="rId21" Type="http://schemas.openxmlformats.org/officeDocument/2006/relationships/image" Target="../media/image75.sv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5" Type="http://schemas.openxmlformats.org/officeDocument/2006/relationships/image" Target="../media/image79.svg"/><Relationship Id="rId2" Type="http://schemas.openxmlformats.org/officeDocument/2006/relationships/notesSlide" Target="../notesSlides/notesSlide14.xml"/><Relationship Id="rId16" Type="http://schemas.openxmlformats.org/officeDocument/2006/relationships/image" Target="../media/image15.png"/><Relationship Id="rId20" Type="http://schemas.openxmlformats.org/officeDocument/2006/relationships/image" Target="../media/image74.png"/><Relationship Id="rId29" Type="http://schemas.openxmlformats.org/officeDocument/2006/relationships/image" Target="../media/image83.sv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24" Type="http://schemas.openxmlformats.org/officeDocument/2006/relationships/image" Target="../media/image78.png"/><Relationship Id="rId5" Type="http://schemas.openxmlformats.org/officeDocument/2006/relationships/image" Target="../media/image4.png"/><Relationship Id="rId15" Type="http://schemas.openxmlformats.org/officeDocument/2006/relationships/image" Target="../media/image14.png"/><Relationship Id="rId23" Type="http://schemas.openxmlformats.org/officeDocument/2006/relationships/image" Target="../media/image77.svg"/><Relationship Id="rId28" Type="http://schemas.openxmlformats.org/officeDocument/2006/relationships/image" Target="../media/image82.png"/><Relationship Id="rId10" Type="http://schemas.openxmlformats.org/officeDocument/2006/relationships/image" Target="../media/image9.png"/><Relationship Id="rId19" Type="http://schemas.openxmlformats.org/officeDocument/2006/relationships/image" Target="../media/image2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 Id="rId22" Type="http://schemas.openxmlformats.org/officeDocument/2006/relationships/image" Target="../media/image76.png"/><Relationship Id="rId27" Type="http://schemas.openxmlformats.org/officeDocument/2006/relationships/image" Target="../media/image81.svg"/></Relationships>
</file>

<file path=ppt/slides/_rels/slide16.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26" Type="http://schemas.openxmlformats.org/officeDocument/2006/relationships/image" Target="../media/image91.png"/><Relationship Id="rId3" Type="http://schemas.openxmlformats.org/officeDocument/2006/relationships/image" Target="../media/image2.png"/><Relationship Id="rId21" Type="http://schemas.openxmlformats.org/officeDocument/2006/relationships/image" Target="../media/image86.sv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5" Type="http://schemas.openxmlformats.org/officeDocument/2006/relationships/image" Target="../media/image90.svg"/><Relationship Id="rId2" Type="http://schemas.openxmlformats.org/officeDocument/2006/relationships/notesSlide" Target="../notesSlides/notesSlide15.xml"/><Relationship Id="rId16" Type="http://schemas.openxmlformats.org/officeDocument/2006/relationships/image" Target="../media/image15.png"/><Relationship Id="rId20" Type="http://schemas.openxmlformats.org/officeDocument/2006/relationships/image" Target="../media/image85.png"/><Relationship Id="rId29" Type="http://schemas.openxmlformats.org/officeDocument/2006/relationships/image" Target="../media/image94.sv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24" Type="http://schemas.openxmlformats.org/officeDocument/2006/relationships/image" Target="../media/image89.png"/><Relationship Id="rId5" Type="http://schemas.openxmlformats.org/officeDocument/2006/relationships/image" Target="../media/image4.png"/><Relationship Id="rId15" Type="http://schemas.openxmlformats.org/officeDocument/2006/relationships/image" Target="../media/image14.png"/><Relationship Id="rId23" Type="http://schemas.openxmlformats.org/officeDocument/2006/relationships/image" Target="../media/image88.svg"/><Relationship Id="rId28" Type="http://schemas.openxmlformats.org/officeDocument/2006/relationships/image" Target="../media/image93.png"/><Relationship Id="rId10" Type="http://schemas.openxmlformats.org/officeDocument/2006/relationships/image" Target="../media/image9.png"/><Relationship Id="rId19" Type="http://schemas.openxmlformats.org/officeDocument/2006/relationships/image" Target="../media/image84.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 Id="rId22" Type="http://schemas.openxmlformats.org/officeDocument/2006/relationships/image" Target="../media/image87.png"/><Relationship Id="rId27" Type="http://schemas.openxmlformats.org/officeDocument/2006/relationships/image" Target="../media/image92.svg"/></Relationships>
</file>

<file path=ppt/slides/_rels/slide17.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notesSlide" Target="../notesSlides/notesSlide16.xml"/><Relationship Id="rId16" Type="http://schemas.openxmlformats.org/officeDocument/2006/relationships/image" Target="../media/image15.png"/><Relationship Id="rId20" Type="http://schemas.openxmlformats.org/officeDocument/2006/relationships/image" Target="../media/image96.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19" Type="http://schemas.openxmlformats.org/officeDocument/2006/relationships/image" Target="../media/image95.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18.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3" Type="http://schemas.openxmlformats.org/officeDocument/2006/relationships/image" Target="../media/image2.png"/><Relationship Id="rId21" Type="http://schemas.openxmlformats.org/officeDocument/2006/relationships/image" Target="../media/image98.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notesSlide" Target="../notesSlides/notesSlide17.xml"/><Relationship Id="rId16" Type="http://schemas.openxmlformats.org/officeDocument/2006/relationships/image" Target="../media/image15.png"/><Relationship Id="rId20"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19" Type="http://schemas.openxmlformats.org/officeDocument/2006/relationships/image" Target="../media/image97.jpe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 Id="rId22" Type="http://schemas.openxmlformats.org/officeDocument/2006/relationships/image" Target="../media/image99.jpeg"/></Relationships>
</file>

<file path=ppt/slides/_rels/slide19.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3" Type="http://schemas.openxmlformats.org/officeDocument/2006/relationships/image" Target="../media/image2.png"/><Relationship Id="rId21" Type="http://schemas.openxmlformats.org/officeDocument/2006/relationships/image" Target="../media/image102.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notesSlide" Target="../notesSlides/notesSlide18.xml"/><Relationship Id="rId16" Type="http://schemas.openxmlformats.org/officeDocument/2006/relationships/image" Target="../media/image15.png"/><Relationship Id="rId20" Type="http://schemas.openxmlformats.org/officeDocument/2006/relationships/image" Target="../media/image101.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19" Type="http://schemas.openxmlformats.org/officeDocument/2006/relationships/image" Target="../media/image100.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 Id="rId22" Type="http://schemas.openxmlformats.org/officeDocument/2006/relationships/image" Target="../media/image103.png"/></Relationships>
</file>

<file path=ppt/slides/_rels/slide20.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notesSlide" Target="../notesSlides/notesSlide19.xml"/><Relationship Id="rId16"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19" Type="http://schemas.openxmlformats.org/officeDocument/2006/relationships/image" Target="../media/image104.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2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3" Type="http://schemas.openxmlformats.org/officeDocument/2006/relationships/image" Target="../media/image2.png"/><Relationship Id="rId21" Type="http://schemas.openxmlformats.org/officeDocument/2006/relationships/image" Target="../media/image107.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notesSlide" Target="../notesSlides/notesSlide20.xml"/><Relationship Id="rId16" Type="http://schemas.openxmlformats.org/officeDocument/2006/relationships/image" Target="../media/image15.png"/><Relationship Id="rId20" Type="http://schemas.openxmlformats.org/officeDocument/2006/relationships/image" Target="../media/image106.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19" Type="http://schemas.openxmlformats.org/officeDocument/2006/relationships/image" Target="../media/image105.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2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3" Type="http://schemas.openxmlformats.org/officeDocument/2006/relationships/image" Target="../media/image2.png"/><Relationship Id="rId21" Type="http://schemas.openxmlformats.org/officeDocument/2006/relationships/image" Target="../media/image110.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5" Type="http://schemas.openxmlformats.org/officeDocument/2006/relationships/image" Target="../media/image114.png"/><Relationship Id="rId2" Type="http://schemas.openxmlformats.org/officeDocument/2006/relationships/notesSlide" Target="../notesSlides/notesSlide21.xml"/><Relationship Id="rId16" Type="http://schemas.openxmlformats.org/officeDocument/2006/relationships/image" Target="../media/image15.png"/><Relationship Id="rId20" Type="http://schemas.openxmlformats.org/officeDocument/2006/relationships/image" Target="../media/image109.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24" Type="http://schemas.openxmlformats.org/officeDocument/2006/relationships/image" Target="../media/image113.png"/><Relationship Id="rId5" Type="http://schemas.openxmlformats.org/officeDocument/2006/relationships/image" Target="../media/image4.png"/><Relationship Id="rId15" Type="http://schemas.openxmlformats.org/officeDocument/2006/relationships/image" Target="../media/image14.png"/><Relationship Id="rId23" Type="http://schemas.openxmlformats.org/officeDocument/2006/relationships/image" Target="../media/image112.png"/><Relationship Id="rId10" Type="http://schemas.openxmlformats.org/officeDocument/2006/relationships/image" Target="../media/image9.png"/><Relationship Id="rId19" Type="http://schemas.openxmlformats.org/officeDocument/2006/relationships/image" Target="../media/image108.jpe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 Id="rId22" Type="http://schemas.openxmlformats.org/officeDocument/2006/relationships/image" Target="../media/image111.png"/></Relationships>
</file>

<file path=ppt/slides/_rels/slide2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 Type="http://schemas.openxmlformats.org/officeDocument/2006/relationships/image" Target="../media/image2.png"/><Relationship Id="rId16"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a:spLocks noGrp="1" noRot="1" noMove="1" noResize="1" noEditPoints="1" noAdjustHandles="1" noChangeArrowheads="1" noChangeShapeType="1"/>
          </p:cNvSpPr>
          <p:nvPr/>
        </p:nvSpPr>
        <p:spPr>
          <a:xfrm>
            <a:off x="13030196" y="8658199"/>
            <a:ext cx="3860800" cy="671830"/>
          </a:xfrm>
          <a:custGeom>
            <a:avLst/>
            <a:gdLst/>
            <a:ahLst/>
            <a:cxnLst/>
            <a:rect l="l" t="t" r="r" b="b"/>
            <a:pathLst>
              <a:path w="3860800" h="671829">
                <a:moveTo>
                  <a:pt x="3763873" y="0"/>
                </a:moveTo>
                <a:lnTo>
                  <a:pt x="96926" y="0"/>
                </a:lnTo>
                <a:lnTo>
                  <a:pt x="59198" y="7617"/>
                </a:lnTo>
                <a:lnTo>
                  <a:pt x="28389" y="28389"/>
                </a:lnTo>
                <a:lnTo>
                  <a:pt x="7617" y="59198"/>
                </a:lnTo>
                <a:lnTo>
                  <a:pt x="0" y="96926"/>
                </a:lnTo>
                <a:lnTo>
                  <a:pt x="0" y="574865"/>
                </a:lnTo>
                <a:lnTo>
                  <a:pt x="7617" y="612593"/>
                </a:lnTo>
                <a:lnTo>
                  <a:pt x="28389" y="643402"/>
                </a:lnTo>
                <a:lnTo>
                  <a:pt x="59198" y="664174"/>
                </a:lnTo>
                <a:lnTo>
                  <a:pt x="96926" y="671791"/>
                </a:lnTo>
                <a:lnTo>
                  <a:pt x="3763873" y="671791"/>
                </a:lnTo>
                <a:lnTo>
                  <a:pt x="3801601" y="664174"/>
                </a:lnTo>
                <a:lnTo>
                  <a:pt x="3832410" y="643402"/>
                </a:lnTo>
                <a:lnTo>
                  <a:pt x="3853182" y="612593"/>
                </a:lnTo>
                <a:lnTo>
                  <a:pt x="3860800" y="574865"/>
                </a:lnTo>
                <a:lnTo>
                  <a:pt x="3860800" y="96926"/>
                </a:lnTo>
                <a:lnTo>
                  <a:pt x="3853182" y="59198"/>
                </a:lnTo>
                <a:lnTo>
                  <a:pt x="3832410" y="28389"/>
                </a:lnTo>
                <a:lnTo>
                  <a:pt x="3801601" y="7617"/>
                </a:lnTo>
                <a:lnTo>
                  <a:pt x="3763873" y="0"/>
                </a:lnTo>
                <a:close/>
              </a:path>
            </a:pathLst>
          </a:custGeom>
          <a:solidFill>
            <a:srgbClr val="7DC242"/>
          </a:solidFill>
        </p:spPr>
        <p:txBody>
          <a:bodyPr wrap="square" lIns="0" tIns="0" rIns="0" bIns="0" rtlCol="0"/>
          <a:lstStyle/>
          <a:p>
            <a:endParaRPr/>
          </a:p>
        </p:txBody>
      </p:sp>
      <p:sp>
        <p:nvSpPr>
          <p:cNvPr id="3" name="object 3"/>
          <p:cNvSpPr txBox="1">
            <a:spLocks noGrp="1" noRot="1" noMove="1" noResize="1" noEditPoints="1" noAdjustHandles="1" noChangeArrowheads="1" noChangeShapeType="1"/>
          </p:cNvSpPr>
          <p:nvPr/>
        </p:nvSpPr>
        <p:spPr>
          <a:xfrm>
            <a:off x="13314263" y="8723115"/>
            <a:ext cx="3293110" cy="497840"/>
          </a:xfrm>
          <a:prstGeom prst="rect">
            <a:avLst/>
          </a:prstGeom>
        </p:spPr>
        <p:txBody>
          <a:bodyPr vert="horz" wrap="square" lIns="0" tIns="12700" rIns="0" bIns="0" rtlCol="0">
            <a:spAutoFit/>
          </a:bodyPr>
          <a:lstStyle/>
          <a:p>
            <a:pPr marL="12700">
              <a:lnSpc>
                <a:spcPct val="100000"/>
              </a:lnSpc>
              <a:spcBef>
                <a:spcPts val="100"/>
              </a:spcBef>
            </a:pPr>
            <a:r>
              <a:rPr sz="3100" b="1" spc="-10">
                <a:solidFill>
                  <a:srgbClr val="FFFFFF"/>
                </a:solidFill>
                <a:latin typeface="Arial" panose="020B0604020202020204" pitchFamily="34" charset="0"/>
                <a:cs typeface="Arial" panose="020B0604020202020204" pitchFamily="34" charset="0"/>
              </a:rPr>
              <a:t>#UKHSAPresents</a:t>
            </a:r>
            <a:endParaRPr sz="3100">
              <a:latin typeface="Arial" panose="020B0604020202020204" pitchFamily="34" charset="0"/>
              <a:cs typeface="Arial" panose="020B0604020202020204" pitchFamily="34" charset="0"/>
            </a:endParaRPr>
          </a:p>
        </p:txBody>
      </p:sp>
      <p:sp>
        <p:nvSpPr>
          <p:cNvPr id="4" name="object 4"/>
          <p:cNvSpPr txBox="1"/>
          <p:nvPr/>
        </p:nvSpPr>
        <p:spPr>
          <a:xfrm>
            <a:off x="637000" y="3022918"/>
            <a:ext cx="13140728" cy="2694326"/>
          </a:xfrm>
          <a:prstGeom prst="rect">
            <a:avLst/>
          </a:prstGeom>
        </p:spPr>
        <p:txBody>
          <a:bodyPr vert="horz" wrap="square" lIns="0" tIns="52069" rIns="0" bIns="0" rtlCol="0">
            <a:spAutoFit/>
          </a:bodyPr>
          <a:lstStyle/>
          <a:p>
            <a:pPr marL="12700" marR="5080">
              <a:lnSpc>
                <a:spcPts val="10110"/>
              </a:lnSpc>
              <a:spcBef>
                <a:spcPts val="409"/>
              </a:spcBef>
              <a:tabLst>
                <a:tab pos="4180204" algn="l"/>
                <a:tab pos="4582160" algn="l"/>
              </a:tabLst>
            </a:pPr>
            <a:r>
              <a:rPr sz="8600" b="1" spc="-10">
                <a:solidFill>
                  <a:srgbClr val="7DC242"/>
                </a:solidFill>
                <a:latin typeface="Arial" panose="020B0604020202020204" pitchFamily="34" charset="0"/>
                <a:cs typeface="Arial" panose="020B0604020202020204" pitchFamily="34" charset="0"/>
              </a:rPr>
              <a:t>UKHSA</a:t>
            </a:r>
            <a:r>
              <a:rPr sz="8600" b="1">
                <a:solidFill>
                  <a:srgbClr val="7DC242"/>
                </a:solidFill>
                <a:latin typeface="Arial" panose="020B0604020202020204" pitchFamily="34" charset="0"/>
                <a:cs typeface="Arial" panose="020B0604020202020204" pitchFamily="34" charset="0"/>
              </a:rPr>
              <a:t>	</a:t>
            </a:r>
            <a:r>
              <a:rPr sz="8600" b="1" spc="-30">
                <a:solidFill>
                  <a:srgbClr val="7DC242"/>
                </a:solidFill>
                <a:latin typeface="Arial" panose="020B0604020202020204" pitchFamily="34" charset="0"/>
                <a:cs typeface="Arial" panose="020B0604020202020204" pitchFamily="34" charset="0"/>
              </a:rPr>
              <a:t>Presents </a:t>
            </a:r>
            <a:endParaRPr lang="en-GB" sz="8600" b="1" spc="-30">
              <a:solidFill>
                <a:srgbClr val="7DC242"/>
              </a:solidFill>
              <a:latin typeface="Arial" panose="020B0604020202020204" pitchFamily="34" charset="0"/>
              <a:cs typeface="Arial" panose="020B0604020202020204" pitchFamily="34" charset="0"/>
            </a:endParaRPr>
          </a:p>
          <a:p>
            <a:pPr marL="12700" marR="5080">
              <a:lnSpc>
                <a:spcPts val="10110"/>
              </a:lnSpc>
              <a:spcBef>
                <a:spcPts val="409"/>
              </a:spcBef>
              <a:tabLst>
                <a:tab pos="4180204" algn="l"/>
                <a:tab pos="4582160" algn="l"/>
              </a:tabLst>
            </a:pPr>
            <a:r>
              <a:rPr lang="en-GB" sz="8600" b="1" i="0">
                <a:solidFill>
                  <a:schemeClr val="bg1"/>
                </a:solidFill>
                <a:effectLst/>
                <a:latin typeface="Arial" panose="020B0604020202020204" pitchFamily="34" charset="0"/>
              </a:rPr>
              <a:t>Vector-borne Disease</a:t>
            </a:r>
            <a:endParaRPr sz="8600">
              <a:solidFill>
                <a:schemeClr val="bg1"/>
              </a:solidFill>
              <a:latin typeface="HelveticaNeueLT Std"/>
              <a:cs typeface="Hadassah Friedlaender" panose="020F0502020204030204" pitchFamily="18" charset="-79"/>
            </a:endParaRPr>
          </a:p>
        </p:txBody>
      </p:sp>
      <p:grpSp>
        <p:nvGrpSpPr>
          <p:cNvPr id="5" name="object 5"/>
          <p:cNvGrpSpPr>
            <a:grpSpLocks noGrp="1" noUngrp="1" noRot="1" noMove="1" noResize="1"/>
          </p:cNvGrpSpPr>
          <p:nvPr/>
        </p:nvGrpSpPr>
        <p:grpSpPr>
          <a:xfrm>
            <a:off x="580445" y="535686"/>
            <a:ext cx="16310610" cy="7218680"/>
            <a:chOff x="580445" y="535686"/>
            <a:chExt cx="16310610" cy="7218680"/>
          </a:xfrm>
        </p:grpSpPr>
        <p:sp>
          <p:nvSpPr>
            <p:cNvPr id="6" name="object 6"/>
            <p:cNvSpPr>
              <a:spLocks noGrp="1" noRot="1" noMove="1" noResize="1" noEditPoints="1" noAdjustHandles="1" noChangeArrowheads="1" noChangeShapeType="1"/>
            </p:cNvSpPr>
            <p:nvPr/>
          </p:nvSpPr>
          <p:spPr>
            <a:xfrm>
              <a:off x="711200" y="7735200"/>
              <a:ext cx="16179800" cy="0"/>
            </a:xfrm>
            <a:custGeom>
              <a:avLst/>
              <a:gdLst/>
              <a:ahLst/>
              <a:cxnLst/>
              <a:rect l="l" t="t" r="r" b="b"/>
              <a:pathLst>
                <a:path w="16179800">
                  <a:moveTo>
                    <a:pt x="0" y="0"/>
                  </a:moveTo>
                  <a:lnTo>
                    <a:pt x="16179800" y="0"/>
                  </a:lnTo>
                </a:path>
              </a:pathLst>
            </a:custGeom>
            <a:ln w="38100">
              <a:solidFill>
                <a:srgbClr val="FFFFFF"/>
              </a:solidFill>
            </a:ln>
          </p:spPr>
          <p:txBody>
            <a:bodyPr wrap="square" lIns="0" tIns="0" rIns="0" bIns="0" rtlCol="0"/>
            <a:lstStyle/>
            <a:p>
              <a:endParaRPr/>
            </a:p>
          </p:txBody>
        </p:sp>
        <p:sp>
          <p:nvSpPr>
            <p:cNvPr id="7" name="object 7"/>
            <p:cNvSpPr>
              <a:spLocks noGrp="1" noRot="1" noMove="1" noResize="1" noEditPoints="1" noAdjustHandles="1" noChangeArrowheads="1" noChangeShapeType="1"/>
            </p:cNvSpPr>
            <p:nvPr/>
          </p:nvSpPr>
          <p:spPr>
            <a:xfrm>
              <a:off x="580440" y="535698"/>
              <a:ext cx="431165" cy="1273810"/>
            </a:xfrm>
            <a:custGeom>
              <a:avLst/>
              <a:gdLst/>
              <a:ahLst/>
              <a:cxnLst/>
              <a:rect l="l" t="t" r="r" b="b"/>
              <a:pathLst>
                <a:path w="431165" h="1273810">
                  <a:moveTo>
                    <a:pt x="23545" y="0"/>
                  </a:moveTo>
                  <a:lnTo>
                    <a:pt x="0" y="0"/>
                  </a:lnTo>
                  <a:lnTo>
                    <a:pt x="0" y="1273492"/>
                  </a:lnTo>
                  <a:lnTo>
                    <a:pt x="23545" y="1273492"/>
                  </a:lnTo>
                  <a:lnTo>
                    <a:pt x="23545" y="0"/>
                  </a:lnTo>
                  <a:close/>
                </a:path>
                <a:path w="431165" h="1273810">
                  <a:moveTo>
                    <a:pt x="300494" y="65722"/>
                  </a:moveTo>
                  <a:lnTo>
                    <a:pt x="298564" y="63982"/>
                  </a:lnTo>
                  <a:lnTo>
                    <a:pt x="294246" y="63982"/>
                  </a:lnTo>
                  <a:lnTo>
                    <a:pt x="292481" y="65722"/>
                  </a:lnTo>
                  <a:lnTo>
                    <a:pt x="292481" y="70129"/>
                  </a:lnTo>
                  <a:lnTo>
                    <a:pt x="294246" y="71729"/>
                  </a:lnTo>
                  <a:lnTo>
                    <a:pt x="298564" y="71729"/>
                  </a:lnTo>
                  <a:lnTo>
                    <a:pt x="300494" y="70129"/>
                  </a:lnTo>
                  <a:lnTo>
                    <a:pt x="300494" y="67830"/>
                  </a:lnTo>
                  <a:lnTo>
                    <a:pt x="300494" y="65722"/>
                  </a:lnTo>
                  <a:close/>
                </a:path>
                <a:path w="431165" h="1273810">
                  <a:moveTo>
                    <a:pt x="301802" y="56197"/>
                  </a:moveTo>
                  <a:lnTo>
                    <a:pt x="299999" y="54305"/>
                  </a:lnTo>
                  <a:lnTo>
                    <a:pt x="295567" y="54305"/>
                  </a:lnTo>
                  <a:lnTo>
                    <a:pt x="293725" y="56197"/>
                  </a:lnTo>
                  <a:lnTo>
                    <a:pt x="293725" y="60490"/>
                  </a:lnTo>
                  <a:lnTo>
                    <a:pt x="295567" y="62318"/>
                  </a:lnTo>
                  <a:lnTo>
                    <a:pt x="297764" y="62318"/>
                  </a:lnTo>
                  <a:lnTo>
                    <a:pt x="299999" y="62318"/>
                  </a:lnTo>
                  <a:lnTo>
                    <a:pt x="301802" y="60490"/>
                  </a:lnTo>
                  <a:lnTo>
                    <a:pt x="301802" y="56197"/>
                  </a:lnTo>
                  <a:close/>
                </a:path>
                <a:path w="431165" h="1273810">
                  <a:moveTo>
                    <a:pt x="302501" y="75171"/>
                  </a:moveTo>
                  <a:lnTo>
                    <a:pt x="300659" y="73393"/>
                  </a:lnTo>
                  <a:lnTo>
                    <a:pt x="296202" y="73393"/>
                  </a:lnTo>
                  <a:lnTo>
                    <a:pt x="294335" y="75171"/>
                  </a:lnTo>
                  <a:lnTo>
                    <a:pt x="294335" y="79565"/>
                  </a:lnTo>
                  <a:lnTo>
                    <a:pt x="296202" y="81343"/>
                  </a:lnTo>
                  <a:lnTo>
                    <a:pt x="300659" y="81343"/>
                  </a:lnTo>
                  <a:lnTo>
                    <a:pt x="302501" y="79565"/>
                  </a:lnTo>
                  <a:lnTo>
                    <a:pt x="302501" y="77470"/>
                  </a:lnTo>
                  <a:lnTo>
                    <a:pt x="302501" y="75171"/>
                  </a:lnTo>
                  <a:close/>
                </a:path>
                <a:path w="431165" h="1273810">
                  <a:moveTo>
                    <a:pt x="306197" y="47142"/>
                  </a:moveTo>
                  <a:lnTo>
                    <a:pt x="304342" y="45440"/>
                  </a:lnTo>
                  <a:lnTo>
                    <a:pt x="299999" y="45440"/>
                  </a:lnTo>
                  <a:lnTo>
                    <a:pt x="298157" y="47142"/>
                  </a:lnTo>
                  <a:lnTo>
                    <a:pt x="298157" y="51600"/>
                  </a:lnTo>
                  <a:lnTo>
                    <a:pt x="299999" y="53225"/>
                  </a:lnTo>
                  <a:lnTo>
                    <a:pt x="302221" y="53225"/>
                  </a:lnTo>
                  <a:lnTo>
                    <a:pt x="304342" y="53225"/>
                  </a:lnTo>
                  <a:lnTo>
                    <a:pt x="306197" y="51600"/>
                  </a:lnTo>
                  <a:lnTo>
                    <a:pt x="306197" y="47142"/>
                  </a:lnTo>
                  <a:close/>
                </a:path>
                <a:path w="431165" h="1273810">
                  <a:moveTo>
                    <a:pt x="314058" y="40386"/>
                  </a:moveTo>
                  <a:lnTo>
                    <a:pt x="312254" y="38684"/>
                  </a:lnTo>
                  <a:lnTo>
                    <a:pt x="307848" y="38684"/>
                  </a:lnTo>
                  <a:lnTo>
                    <a:pt x="305968" y="40386"/>
                  </a:lnTo>
                  <a:lnTo>
                    <a:pt x="305968" y="44856"/>
                  </a:lnTo>
                  <a:lnTo>
                    <a:pt x="307848" y="46507"/>
                  </a:lnTo>
                  <a:lnTo>
                    <a:pt x="309994" y="46507"/>
                  </a:lnTo>
                  <a:lnTo>
                    <a:pt x="312254" y="46507"/>
                  </a:lnTo>
                  <a:lnTo>
                    <a:pt x="314058" y="44856"/>
                  </a:lnTo>
                  <a:lnTo>
                    <a:pt x="314058" y="40386"/>
                  </a:lnTo>
                  <a:close/>
                </a:path>
                <a:path w="431165" h="1273810">
                  <a:moveTo>
                    <a:pt x="324015" y="37541"/>
                  </a:moveTo>
                  <a:lnTo>
                    <a:pt x="322148" y="35699"/>
                  </a:lnTo>
                  <a:lnTo>
                    <a:pt x="317741" y="35699"/>
                  </a:lnTo>
                  <a:lnTo>
                    <a:pt x="316001" y="37541"/>
                  </a:lnTo>
                  <a:lnTo>
                    <a:pt x="316001" y="41694"/>
                  </a:lnTo>
                  <a:lnTo>
                    <a:pt x="317741" y="43586"/>
                  </a:lnTo>
                  <a:lnTo>
                    <a:pt x="320052" y="43586"/>
                  </a:lnTo>
                  <a:lnTo>
                    <a:pt x="322148" y="43586"/>
                  </a:lnTo>
                  <a:lnTo>
                    <a:pt x="324015" y="41694"/>
                  </a:lnTo>
                  <a:lnTo>
                    <a:pt x="324015" y="37541"/>
                  </a:lnTo>
                  <a:close/>
                </a:path>
                <a:path w="431165" h="1273810">
                  <a:moveTo>
                    <a:pt x="334505" y="38442"/>
                  </a:moveTo>
                  <a:lnTo>
                    <a:pt x="332587" y="36753"/>
                  </a:lnTo>
                  <a:lnTo>
                    <a:pt x="328358" y="36753"/>
                  </a:lnTo>
                  <a:lnTo>
                    <a:pt x="326504" y="38442"/>
                  </a:lnTo>
                  <a:lnTo>
                    <a:pt x="326504" y="42710"/>
                  </a:lnTo>
                  <a:lnTo>
                    <a:pt x="328358" y="44526"/>
                  </a:lnTo>
                  <a:lnTo>
                    <a:pt x="330403" y="44526"/>
                  </a:lnTo>
                  <a:lnTo>
                    <a:pt x="332587" y="44526"/>
                  </a:lnTo>
                  <a:lnTo>
                    <a:pt x="334505" y="42710"/>
                  </a:lnTo>
                  <a:lnTo>
                    <a:pt x="334505" y="38442"/>
                  </a:lnTo>
                  <a:close/>
                </a:path>
                <a:path w="431165" h="1273810">
                  <a:moveTo>
                    <a:pt x="337553" y="77203"/>
                  </a:moveTo>
                  <a:lnTo>
                    <a:pt x="337032" y="71132"/>
                  </a:lnTo>
                  <a:lnTo>
                    <a:pt x="332727" y="66992"/>
                  </a:lnTo>
                  <a:lnTo>
                    <a:pt x="331863" y="64820"/>
                  </a:lnTo>
                  <a:lnTo>
                    <a:pt x="329653" y="69037"/>
                  </a:lnTo>
                  <a:lnTo>
                    <a:pt x="327596" y="71640"/>
                  </a:lnTo>
                  <a:lnTo>
                    <a:pt x="327914" y="74891"/>
                  </a:lnTo>
                  <a:lnTo>
                    <a:pt x="328345" y="78308"/>
                  </a:lnTo>
                  <a:lnTo>
                    <a:pt x="331863" y="80645"/>
                  </a:lnTo>
                  <a:lnTo>
                    <a:pt x="333540" y="84035"/>
                  </a:lnTo>
                  <a:lnTo>
                    <a:pt x="335064" y="80149"/>
                  </a:lnTo>
                  <a:lnTo>
                    <a:pt x="337553" y="77203"/>
                  </a:lnTo>
                  <a:close/>
                </a:path>
                <a:path w="431165" h="1273810">
                  <a:moveTo>
                    <a:pt x="344360" y="41186"/>
                  </a:moveTo>
                  <a:lnTo>
                    <a:pt x="342633" y="39420"/>
                  </a:lnTo>
                  <a:lnTo>
                    <a:pt x="338074" y="39420"/>
                  </a:lnTo>
                  <a:lnTo>
                    <a:pt x="336359" y="41186"/>
                  </a:lnTo>
                  <a:lnTo>
                    <a:pt x="336359" y="45580"/>
                  </a:lnTo>
                  <a:lnTo>
                    <a:pt x="338074" y="47307"/>
                  </a:lnTo>
                  <a:lnTo>
                    <a:pt x="340296" y="47307"/>
                  </a:lnTo>
                  <a:lnTo>
                    <a:pt x="342633" y="47307"/>
                  </a:lnTo>
                  <a:lnTo>
                    <a:pt x="344360" y="45580"/>
                  </a:lnTo>
                  <a:lnTo>
                    <a:pt x="344360" y="41186"/>
                  </a:lnTo>
                  <a:close/>
                </a:path>
                <a:path w="431165" h="1273810">
                  <a:moveTo>
                    <a:pt x="353720" y="45440"/>
                  </a:moveTo>
                  <a:lnTo>
                    <a:pt x="351980" y="43878"/>
                  </a:lnTo>
                  <a:lnTo>
                    <a:pt x="347649" y="43878"/>
                  </a:lnTo>
                  <a:lnTo>
                    <a:pt x="345732" y="45440"/>
                  </a:lnTo>
                  <a:lnTo>
                    <a:pt x="345732" y="49872"/>
                  </a:lnTo>
                  <a:lnTo>
                    <a:pt x="347649" y="51689"/>
                  </a:lnTo>
                  <a:lnTo>
                    <a:pt x="349656" y="51689"/>
                  </a:lnTo>
                  <a:lnTo>
                    <a:pt x="351980" y="51689"/>
                  </a:lnTo>
                  <a:lnTo>
                    <a:pt x="353720" y="49872"/>
                  </a:lnTo>
                  <a:lnTo>
                    <a:pt x="353720" y="45440"/>
                  </a:lnTo>
                  <a:close/>
                </a:path>
                <a:path w="431165" h="1273810">
                  <a:moveTo>
                    <a:pt x="358990" y="22199"/>
                  </a:moveTo>
                  <a:lnTo>
                    <a:pt x="353961" y="23253"/>
                  </a:lnTo>
                  <a:lnTo>
                    <a:pt x="350113" y="27165"/>
                  </a:lnTo>
                  <a:lnTo>
                    <a:pt x="349097" y="32194"/>
                  </a:lnTo>
                  <a:lnTo>
                    <a:pt x="358990" y="32194"/>
                  </a:lnTo>
                  <a:lnTo>
                    <a:pt x="358990" y="22199"/>
                  </a:lnTo>
                  <a:close/>
                </a:path>
                <a:path w="431165" h="1273810">
                  <a:moveTo>
                    <a:pt x="359194" y="52082"/>
                  </a:moveTo>
                  <a:lnTo>
                    <a:pt x="357606" y="51841"/>
                  </a:lnTo>
                  <a:lnTo>
                    <a:pt x="356069" y="51346"/>
                  </a:lnTo>
                  <a:lnTo>
                    <a:pt x="354660" y="50787"/>
                  </a:lnTo>
                  <a:lnTo>
                    <a:pt x="354660" y="68884"/>
                  </a:lnTo>
                  <a:lnTo>
                    <a:pt x="359194" y="68884"/>
                  </a:lnTo>
                  <a:lnTo>
                    <a:pt x="359194" y="52082"/>
                  </a:lnTo>
                  <a:close/>
                </a:path>
                <a:path w="431165" h="1273810">
                  <a:moveTo>
                    <a:pt x="368490" y="50774"/>
                  </a:moveTo>
                  <a:lnTo>
                    <a:pt x="367004" y="51346"/>
                  </a:lnTo>
                  <a:lnTo>
                    <a:pt x="365569" y="51828"/>
                  </a:lnTo>
                  <a:lnTo>
                    <a:pt x="363855" y="52082"/>
                  </a:lnTo>
                  <a:lnTo>
                    <a:pt x="363855" y="68872"/>
                  </a:lnTo>
                  <a:lnTo>
                    <a:pt x="368490" y="68872"/>
                  </a:lnTo>
                  <a:lnTo>
                    <a:pt x="368490" y="50774"/>
                  </a:lnTo>
                  <a:close/>
                </a:path>
                <a:path w="431165" h="1273810">
                  <a:moveTo>
                    <a:pt x="372084" y="4114"/>
                  </a:moveTo>
                  <a:lnTo>
                    <a:pt x="369938" y="6832"/>
                  </a:lnTo>
                  <a:lnTo>
                    <a:pt x="366166" y="9245"/>
                  </a:lnTo>
                  <a:lnTo>
                    <a:pt x="362978" y="9880"/>
                  </a:lnTo>
                  <a:lnTo>
                    <a:pt x="363347" y="6400"/>
                  </a:lnTo>
                  <a:lnTo>
                    <a:pt x="365455" y="3568"/>
                  </a:lnTo>
                  <a:lnTo>
                    <a:pt x="368274" y="0"/>
                  </a:lnTo>
                  <a:lnTo>
                    <a:pt x="354850" y="0"/>
                  </a:lnTo>
                  <a:lnTo>
                    <a:pt x="357619" y="3568"/>
                  </a:lnTo>
                  <a:lnTo>
                    <a:pt x="359740" y="6400"/>
                  </a:lnTo>
                  <a:lnTo>
                    <a:pt x="360172" y="9880"/>
                  </a:lnTo>
                  <a:lnTo>
                    <a:pt x="356920" y="9245"/>
                  </a:lnTo>
                  <a:lnTo>
                    <a:pt x="353174" y="6832"/>
                  </a:lnTo>
                  <a:lnTo>
                    <a:pt x="351015" y="4114"/>
                  </a:lnTo>
                  <a:lnTo>
                    <a:pt x="351015" y="17754"/>
                  </a:lnTo>
                  <a:lnTo>
                    <a:pt x="353174" y="14846"/>
                  </a:lnTo>
                  <a:lnTo>
                    <a:pt x="356844" y="12395"/>
                  </a:lnTo>
                  <a:lnTo>
                    <a:pt x="360172" y="11925"/>
                  </a:lnTo>
                  <a:lnTo>
                    <a:pt x="359702" y="15367"/>
                  </a:lnTo>
                  <a:lnTo>
                    <a:pt x="357352" y="18453"/>
                  </a:lnTo>
                  <a:lnTo>
                    <a:pt x="354571" y="20612"/>
                  </a:lnTo>
                  <a:lnTo>
                    <a:pt x="368490" y="20612"/>
                  </a:lnTo>
                  <a:lnTo>
                    <a:pt x="365645" y="18453"/>
                  </a:lnTo>
                  <a:lnTo>
                    <a:pt x="363448" y="15367"/>
                  </a:lnTo>
                  <a:lnTo>
                    <a:pt x="362978" y="11925"/>
                  </a:lnTo>
                  <a:lnTo>
                    <a:pt x="366293" y="12395"/>
                  </a:lnTo>
                  <a:lnTo>
                    <a:pt x="369938" y="14846"/>
                  </a:lnTo>
                  <a:lnTo>
                    <a:pt x="372084" y="17754"/>
                  </a:lnTo>
                  <a:lnTo>
                    <a:pt x="372084" y="4114"/>
                  </a:lnTo>
                  <a:close/>
                </a:path>
                <a:path w="431165" h="1273810">
                  <a:moveTo>
                    <a:pt x="373849" y="37109"/>
                  </a:moveTo>
                  <a:lnTo>
                    <a:pt x="349224" y="37109"/>
                  </a:lnTo>
                  <a:lnTo>
                    <a:pt x="350507" y="42595"/>
                  </a:lnTo>
                  <a:lnTo>
                    <a:pt x="355485" y="46570"/>
                  </a:lnTo>
                  <a:lnTo>
                    <a:pt x="367588" y="46570"/>
                  </a:lnTo>
                  <a:lnTo>
                    <a:pt x="372643" y="42595"/>
                  </a:lnTo>
                  <a:lnTo>
                    <a:pt x="373849" y="37109"/>
                  </a:lnTo>
                  <a:close/>
                </a:path>
                <a:path w="431165" h="1273810">
                  <a:moveTo>
                    <a:pt x="374015" y="32194"/>
                  </a:moveTo>
                  <a:lnTo>
                    <a:pt x="373087" y="27165"/>
                  </a:lnTo>
                  <a:lnTo>
                    <a:pt x="369163" y="23380"/>
                  </a:lnTo>
                  <a:lnTo>
                    <a:pt x="364197" y="22199"/>
                  </a:lnTo>
                  <a:lnTo>
                    <a:pt x="364197" y="32194"/>
                  </a:lnTo>
                  <a:lnTo>
                    <a:pt x="374015" y="32194"/>
                  </a:lnTo>
                  <a:close/>
                </a:path>
                <a:path w="431165" h="1273810">
                  <a:moveTo>
                    <a:pt x="377444" y="45427"/>
                  </a:moveTo>
                  <a:lnTo>
                    <a:pt x="375589" y="43865"/>
                  </a:lnTo>
                  <a:lnTo>
                    <a:pt x="371144" y="43865"/>
                  </a:lnTo>
                  <a:lnTo>
                    <a:pt x="369366" y="45427"/>
                  </a:lnTo>
                  <a:lnTo>
                    <a:pt x="369366" y="47663"/>
                  </a:lnTo>
                  <a:lnTo>
                    <a:pt x="369366" y="49872"/>
                  </a:lnTo>
                  <a:lnTo>
                    <a:pt x="371144" y="51689"/>
                  </a:lnTo>
                  <a:lnTo>
                    <a:pt x="375589" y="51689"/>
                  </a:lnTo>
                  <a:lnTo>
                    <a:pt x="377444" y="49872"/>
                  </a:lnTo>
                  <a:lnTo>
                    <a:pt x="377444" y="45427"/>
                  </a:lnTo>
                  <a:close/>
                </a:path>
                <a:path w="431165" h="1273810">
                  <a:moveTo>
                    <a:pt x="386740" y="41186"/>
                  </a:moveTo>
                  <a:lnTo>
                    <a:pt x="384873" y="39420"/>
                  </a:lnTo>
                  <a:lnTo>
                    <a:pt x="380593" y="39420"/>
                  </a:lnTo>
                  <a:lnTo>
                    <a:pt x="378726" y="41186"/>
                  </a:lnTo>
                  <a:lnTo>
                    <a:pt x="378726" y="45580"/>
                  </a:lnTo>
                  <a:lnTo>
                    <a:pt x="380593" y="47307"/>
                  </a:lnTo>
                  <a:lnTo>
                    <a:pt x="382701" y="47307"/>
                  </a:lnTo>
                  <a:lnTo>
                    <a:pt x="384873" y="47307"/>
                  </a:lnTo>
                  <a:lnTo>
                    <a:pt x="386740" y="45580"/>
                  </a:lnTo>
                  <a:lnTo>
                    <a:pt x="386740" y="41186"/>
                  </a:lnTo>
                  <a:close/>
                </a:path>
                <a:path w="431165" h="1273810">
                  <a:moveTo>
                    <a:pt x="395592" y="71640"/>
                  </a:moveTo>
                  <a:lnTo>
                    <a:pt x="393585" y="69037"/>
                  </a:lnTo>
                  <a:lnTo>
                    <a:pt x="391363" y="64820"/>
                  </a:lnTo>
                  <a:lnTo>
                    <a:pt x="390550" y="66992"/>
                  </a:lnTo>
                  <a:lnTo>
                    <a:pt x="386181" y="71132"/>
                  </a:lnTo>
                  <a:lnTo>
                    <a:pt x="385559" y="77203"/>
                  </a:lnTo>
                  <a:lnTo>
                    <a:pt x="388239" y="80149"/>
                  </a:lnTo>
                  <a:lnTo>
                    <a:pt x="389712" y="84035"/>
                  </a:lnTo>
                  <a:lnTo>
                    <a:pt x="391363" y="80645"/>
                  </a:lnTo>
                  <a:lnTo>
                    <a:pt x="394995" y="78308"/>
                  </a:lnTo>
                  <a:lnTo>
                    <a:pt x="395592" y="71640"/>
                  </a:lnTo>
                  <a:close/>
                </a:path>
                <a:path w="431165" h="1273810">
                  <a:moveTo>
                    <a:pt x="396595" y="38442"/>
                  </a:moveTo>
                  <a:lnTo>
                    <a:pt x="394919" y="36753"/>
                  </a:lnTo>
                  <a:lnTo>
                    <a:pt x="390410" y="36753"/>
                  </a:lnTo>
                  <a:lnTo>
                    <a:pt x="388632" y="38442"/>
                  </a:lnTo>
                  <a:lnTo>
                    <a:pt x="388632" y="42710"/>
                  </a:lnTo>
                  <a:lnTo>
                    <a:pt x="390410" y="44526"/>
                  </a:lnTo>
                  <a:lnTo>
                    <a:pt x="392633" y="44526"/>
                  </a:lnTo>
                  <a:lnTo>
                    <a:pt x="394919" y="44526"/>
                  </a:lnTo>
                  <a:lnTo>
                    <a:pt x="396595" y="42710"/>
                  </a:lnTo>
                  <a:lnTo>
                    <a:pt x="396595" y="38442"/>
                  </a:lnTo>
                  <a:close/>
                </a:path>
                <a:path w="431165" h="1273810">
                  <a:moveTo>
                    <a:pt x="407123" y="37541"/>
                  </a:moveTo>
                  <a:lnTo>
                    <a:pt x="405218" y="35699"/>
                  </a:lnTo>
                  <a:lnTo>
                    <a:pt x="400888" y="35699"/>
                  </a:lnTo>
                  <a:lnTo>
                    <a:pt x="399161" y="37541"/>
                  </a:lnTo>
                  <a:lnTo>
                    <a:pt x="399161" y="41694"/>
                  </a:lnTo>
                  <a:lnTo>
                    <a:pt x="400888" y="43586"/>
                  </a:lnTo>
                  <a:lnTo>
                    <a:pt x="403199" y="43586"/>
                  </a:lnTo>
                  <a:lnTo>
                    <a:pt x="405218" y="43586"/>
                  </a:lnTo>
                  <a:lnTo>
                    <a:pt x="407123" y="41694"/>
                  </a:lnTo>
                  <a:lnTo>
                    <a:pt x="407123" y="37541"/>
                  </a:lnTo>
                  <a:close/>
                </a:path>
                <a:path w="431165" h="1273810">
                  <a:moveTo>
                    <a:pt x="417156" y="40386"/>
                  </a:moveTo>
                  <a:lnTo>
                    <a:pt x="415315" y="38684"/>
                  </a:lnTo>
                  <a:lnTo>
                    <a:pt x="410819" y="38684"/>
                  </a:lnTo>
                  <a:lnTo>
                    <a:pt x="409079" y="40386"/>
                  </a:lnTo>
                  <a:lnTo>
                    <a:pt x="409079" y="44856"/>
                  </a:lnTo>
                  <a:lnTo>
                    <a:pt x="410819" y="46507"/>
                  </a:lnTo>
                  <a:lnTo>
                    <a:pt x="413131" y="46507"/>
                  </a:lnTo>
                  <a:lnTo>
                    <a:pt x="415315" y="46507"/>
                  </a:lnTo>
                  <a:lnTo>
                    <a:pt x="417156" y="44856"/>
                  </a:lnTo>
                  <a:lnTo>
                    <a:pt x="417156" y="40386"/>
                  </a:lnTo>
                  <a:close/>
                </a:path>
                <a:path w="431165" h="1273810">
                  <a:moveTo>
                    <a:pt x="424954" y="47142"/>
                  </a:moveTo>
                  <a:lnTo>
                    <a:pt x="423075" y="45440"/>
                  </a:lnTo>
                  <a:lnTo>
                    <a:pt x="418706" y="45440"/>
                  </a:lnTo>
                  <a:lnTo>
                    <a:pt x="416941" y="47142"/>
                  </a:lnTo>
                  <a:lnTo>
                    <a:pt x="416941" y="51600"/>
                  </a:lnTo>
                  <a:lnTo>
                    <a:pt x="418706" y="53225"/>
                  </a:lnTo>
                  <a:lnTo>
                    <a:pt x="421005" y="53225"/>
                  </a:lnTo>
                  <a:lnTo>
                    <a:pt x="423075" y="53225"/>
                  </a:lnTo>
                  <a:lnTo>
                    <a:pt x="424954" y="51600"/>
                  </a:lnTo>
                  <a:lnTo>
                    <a:pt x="424954" y="47142"/>
                  </a:lnTo>
                  <a:close/>
                </a:path>
                <a:path w="431165" h="1273810">
                  <a:moveTo>
                    <a:pt x="428637" y="75158"/>
                  </a:moveTo>
                  <a:lnTo>
                    <a:pt x="426923" y="73393"/>
                  </a:lnTo>
                  <a:lnTo>
                    <a:pt x="424726" y="73393"/>
                  </a:lnTo>
                  <a:lnTo>
                    <a:pt x="422478" y="73393"/>
                  </a:lnTo>
                  <a:lnTo>
                    <a:pt x="420598" y="75158"/>
                  </a:lnTo>
                  <a:lnTo>
                    <a:pt x="420598" y="79552"/>
                  </a:lnTo>
                  <a:lnTo>
                    <a:pt x="422478" y="81330"/>
                  </a:lnTo>
                  <a:lnTo>
                    <a:pt x="426923" y="81330"/>
                  </a:lnTo>
                  <a:lnTo>
                    <a:pt x="428637" y="79552"/>
                  </a:lnTo>
                  <a:lnTo>
                    <a:pt x="428637" y="75158"/>
                  </a:lnTo>
                  <a:close/>
                </a:path>
                <a:path w="431165" h="1273810">
                  <a:moveTo>
                    <a:pt x="429285" y="56184"/>
                  </a:moveTo>
                  <a:lnTo>
                    <a:pt x="427507" y="54317"/>
                  </a:lnTo>
                  <a:lnTo>
                    <a:pt x="423075" y="54317"/>
                  </a:lnTo>
                  <a:lnTo>
                    <a:pt x="421360" y="56184"/>
                  </a:lnTo>
                  <a:lnTo>
                    <a:pt x="421360" y="58331"/>
                  </a:lnTo>
                  <a:lnTo>
                    <a:pt x="421360" y="60502"/>
                  </a:lnTo>
                  <a:lnTo>
                    <a:pt x="423075" y="62306"/>
                  </a:lnTo>
                  <a:lnTo>
                    <a:pt x="427507" y="62306"/>
                  </a:lnTo>
                  <a:lnTo>
                    <a:pt x="429285" y="60502"/>
                  </a:lnTo>
                  <a:lnTo>
                    <a:pt x="429285" y="56184"/>
                  </a:lnTo>
                  <a:close/>
                </a:path>
                <a:path w="431165" h="1273810">
                  <a:moveTo>
                    <a:pt x="430644" y="65735"/>
                  </a:moveTo>
                  <a:lnTo>
                    <a:pt x="428879" y="63995"/>
                  </a:lnTo>
                  <a:lnTo>
                    <a:pt x="426631" y="63995"/>
                  </a:lnTo>
                  <a:lnTo>
                    <a:pt x="424510" y="63995"/>
                  </a:lnTo>
                  <a:lnTo>
                    <a:pt x="422579" y="65735"/>
                  </a:lnTo>
                  <a:lnTo>
                    <a:pt x="422579" y="70129"/>
                  </a:lnTo>
                  <a:lnTo>
                    <a:pt x="424510" y="71742"/>
                  </a:lnTo>
                  <a:lnTo>
                    <a:pt x="428879" y="71742"/>
                  </a:lnTo>
                  <a:lnTo>
                    <a:pt x="430644" y="70129"/>
                  </a:lnTo>
                  <a:lnTo>
                    <a:pt x="430644" y="65735"/>
                  </a:lnTo>
                  <a:close/>
                </a:path>
              </a:pathLst>
            </a:custGeom>
            <a:solidFill>
              <a:srgbClr val="FFFFFF"/>
            </a:solidFill>
          </p:spPr>
          <p:txBody>
            <a:bodyPr wrap="square" lIns="0" tIns="0" rIns="0" bIns="0" rtlCol="0"/>
            <a:lstStyle/>
            <a:p>
              <a:endParaRPr/>
            </a:p>
          </p:txBody>
        </p:sp>
        <p:pic>
          <p:nvPicPr>
            <p:cNvPr id="8" name="object 8"/>
            <p:cNvPicPr>
              <a:picLocks noGrp="1" noRot="1" noMove="1" noResize="1" noEditPoints="1" noAdjustHandles="1" noChangeArrowheads="1" noChangeShapeType="1" noCrop="1"/>
            </p:cNvPicPr>
            <p:nvPr/>
          </p:nvPicPr>
          <p:blipFill>
            <a:blip r:embed="rId2" cstate="print"/>
            <a:stretch>
              <a:fillRect/>
            </a:stretch>
          </p:blipFill>
          <p:spPr>
            <a:xfrm>
              <a:off x="859313" y="758855"/>
              <a:ext cx="127684" cy="138549"/>
            </a:xfrm>
            <a:prstGeom prst="rect">
              <a:avLst/>
            </a:prstGeom>
          </p:spPr>
        </p:pic>
        <p:sp>
          <p:nvSpPr>
            <p:cNvPr id="9" name="object 9"/>
            <p:cNvSpPr>
              <a:spLocks noGrp="1" noRot="1" noMove="1" noResize="1" noEditPoints="1" noAdjustHandles="1" noChangeArrowheads="1" noChangeShapeType="1"/>
            </p:cNvSpPr>
            <p:nvPr/>
          </p:nvSpPr>
          <p:spPr>
            <a:xfrm>
              <a:off x="750720" y="833538"/>
              <a:ext cx="382905" cy="100965"/>
            </a:xfrm>
            <a:custGeom>
              <a:avLst/>
              <a:gdLst/>
              <a:ahLst/>
              <a:cxnLst/>
              <a:rect l="l" t="t" r="r" b="b"/>
              <a:pathLst>
                <a:path w="382905" h="100965">
                  <a:moveTo>
                    <a:pt x="191296" y="100680"/>
                  </a:moveTo>
                  <a:lnTo>
                    <a:pt x="141980" y="95797"/>
                  </a:lnTo>
                  <a:lnTo>
                    <a:pt x="116222" y="66004"/>
                  </a:lnTo>
                  <a:lnTo>
                    <a:pt x="108211" y="49550"/>
                  </a:lnTo>
                  <a:lnTo>
                    <a:pt x="108211" y="38518"/>
                  </a:lnTo>
                  <a:lnTo>
                    <a:pt x="119910" y="28106"/>
                  </a:lnTo>
                  <a:lnTo>
                    <a:pt x="109483" y="30361"/>
                  </a:lnTo>
                  <a:lnTo>
                    <a:pt x="98933" y="35024"/>
                  </a:lnTo>
                  <a:lnTo>
                    <a:pt x="88336" y="41244"/>
                  </a:lnTo>
                  <a:lnTo>
                    <a:pt x="61533" y="58575"/>
                  </a:lnTo>
                  <a:lnTo>
                    <a:pt x="47923" y="65679"/>
                  </a:lnTo>
                  <a:lnTo>
                    <a:pt x="41178" y="67616"/>
                  </a:lnTo>
                  <a:lnTo>
                    <a:pt x="28212" y="67616"/>
                  </a:lnTo>
                  <a:lnTo>
                    <a:pt x="6506" y="51161"/>
                  </a:lnTo>
                  <a:lnTo>
                    <a:pt x="348" y="48403"/>
                  </a:lnTo>
                  <a:lnTo>
                    <a:pt x="0" y="47551"/>
                  </a:lnTo>
                  <a:lnTo>
                    <a:pt x="522" y="45924"/>
                  </a:lnTo>
                  <a:lnTo>
                    <a:pt x="1409" y="45521"/>
                  </a:lnTo>
                  <a:lnTo>
                    <a:pt x="2216" y="45769"/>
                  </a:lnTo>
                  <a:lnTo>
                    <a:pt x="16212" y="46242"/>
                  </a:lnTo>
                  <a:lnTo>
                    <a:pt x="31341" y="41314"/>
                  </a:lnTo>
                  <a:lnTo>
                    <a:pt x="47137" y="32831"/>
                  </a:lnTo>
                  <a:lnTo>
                    <a:pt x="76300" y="14203"/>
                  </a:lnTo>
                  <a:lnTo>
                    <a:pt x="88981" y="6966"/>
                  </a:lnTo>
                  <a:lnTo>
                    <a:pt x="101041" y="1905"/>
                  </a:lnTo>
                  <a:lnTo>
                    <a:pt x="112343" y="0"/>
                  </a:lnTo>
                  <a:lnTo>
                    <a:pt x="117662" y="0"/>
                  </a:lnTo>
                  <a:lnTo>
                    <a:pt x="122364" y="1146"/>
                  </a:lnTo>
                  <a:lnTo>
                    <a:pt x="131531" y="5965"/>
                  </a:lnTo>
                  <a:lnTo>
                    <a:pt x="135346" y="10365"/>
                  </a:lnTo>
                  <a:lnTo>
                    <a:pt x="140223" y="21846"/>
                  </a:lnTo>
                  <a:lnTo>
                    <a:pt x="148946" y="35527"/>
                  </a:lnTo>
                  <a:lnTo>
                    <a:pt x="148946" y="41756"/>
                  </a:lnTo>
                  <a:lnTo>
                    <a:pt x="147870" y="44080"/>
                  </a:lnTo>
                  <a:lnTo>
                    <a:pt x="143136" y="48171"/>
                  </a:lnTo>
                  <a:lnTo>
                    <a:pt x="127526" y="56026"/>
                  </a:lnTo>
                  <a:lnTo>
                    <a:pt x="127272" y="58908"/>
                  </a:lnTo>
                  <a:lnTo>
                    <a:pt x="171766" y="68448"/>
                  </a:lnTo>
                  <a:lnTo>
                    <a:pt x="191296" y="69242"/>
                  </a:lnTo>
                  <a:lnTo>
                    <a:pt x="201286" y="69039"/>
                  </a:lnTo>
                  <a:lnTo>
                    <a:pt x="243526" y="63080"/>
                  </a:lnTo>
                  <a:lnTo>
                    <a:pt x="255511" y="59016"/>
                  </a:lnTo>
                  <a:lnTo>
                    <a:pt x="255020" y="57064"/>
                  </a:lnTo>
                  <a:lnTo>
                    <a:pt x="242307" y="50650"/>
                  </a:lnTo>
                  <a:lnTo>
                    <a:pt x="239441" y="48682"/>
                  </a:lnTo>
                  <a:lnTo>
                    <a:pt x="234945" y="44251"/>
                  </a:lnTo>
                  <a:lnTo>
                    <a:pt x="233726" y="41756"/>
                  </a:lnTo>
                  <a:lnTo>
                    <a:pt x="233726" y="35527"/>
                  </a:lnTo>
                  <a:lnTo>
                    <a:pt x="242560" y="21846"/>
                  </a:lnTo>
                  <a:lnTo>
                    <a:pt x="247389" y="10365"/>
                  </a:lnTo>
                  <a:lnTo>
                    <a:pt x="251236" y="5965"/>
                  </a:lnTo>
                  <a:lnTo>
                    <a:pt x="256096" y="3176"/>
                  </a:lnTo>
                  <a:lnTo>
                    <a:pt x="260260" y="1146"/>
                  </a:lnTo>
                  <a:lnTo>
                    <a:pt x="264962" y="0"/>
                  </a:lnTo>
                  <a:lnTo>
                    <a:pt x="270424" y="0"/>
                  </a:lnTo>
                  <a:lnTo>
                    <a:pt x="281660" y="1905"/>
                  </a:lnTo>
                  <a:lnTo>
                    <a:pt x="293697" y="6966"/>
                  </a:lnTo>
                  <a:lnTo>
                    <a:pt x="306376" y="14203"/>
                  </a:lnTo>
                  <a:lnTo>
                    <a:pt x="335500" y="32831"/>
                  </a:lnTo>
                  <a:lnTo>
                    <a:pt x="351306" y="41314"/>
                  </a:lnTo>
                  <a:lnTo>
                    <a:pt x="366475" y="46242"/>
                  </a:lnTo>
                  <a:lnTo>
                    <a:pt x="380535" y="45769"/>
                  </a:lnTo>
                  <a:lnTo>
                    <a:pt x="381311" y="45521"/>
                  </a:lnTo>
                  <a:lnTo>
                    <a:pt x="382182" y="45924"/>
                  </a:lnTo>
                  <a:lnTo>
                    <a:pt x="382467" y="46683"/>
                  </a:lnTo>
                  <a:lnTo>
                    <a:pt x="382688" y="47551"/>
                  </a:lnTo>
                  <a:lnTo>
                    <a:pt x="382324" y="48403"/>
                  </a:lnTo>
                  <a:lnTo>
                    <a:pt x="376166" y="51083"/>
                  </a:lnTo>
                  <a:lnTo>
                    <a:pt x="354460" y="67616"/>
                  </a:lnTo>
                  <a:lnTo>
                    <a:pt x="341510" y="67616"/>
                  </a:lnTo>
                  <a:lnTo>
                    <a:pt x="334860" y="65679"/>
                  </a:lnTo>
                  <a:lnTo>
                    <a:pt x="319456" y="57715"/>
                  </a:lnTo>
                  <a:lnTo>
                    <a:pt x="294434" y="41212"/>
                  </a:lnTo>
                  <a:lnTo>
                    <a:pt x="283777" y="34995"/>
                  </a:lnTo>
                  <a:lnTo>
                    <a:pt x="273188" y="30350"/>
                  </a:lnTo>
                  <a:lnTo>
                    <a:pt x="262746" y="28106"/>
                  </a:lnTo>
                  <a:lnTo>
                    <a:pt x="274968" y="38936"/>
                  </a:lnTo>
                  <a:lnTo>
                    <a:pt x="274968" y="49704"/>
                  </a:lnTo>
                  <a:lnTo>
                    <a:pt x="271216" y="56599"/>
                  </a:lnTo>
                  <a:lnTo>
                    <a:pt x="266593" y="66004"/>
                  </a:lnTo>
                  <a:lnTo>
                    <a:pt x="261099" y="86999"/>
                  </a:lnTo>
                  <a:lnTo>
                    <a:pt x="251078" y="92034"/>
                  </a:lnTo>
                  <a:lnTo>
                    <a:pt x="240766" y="95797"/>
                  </a:lnTo>
                  <a:lnTo>
                    <a:pt x="227326" y="98501"/>
                  </a:lnTo>
                  <a:lnTo>
                    <a:pt x="210816" y="100133"/>
                  </a:lnTo>
                  <a:lnTo>
                    <a:pt x="191296" y="100680"/>
                  </a:lnTo>
                  <a:close/>
                </a:path>
              </a:pathLst>
            </a:custGeom>
            <a:solidFill>
              <a:srgbClr val="FFFFFF"/>
            </a:solidFill>
          </p:spPr>
          <p:txBody>
            <a:bodyPr wrap="square" lIns="0" tIns="0" rIns="0" bIns="0" rtlCol="0"/>
            <a:lstStyle/>
            <a:p>
              <a:endParaRPr/>
            </a:p>
          </p:txBody>
        </p:sp>
        <p:pic>
          <p:nvPicPr>
            <p:cNvPr id="10" name="object 10"/>
            <p:cNvPicPr>
              <a:picLocks noGrp="1" noRot="1" noMove="1" noResize="1" noEditPoints="1" noAdjustHandles="1" noChangeArrowheads="1" noChangeShapeType="1" noCrop="1"/>
            </p:cNvPicPr>
            <p:nvPr/>
          </p:nvPicPr>
          <p:blipFill>
            <a:blip r:embed="rId3" cstate="print"/>
            <a:stretch>
              <a:fillRect/>
            </a:stretch>
          </p:blipFill>
          <p:spPr>
            <a:xfrm>
              <a:off x="864000" y="607992"/>
              <a:ext cx="162906" cy="217170"/>
            </a:xfrm>
            <a:prstGeom prst="rect">
              <a:avLst/>
            </a:prstGeom>
          </p:spPr>
        </p:pic>
        <p:sp>
          <p:nvSpPr>
            <p:cNvPr id="11" name="object 11"/>
            <p:cNvSpPr>
              <a:spLocks noGrp="1" noRot="1" noMove="1" noResize="1" noEditPoints="1" noAdjustHandles="1" noChangeArrowheads="1" noChangeShapeType="1"/>
            </p:cNvSpPr>
            <p:nvPr/>
          </p:nvSpPr>
          <p:spPr>
            <a:xfrm>
              <a:off x="702043" y="546036"/>
              <a:ext cx="492759" cy="325120"/>
            </a:xfrm>
            <a:custGeom>
              <a:avLst/>
              <a:gdLst/>
              <a:ahLst/>
              <a:cxnLst/>
              <a:rect l="l" t="t" r="r" b="b"/>
              <a:pathLst>
                <a:path w="492759" h="325119">
                  <a:moveTo>
                    <a:pt x="71945" y="28511"/>
                  </a:moveTo>
                  <a:lnTo>
                    <a:pt x="70612" y="27266"/>
                  </a:lnTo>
                  <a:lnTo>
                    <a:pt x="67449" y="27266"/>
                  </a:lnTo>
                  <a:lnTo>
                    <a:pt x="66065" y="28511"/>
                  </a:lnTo>
                  <a:lnTo>
                    <a:pt x="66065" y="31661"/>
                  </a:lnTo>
                  <a:lnTo>
                    <a:pt x="67449" y="32893"/>
                  </a:lnTo>
                  <a:lnTo>
                    <a:pt x="70612" y="32893"/>
                  </a:lnTo>
                  <a:lnTo>
                    <a:pt x="71945" y="31661"/>
                  </a:lnTo>
                  <a:lnTo>
                    <a:pt x="71945" y="30048"/>
                  </a:lnTo>
                  <a:lnTo>
                    <a:pt x="71945" y="28511"/>
                  </a:lnTo>
                  <a:close/>
                </a:path>
                <a:path w="492759" h="325119">
                  <a:moveTo>
                    <a:pt x="73012" y="36055"/>
                  </a:moveTo>
                  <a:lnTo>
                    <a:pt x="71653" y="34772"/>
                  </a:lnTo>
                  <a:lnTo>
                    <a:pt x="68478" y="34772"/>
                  </a:lnTo>
                  <a:lnTo>
                    <a:pt x="67106" y="36055"/>
                  </a:lnTo>
                  <a:lnTo>
                    <a:pt x="67106" y="39103"/>
                  </a:lnTo>
                  <a:lnTo>
                    <a:pt x="68478" y="40513"/>
                  </a:lnTo>
                  <a:lnTo>
                    <a:pt x="71653" y="40513"/>
                  </a:lnTo>
                  <a:lnTo>
                    <a:pt x="73012" y="39103"/>
                  </a:lnTo>
                  <a:lnTo>
                    <a:pt x="73012" y="37490"/>
                  </a:lnTo>
                  <a:lnTo>
                    <a:pt x="73012" y="36055"/>
                  </a:lnTo>
                  <a:close/>
                </a:path>
                <a:path w="492759" h="325119">
                  <a:moveTo>
                    <a:pt x="76466" y="22326"/>
                  </a:moveTo>
                  <a:lnTo>
                    <a:pt x="75107" y="21132"/>
                  </a:lnTo>
                  <a:lnTo>
                    <a:pt x="71945" y="21132"/>
                  </a:lnTo>
                  <a:lnTo>
                    <a:pt x="70688" y="22326"/>
                  </a:lnTo>
                  <a:lnTo>
                    <a:pt x="70688" y="25438"/>
                  </a:lnTo>
                  <a:lnTo>
                    <a:pt x="71945" y="26771"/>
                  </a:lnTo>
                  <a:lnTo>
                    <a:pt x="73596" y="26771"/>
                  </a:lnTo>
                  <a:lnTo>
                    <a:pt x="75107" y="26771"/>
                  </a:lnTo>
                  <a:lnTo>
                    <a:pt x="76466" y="25438"/>
                  </a:lnTo>
                  <a:lnTo>
                    <a:pt x="76466" y="22326"/>
                  </a:lnTo>
                  <a:close/>
                </a:path>
                <a:path w="492759" h="325119">
                  <a:moveTo>
                    <a:pt x="84124" y="21856"/>
                  </a:moveTo>
                  <a:lnTo>
                    <a:pt x="82880" y="20637"/>
                  </a:lnTo>
                  <a:lnTo>
                    <a:pt x="79679" y="20637"/>
                  </a:lnTo>
                  <a:lnTo>
                    <a:pt x="78409" y="21856"/>
                  </a:lnTo>
                  <a:lnTo>
                    <a:pt x="78409" y="24993"/>
                  </a:lnTo>
                  <a:lnTo>
                    <a:pt x="79679" y="26327"/>
                  </a:lnTo>
                  <a:lnTo>
                    <a:pt x="81229" y="26327"/>
                  </a:lnTo>
                  <a:lnTo>
                    <a:pt x="82880" y="26327"/>
                  </a:lnTo>
                  <a:lnTo>
                    <a:pt x="84124" y="24993"/>
                  </a:lnTo>
                  <a:lnTo>
                    <a:pt x="84124" y="21856"/>
                  </a:lnTo>
                  <a:close/>
                </a:path>
                <a:path w="492759" h="325119">
                  <a:moveTo>
                    <a:pt x="94157" y="24358"/>
                  </a:moveTo>
                  <a:lnTo>
                    <a:pt x="94043" y="20967"/>
                  </a:lnTo>
                  <a:lnTo>
                    <a:pt x="93319" y="19939"/>
                  </a:lnTo>
                  <a:lnTo>
                    <a:pt x="92087" y="19316"/>
                  </a:lnTo>
                  <a:lnTo>
                    <a:pt x="90779" y="18237"/>
                  </a:lnTo>
                  <a:lnTo>
                    <a:pt x="89103" y="16637"/>
                  </a:lnTo>
                  <a:lnTo>
                    <a:pt x="88595" y="16052"/>
                  </a:lnTo>
                  <a:lnTo>
                    <a:pt x="88112" y="15494"/>
                  </a:lnTo>
                  <a:lnTo>
                    <a:pt x="88163" y="15341"/>
                  </a:lnTo>
                  <a:lnTo>
                    <a:pt x="88265" y="15113"/>
                  </a:lnTo>
                  <a:lnTo>
                    <a:pt x="93243" y="15494"/>
                  </a:lnTo>
                  <a:lnTo>
                    <a:pt x="93179" y="15341"/>
                  </a:lnTo>
                  <a:lnTo>
                    <a:pt x="93091" y="15113"/>
                  </a:lnTo>
                  <a:lnTo>
                    <a:pt x="92456" y="13474"/>
                  </a:lnTo>
                  <a:lnTo>
                    <a:pt x="91262" y="10426"/>
                  </a:lnTo>
                  <a:lnTo>
                    <a:pt x="87731" y="13474"/>
                  </a:lnTo>
                  <a:lnTo>
                    <a:pt x="87363" y="13474"/>
                  </a:lnTo>
                  <a:lnTo>
                    <a:pt x="87083" y="8115"/>
                  </a:lnTo>
                  <a:lnTo>
                    <a:pt x="82042" y="9906"/>
                  </a:lnTo>
                  <a:lnTo>
                    <a:pt x="85382" y="13995"/>
                  </a:lnTo>
                  <a:lnTo>
                    <a:pt x="85242" y="14224"/>
                  </a:lnTo>
                  <a:lnTo>
                    <a:pt x="85242" y="14376"/>
                  </a:lnTo>
                  <a:lnTo>
                    <a:pt x="80759" y="14630"/>
                  </a:lnTo>
                  <a:lnTo>
                    <a:pt x="83185" y="19697"/>
                  </a:lnTo>
                  <a:lnTo>
                    <a:pt x="86080" y="16052"/>
                  </a:lnTo>
                  <a:lnTo>
                    <a:pt x="86220" y="16052"/>
                  </a:lnTo>
                  <a:lnTo>
                    <a:pt x="86347" y="16637"/>
                  </a:lnTo>
                  <a:lnTo>
                    <a:pt x="86588" y="17881"/>
                  </a:lnTo>
                  <a:lnTo>
                    <a:pt x="86715" y="19697"/>
                  </a:lnTo>
                  <a:lnTo>
                    <a:pt x="86791" y="24358"/>
                  </a:lnTo>
                  <a:lnTo>
                    <a:pt x="88392" y="26060"/>
                  </a:lnTo>
                  <a:lnTo>
                    <a:pt x="92506" y="26060"/>
                  </a:lnTo>
                  <a:lnTo>
                    <a:pt x="94157" y="24358"/>
                  </a:lnTo>
                  <a:close/>
                </a:path>
                <a:path w="492759" h="325119">
                  <a:moveTo>
                    <a:pt x="100431" y="15557"/>
                  </a:moveTo>
                  <a:lnTo>
                    <a:pt x="99174" y="14630"/>
                  </a:lnTo>
                  <a:lnTo>
                    <a:pt x="98107" y="13474"/>
                  </a:lnTo>
                  <a:lnTo>
                    <a:pt x="96126" y="13474"/>
                  </a:lnTo>
                  <a:lnTo>
                    <a:pt x="95008" y="14630"/>
                  </a:lnTo>
                  <a:lnTo>
                    <a:pt x="93941" y="15557"/>
                  </a:lnTo>
                  <a:lnTo>
                    <a:pt x="93941" y="17360"/>
                  </a:lnTo>
                  <a:lnTo>
                    <a:pt x="95084" y="18605"/>
                  </a:lnTo>
                  <a:lnTo>
                    <a:pt x="96126" y="19685"/>
                  </a:lnTo>
                  <a:lnTo>
                    <a:pt x="98107" y="19685"/>
                  </a:lnTo>
                  <a:lnTo>
                    <a:pt x="99174" y="18516"/>
                  </a:lnTo>
                  <a:lnTo>
                    <a:pt x="100431" y="17360"/>
                  </a:lnTo>
                  <a:lnTo>
                    <a:pt x="100431" y="15557"/>
                  </a:lnTo>
                  <a:close/>
                </a:path>
                <a:path w="492759" h="325119">
                  <a:moveTo>
                    <a:pt x="106845" y="10795"/>
                  </a:moveTo>
                  <a:lnTo>
                    <a:pt x="105765" y="9817"/>
                  </a:lnTo>
                  <a:lnTo>
                    <a:pt x="104559" y="8572"/>
                  </a:lnTo>
                  <a:lnTo>
                    <a:pt x="102730" y="8572"/>
                  </a:lnTo>
                  <a:lnTo>
                    <a:pt x="101536" y="9817"/>
                  </a:lnTo>
                  <a:lnTo>
                    <a:pt x="100457" y="10795"/>
                  </a:lnTo>
                  <a:lnTo>
                    <a:pt x="100457" y="12661"/>
                  </a:lnTo>
                  <a:lnTo>
                    <a:pt x="101536" y="13906"/>
                  </a:lnTo>
                  <a:lnTo>
                    <a:pt x="102730" y="14859"/>
                  </a:lnTo>
                  <a:lnTo>
                    <a:pt x="104559" y="14859"/>
                  </a:lnTo>
                  <a:lnTo>
                    <a:pt x="105765" y="13906"/>
                  </a:lnTo>
                  <a:lnTo>
                    <a:pt x="106845" y="12661"/>
                  </a:lnTo>
                  <a:lnTo>
                    <a:pt x="106845" y="10795"/>
                  </a:lnTo>
                  <a:close/>
                </a:path>
                <a:path w="492759" h="325119">
                  <a:moveTo>
                    <a:pt x="114452" y="12128"/>
                  </a:moveTo>
                  <a:lnTo>
                    <a:pt x="113347" y="10960"/>
                  </a:lnTo>
                  <a:lnTo>
                    <a:pt x="112191" y="9906"/>
                  </a:lnTo>
                  <a:lnTo>
                    <a:pt x="110337" y="9906"/>
                  </a:lnTo>
                  <a:lnTo>
                    <a:pt x="109321" y="10960"/>
                  </a:lnTo>
                  <a:lnTo>
                    <a:pt x="108089" y="12128"/>
                  </a:lnTo>
                  <a:lnTo>
                    <a:pt x="108216" y="13995"/>
                  </a:lnTo>
                  <a:lnTo>
                    <a:pt x="110464" y="16052"/>
                  </a:lnTo>
                  <a:lnTo>
                    <a:pt x="112318" y="16052"/>
                  </a:lnTo>
                  <a:lnTo>
                    <a:pt x="113347" y="15024"/>
                  </a:lnTo>
                  <a:lnTo>
                    <a:pt x="114452" y="13995"/>
                  </a:lnTo>
                  <a:lnTo>
                    <a:pt x="114452" y="12128"/>
                  </a:lnTo>
                  <a:close/>
                </a:path>
                <a:path w="492759" h="325119">
                  <a:moveTo>
                    <a:pt x="118529" y="23126"/>
                  </a:moveTo>
                  <a:lnTo>
                    <a:pt x="114071" y="23393"/>
                  </a:lnTo>
                  <a:lnTo>
                    <a:pt x="115328" y="25158"/>
                  </a:lnTo>
                  <a:lnTo>
                    <a:pt x="115722" y="25984"/>
                  </a:lnTo>
                  <a:lnTo>
                    <a:pt x="115836" y="27457"/>
                  </a:lnTo>
                  <a:lnTo>
                    <a:pt x="115011" y="27051"/>
                  </a:lnTo>
                  <a:lnTo>
                    <a:pt x="113855" y="26162"/>
                  </a:lnTo>
                  <a:lnTo>
                    <a:pt x="112826" y="24726"/>
                  </a:lnTo>
                  <a:lnTo>
                    <a:pt x="112941" y="26162"/>
                  </a:lnTo>
                  <a:lnTo>
                    <a:pt x="113042" y="27457"/>
                  </a:lnTo>
                  <a:lnTo>
                    <a:pt x="113157" y="28829"/>
                  </a:lnTo>
                  <a:lnTo>
                    <a:pt x="113258" y="30035"/>
                  </a:lnTo>
                  <a:lnTo>
                    <a:pt x="113322" y="30848"/>
                  </a:lnTo>
                  <a:lnTo>
                    <a:pt x="113398" y="31127"/>
                  </a:lnTo>
                  <a:lnTo>
                    <a:pt x="114071" y="30035"/>
                  </a:lnTo>
                  <a:lnTo>
                    <a:pt x="114198" y="29908"/>
                  </a:lnTo>
                  <a:lnTo>
                    <a:pt x="114782" y="29235"/>
                  </a:lnTo>
                  <a:lnTo>
                    <a:pt x="115836" y="28829"/>
                  </a:lnTo>
                  <a:lnTo>
                    <a:pt x="115722" y="31127"/>
                  </a:lnTo>
                  <a:lnTo>
                    <a:pt x="115608" y="33248"/>
                  </a:lnTo>
                  <a:lnTo>
                    <a:pt x="113855" y="34925"/>
                  </a:lnTo>
                  <a:lnTo>
                    <a:pt x="112318" y="35242"/>
                  </a:lnTo>
                  <a:lnTo>
                    <a:pt x="111023" y="35496"/>
                  </a:lnTo>
                  <a:lnTo>
                    <a:pt x="110426" y="35496"/>
                  </a:lnTo>
                  <a:lnTo>
                    <a:pt x="109093" y="34429"/>
                  </a:lnTo>
                  <a:lnTo>
                    <a:pt x="109029" y="34036"/>
                  </a:lnTo>
                  <a:lnTo>
                    <a:pt x="108940" y="33528"/>
                  </a:lnTo>
                  <a:lnTo>
                    <a:pt x="108889" y="33248"/>
                  </a:lnTo>
                  <a:lnTo>
                    <a:pt x="108775" y="32537"/>
                  </a:lnTo>
                  <a:lnTo>
                    <a:pt x="108534" y="31127"/>
                  </a:lnTo>
                  <a:lnTo>
                    <a:pt x="108915" y="30848"/>
                  </a:lnTo>
                  <a:lnTo>
                    <a:pt x="110197" y="29908"/>
                  </a:lnTo>
                  <a:lnTo>
                    <a:pt x="112014" y="31648"/>
                  </a:lnTo>
                  <a:lnTo>
                    <a:pt x="112039" y="31369"/>
                  </a:lnTo>
                  <a:lnTo>
                    <a:pt x="112153" y="29908"/>
                  </a:lnTo>
                  <a:lnTo>
                    <a:pt x="112191" y="29489"/>
                  </a:lnTo>
                  <a:lnTo>
                    <a:pt x="112204" y="29235"/>
                  </a:lnTo>
                  <a:lnTo>
                    <a:pt x="112318" y="27774"/>
                  </a:lnTo>
                  <a:lnTo>
                    <a:pt x="109004" y="27774"/>
                  </a:lnTo>
                  <a:lnTo>
                    <a:pt x="107619" y="29235"/>
                  </a:lnTo>
                  <a:lnTo>
                    <a:pt x="109321" y="25615"/>
                  </a:lnTo>
                  <a:lnTo>
                    <a:pt x="109207" y="25158"/>
                  </a:lnTo>
                  <a:lnTo>
                    <a:pt x="109080" y="24726"/>
                  </a:lnTo>
                  <a:lnTo>
                    <a:pt x="109029" y="24561"/>
                  </a:lnTo>
                  <a:lnTo>
                    <a:pt x="108597" y="22974"/>
                  </a:lnTo>
                  <a:lnTo>
                    <a:pt x="105181" y="21132"/>
                  </a:lnTo>
                  <a:lnTo>
                    <a:pt x="102971" y="24561"/>
                  </a:lnTo>
                  <a:lnTo>
                    <a:pt x="103035" y="24726"/>
                  </a:lnTo>
                  <a:lnTo>
                    <a:pt x="103911" y="27051"/>
                  </a:lnTo>
                  <a:lnTo>
                    <a:pt x="106489" y="29489"/>
                  </a:lnTo>
                  <a:lnTo>
                    <a:pt x="103911" y="28333"/>
                  </a:lnTo>
                  <a:lnTo>
                    <a:pt x="101536" y="30492"/>
                  </a:lnTo>
                  <a:lnTo>
                    <a:pt x="103911" y="33528"/>
                  </a:lnTo>
                  <a:lnTo>
                    <a:pt x="103962" y="33248"/>
                  </a:lnTo>
                  <a:lnTo>
                    <a:pt x="104432" y="30848"/>
                  </a:lnTo>
                  <a:lnTo>
                    <a:pt x="106730" y="31369"/>
                  </a:lnTo>
                  <a:lnTo>
                    <a:pt x="106794" y="31648"/>
                  </a:lnTo>
                  <a:lnTo>
                    <a:pt x="107632" y="35242"/>
                  </a:lnTo>
                  <a:lnTo>
                    <a:pt x="105879" y="37414"/>
                  </a:lnTo>
                  <a:lnTo>
                    <a:pt x="99047" y="39535"/>
                  </a:lnTo>
                  <a:lnTo>
                    <a:pt x="98971" y="39382"/>
                  </a:lnTo>
                  <a:lnTo>
                    <a:pt x="97599" y="36906"/>
                  </a:lnTo>
                  <a:lnTo>
                    <a:pt x="96939" y="35496"/>
                  </a:lnTo>
                  <a:lnTo>
                    <a:pt x="96824" y="35242"/>
                  </a:lnTo>
                  <a:lnTo>
                    <a:pt x="96672" y="34925"/>
                  </a:lnTo>
                  <a:lnTo>
                    <a:pt x="96710" y="34683"/>
                  </a:lnTo>
                  <a:lnTo>
                    <a:pt x="97485" y="34188"/>
                  </a:lnTo>
                  <a:lnTo>
                    <a:pt x="99631" y="34429"/>
                  </a:lnTo>
                  <a:lnTo>
                    <a:pt x="101879" y="35737"/>
                  </a:lnTo>
                  <a:lnTo>
                    <a:pt x="102006" y="35737"/>
                  </a:lnTo>
                  <a:lnTo>
                    <a:pt x="101930" y="35496"/>
                  </a:lnTo>
                  <a:lnTo>
                    <a:pt x="101854" y="35242"/>
                  </a:lnTo>
                  <a:lnTo>
                    <a:pt x="101739" y="34925"/>
                  </a:lnTo>
                  <a:lnTo>
                    <a:pt x="101663" y="34683"/>
                  </a:lnTo>
                  <a:lnTo>
                    <a:pt x="101574" y="34429"/>
                  </a:lnTo>
                  <a:lnTo>
                    <a:pt x="101180" y="33248"/>
                  </a:lnTo>
                  <a:lnTo>
                    <a:pt x="99936" y="29489"/>
                  </a:lnTo>
                  <a:lnTo>
                    <a:pt x="99174" y="31648"/>
                  </a:lnTo>
                  <a:lnTo>
                    <a:pt x="98005" y="32537"/>
                  </a:lnTo>
                  <a:lnTo>
                    <a:pt x="98285" y="32537"/>
                  </a:lnTo>
                  <a:lnTo>
                    <a:pt x="96304" y="33248"/>
                  </a:lnTo>
                  <a:lnTo>
                    <a:pt x="96037" y="33248"/>
                  </a:lnTo>
                  <a:lnTo>
                    <a:pt x="96113" y="30848"/>
                  </a:lnTo>
                  <a:lnTo>
                    <a:pt x="97243" y="27774"/>
                  </a:lnTo>
                  <a:lnTo>
                    <a:pt x="89408" y="30848"/>
                  </a:lnTo>
                  <a:lnTo>
                    <a:pt x="92862" y="32537"/>
                  </a:lnTo>
                  <a:lnTo>
                    <a:pt x="93573" y="33248"/>
                  </a:lnTo>
                  <a:lnTo>
                    <a:pt x="94259" y="34036"/>
                  </a:lnTo>
                  <a:lnTo>
                    <a:pt x="94500" y="34036"/>
                  </a:lnTo>
                  <a:lnTo>
                    <a:pt x="92570" y="34683"/>
                  </a:lnTo>
                  <a:lnTo>
                    <a:pt x="91084" y="34925"/>
                  </a:lnTo>
                  <a:lnTo>
                    <a:pt x="88684" y="34036"/>
                  </a:lnTo>
                  <a:lnTo>
                    <a:pt x="91757" y="39992"/>
                  </a:lnTo>
                  <a:lnTo>
                    <a:pt x="91871" y="39535"/>
                  </a:lnTo>
                  <a:lnTo>
                    <a:pt x="91986" y="39103"/>
                  </a:lnTo>
                  <a:lnTo>
                    <a:pt x="92049" y="38862"/>
                  </a:lnTo>
                  <a:lnTo>
                    <a:pt x="92138" y="38557"/>
                  </a:lnTo>
                  <a:lnTo>
                    <a:pt x="92252" y="38125"/>
                  </a:lnTo>
                  <a:lnTo>
                    <a:pt x="92303" y="37922"/>
                  </a:lnTo>
                  <a:lnTo>
                    <a:pt x="92506" y="37134"/>
                  </a:lnTo>
                  <a:lnTo>
                    <a:pt x="93941" y="35496"/>
                  </a:lnTo>
                  <a:lnTo>
                    <a:pt x="95008" y="35496"/>
                  </a:lnTo>
                  <a:lnTo>
                    <a:pt x="95097" y="35737"/>
                  </a:lnTo>
                  <a:lnTo>
                    <a:pt x="96672" y="40513"/>
                  </a:lnTo>
                  <a:lnTo>
                    <a:pt x="92227" y="42557"/>
                  </a:lnTo>
                  <a:lnTo>
                    <a:pt x="91262" y="43154"/>
                  </a:lnTo>
                  <a:lnTo>
                    <a:pt x="90538" y="43548"/>
                  </a:lnTo>
                  <a:lnTo>
                    <a:pt x="89154" y="43548"/>
                  </a:lnTo>
                  <a:lnTo>
                    <a:pt x="87363" y="43307"/>
                  </a:lnTo>
                  <a:lnTo>
                    <a:pt x="87274" y="43154"/>
                  </a:lnTo>
                  <a:lnTo>
                    <a:pt x="86436" y="41821"/>
                  </a:lnTo>
                  <a:lnTo>
                    <a:pt x="85953" y="41008"/>
                  </a:lnTo>
                  <a:lnTo>
                    <a:pt x="85356" y="39992"/>
                  </a:lnTo>
                  <a:lnTo>
                    <a:pt x="85864" y="39103"/>
                  </a:lnTo>
                  <a:lnTo>
                    <a:pt x="86169" y="38557"/>
                  </a:lnTo>
                  <a:lnTo>
                    <a:pt x="86525" y="37922"/>
                  </a:lnTo>
                  <a:lnTo>
                    <a:pt x="88760" y="39535"/>
                  </a:lnTo>
                  <a:lnTo>
                    <a:pt x="88722" y="39103"/>
                  </a:lnTo>
                  <a:lnTo>
                    <a:pt x="88607" y="37922"/>
                  </a:lnTo>
                  <a:lnTo>
                    <a:pt x="88506" y="36906"/>
                  </a:lnTo>
                  <a:lnTo>
                    <a:pt x="88392" y="35737"/>
                  </a:lnTo>
                  <a:lnTo>
                    <a:pt x="85039" y="35737"/>
                  </a:lnTo>
                  <a:lnTo>
                    <a:pt x="84124" y="38557"/>
                  </a:lnTo>
                  <a:lnTo>
                    <a:pt x="84226" y="34683"/>
                  </a:lnTo>
                  <a:lnTo>
                    <a:pt x="83185" y="32537"/>
                  </a:lnTo>
                  <a:lnTo>
                    <a:pt x="79006" y="31369"/>
                  </a:lnTo>
                  <a:lnTo>
                    <a:pt x="78930" y="31648"/>
                  </a:lnTo>
                  <a:lnTo>
                    <a:pt x="78193" y="34429"/>
                  </a:lnTo>
                  <a:lnTo>
                    <a:pt x="78130" y="35496"/>
                  </a:lnTo>
                  <a:lnTo>
                    <a:pt x="79324" y="37414"/>
                  </a:lnTo>
                  <a:lnTo>
                    <a:pt x="83261" y="39103"/>
                  </a:lnTo>
                  <a:lnTo>
                    <a:pt x="81038" y="38862"/>
                  </a:lnTo>
                  <a:lnTo>
                    <a:pt x="78663" y="41008"/>
                  </a:lnTo>
                  <a:lnTo>
                    <a:pt x="81686" y="43548"/>
                  </a:lnTo>
                  <a:lnTo>
                    <a:pt x="81686" y="41351"/>
                  </a:lnTo>
                  <a:lnTo>
                    <a:pt x="83705" y="41008"/>
                  </a:lnTo>
                  <a:lnTo>
                    <a:pt x="84886" y="42557"/>
                  </a:lnTo>
                  <a:lnTo>
                    <a:pt x="85572" y="43548"/>
                  </a:lnTo>
                  <a:lnTo>
                    <a:pt x="85572" y="44246"/>
                  </a:lnTo>
                  <a:lnTo>
                    <a:pt x="85432" y="45504"/>
                  </a:lnTo>
                  <a:lnTo>
                    <a:pt x="83934" y="46558"/>
                  </a:lnTo>
                  <a:lnTo>
                    <a:pt x="82905" y="47244"/>
                  </a:lnTo>
                  <a:lnTo>
                    <a:pt x="80149" y="47244"/>
                  </a:lnTo>
                  <a:lnTo>
                    <a:pt x="76949" y="44246"/>
                  </a:lnTo>
                  <a:lnTo>
                    <a:pt x="77609" y="43967"/>
                  </a:lnTo>
                  <a:lnTo>
                    <a:pt x="78574" y="43967"/>
                  </a:lnTo>
                  <a:lnTo>
                    <a:pt x="79921" y="44246"/>
                  </a:lnTo>
                  <a:lnTo>
                    <a:pt x="80289" y="44246"/>
                  </a:lnTo>
                  <a:lnTo>
                    <a:pt x="80048" y="43967"/>
                  </a:lnTo>
                  <a:lnTo>
                    <a:pt x="79349" y="43154"/>
                  </a:lnTo>
                  <a:lnTo>
                    <a:pt x="76631" y="39992"/>
                  </a:lnTo>
                  <a:lnTo>
                    <a:pt x="76136" y="39535"/>
                  </a:lnTo>
                  <a:lnTo>
                    <a:pt x="76200" y="42557"/>
                  </a:lnTo>
                  <a:lnTo>
                    <a:pt x="75831" y="43154"/>
                  </a:lnTo>
                  <a:lnTo>
                    <a:pt x="74396" y="39992"/>
                  </a:lnTo>
                  <a:lnTo>
                    <a:pt x="74269" y="39382"/>
                  </a:lnTo>
                  <a:lnTo>
                    <a:pt x="71056" y="42075"/>
                  </a:lnTo>
                  <a:lnTo>
                    <a:pt x="70827" y="42075"/>
                  </a:lnTo>
                  <a:lnTo>
                    <a:pt x="74041" y="43967"/>
                  </a:lnTo>
                  <a:lnTo>
                    <a:pt x="77660" y="46913"/>
                  </a:lnTo>
                  <a:lnTo>
                    <a:pt x="81965" y="52768"/>
                  </a:lnTo>
                  <a:lnTo>
                    <a:pt x="86372" y="49885"/>
                  </a:lnTo>
                  <a:lnTo>
                    <a:pt x="92011" y="47244"/>
                  </a:lnTo>
                  <a:lnTo>
                    <a:pt x="94424" y="46113"/>
                  </a:lnTo>
                  <a:lnTo>
                    <a:pt x="99644" y="43967"/>
                  </a:lnTo>
                  <a:lnTo>
                    <a:pt x="100736" y="43548"/>
                  </a:lnTo>
                  <a:lnTo>
                    <a:pt x="104559" y="42075"/>
                  </a:lnTo>
                  <a:lnTo>
                    <a:pt x="112534" y="39535"/>
                  </a:lnTo>
                  <a:lnTo>
                    <a:pt x="113017" y="39382"/>
                  </a:lnTo>
                  <a:lnTo>
                    <a:pt x="118211" y="38125"/>
                  </a:lnTo>
                  <a:lnTo>
                    <a:pt x="118097" y="37414"/>
                  </a:lnTo>
                  <a:lnTo>
                    <a:pt x="118021" y="36906"/>
                  </a:lnTo>
                  <a:lnTo>
                    <a:pt x="117805" y="35496"/>
                  </a:lnTo>
                  <a:lnTo>
                    <a:pt x="117678" y="34683"/>
                  </a:lnTo>
                  <a:lnTo>
                    <a:pt x="117576" y="34036"/>
                  </a:lnTo>
                  <a:lnTo>
                    <a:pt x="117462" y="33248"/>
                  </a:lnTo>
                  <a:lnTo>
                    <a:pt x="117348" y="32537"/>
                  </a:lnTo>
                  <a:lnTo>
                    <a:pt x="117208" y="31648"/>
                  </a:lnTo>
                  <a:lnTo>
                    <a:pt x="117271" y="30035"/>
                  </a:lnTo>
                  <a:lnTo>
                    <a:pt x="117335" y="29489"/>
                  </a:lnTo>
                  <a:lnTo>
                    <a:pt x="117424" y="28829"/>
                  </a:lnTo>
                  <a:lnTo>
                    <a:pt x="117487" y="28333"/>
                  </a:lnTo>
                  <a:lnTo>
                    <a:pt x="117602" y="27457"/>
                  </a:lnTo>
                  <a:lnTo>
                    <a:pt x="117690" y="26771"/>
                  </a:lnTo>
                  <a:lnTo>
                    <a:pt x="118529" y="23126"/>
                  </a:lnTo>
                  <a:close/>
                </a:path>
                <a:path w="492759" h="325119">
                  <a:moveTo>
                    <a:pt x="119253" y="18161"/>
                  </a:moveTo>
                  <a:lnTo>
                    <a:pt x="118110" y="16916"/>
                  </a:lnTo>
                  <a:lnTo>
                    <a:pt x="116979" y="15887"/>
                  </a:lnTo>
                  <a:lnTo>
                    <a:pt x="115150" y="15887"/>
                  </a:lnTo>
                  <a:lnTo>
                    <a:pt x="113944" y="16916"/>
                  </a:lnTo>
                  <a:lnTo>
                    <a:pt x="112903" y="18161"/>
                  </a:lnTo>
                  <a:lnTo>
                    <a:pt x="112903" y="20040"/>
                  </a:lnTo>
                  <a:lnTo>
                    <a:pt x="113944" y="21145"/>
                  </a:lnTo>
                  <a:lnTo>
                    <a:pt x="115150" y="22085"/>
                  </a:lnTo>
                  <a:lnTo>
                    <a:pt x="116979" y="22085"/>
                  </a:lnTo>
                  <a:lnTo>
                    <a:pt x="118110" y="21031"/>
                  </a:lnTo>
                  <a:lnTo>
                    <a:pt x="119253" y="20040"/>
                  </a:lnTo>
                  <a:lnTo>
                    <a:pt x="119253" y="18161"/>
                  </a:lnTo>
                  <a:close/>
                </a:path>
                <a:path w="492759" h="325119">
                  <a:moveTo>
                    <a:pt x="179311" y="207314"/>
                  </a:moveTo>
                  <a:lnTo>
                    <a:pt x="176161" y="206044"/>
                  </a:lnTo>
                  <a:lnTo>
                    <a:pt x="177507" y="202234"/>
                  </a:lnTo>
                  <a:lnTo>
                    <a:pt x="178765" y="199694"/>
                  </a:lnTo>
                  <a:lnTo>
                    <a:pt x="174840" y="197154"/>
                  </a:lnTo>
                  <a:lnTo>
                    <a:pt x="172885" y="195884"/>
                  </a:lnTo>
                  <a:lnTo>
                    <a:pt x="171792" y="188264"/>
                  </a:lnTo>
                  <a:lnTo>
                    <a:pt x="171602" y="186994"/>
                  </a:lnTo>
                  <a:lnTo>
                    <a:pt x="172186" y="183184"/>
                  </a:lnTo>
                  <a:lnTo>
                    <a:pt x="167233" y="176834"/>
                  </a:lnTo>
                  <a:lnTo>
                    <a:pt x="162941" y="173024"/>
                  </a:lnTo>
                  <a:lnTo>
                    <a:pt x="161518" y="171754"/>
                  </a:lnTo>
                  <a:lnTo>
                    <a:pt x="139700" y="147624"/>
                  </a:lnTo>
                  <a:lnTo>
                    <a:pt x="144119" y="147624"/>
                  </a:lnTo>
                  <a:lnTo>
                    <a:pt x="147243" y="150164"/>
                  </a:lnTo>
                  <a:lnTo>
                    <a:pt x="149161" y="151434"/>
                  </a:lnTo>
                  <a:lnTo>
                    <a:pt x="152844" y="155244"/>
                  </a:lnTo>
                  <a:lnTo>
                    <a:pt x="156222" y="159054"/>
                  </a:lnTo>
                  <a:lnTo>
                    <a:pt x="159893" y="150164"/>
                  </a:lnTo>
                  <a:lnTo>
                    <a:pt x="161569" y="147624"/>
                  </a:lnTo>
                  <a:lnTo>
                    <a:pt x="164096" y="143814"/>
                  </a:lnTo>
                  <a:lnTo>
                    <a:pt x="168948" y="136194"/>
                  </a:lnTo>
                  <a:lnTo>
                    <a:pt x="174599" y="129844"/>
                  </a:lnTo>
                  <a:lnTo>
                    <a:pt x="176682" y="127304"/>
                  </a:lnTo>
                  <a:lnTo>
                    <a:pt x="177685" y="126034"/>
                  </a:lnTo>
                  <a:lnTo>
                    <a:pt x="174777" y="127304"/>
                  </a:lnTo>
                  <a:lnTo>
                    <a:pt x="170154" y="127304"/>
                  </a:lnTo>
                  <a:lnTo>
                    <a:pt x="167678" y="129844"/>
                  </a:lnTo>
                  <a:lnTo>
                    <a:pt x="167678" y="120954"/>
                  </a:lnTo>
                  <a:lnTo>
                    <a:pt x="164338" y="117144"/>
                  </a:lnTo>
                  <a:lnTo>
                    <a:pt x="164617" y="112064"/>
                  </a:lnTo>
                  <a:lnTo>
                    <a:pt x="162864" y="105714"/>
                  </a:lnTo>
                  <a:lnTo>
                    <a:pt x="160858" y="103174"/>
                  </a:lnTo>
                  <a:lnTo>
                    <a:pt x="157873" y="99364"/>
                  </a:lnTo>
                  <a:lnTo>
                    <a:pt x="148463" y="91744"/>
                  </a:lnTo>
                  <a:lnTo>
                    <a:pt x="156654" y="94284"/>
                  </a:lnTo>
                  <a:lnTo>
                    <a:pt x="161404" y="100634"/>
                  </a:lnTo>
                  <a:lnTo>
                    <a:pt x="167678" y="95554"/>
                  </a:lnTo>
                  <a:lnTo>
                    <a:pt x="164160" y="93014"/>
                  </a:lnTo>
                  <a:lnTo>
                    <a:pt x="163182" y="91744"/>
                  </a:lnTo>
                  <a:lnTo>
                    <a:pt x="160274" y="87934"/>
                  </a:lnTo>
                  <a:lnTo>
                    <a:pt x="153619" y="81584"/>
                  </a:lnTo>
                  <a:lnTo>
                    <a:pt x="141795" y="73964"/>
                  </a:lnTo>
                  <a:lnTo>
                    <a:pt x="147332" y="75234"/>
                  </a:lnTo>
                  <a:lnTo>
                    <a:pt x="152666" y="79044"/>
                  </a:lnTo>
                  <a:lnTo>
                    <a:pt x="158229" y="80314"/>
                  </a:lnTo>
                  <a:lnTo>
                    <a:pt x="164477" y="79044"/>
                  </a:lnTo>
                  <a:lnTo>
                    <a:pt x="158902" y="75234"/>
                  </a:lnTo>
                  <a:lnTo>
                    <a:pt x="157619" y="73964"/>
                  </a:lnTo>
                  <a:lnTo>
                    <a:pt x="156337" y="72694"/>
                  </a:lnTo>
                  <a:lnTo>
                    <a:pt x="149948" y="66344"/>
                  </a:lnTo>
                  <a:lnTo>
                    <a:pt x="147408" y="63804"/>
                  </a:lnTo>
                  <a:lnTo>
                    <a:pt x="145084" y="62534"/>
                  </a:lnTo>
                  <a:lnTo>
                    <a:pt x="138137" y="58724"/>
                  </a:lnTo>
                  <a:lnTo>
                    <a:pt x="143268" y="58724"/>
                  </a:lnTo>
                  <a:lnTo>
                    <a:pt x="148755" y="61264"/>
                  </a:lnTo>
                  <a:lnTo>
                    <a:pt x="151015" y="58724"/>
                  </a:lnTo>
                  <a:lnTo>
                    <a:pt x="153276" y="56184"/>
                  </a:lnTo>
                  <a:lnTo>
                    <a:pt x="148082" y="56184"/>
                  </a:lnTo>
                  <a:lnTo>
                    <a:pt x="144868" y="52374"/>
                  </a:lnTo>
                  <a:lnTo>
                    <a:pt x="139280" y="51104"/>
                  </a:lnTo>
                  <a:lnTo>
                    <a:pt x="140144" y="48564"/>
                  </a:lnTo>
                  <a:lnTo>
                    <a:pt x="141439" y="44754"/>
                  </a:lnTo>
                  <a:lnTo>
                    <a:pt x="140919" y="40944"/>
                  </a:lnTo>
                  <a:lnTo>
                    <a:pt x="138633" y="37134"/>
                  </a:lnTo>
                  <a:lnTo>
                    <a:pt x="134658" y="37134"/>
                  </a:lnTo>
                  <a:lnTo>
                    <a:pt x="130771" y="38404"/>
                  </a:lnTo>
                  <a:lnTo>
                    <a:pt x="127990" y="40741"/>
                  </a:lnTo>
                  <a:lnTo>
                    <a:pt x="127990" y="99364"/>
                  </a:lnTo>
                  <a:lnTo>
                    <a:pt x="122453" y="100634"/>
                  </a:lnTo>
                  <a:lnTo>
                    <a:pt x="117322" y="103174"/>
                  </a:lnTo>
                  <a:lnTo>
                    <a:pt x="113169" y="99364"/>
                  </a:lnTo>
                  <a:lnTo>
                    <a:pt x="112522" y="96824"/>
                  </a:lnTo>
                  <a:lnTo>
                    <a:pt x="112191" y="95554"/>
                  </a:lnTo>
                  <a:lnTo>
                    <a:pt x="111137" y="93014"/>
                  </a:lnTo>
                  <a:lnTo>
                    <a:pt x="110350" y="90474"/>
                  </a:lnTo>
                  <a:lnTo>
                    <a:pt x="113868" y="86664"/>
                  </a:lnTo>
                  <a:lnTo>
                    <a:pt x="114452" y="85394"/>
                  </a:lnTo>
                  <a:lnTo>
                    <a:pt x="113880" y="84124"/>
                  </a:lnTo>
                  <a:lnTo>
                    <a:pt x="112750" y="81584"/>
                  </a:lnTo>
                  <a:lnTo>
                    <a:pt x="111620" y="79044"/>
                  </a:lnTo>
                  <a:lnTo>
                    <a:pt x="108216" y="81584"/>
                  </a:lnTo>
                  <a:lnTo>
                    <a:pt x="104571" y="81584"/>
                  </a:lnTo>
                  <a:lnTo>
                    <a:pt x="106286" y="79044"/>
                  </a:lnTo>
                  <a:lnTo>
                    <a:pt x="106362" y="76504"/>
                  </a:lnTo>
                  <a:lnTo>
                    <a:pt x="104127" y="76504"/>
                  </a:lnTo>
                  <a:lnTo>
                    <a:pt x="101358" y="77774"/>
                  </a:lnTo>
                  <a:lnTo>
                    <a:pt x="101358" y="81584"/>
                  </a:lnTo>
                  <a:lnTo>
                    <a:pt x="99771" y="81584"/>
                  </a:lnTo>
                  <a:lnTo>
                    <a:pt x="98336" y="80314"/>
                  </a:lnTo>
                  <a:lnTo>
                    <a:pt x="99148" y="77774"/>
                  </a:lnTo>
                  <a:lnTo>
                    <a:pt x="99148" y="75234"/>
                  </a:lnTo>
                  <a:lnTo>
                    <a:pt x="100431" y="73964"/>
                  </a:lnTo>
                  <a:lnTo>
                    <a:pt x="102184" y="73964"/>
                  </a:lnTo>
                  <a:lnTo>
                    <a:pt x="108242" y="71424"/>
                  </a:lnTo>
                  <a:lnTo>
                    <a:pt x="117322" y="67614"/>
                  </a:lnTo>
                  <a:lnTo>
                    <a:pt x="119253" y="67614"/>
                  </a:lnTo>
                  <a:lnTo>
                    <a:pt x="120573" y="66344"/>
                  </a:lnTo>
                  <a:lnTo>
                    <a:pt x="121945" y="67614"/>
                  </a:lnTo>
                  <a:lnTo>
                    <a:pt x="122872" y="68884"/>
                  </a:lnTo>
                  <a:lnTo>
                    <a:pt x="125285" y="70154"/>
                  </a:lnTo>
                  <a:lnTo>
                    <a:pt x="124701" y="71424"/>
                  </a:lnTo>
                  <a:lnTo>
                    <a:pt x="123837" y="72694"/>
                  </a:lnTo>
                  <a:lnTo>
                    <a:pt x="120573" y="70154"/>
                  </a:lnTo>
                  <a:lnTo>
                    <a:pt x="116611" y="72694"/>
                  </a:lnTo>
                  <a:lnTo>
                    <a:pt x="118198" y="73964"/>
                  </a:lnTo>
                  <a:lnTo>
                    <a:pt x="121640" y="75234"/>
                  </a:lnTo>
                  <a:lnTo>
                    <a:pt x="118351" y="77774"/>
                  </a:lnTo>
                  <a:lnTo>
                    <a:pt x="114795" y="79044"/>
                  </a:lnTo>
                  <a:lnTo>
                    <a:pt x="115938" y="81584"/>
                  </a:lnTo>
                  <a:lnTo>
                    <a:pt x="116979" y="84124"/>
                  </a:lnTo>
                  <a:lnTo>
                    <a:pt x="118605" y="85394"/>
                  </a:lnTo>
                  <a:lnTo>
                    <a:pt x="123444" y="85394"/>
                  </a:lnTo>
                  <a:lnTo>
                    <a:pt x="124701" y="87934"/>
                  </a:lnTo>
                  <a:lnTo>
                    <a:pt x="126047" y="90474"/>
                  </a:lnTo>
                  <a:lnTo>
                    <a:pt x="127508" y="94284"/>
                  </a:lnTo>
                  <a:lnTo>
                    <a:pt x="127635" y="95554"/>
                  </a:lnTo>
                  <a:lnTo>
                    <a:pt x="127749" y="96824"/>
                  </a:lnTo>
                  <a:lnTo>
                    <a:pt x="127990" y="99364"/>
                  </a:lnTo>
                  <a:lnTo>
                    <a:pt x="127990" y="40741"/>
                  </a:lnTo>
                  <a:lnTo>
                    <a:pt x="127812" y="40881"/>
                  </a:lnTo>
                  <a:lnTo>
                    <a:pt x="127812" y="48564"/>
                  </a:lnTo>
                  <a:lnTo>
                    <a:pt x="123837" y="54914"/>
                  </a:lnTo>
                  <a:lnTo>
                    <a:pt x="126466" y="57454"/>
                  </a:lnTo>
                  <a:lnTo>
                    <a:pt x="123317" y="59994"/>
                  </a:lnTo>
                  <a:lnTo>
                    <a:pt x="119341" y="62534"/>
                  </a:lnTo>
                  <a:lnTo>
                    <a:pt x="113868" y="59994"/>
                  </a:lnTo>
                  <a:lnTo>
                    <a:pt x="111506" y="56184"/>
                  </a:lnTo>
                  <a:lnTo>
                    <a:pt x="123444" y="51104"/>
                  </a:lnTo>
                  <a:lnTo>
                    <a:pt x="127812" y="48564"/>
                  </a:lnTo>
                  <a:lnTo>
                    <a:pt x="127812" y="40881"/>
                  </a:lnTo>
                  <a:lnTo>
                    <a:pt x="127304" y="37134"/>
                  </a:lnTo>
                  <a:lnTo>
                    <a:pt x="120103" y="37134"/>
                  </a:lnTo>
                  <a:lnTo>
                    <a:pt x="120370" y="38404"/>
                  </a:lnTo>
                  <a:lnTo>
                    <a:pt x="121107" y="40944"/>
                  </a:lnTo>
                  <a:lnTo>
                    <a:pt x="116611" y="40944"/>
                  </a:lnTo>
                  <a:lnTo>
                    <a:pt x="107657" y="43484"/>
                  </a:lnTo>
                  <a:lnTo>
                    <a:pt x="100787" y="45999"/>
                  </a:lnTo>
                  <a:lnTo>
                    <a:pt x="100787" y="65074"/>
                  </a:lnTo>
                  <a:lnTo>
                    <a:pt x="98907" y="71424"/>
                  </a:lnTo>
                  <a:lnTo>
                    <a:pt x="89750" y="71424"/>
                  </a:lnTo>
                  <a:lnTo>
                    <a:pt x="89852" y="67614"/>
                  </a:lnTo>
                  <a:lnTo>
                    <a:pt x="82880" y="66344"/>
                  </a:lnTo>
                  <a:lnTo>
                    <a:pt x="87757" y="65074"/>
                  </a:lnTo>
                  <a:lnTo>
                    <a:pt x="99771" y="61264"/>
                  </a:lnTo>
                  <a:lnTo>
                    <a:pt x="100787" y="65074"/>
                  </a:lnTo>
                  <a:lnTo>
                    <a:pt x="100787" y="45999"/>
                  </a:lnTo>
                  <a:lnTo>
                    <a:pt x="93726" y="48564"/>
                  </a:lnTo>
                  <a:lnTo>
                    <a:pt x="85864" y="53644"/>
                  </a:lnTo>
                  <a:lnTo>
                    <a:pt x="82118" y="56184"/>
                  </a:lnTo>
                  <a:lnTo>
                    <a:pt x="80949" y="53644"/>
                  </a:lnTo>
                  <a:lnTo>
                    <a:pt x="80086" y="53644"/>
                  </a:lnTo>
                  <a:lnTo>
                    <a:pt x="77660" y="54914"/>
                  </a:lnTo>
                  <a:lnTo>
                    <a:pt x="75184" y="57454"/>
                  </a:lnTo>
                  <a:lnTo>
                    <a:pt x="77101" y="59994"/>
                  </a:lnTo>
                  <a:lnTo>
                    <a:pt x="73152" y="61264"/>
                  </a:lnTo>
                  <a:lnTo>
                    <a:pt x="68872" y="61264"/>
                  </a:lnTo>
                  <a:lnTo>
                    <a:pt x="65252" y="65074"/>
                  </a:lnTo>
                  <a:lnTo>
                    <a:pt x="65252" y="68884"/>
                  </a:lnTo>
                  <a:lnTo>
                    <a:pt x="69011" y="72694"/>
                  </a:lnTo>
                  <a:lnTo>
                    <a:pt x="74536" y="75234"/>
                  </a:lnTo>
                  <a:lnTo>
                    <a:pt x="70332" y="82854"/>
                  </a:lnTo>
                  <a:lnTo>
                    <a:pt x="69583" y="89204"/>
                  </a:lnTo>
                  <a:lnTo>
                    <a:pt x="69481" y="90474"/>
                  </a:lnTo>
                  <a:lnTo>
                    <a:pt x="69367" y="91744"/>
                  </a:lnTo>
                  <a:lnTo>
                    <a:pt x="69265" y="93014"/>
                  </a:lnTo>
                  <a:lnTo>
                    <a:pt x="69151" y="94284"/>
                  </a:lnTo>
                  <a:lnTo>
                    <a:pt x="69037" y="95554"/>
                  </a:lnTo>
                  <a:lnTo>
                    <a:pt x="65455" y="100634"/>
                  </a:lnTo>
                  <a:lnTo>
                    <a:pt x="71932" y="99364"/>
                  </a:lnTo>
                  <a:lnTo>
                    <a:pt x="75272" y="93014"/>
                  </a:lnTo>
                  <a:lnTo>
                    <a:pt x="77533" y="87934"/>
                  </a:lnTo>
                  <a:lnTo>
                    <a:pt x="80759" y="84124"/>
                  </a:lnTo>
                  <a:lnTo>
                    <a:pt x="79476" y="90474"/>
                  </a:lnTo>
                  <a:lnTo>
                    <a:pt x="77114" y="95554"/>
                  </a:lnTo>
                  <a:lnTo>
                    <a:pt x="74841" y="100634"/>
                  </a:lnTo>
                  <a:lnTo>
                    <a:pt x="73825" y="108254"/>
                  </a:lnTo>
                  <a:lnTo>
                    <a:pt x="73825" y="114604"/>
                  </a:lnTo>
                  <a:lnTo>
                    <a:pt x="77812" y="122224"/>
                  </a:lnTo>
                  <a:lnTo>
                    <a:pt x="74371" y="126034"/>
                  </a:lnTo>
                  <a:lnTo>
                    <a:pt x="79641" y="120954"/>
                  </a:lnTo>
                  <a:lnTo>
                    <a:pt x="82283" y="112064"/>
                  </a:lnTo>
                  <a:lnTo>
                    <a:pt x="84251" y="103174"/>
                  </a:lnTo>
                  <a:lnTo>
                    <a:pt x="87490" y="96824"/>
                  </a:lnTo>
                  <a:lnTo>
                    <a:pt x="88582" y="99364"/>
                  </a:lnTo>
                  <a:lnTo>
                    <a:pt x="87820" y="103174"/>
                  </a:lnTo>
                  <a:lnTo>
                    <a:pt x="86588" y="106984"/>
                  </a:lnTo>
                  <a:lnTo>
                    <a:pt x="85166" y="114604"/>
                  </a:lnTo>
                  <a:lnTo>
                    <a:pt x="85077" y="117144"/>
                  </a:lnTo>
                  <a:lnTo>
                    <a:pt x="85026" y="118414"/>
                  </a:lnTo>
                  <a:lnTo>
                    <a:pt x="84937" y="120954"/>
                  </a:lnTo>
                  <a:lnTo>
                    <a:pt x="84886" y="122224"/>
                  </a:lnTo>
                  <a:lnTo>
                    <a:pt x="84785" y="123494"/>
                  </a:lnTo>
                  <a:lnTo>
                    <a:pt x="84670" y="124764"/>
                  </a:lnTo>
                  <a:lnTo>
                    <a:pt x="84569" y="126034"/>
                  </a:lnTo>
                  <a:lnTo>
                    <a:pt x="84467" y="127304"/>
                  </a:lnTo>
                  <a:lnTo>
                    <a:pt x="84353" y="128574"/>
                  </a:lnTo>
                  <a:lnTo>
                    <a:pt x="84251" y="129844"/>
                  </a:lnTo>
                  <a:lnTo>
                    <a:pt x="81749" y="134924"/>
                  </a:lnTo>
                  <a:lnTo>
                    <a:pt x="87782" y="131114"/>
                  </a:lnTo>
                  <a:lnTo>
                    <a:pt x="91973" y="124764"/>
                  </a:lnTo>
                  <a:lnTo>
                    <a:pt x="95834" y="118414"/>
                  </a:lnTo>
                  <a:lnTo>
                    <a:pt x="100863" y="112064"/>
                  </a:lnTo>
                  <a:lnTo>
                    <a:pt x="95580" y="124764"/>
                  </a:lnTo>
                  <a:lnTo>
                    <a:pt x="89928" y="141274"/>
                  </a:lnTo>
                  <a:lnTo>
                    <a:pt x="83604" y="157784"/>
                  </a:lnTo>
                  <a:lnTo>
                    <a:pt x="54737" y="203504"/>
                  </a:lnTo>
                  <a:lnTo>
                    <a:pt x="34188" y="220014"/>
                  </a:lnTo>
                  <a:lnTo>
                    <a:pt x="27292" y="220014"/>
                  </a:lnTo>
                  <a:lnTo>
                    <a:pt x="22275" y="216204"/>
                  </a:lnTo>
                  <a:lnTo>
                    <a:pt x="22275" y="207314"/>
                  </a:lnTo>
                  <a:lnTo>
                    <a:pt x="29210" y="189534"/>
                  </a:lnTo>
                  <a:lnTo>
                    <a:pt x="59677" y="156514"/>
                  </a:lnTo>
                  <a:lnTo>
                    <a:pt x="66611" y="137464"/>
                  </a:lnTo>
                  <a:lnTo>
                    <a:pt x="66611" y="126034"/>
                  </a:lnTo>
                  <a:lnTo>
                    <a:pt x="56540" y="122224"/>
                  </a:lnTo>
                  <a:lnTo>
                    <a:pt x="46024" y="122224"/>
                  </a:lnTo>
                  <a:lnTo>
                    <a:pt x="41008" y="123494"/>
                  </a:lnTo>
                  <a:lnTo>
                    <a:pt x="36728" y="127304"/>
                  </a:lnTo>
                  <a:lnTo>
                    <a:pt x="34886" y="126034"/>
                  </a:lnTo>
                  <a:lnTo>
                    <a:pt x="31457" y="126034"/>
                  </a:lnTo>
                  <a:lnTo>
                    <a:pt x="22860" y="129844"/>
                  </a:lnTo>
                  <a:lnTo>
                    <a:pt x="18186" y="140004"/>
                  </a:lnTo>
                  <a:lnTo>
                    <a:pt x="13868" y="148894"/>
                  </a:lnTo>
                  <a:lnTo>
                    <a:pt x="6350" y="152704"/>
                  </a:lnTo>
                  <a:lnTo>
                    <a:pt x="11036" y="153974"/>
                  </a:lnTo>
                  <a:lnTo>
                    <a:pt x="16459" y="151434"/>
                  </a:lnTo>
                  <a:lnTo>
                    <a:pt x="21882" y="147624"/>
                  </a:lnTo>
                  <a:lnTo>
                    <a:pt x="26606" y="142544"/>
                  </a:lnTo>
                  <a:lnTo>
                    <a:pt x="21170" y="152704"/>
                  </a:lnTo>
                  <a:lnTo>
                    <a:pt x="11671" y="159054"/>
                  </a:lnTo>
                  <a:lnTo>
                    <a:pt x="2984" y="165404"/>
                  </a:lnTo>
                  <a:lnTo>
                    <a:pt x="0" y="176834"/>
                  </a:lnTo>
                  <a:lnTo>
                    <a:pt x="8699" y="167944"/>
                  </a:lnTo>
                  <a:lnTo>
                    <a:pt x="24218" y="160324"/>
                  </a:lnTo>
                  <a:lnTo>
                    <a:pt x="39052" y="151434"/>
                  </a:lnTo>
                  <a:lnTo>
                    <a:pt x="43256" y="142544"/>
                  </a:lnTo>
                  <a:lnTo>
                    <a:pt x="45656" y="137464"/>
                  </a:lnTo>
                  <a:lnTo>
                    <a:pt x="45656" y="134924"/>
                  </a:lnTo>
                  <a:lnTo>
                    <a:pt x="44043" y="132384"/>
                  </a:lnTo>
                  <a:lnTo>
                    <a:pt x="42037" y="129844"/>
                  </a:lnTo>
                  <a:lnTo>
                    <a:pt x="45161" y="128574"/>
                  </a:lnTo>
                  <a:lnTo>
                    <a:pt x="48094" y="127304"/>
                  </a:lnTo>
                  <a:lnTo>
                    <a:pt x="55829" y="127304"/>
                  </a:lnTo>
                  <a:lnTo>
                    <a:pt x="60401" y="131114"/>
                  </a:lnTo>
                  <a:lnTo>
                    <a:pt x="60401" y="138734"/>
                  </a:lnTo>
                  <a:lnTo>
                    <a:pt x="53543" y="155244"/>
                  </a:lnTo>
                  <a:lnTo>
                    <a:pt x="23368" y="188264"/>
                  </a:lnTo>
                  <a:lnTo>
                    <a:pt x="16510" y="207314"/>
                  </a:lnTo>
                  <a:lnTo>
                    <a:pt x="16510" y="212394"/>
                  </a:lnTo>
                  <a:lnTo>
                    <a:pt x="17830" y="216204"/>
                  </a:lnTo>
                  <a:lnTo>
                    <a:pt x="20078" y="218744"/>
                  </a:lnTo>
                  <a:lnTo>
                    <a:pt x="16992" y="220014"/>
                  </a:lnTo>
                  <a:lnTo>
                    <a:pt x="13716" y="220014"/>
                  </a:lnTo>
                  <a:lnTo>
                    <a:pt x="11137" y="217474"/>
                  </a:lnTo>
                  <a:lnTo>
                    <a:pt x="11036" y="220014"/>
                  </a:lnTo>
                  <a:lnTo>
                    <a:pt x="10947" y="222554"/>
                  </a:lnTo>
                  <a:lnTo>
                    <a:pt x="10896" y="223824"/>
                  </a:lnTo>
                  <a:lnTo>
                    <a:pt x="21221" y="228904"/>
                  </a:lnTo>
                  <a:lnTo>
                    <a:pt x="27800" y="225094"/>
                  </a:lnTo>
                  <a:lnTo>
                    <a:pt x="29210" y="225094"/>
                  </a:lnTo>
                  <a:lnTo>
                    <a:pt x="30848" y="226364"/>
                  </a:lnTo>
                  <a:lnTo>
                    <a:pt x="32397" y="226364"/>
                  </a:lnTo>
                  <a:lnTo>
                    <a:pt x="30403" y="231444"/>
                  </a:lnTo>
                  <a:lnTo>
                    <a:pt x="23749" y="232714"/>
                  </a:lnTo>
                  <a:lnTo>
                    <a:pt x="20078" y="232714"/>
                  </a:lnTo>
                  <a:lnTo>
                    <a:pt x="29337" y="235254"/>
                  </a:lnTo>
                  <a:lnTo>
                    <a:pt x="38938" y="232714"/>
                  </a:lnTo>
                  <a:lnTo>
                    <a:pt x="46266" y="227634"/>
                  </a:lnTo>
                  <a:lnTo>
                    <a:pt x="47091" y="225094"/>
                  </a:lnTo>
                  <a:lnTo>
                    <a:pt x="48755" y="220014"/>
                  </a:lnTo>
                  <a:lnTo>
                    <a:pt x="54610" y="214934"/>
                  </a:lnTo>
                  <a:lnTo>
                    <a:pt x="59690" y="207314"/>
                  </a:lnTo>
                  <a:lnTo>
                    <a:pt x="69011" y="194614"/>
                  </a:lnTo>
                  <a:lnTo>
                    <a:pt x="68592" y="195884"/>
                  </a:lnTo>
                  <a:lnTo>
                    <a:pt x="67957" y="199694"/>
                  </a:lnTo>
                  <a:lnTo>
                    <a:pt x="63398" y="208584"/>
                  </a:lnTo>
                  <a:lnTo>
                    <a:pt x="59321" y="216204"/>
                  </a:lnTo>
                  <a:lnTo>
                    <a:pt x="56083" y="225094"/>
                  </a:lnTo>
                  <a:lnTo>
                    <a:pt x="54038" y="236524"/>
                  </a:lnTo>
                  <a:lnTo>
                    <a:pt x="52171" y="245414"/>
                  </a:lnTo>
                  <a:lnTo>
                    <a:pt x="48602" y="251764"/>
                  </a:lnTo>
                  <a:lnTo>
                    <a:pt x="43611" y="258114"/>
                  </a:lnTo>
                  <a:lnTo>
                    <a:pt x="37465" y="259384"/>
                  </a:lnTo>
                  <a:lnTo>
                    <a:pt x="35496" y="259384"/>
                  </a:lnTo>
                  <a:lnTo>
                    <a:pt x="32232" y="256844"/>
                  </a:lnTo>
                  <a:lnTo>
                    <a:pt x="30746" y="258114"/>
                  </a:lnTo>
                  <a:lnTo>
                    <a:pt x="27901" y="260654"/>
                  </a:lnTo>
                  <a:lnTo>
                    <a:pt x="30543" y="263194"/>
                  </a:lnTo>
                  <a:lnTo>
                    <a:pt x="30543" y="268274"/>
                  </a:lnTo>
                  <a:lnTo>
                    <a:pt x="23749" y="272084"/>
                  </a:lnTo>
                  <a:lnTo>
                    <a:pt x="23749" y="288594"/>
                  </a:lnTo>
                  <a:lnTo>
                    <a:pt x="26606" y="293674"/>
                  </a:lnTo>
                  <a:lnTo>
                    <a:pt x="25463" y="297484"/>
                  </a:lnTo>
                  <a:lnTo>
                    <a:pt x="28359" y="296214"/>
                  </a:lnTo>
                  <a:lnTo>
                    <a:pt x="32156" y="291134"/>
                  </a:lnTo>
                  <a:lnTo>
                    <a:pt x="33616" y="284784"/>
                  </a:lnTo>
                  <a:lnTo>
                    <a:pt x="33667" y="286054"/>
                  </a:lnTo>
                  <a:lnTo>
                    <a:pt x="33782" y="288594"/>
                  </a:lnTo>
                  <a:lnTo>
                    <a:pt x="33896" y="291134"/>
                  </a:lnTo>
                  <a:lnTo>
                    <a:pt x="34010" y="293674"/>
                  </a:lnTo>
                  <a:lnTo>
                    <a:pt x="32435" y="298754"/>
                  </a:lnTo>
                  <a:lnTo>
                    <a:pt x="31559" y="303834"/>
                  </a:lnTo>
                  <a:lnTo>
                    <a:pt x="34061" y="311454"/>
                  </a:lnTo>
                  <a:lnTo>
                    <a:pt x="34886" y="307644"/>
                  </a:lnTo>
                  <a:lnTo>
                    <a:pt x="39166" y="305104"/>
                  </a:lnTo>
                  <a:lnTo>
                    <a:pt x="41821" y="307644"/>
                  </a:lnTo>
                  <a:lnTo>
                    <a:pt x="44538" y="308914"/>
                  </a:lnTo>
                  <a:lnTo>
                    <a:pt x="43256" y="310184"/>
                  </a:lnTo>
                  <a:lnTo>
                    <a:pt x="41325" y="312724"/>
                  </a:lnTo>
                  <a:lnTo>
                    <a:pt x="39331" y="313994"/>
                  </a:lnTo>
                  <a:lnTo>
                    <a:pt x="37553" y="324154"/>
                  </a:lnTo>
                  <a:lnTo>
                    <a:pt x="46456" y="322884"/>
                  </a:lnTo>
                  <a:lnTo>
                    <a:pt x="44729" y="321614"/>
                  </a:lnTo>
                  <a:lnTo>
                    <a:pt x="44615" y="319074"/>
                  </a:lnTo>
                  <a:lnTo>
                    <a:pt x="49085" y="319074"/>
                  </a:lnTo>
                  <a:lnTo>
                    <a:pt x="55181" y="317804"/>
                  </a:lnTo>
                  <a:lnTo>
                    <a:pt x="57010" y="320344"/>
                  </a:lnTo>
                  <a:lnTo>
                    <a:pt x="67665" y="320344"/>
                  </a:lnTo>
                  <a:lnTo>
                    <a:pt x="68122" y="317804"/>
                  </a:lnTo>
                  <a:lnTo>
                    <a:pt x="68592" y="315264"/>
                  </a:lnTo>
                  <a:lnTo>
                    <a:pt x="75107" y="315264"/>
                  </a:lnTo>
                  <a:lnTo>
                    <a:pt x="75107" y="317804"/>
                  </a:lnTo>
                  <a:lnTo>
                    <a:pt x="73964" y="319074"/>
                  </a:lnTo>
                  <a:lnTo>
                    <a:pt x="79070" y="317804"/>
                  </a:lnTo>
                  <a:lnTo>
                    <a:pt x="80035" y="315264"/>
                  </a:lnTo>
                  <a:lnTo>
                    <a:pt x="80035" y="310184"/>
                  </a:lnTo>
                  <a:lnTo>
                    <a:pt x="77660" y="307644"/>
                  </a:lnTo>
                  <a:lnTo>
                    <a:pt x="79451" y="306374"/>
                  </a:lnTo>
                  <a:lnTo>
                    <a:pt x="81305" y="305104"/>
                  </a:lnTo>
                  <a:lnTo>
                    <a:pt x="87312" y="306374"/>
                  </a:lnTo>
                  <a:lnTo>
                    <a:pt x="84874" y="311454"/>
                  </a:lnTo>
                  <a:lnTo>
                    <a:pt x="87934" y="311454"/>
                  </a:lnTo>
                  <a:lnTo>
                    <a:pt x="89611" y="308914"/>
                  </a:lnTo>
                  <a:lnTo>
                    <a:pt x="89611" y="305104"/>
                  </a:lnTo>
                  <a:lnTo>
                    <a:pt x="89611" y="302564"/>
                  </a:lnTo>
                  <a:lnTo>
                    <a:pt x="89611" y="301294"/>
                  </a:lnTo>
                  <a:lnTo>
                    <a:pt x="87490" y="300024"/>
                  </a:lnTo>
                  <a:lnTo>
                    <a:pt x="85369" y="298754"/>
                  </a:lnTo>
                  <a:lnTo>
                    <a:pt x="81305" y="300024"/>
                  </a:lnTo>
                  <a:lnTo>
                    <a:pt x="80645" y="297484"/>
                  </a:lnTo>
                  <a:lnTo>
                    <a:pt x="77177" y="296214"/>
                  </a:lnTo>
                  <a:lnTo>
                    <a:pt x="66738" y="296214"/>
                  </a:lnTo>
                  <a:lnTo>
                    <a:pt x="67792" y="302564"/>
                  </a:lnTo>
                  <a:lnTo>
                    <a:pt x="62826" y="302564"/>
                  </a:lnTo>
                  <a:lnTo>
                    <a:pt x="47180" y="274624"/>
                  </a:lnTo>
                  <a:lnTo>
                    <a:pt x="47180" y="265734"/>
                  </a:lnTo>
                  <a:lnTo>
                    <a:pt x="57175" y="263194"/>
                  </a:lnTo>
                  <a:lnTo>
                    <a:pt x="64363" y="260654"/>
                  </a:lnTo>
                  <a:lnTo>
                    <a:pt x="66408" y="259384"/>
                  </a:lnTo>
                  <a:lnTo>
                    <a:pt x="70510" y="256844"/>
                  </a:lnTo>
                  <a:lnTo>
                    <a:pt x="77673" y="253034"/>
                  </a:lnTo>
                  <a:lnTo>
                    <a:pt x="84912" y="246684"/>
                  </a:lnTo>
                  <a:lnTo>
                    <a:pt x="91262" y="237794"/>
                  </a:lnTo>
                  <a:lnTo>
                    <a:pt x="94653" y="230174"/>
                  </a:lnTo>
                  <a:lnTo>
                    <a:pt x="96367" y="222554"/>
                  </a:lnTo>
                  <a:lnTo>
                    <a:pt x="96443" y="221284"/>
                  </a:lnTo>
                  <a:lnTo>
                    <a:pt x="96532" y="220014"/>
                  </a:lnTo>
                  <a:lnTo>
                    <a:pt x="96596" y="206044"/>
                  </a:lnTo>
                  <a:lnTo>
                    <a:pt x="106603" y="211124"/>
                  </a:lnTo>
                  <a:lnTo>
                    <a:pt x="107657" y="218744"/>
                  </a:lnTo>
                  <a:lnTo>
                    <a:pt x="107657" y="232714"/>
                  </a:lnTo>
                  <a:lnTo>
                    <a:pt x="103619" y="235254"/>
                  </a:lnTo>
                  <a:lnTo>
                    <a:pt x="100457" y="236524"/>
                  </a:lnTo>
                  <a:lnTo>
                    <a:pt x="97840" y="237794"/>
                  </a:lnTo>
                  <a:lnTo>
                    <a:pt x="96926" y="237794"/>
                  </a:lnTo>
                  <a:lnTo>
                    <a:pt x="96685" y="239064"/>
                  </a:lnTo>
                  <a:lnTo>
                    <a:pt x="96278" y="241604"/>
                  </a:lnTo>
                  <a:lnTo>
                    <a:pt x="97612" y="242874"/>
                  </a:lnTo>
                  <a:lnTo>
                    <a:pt x="98793" y="242874"/>
                  </a:lnTo>
                  <a:lnTo>
                    <a:pt x="102425" y="245414"/>
                  </a:lnTo>
                  <a:lnTo>
                    <a:pt x="101536" y="247954"/>
                  </a:lnTo>
                  <a:lnTo>
                    <a:pt x="102679" y="251764"/>
                  </a:lnTo>
                  <a:lnTo>
                    <a:pt x="103619" y="255574"/>
                  </a:lnTo>
                  <a:lnTo>
                    <a:pt x="107010" y="260654"/>
                  </a:lnTo>
                  <a:lnTo>
                    <a:pt x="112610" y="265734"/>
                  </a:lnTo>
                  <a:lnTo>
                    <a:pt x="113144" y="263194"/>
                  </a:lnTo>
                  <a:lnTo>
                    <a:pt x="113017" y="259384"/>
                  </a:lnTo>
                  <a:lnTo>
                    <a:pt x="112915" y="258114"/>
                  </a:lnTo>
                  <a:lnTo>
                    <a:pt x="112814" y="256844"/>
                  </a:lnTo>
                  <a:lnTo>
                    <a:pt x="112712" y="255574"/>
                  </a:lnTo>
                  <a:lnTo>
                    <a:pt x="112610" y="254304"/>
                  </a:lnTo>
                  <a:lnTo>
                    <a:pt x="116344" y="259384"/>
                  </a:lnTo>
                  <a:lnTo>
                    <a:pt x="118135" y="265734"/>
                  </a:lnTo>
                  <a:lnTo>
                    <a:pt x="121272" y="270814"/>
                  </a:lnTo>
                  <a:lnTo>
                    <a:pt x="129095" y="273354"/>
                  </a:lnTo>
                  <a:lnTo>
                    <a:pt x="126403" y="272084"/>
                  </a:lnTo>
                  <a:lnTo>
                    <a:pt x="127088" y="268274"/>
                  </a:lnTo>
                  <a:lnTo>
                    <a:pt x="128651" y="268274"/>
                  </a:lnTo>
                  <a:lnTo>
                    <a:pt x="130251" y="267004"/>
                  </a:lnTo>
                  <a:lnTo>
                    <a:pt x="132194" y="268274"/>
                  </a:lnTo>
                  <a:lnTo>
                    <a:pt x="135178" y="272084"/>
                  </a:lnTo>
                  <a:lnTo>
                    <a:pt x="138023" y="275894"/>
                  </a:lnTo>
                  <a:lnTo>
                    <a:pt x="151409" y="275894"/>
                  </a:lnTo>
                  <a:lnTo>
                    <a:pt x="148082" y="273354"/>
                  </a:lnTo>
                  <a:lnTo>
                    <a:pt x="155600" y="273354"/>
                  </a:lnTo>
                  <a:lnTo>
                    <a:pt x="155498" y="275894"/>
                  </a:lnTo>
                  <a:lnTo>
                    <a:pt x="155397" y="278434"/>
                  </a:lnTo>
                  <a:lnTo>
                    <a:pt x="153352" y="280974"/>
                  </a:lnTo>
                  <a:lnTo>
                    <a:pt x="159702" y="279704"/>
                  </a:lnTo>
                  <a:lnTo>
                    <a:pt x="161594" y="274624"/>
                  </a:lnTo>
                  <a:lnTo>
                    <a:pt x="161061" y="273354"/>
                  </a:lnTo>
                  <a:lnTo>
                    <a:pt x="159461" y="269544"/>
                  </a:lnTo>
                  <a:lnTo>
                    <a:pt x="164973" y="267004"/>
                  </a:lnTo>
                  <a:lnTo>
                    <a:pt x="167970" y="270814"/>
                  </a:lnTo>
                  <a:lnTo>
                    <a:pt x="168694" y="273354"/>
                  </a:lnTo>
                  <a:lnTo>
                    <a:pt x="174205" y="268274"/>
                  </a:lnTo>
                  <a:lnTo>
                    <a:pt x="173101" y="267004"/>
                  </a:lnTo>
                  <a:lnTo>
                    <a:pt x="168694" y="261924"/>
                  </a:lnTo>
                  <a:lnTo>
                    <a:pt x="164477" y="261924"/>
                  </a:lnTo>
                  <a:lnTo>
                    <a:pt x="164477" y="260654"/>
                  </a:lnTo>
                  <a:lnTo>
                    <a:pt x="164477" y="259384"/>
                  </a:lnTo>
                  <a:lnTo>
                    <a:pt x="162674" y="258114"/>
                  </a:lnTo>
                  <a:lnTo>
                    <a:pt x="158038" y="256844"/>
                  </a:lnTo>
                  <a:lnTo>
                    <a:pt x="150787" y="256844"/>
                  </a:lnTo>
                  <a:lnTo>
                    <a:pt x="149288" y="260654"/>
                  </a:lnTo>
                  <a:lnTo>
                    <a:pt x="146304" y="260654"/>
                  </a:lnTo>
                  <a:lnTo>
                    <a:pt x="118516" y="237794"/>
                  </a:lnTo>
                  <a:lnTo>
                    <a:pt x="121272" y="232714"/>
                  </a:lnTo>
                  <a:lnTo>
                    <a:pt x="127317" y="227634"/>
                  </a:lnTo>
                  <a:lnTo>
                    <a:pt x="133362" y="221284"/>
                  </a:lnTo>
                  <a:lnTo>
                    <a:pt x="136105" y="214934"/>
                  </a:lnTo>
                  <a:lnTo>
                    <a:pt x="133959" y="206044"/>
                  </a:lnTo>
                  <a:lnTo>
                    <a:pt x="133654" y="204774"/>
                  </a:lnTo>
                  <a:lnTo>
                    <a:pt x="127330" y="198424"/>
                  </a:lnTo>
                  <a:lnTo>
                    <a:pt x="122161" y="194614"/>
                  </a:lnTo>
                  <a:lnTo>
                    <a:pt x="118706" y="192074"/>
                  </a:lnTo>
                  <a:lnTo>
                    <a:pt x="109321" y="185724"/>
                  </a:lnTo>
                  <a:lnTo>
                    <a:pt x="113931" y="183184"/>
                  </a:lnTo>
                  <a:lnTo>
                    <a:pt x="120421" y="181914"/>
                  </a:lnTo>
                  <a:lnTo>
                    <a:pt x="127457" y="181914"/>
                  </a:lnTo>
                  <a:lnTo>
                    <a:pt x="133756" y="183184"/>
                  </a:lnTo>
                  <a:lnTo>
                    <a:pt x="133985" y="181914"/>
                  </a:lnTo>
                  <a:lnTo>
                    <a:pt x="134442" y="179374"/>
                  </a:lnTo>
                  <a:lnTo>
                    <a:pt x="137185" y="180644"/>
                  </a:lnTo>
                  <a:lnTo>
                    <a:pt x="137350" y="179374"/>
                  </a:lnTo>
                  <a:lnTo>
                    <a:pt x="138137" y="173024"/>
                  </a:lnTo>
                  <a:lnTo>
                    <a:pt x="140690" y="179374"/>
                  </a:lnTo>
                  <a:lnTo>
                    <a:pt x="138023" y="184454"/>
                  </a:lnTo>
                  <a:lnTo>
                    <a:pt x="140690" y="186994"/>
                  </a:lnTo>
                  <a:lnTo>
                    <a:pt x="142824" y="184454"/>
                  </a:lnTo>
                  <a:lnTo>
                    <a:pt x="148082" y="184454"/>
                  </a:lnTo>
                  <a:lnTo>
                    <a:pt x="148018" y="183184"/>
                  </a:lnTo>
                  <a:lnTo>
                    <a:pt x="147942" y="181914"/>
                  </a:lnTo>
                  <a:lnTo>
                    <a:pt x="147878" y="180644"/>
                  </a:lnTo>
                  <a:lnTo>
                    <a:pt x="147815" y="179374"/>
                  </a:lnTo>
                  <a:lnTo>
                    <a:pt x="147688" y="176834"/>
                  </a:lnTo>
                  <a:lnTo>
                    <a:pt x="149288" y="181914"/>
                  </a:lnTo>
                  <a:lnTo>
                    <a:pt x="145732" y="189534"/>
                  </a:lnTo>
                  <a:lnTo>
                    <a:pt x="149288" y="192074"/>
                  </a:lnTo>
                  <a:lnTo>
                    <a:pt x="149948" y="188264"/>
                  </a:lnTo>
                  <a:lnTo>
                    <a:pt x="155397" y="188264"/>
                  </a:lnTo>
                  <a:lnTo>
                    <a:pt x="156654" y="189534"/>
                  </a:lnTo>
                  <a:lnTo>
                    <a:pt x="156654" y="197154"/>
                  </a:lnTo>
                  <a:lnTo>
                    <a:pt x="149428" y="194614"/>
                  </a:lnTo>
                  <a:lnTo>
                    <a:pt x="149428" y="203504"/>
                  </a:lnTo>
                  <a:lnTo>
                    <a:pt x="152920" y="204774"/>
                  </a:lnTo>
                  <a:lnTo>
                    <a:pt x="152920" y="208584"/>
                  </a:lnTo>
                  <a:lnTo>
                    <a:pt x="150025" y="211124"/>
                  </a:lnTo>
                  <a:lnTo>
                    <a:pt x="146532" y="208584"/>
                  </a:lnTo>
                  <a:lnTo>
                    <a:pt x="147586" y="211124"/>
                  </a:lnTo>
                  <a:lnTo>
                    <a:pt x="149948" y="213664"/>
                  </a:lnTo>
                  <a:lnTo>
                    <a:pt x="156222" y="213664"/>
                  </a:lnTo>
                  <a:lnTo>
                    <a:pt x="159702" y="211124"/>
                  </a:lnTo>
                  <a:lnTo>
                    <a:pt x="161112" y="207314"/>
                  </a:lnTo>
                  <a:lnTo>
                    <a:pt x="162674" y="212394"/>
                  </a:lnTo>
                  <a:lnTo>
                    <a:pt x="161404" y="216204"/>
                  </a:lnTo>
                  <a:lnTo>
                    <a:pt x="158419" y="217474"/>
                  </a:lnTo>
                  <a:lnTo>
                    <a:pt x="161645" y="218744"/>
                  </a:lnTo>
                  <a:lnTo>
                    <a:pt x="169303" y="217474"/>
                  </a:lnTo>
                  <a:lnTo>
                    <a:pt x="169202" y="216204"/>
                  </a:lnTo>
                  <a:lnTo>
                    <a:pt x="169100" y="214934"/>
                  </a:lnTo>
                  <a:lnTo>
                    <a:pt x="168998" y="213664"/>
                  </a:lnTo>
                  <a:lnTo>
                    <a:pt x="168897" y="212394"/>
                  </a:lnTo>
                  <a:lnTo>
                    <a:pt x="168795" y="211124"/>
                  </a:lnTo>
                  <a:lnTo>
                    <a:pt x="168490" y="207314"/>
                  </a:lnTo>
                  <a:lnTo>
                    <a:pt x="172745" y="208584"/>
                  </a:lnTo>
                  <a:lnTo>
                    <a:pt x="175107" y="211124"/>
                  </a:lnTo>
                  <a:lnTo>
                    <a:pt x="172478" y="216204"/>
                  </a:lnTo>
                  <a:lnTo>
                    <a:pt x="176034" y="214934"/>
                  </a:lnTo>
                  <a:lnTo>
                    <a:pt x="179311" y="213664"/>
                  </a:lnTo>
                  <a:lnTo>
                    <a:pt x="179311" y="207314"/>
                  </a:lnTo>
                  <a:close/>
                </a:path>
                <a:path w="492759" h="325119">
                  <a:moveTo>
                    <a:pt x="351866" y="173456"/>
                  </a:moveTo>
                  <a:lnTo>
                    <a:pt x="351332" y="171704"/>
                  </a:lnTo>
                  <a:lnTo>
                    <a:pt x="350418" y="169164"/>
                  </a:lnTo>
                  <a:lnTo>
                    <a:pt x="348843" y="167652"/>
                  </a:lnTo>
                  <a:lnTo>
                    <a:pt x="348843" y="174574"/>
                  </a:lnTo>
                  <a:lnTo>
                    <a:pt x="348145" y="175653"/>
                  </a:lnTo>
                  <a:lnTo>
                    <a:pt x="347700" y="176771"/>
                  </a:lnTo>
                  <a:lnTo>
                    <a:pt x="346570" y="177380"/>
                  </a:lnTo>
                  <a:lnTo>
                    <a:pt x="344220" y="178257"/>
                  </a:lnTo>
                  <a:lnTo>
                    <a:pt x="342074" y="178079"/>
                  </a:lnTo>
                  <a:lnTo>
                    <a:pt x="340004" y="177050"/>
                  </a:lnTo>
                  <a:lnTo>
                    <a:pt x="337032" y="175653"/>
                  </a:lnTo>
                  <a:lnTo>
                    <a:pt x="336943" y="175488"/>
                  </a:lnTo>
                  <a:lnTo>
                    <a:pt x="335330" y="172554"/>
                  </a:lnTo>
                  <a:lnTo>
                    <a:pt x="336499" y="170218"/>
                  </a:lnTo>
                  <a:lnTo>
                    <a:pt x="337032" y="169011"/>
                  </a:lnTo>
                  <a:lnTo>
                    <a:pt x="338061" y="168389"/>
                  </a:lnTo>
                  <a:lnTo>
                    <a:pt x="338759" y="168249"/>
                  </a:lnTo>
                  <a:lnTo>
                    <a:pt x="340410" y="167627"/>
                  </a:lnTo>
                  <a:lnTo>
                    <a:pt x="342531" y="167830"/>
                  </a:lnTo>
                  <a:lnTo>
                    <a:pt x="346265" y="169519"/>
                  </a:lnTo>
                  <a:lnTo>
                    <a:pt x="347700" y="171145"/>
                  </a:lnTo>
                  <a:lnTo>
                    <a:pt x="348259" y="172707"/>
                  </a:lnTo>
                  <a:lnTo>
                    <a:pt x="348576" y="173456"/>
                  </a:lnTo>
                  <a:lnTo>
                    <a:pt x="348843" y="174574"/>
                  </a:lnTo>
                  <a:lnTo>
                    <a:pt x="348843" y="167652"/>
                  </a:lnTo>
                  <a:lnTo>
                    <a:pt x="348399" y="167233"/>
                  </a:lnTo>
                  <a:lnTo>
                    <a:pt x="345757" y="165989"/>
                  </a:lnTo>
                  <a:lnTo>
                    <a:pt x="343179" y="164680"/>
                  </a:lnTo>
                  <a:lnTo>
                    <a:pt x="331622" y="172707"/>
                  </a:lnTo>
                  <a:lnTo>
                    <a:pt x="334048" y="177711"/>
                  </a:lnTo>
                  <a:lnTo>
                    <a:pt x="338696" y="179946"/>
                  </a:lnTo>
                  <a:lnTo>
                    <a:pt x="341477" y="181203"/>
                  </a:lnTo>
                  <a:lnTo>
                    <a:pt x="344398" y="181483"/>
                  </a:lnTo>
                  <a:lnTo>
                    <a:pt x="346989" y="180555"/>
                  </a:lnTo>
                  <a:lnTo>
                    <a:pt x="348843" y="179946"/>
                  </a:lnTo>
                  <a:lnTo>
                    <a:pt x="350418" y="178689"/>
                  </a:lnTo>
                  <a:lnTo>
                    <a:pt x="350583" y="178257"/>
                  </a:lnTo>
                  <a:lnTo>
                    <a:pt x="350659" y="178079"/>
                  </a:lnTo>
                  <a:lnTo>
                    <a:pt x="351066" y="177050"/>
                  </a:lnTo>
                  <a:lnTo>
                    <a:pt x="351815" y="175653"/>
                  </a:lnTo>
                  <a:lnTo>
                    <a:pt x="351866" y="173456"/>
                  </a:lnTo>
                  <a:close/>
                </a:path>
                <a:path w="492759" h="325119">
                  <a:moveTo>
                    <a:pt x="357720" y="116687"/>
                  </a:moveTo>
                  <a:lnTo>
                    <a:pt x="357682" y="116166"/>
                  </a:lnTo>
                  <a:lnTo>
                    <a:pt x="357593" y="115912"/>
                  </a:lnTo>
                  <a:lnTo>
                    <a:pt x="357212" y="114719"/>
                  </a:lnTo>
                  <a:lnTo>
                    <a:pt x="356565" y="113868"/>
                  </a:lnTo>
                  <a:lnTo>
                    <a:pt x="355180" y="112064"/>
                  </a:lnTo>
                  <a:lnTo>
                    <a:pt x="354393" y="111607"/>
                  </a:lnTo>
                  <a:lnTo>
                    <a:pt x="354393" y="116166"/>
                  </a:lnTo>
                  <a:lnTo>
                    <a:pt x="354317" y="118237"/>
                  </a:lnTo>
                  <a:lnTo>
                    <a:pt x="354253" y="118579"/>
                  </a:lnTo>
                  <a:lnTo>
                    <a:pt x="354126" y="119329"/>
                  </a:lnTo>
                  <a:lnTo>
                    <a:pt x="353199" y="120853"/>
                  </a:lnTo>
                  <a:lnTo>
                    <a:pt x="349351" y="123799"/>
                  </a:lnTo>
                  <a:lnTo>
                    <a:pt x="346049" y="123799"/>
                  </a:lnTo>
                  <a:lnTo>
                    <a:pt x="344779" y="122135"/>
                  </a:lnTo>
                  <a:lnTo>
                    <a:pt x="344258" y="121551"/>
                  </a:lnTo>
                  <a:lnTo>
                    <a:pt x="344106" y="120853"/>
                  </a:lnTo>
                  <a:lnTo>
                    <a:pt x="344106" y="118579"/>
                  </a:lnTo>
                  <a:lnTo>
                    <a:pt x="345046" y="116687"/>
                  </a:lnTo>
                  <a:lnTo>
                    <a:pt x="346684" y="115493"/>
                  </a:lnTo>
                  <a:lnTo>
                    <a:pt x="348157" y="114376"/>
                  </a:lnTo>
                  <a:lnTo>
                    <a:pt x="349910" y="113868"/>
                  </a:lnTo>
                  <a:lnTo>
                    <a:pt x="351091" y="113868"/>
                  </a:lnTo>
                  <a:lnTo>
                    <a:pt x="352069" y="114147"/>
                  </a:lnTo>
                  <a:lnTo>
                    <a:pt x="352793" y="114376"/>
                  </a:lnTo>
                  <a:lnTo>
                    <a:pt x="352971" y="114376"/>
                  </a:lnTo>
                  <a:lnTo>
                    <a:pt x="354393" y="116166"/>
                  </a:lnTo>
                  <a:lnTo>
                    <a:pt x="354393" y="111607"/>
                  </a:lnTo>
                  <a:lnTo>
                    <a:pt x="353745" y="111213"/>
                  </a:lnTo>
                  <a:lnTo>
                    <a:pt x="351853" y="110947"/>
                  </a:lnTo>
                  <a:lnTo>
                    <a:pt x="349351" y="110642"/>
                  </a:lnTo>
                  <a:lnTo>
                    <a:pt x="346887" y="111417"/>
                  </a:lnTo>
                  <a:lnTo>
                    <a:pt x="344779" y="113106"/>
                  </a:lnTo>
                  <a:lnTo>
                    <a:pt x="340868" y="115912"/>
                  </a:lnTo>
                  <a:lnTo>
                    <a:pt x="340753" y="116433"/>
                  </a:lnTo>
                  <a:lnTo>
                    <a:pt x="340690" y="116687"/>
                  </a:lnTo>
                  <a:lnTo>
                    <a:pt x="339750" y="120853"/>
                  </a:lnTo>
                  <a:lnTo>
                    <a:pt x="340207" y="121551"/>
                  </a:lnTo>
                  <a:lnTo>
                    <a:pt x="342188" y="124028"/>
                  </a:lnTo>
                  <a:lnTo>
                    <a:pt x="344779" y="127152"/>
                  </a:lnTo>
                  <a:lnTo>
                    <a:pt x="349770" y="127355"/>
                  </a:lnTo>
                  <a:lnTo>
                    <a:pt x="353745" y="124383"/>
                  </a:lnTo>
                  <a:lnTo>
                    <a:pt x="354495" y="123799"/>
                  </a:lnTo>
                  <a:lnTo>
                    <a:pt x="355828" y="122758"/>
                  </a:lnTo>
                  <a:lnTo>
                    <a:pt x="357212" y="120586"/>
                  </a:lnTo>
                  <a:lnTo>
                    <a:pt x="357263" y="120091"/>
                  </a:lnTo>
                  <a:lnTo>
                    <a:pt x="357365" y="119329"/>
                  </a:lnTo>
                  <a:lnTo>
                    <a:pt x="357454" y="118579"/>
                  </a:lnTo>
                  <a:lnTo>
                    <a:pt x="357555" y="117805"/>
                  </a:lnTo>
                  <a:lnTo>
                    <a:pt x="357720" y="116687"/>
                  </a:lnTo>
                  <a:close/>
                </a:path>
                <a:path w="492759" h="325119">
                  <a:moveTo>
                    <a:pt x="411416" y="274193"/>
                  </a:moveTo>
                  <a:lnTo>
                    <a:pt x="411353" y="268147"/>
                  </a:lnTo>
                  <a:lnTo>
                    <a:pt x="411264" y="267804"/>
                  </a:lnTo>
                  <a:lnTo>
                    <a:pt x="410921" y="266509"/>
                  </a:lnTo>
                  <a:lnTo>
                    <a:pt x="409473" y="264642"/>
                  </a:lnTo>
                  <a:lnTo>
                    <a:pt x="408432" y="263271"/>
                  </a:lnTo>
                  <a:lnTo>
                    <a:pt x="408432" y="267804"/>
                  </a:lnTo>
                  <a:lnTo>
                    <a:pt x="408393" y="273164"/>
                  </a:lnTo>
                  <a:lnTo>
                    <a:pt x="408012" y="274193"/>
                  </a:lnTo>
                  <a:lnTo>
                    <a:pt x="407657" y="275056"/>
                  </a:lnTo>
                  <a:lnTo>
                    <a:pt x="405765" y="276860"/>
                  </a:lnTo>
                  <a:lnTo>
                    <a:pt x="404761" y="277533"/>
                  </a:lnTo>
                  <a:lnTo>
                    <a:pt x="402107" y="277533"/>
                  </a:lnTo>
                  <a:lnTo>
                    <a:pt x="401269" y="276860"/>
                  </a:lnTo>
                  <a:lnTo>
                    <a:pt x="400685" y="276263"/>
                  </a:lnTo>
                  <a:lnTo>
                    <a:pt x="399554" y="275056"/>
                  </a:lnTo>
                  <a:lnTo>
                    <a:pt x="398767" y="273164"/>
                  </a:lnTo>
                  <a:lnTo>
                    <a:pt x="398830" y="268909"/>
                  </a:lnTo>
                  <a:lnTo>
                    <a:pt x="408432" y="267804"/>
                  </a:lnTo>
                  <a:lnTo>
                    <a:pt x="408432" y="263271"/>
                  </a:lnTo>
                  <a:lnTo>
                    <a:pt x="408051" y="262763"/>
                  </a:lnTo>
                  <a:lnTo>
                    <a:pt x="405574" y="261569"/>
                  </a:lnTo>
                  <a:lnTo>
                    <a:pt x="401942" y="261569"/>
                  </a:lnTo>
                  <a:lnTo>
                    <a:pt x="400138" y="262356"/>
                  </a:lnTo>
                  <a:lnTo>
                    <a:pt x="398703" y="263702"/>
                  </a:lnTo>
                  <a:lnTo>
                    <a:pt x="396824" y="265417"/>
                  </a:lnTo>
                  <a:lnTo>
                    <a:pt x="395719" y="268147"/>
                  </a:lnTo>
                  <a:lnTo>
                    <a:pt x="395681" y="274193"/>
                  </a:lnTo>
                  <a:lnTo>
                    <a:pt x="396621" y="276593"/>
                  </a:lnTo>
                  <a:lnTo>
                    <a:pt x="398424" y="278396"/>
                  </a:lnTo>
                  <a:lnTo>
                    <a:pt x="399783" y="279844"/>
                  </a:lnTo>
                  <a:lnTo>
                    <a:pt x="401637" y="280606"/>
                  </a:lnTo>
                  <a:lnTo>
                    <a:pt x="405472" y="280606"/>
                  </a:lnTo>
                  <a:lnTo>
                    <a:pt x="407136" y="279984"/>
                  </a:lnTo>
                  <a:lnTo>
                    <a:pt x="409778" y="277533"/>
                  </a:lnTo>
                  <a:lnTo>
                    <a:pt x="410514" y="276860"/>
                  </a:lnTo>
                  <a:lnTo>
                    <a:pt x="410603" y="276593"/>
                  </a:lnTo>
                  <a:lnTo>
                    <a:pt x="410718" y="276263"/>
                  </a:lnTo>
                  <a:lnTo>
                    <a:pt x="411416" y="274193"/>
                  </a:lnTo>
                  <a:close/>
                </a:path>
                <a:path w="492759" h="325119">
                  <a:moveTo>
                    <a:pt x="430123" y="287591"/>
                  </a:moveTo>
                  <a:lnTo>
                    <a:pt x="428066" y="285229"/>
                  </a:lnTo>
                  <a:lnTo>
                    <a:pt x="426478" y="283413"/>
                  </a:lnTo>
                  <a:lnTo>
                    <a:pt x="426262" y="283375"/>
                  </a:lnTo>
                  <a:lnTo>
                    <a:pt x="426262" y="288366"/>
                  </a:lnTo>
                  <a:lnTo>
                    <a:pt x="426161" y="291312"/>
                  </a:lnTo>
                  <a:lnTo>
                    <a:pt x="426046" y="291884"/>
                  </a:lnTo>
                  <a:lnTo>
                    <a:pt x="425627" y="293827"/>
                  </a:lnTo>
                  <a:lnTo>
                    <a:pt x="422427" y="295465"/>
                  </a:lnTo>
                  <a:lnTo>
                    <a:pt x="418896" y="294805"/>
                  </a:lnTo>
                  <a:lnTo>
                    <a:pt x="415340" y="294170"/>
                  </a:lnTo>
                  <a:lnTo>
                    <a:pt x="412915" y="291528"/>
                  </a:lnTo>
                  <a:lnTo>
                    <a:pt x="412953" y="291312"/>
                  </a:lnTo>
                  <a:lnTo>
                    <a:pt x="413054" y="290677"/>
                  </a:lnTo>
                  <a:lnTo>
                    <a:pt x="413321" y="289064"/>
                  </a:lnTo>
                  <a:lnTo>
                    <a:pt x="413626" y="287769"/>
                  </a:lnTo>
                  <a:lnTo>
                    <a:pt x="414350" y="286893"/>
                  </a:lnTo>
                  <a:lnTo>
                    <a:pt x="415112" y="286575"/>
                  </a:lnTo>
                  <a:lnTo>
                    <a:pt x="416623" y="285572"/>
                  </a:lnTo>
                  <a:lnTo>
                    <a:pt x="418553" y="285229"/>
                  </a:lnTo>
                  <a:lnTo>
                    <a:pt x="423900" y="286118"/>
                  </a:lnTo>
                  <a:lnTo>
                    <a:pt x="426262" y="288366"/>
                  </a:lnTo>
                  <a:lnTo>
                    <a:pt x="426262" y="283375"/>
                  </a:lnTo>
                  <a:lnTo>
                    <a:pt x="421208" y="282422"/>
                  </a:lnTo>
                  <a:lnTo>
                    <a:pt x="418249" y="281952"/>
                  </a:lnTo>
                  <a:lnTo>
                    <a:pt x="415340" y="282422"/>
                  </a:lnTo>
                  <a:lnTo>
                    <a:pt x="413321" y="284035"/>
                  </a:lnTo>
                  <a:lnTo>
                    <a:pt x="411556" y="285038"/>
                  </a:lnTo>
                  <a:lnTo>
                    <a:pt x="411441" y="285229"/>
                  </a:lnTo>
                  <a:lnTo>
                    <a:pt x="410578" y="286575"/>
                  </a:lnTo>
                  <a:lnTo>
                    <a:pt x="410476" y="286893"/>
                  </a:lnTo>
                  <a:lnTo>
                    <a:pt x="409765" y="290677"/>
                  </a:lnTo>
                  <a:lnTo>
                    <a:pt x="410527" y="292798"/>
                  </a:lnTo>
                  <a:lnTo>
                    <a:pt x="412127" y="294525"/>
                  </a:lnTo>
                  <a:lnTo>
                    <a:pt x="413626" y="296316"/>
                  </a:lnTo>
                  <a:lnTo>
                    <a:pt x="415937" y="297421"/>
                  </a:lnTo>
                  <a:lnTo>
                    <a:pt x="418249" y="297865"/>
                  </a:lnTo>
                  <a:lnTo>
                    <a:pt x="420916" y="298284"/>
                  </a:lnTo>
                  <a:lnTo>
                    <a:pt x="423964" y="297865"/>
                  </a:lnTo>
                  <a:lnTo>
                    <a:pt x="423545" y="297865"/>
                  </a:lnTo>
                  <a:lnTo>
                    <a:pt x="425348" y="296913"/>
                  </a:lnTo>
                  <a:lnTo>
                    <a:pt x="429285" y="291884"/>
                  </a:lnTo>
                  <a:lnTo>
                    <a:pt x="429399" y="291312"/>
                  </a:lnTo>
                  <a:lnTo>
                    <a:pt x="429526" y="290677"/>
                  </a:lnTo>
                  <a:lnTo>
                    <a:pt x="430123" y="287591"/>
                  </a:lnTo>
                  <a:close/>
                </a:path>
                <a:path w="492759" h="325119">
                  <a:moveTo>
                    <a:pt x="484619" y="266001"/>
                  </a:moveTo>
                  <a:lnTo>
                    <a:pt x="482269" y="263702"/>
                  </a:lnTo>
                  <a:lnTo>
                    <a:pt x="481469" y="262928"/>
                  </a:lnTo>
                  <a:lnTo>
                    <a:pt x="481469" y="267804"/>
                  </a:lnTo>
                  <a:lnTo>
                    <a:pt x="481469" y="277698"/>
                  </a:lnTo>
                  <a:lnTo>
                    <a:pt x="477342" y="281800"/>
                  </a:lnTo>
                  <a:lnTo>
                    <a:pt x="466966" y="281800"/>
                  </a:lnTo>
                  <a:lnTo>
                    <a:pt x="462940" y="277698"/>
                  </a:lnTo>
                  <a:lnTo>
                    <a:pt x="462940" y="267804"/>
                  </a:lnTo>
                  <a:lnTo>
                    <a:pt x="466966" y="263702"/>
                  </a:lnTo>
                  <a:lnTo>
                    <a:pt x="477342" y="263702"/>
                  </a:lnTo>
                  <a:lnTo>
                    <a:pt x="481469" y="267804"/>
                  </a:lnTo>
                  <a:lnTo>
                    <a:pt x="481469" y="262928"/>
                  </a:lnTo>
                  <a:lnTo>
                    <a:pt x="479031" y="260540"/>
                  </a:lnTo>
                  <a:lnTo>
                    <a:pt x="465429" y="260540"/>
                  </a:lnTo>
                  <a:lnTo>
                    <a:pt x="459765" y="266001"/>
                  </a:lnTo>
                  <a:lnTo>
                    <a:pt x="459765" y="279412"/>
                  </a:lnTo>
                  <a:lnTo>
                    <a:pt x="465429" y="284886"/>
                  </a:lnTo>
                  <a:lnTo>
                    <a:pt x="479031" y="284886"/>
                  </a:lnTo>
                  <a:lnTo>
                    <a:pt x="482180" y="281800"/>
                  </a:lnTo>
                  <a:lnTo>
                    <a:pt x="484619" y="279412"/>
                  </a:lnTo>
                  <a:lnTo>
                    <a:pt x="484619" y="266001"/>
                  </a:lnTo>
                  <a:close/>
                </a:path>
                <a:path w="492759" h="325119">
                  <a:moveTo>
                    <a:pt x="492290" y="184150"/>
                  </a:moveTo>
                  <a:lnTo>
                    <a:pt x="490448" y="175260"/>
                  </a:lnTo>
                  <a:lnTo>
                    <a:pt x="482346" y="170180"/>
                  </a:lnTo>
                  <a:lnTo>
                    <a:pt x="473278" y="163830"/>
                  </a:lnTo>
                  <a:lnTo>
                    <a:pt x="472706" y="162560"/>
                  </a:lnTo>
                  <a:lnTo>
                    <a:pt x="468541" y="152400"/>
                  </a:lnTo>
                  <a:lnTo>
                    <a:pt x="472757" y="162560"/>
                  </a:lnTo>
                  <a:lnTo>
                    <a:pt x="480745" y="166370"/>
                  </a:lnTo>
                  <a:lnTo>
                    <a:pt x="486765" y="163830"/>
                  </a:lnTo>
                  <a:lnTo>
                    <a:pt x="480288" y="160020"/>
                  </a:lnTo>
                  <a:lnTo>
                    <a:pt x="478434" y="152400"/>
                  </a:lnTo>
                  <a:lnTo>
                    <a:pt x="478129" y="151130"/>
                  </a:lnTo>
                  <a:lnTo>
                    <a:pt x="475221" y="143510"/>
                  </a:lnTo>
                  <a:lnTo>
                    <a:pt x="469404" y="140970"/>
                  </a:lnTo>
                  <a:lnTo>
                    <a:pt x="466496" y="139700"/>
                  </a:lnTo>
                  <a:lnTo>
                    <a:pt x="463778" y="139700"/>
                  </a:lnTo>
                  <a:lnTo>
                    <a:pt x="460679" y="137160"/>
                  </a:lnTo>
                  <a:lnTo>
                    <a:pt x="457301" y="135890"/>
                  </a:lnTo>
                  <a:lnTo>
                    <a:pt x="452170" y="135890"/>
                  </a:lnTo>
                  <a:lnTo>
                    <a:pt x="445808" y="137160"/>
                  </a:lnTo>
                  <a:lnTo>
                    <a:pt x="439178" y="140970"/>
                  </a:lnTo>
                  <a:lnTo>
                    <a:pt x="433959" y="147320"/>
                  </a:lnTo>
                  <a:lnTo>
                    <a:pt x="431838" y="157480"/>
                  </a:lnTo>
                  <a:lnTo>
                    <a:pt x="437680" y="176530"/>
                  </a:lnTo>
                  <a:lnTo>
                    <a:pt x="463359" y="201930"/>
                  </a:lnTo>
                  <a:lnTo>
                    <a:pt x="469201" y="219710"/>
                  </a:lnTo>
                  <a:lnTo>
                    <a:pt x="469201" y="227330"/>
                  </a:lnTo>
                  <a:lnTo>
                    <a:pt x="462864" y="232410"/>
                  </a:lnTo>
                  <a:lnTo>
                    <a:pt x="449491" y="232410"/>
                  </a:lnTo>
                  <a:lnTo>
                    <a:pt x="444500" y="224790"/>
                  </a:lnTo>
                  <a:lnTo>
                    <a:pt x="440537" y="217170"/>
                  </a:lnTo>
                  <a:lnTo>
                    <a:pt x="439216" y="214630"/>
                  </a:lnTo>
                  <a:lnTo>
                    <a:pt x="437349" y="210820"/>
                  </a:lnTo>
                  <a:lnTo>
                    <a:pt x="436727" y="209550"/>
                  </a:lnTo>
                  <a:lnTo>
                    <a:pt x="431253" y="201930"/>
                  </a:lnTo>
                  <a:lnTo>
                    <a:pt x="429983" y="200507"/>
                  </a:lnTo>
                  <a:lnTo>
                    <a:pt x="429983" y="217170"/>
                  </a:lnTo>
                  <a:lnTo>
                    <a:pt x="425983" y="222250"/>
                  </a:lnTo>
                  <a:lnTo>
                    <a:pt x="422414" y="223520"/>
                  </a:lnTo>
                  <a:lnTo>
                    <a:pt x="417893" y="220980"/>
                  </a:lnTo>
                  <a:lnTo>
                    <a:pt x="417830" y="219710"/>
                  </a:lnTo>
                  <a:lnTo>
                    <a:pt x="417703" y="217170"/>
                  </a:lnTo>
                  <a:lnTo>
                    <a:pt x="421906" y="212090"/>
                  </a:lnTo>
                  <a:lnTo>
                    <a:pt x="425196" y="210820"/>
                  </a:lnTo>
                  <a:lnTo>
                    <a:pt x="427583" y="212090"/>
                  </a:lnTo>
                  <a:lnTo>
                    <a:pt x="429895" y="213360"/>
                  </a:lnTo>
                  <a:lnTo>
                    <a:pt x="429983" y="217170"/>
                  </a:lnTo>
                  <a:lnTo>
                    <a:pt x="429983" y="200507"/>
                  </a:lnTo>
                  <a:lnTo>
                    <a:pt x="425627" y="195580"/>
                  </a:lnTo>
                  <a:lnTo>
                    <a:pt x="427202" y="196850"/>
                  </a:lnTo>
                  <a:lnTo>
                    <a:pt x="434835" y="196850"/>
                  </a:lnTo>
                  <a:lnTo>
                    <a:pt x="436270" y="195580"/>
                  </a:lnTo>
                  <a:lnTo>
                    <a:pt x="437692" y="194310"/>
                  </a:lnTo>
                  <a:lnTo>
                    <a:pt x="438391" y="191770"/>
                  </a:lnTo>
                  <a:lnTo>
                    <a:pt x="438518" y="187960"/>
                  </a:lnTo>
                  <a:lnTo>
                    <a:pt x="437299" y="185420"/>
                  </a:lnTo>
                  <a:lnTo>
                    <a:pt x="435508" y="182880"/>
                  </a:lnTo>
                  <a:lnTo>
                    <a:pt x="435292" y="182626"/>
                  </a:lnTo>
                  <a:lnTo>
                    <a:pt x="435292" y="187960"/>
                  </a:lnTo>
                  <a:lnTo>
                    <a:pt x="435229" y="190500"/>
                  </a:lnTo>
                  <a:lnTo>
                    <a:pt x="435038" y="191770"/>
                  </a:lnTo>
                  <a:lnTo>
                    <a:pt x="434035" y="193040"/>
                  </a:lnTo>
                  <a:lnTo>
                    <a:pt x="433108" y="194310"/>
                  </a:lnTo>
                  <a:lnTo>
                    <a:pt x="429450" y="194310"/>
                  </a:lnTo>
                  <a:lnTo>
                    <a:pt x="427443" y="193040"/>
                  </a:lnTo>
                  <a:lnTo>
                    <a:pt x="424751" y="190500"/>
                  </a:lnTo>
                  <a:lnTo>
                    <a:pt x="424332" y="189230"/>
                  </a:lnTo>
                  <a:lnTo>
                    <a:pt x="423913" y="187960"/>
                  </a:lnTo>
                  <a:lnTo>
                    <a:pt x="423989" y="186690"/>
                  </a:lnTo>
                  <a:lnTo>
                    <a:pt x="424116" y="184150"/>
                  </a:lnTo>
                  <a:lnTo>
                    <a:pt x="425170" y="184150"/>
                  </a:lnTo>
                  <a:lnTo>
                    <a:pt x="425996" y="182880"/>
                  </a:lnTo>
                  <a:lnTo>
                    <a:pt x="429793" y="182880"/>
                  </a:lnTo>
                  <a:lnTo>
                    <a:pt x="431685" y="184150"/>
                  </a:lnTo>
                  <a:lnTo>
                    <a:pt x="433108" y="185420"/>
                  </a:lnTo>
                  <a:lnTo>
                    <a:pt x="434479" y="186690"/>
                  </a:lnTo>
                  <a:lnTo>
                    <a:pt x="435292" y="187960"/>
                  </a:lnTo>
                  <a:lnTo>
                    <a:pt x="435292" y="182626"/>
                  </a:lnTo>
                  <a:lnTo>
                    <a:pt x="433425" y="180340"/>
                  </a:lnTo>
                  <a:lnTo>
                    <a:pt x="430631" y="179070"/>
                  </a:lnTo>
                  <a:lnTo>
                    <a:pt x="426173" y="179070"/>
                  </a:lnTo>
                  <a:lnTo>
                    <a:pt x="424205" y="180340"/>
                  </a:lnTo>
                  <a:lnTo>
                    <a:pt x="422960" y="181610"/>
                  </a:lnTo>
                  <a:lnTo>
                    <a:pt x="421614" y="182880"/>
                  </a:lnTo>
                  <a:lnTo>
                    <a:pt x="420916" y="184150"/>
                  </a:lnTo>
                  <a:lnTo>
                    <a:pt x="420839" y="188506"/>
                  </a:lnTo>
                  <a:lnTo>
                    <a:pt x="415556" y="181610"/>
                  </a:lnTo>
                  <a:lnTo>
                    <a:pt x="415340" y="181343"/>
                  </a:lnTo>
                  <a:lnTo>
                    <a:pt x="415340" y="240030"/>
                  </a:lnTo>
                  <a:lnTo>
                    <a:pt x="413334" y="242570"/>
                  </a:lnTo>
                  <a:lnTo>
                    <a:pt x="411175" y="245110"/>
                  </a:lnTo>
                  <a:lnTo>
                    <a:pt x="407771" y="246380"/>
                  </a:lnTo>
                  <a:lnTo>
                    <a:pt x="403326" y="243840"/>
                  </a:lnTo>
                  <a:lnTo>
                    <a:pt x="403237" y="242570"/>
                  </a:lnTo>
                  <a:lnTo>
                    <a:pt x="403161" y="241300"/>
                  </a:lnTo>
                  <a:lnTo>
                    <a:pt x="403072" y="240030"/>
                  </a:lnTo>
                  <a:lnTo>
                    <a:pt x="405117" y="237490"/>
                  </a:lnTo>
                  <a:lnTo>
                    <a:pt x="407123" y="233680"/>
                  </a:lnTo>
                  <a:lnTo>
                    <a:pt x="410603" y="233680"/>
                  </a:lnTo>
                  <a:lnTo>
                    <a:pt x="412915" y="234950"/>
                  </a:lnTo>
                  <a:lnTo>
                    <a:pt x="415150" y="236220"/>
                  </a:lnTo>
                  <a:lnTo>
                    <a:pt x="415277" y="238760"/>
                  </a:lnTo>
                  <a:lnTo>
                    <a:pt x="415340" y="240030"/>
                  </a:lnTo>
                  <a:lnTo>
                    <a:pt x="415340" y="181343"/>
                  </a:lnTo>
                  <a:lnTo>
                    <a:pt x="410591" y="175260"/>
                  </a:lnTo>
                  <a:lnTo>
                    <a:pt x="407136" y="168910"/>
                  </a:lnTo>
                  <a:lnTo>
                    <a:pt x="405841" y="163830"/>
                  </a:lnTo>
                  <a:lnTo>
                    <a:pt x="405841" y="158750"/>
                  </a:lnTo>
                  <a:lnTo>
                    <a:pt x="409321" y="154940"/>
                  </a:lnTo>
                  <a:lnTo>
                    <a:pt x="411429" y="152400"/>
                  </a:lnTo>
                  <a:lnTo>
                    <a:pt x="413537" y="149860"/>
                  </a:lnTo>
                  <a:lnTo>
                    <a:pt x="414972" y="149860"/>
                  </a:lnTo>
                  <a:lnTo>
                    <a:pt x="416052" y="148590"/>
                  </a:lnTo>
                  <a:lnTo>
                    <a:pt x="417576" y="147320"/>
                  </a:lnTo>
                  <a:lnTo>
                    <a:pt x="420776" y="144780"/>
                  </a:lnTo>
                  <a:lnTo>
                    <a:pt x="427202" y="137160"/>
                  </a:lnTo>
                  <a:lnTo>
                    <a:pt x="427443" y="137160"/>
                  </a:lnTo>
                  <a:lnTo>
                    <a:pt x="429209" y="135890"/>
                  </a:lnTo>
                  <a:lnTo>
                    <a:pt x="425996" y="132956"/>
                  </a:lnTo>
                  <a:lnTo>
                    <a:pt x="425996" y="135890"/>
                  </a:lnTo>
                  <a:lnTo>
                    <a:pt x="418261" y="143510"/>
                  </a:lnTo>
                  <a:lnTo>
                    <a:pt x="414566" y="147320"/>
                  </a:lnTo>
                  <a:lnTo>
                    <a:pt x="410083" y="144780"/>
                  </a:lnTo>
                  <a:lnTo>
                    <a:pt x="362991" y="118110"/>
                  </a:lnTo>
                  <a:lnTo>
                    <a:pt x="368033" y="102870"/>
                  </a:lnTo>
                  <a:lnTo>
                    <a:pt x="373672" y="105410"/>
                  </a:lnTo>
                  <a:lnTo>
                    <a:pt x="372059" y="105410"/>
                  </a:lnTo>
                  <a:lnTo>
                    <a:pt x="370001" y="106680"/>
                  </a:lnTo>
                  <a:lnTo>
                    <a:pt x="368211" y="109220"/>
                  </a:lnTo>
                  <a:lnTo>
                    <a:pt x="371894" y="109220"/>
                  </a:lnTo>
                  <a:lnTo>
                    <a:pt x="373405" y="107950"/>
                  </a:lnTo>
                  <a:lnTo>
                    <a:pt x="371182" y="114300"/>
                  </a:lnTo>
                  <a:lnTo>
                    <a:pt x="370611" y="113030"/>
                  </a:lnTo>
                  <a:lnTo>
                    <a:pt x="368973" y="111760"/>
                  </a:lnTo>
                  <a:lnTo>
                    <a:pt x="367385" y="110490"/>
                  </a:lnTo>
                  <a:lnTo>
                    <a:pt x="366268" y="115570"/>
                  </a:lnTo>
                  <a:lnTo>
                    <a:pt x="369189" y="116840"/>
                  </a:lnTo>
                  <a:lnTo>
                    <a:pt x="371182" y="118110"/>
                  </a:lnTo>
                  <a:lnTo>
                    <a:pt x="374700" y="119380"/>
                  </a:lnTo>
                  <a:lnTo>
                    <a:pt x="376859" y="119380"/>
                  </a:lnTo>
                  <a:lnTo>
                    <a:pt x="377825" y="118110"/>
                  </a:lnTo>
                  <a:lnTo>
                    <a:pt x="378917" y="116840"/>
                  </a:lnTo>
                  <a:lnTo>
                    <a:pt x="377799" y="115570"/>
                  </a:lnTo>
                  <a:lnTo>
                    <a:pt x="376694" y="114300"/>
                  </a:lnTo>
                  <a:lnTo>
                    <a:pt x="373773" y="115570"/>
                  </a:lnTo>
                  <a:lnTo>
                    <a:pt x="373646" y="114300"/>
                  </a:lnTo>
                  <a:lnTo>
                    <a:pt x="373519" y="113030"/>
                  </a:lnTo>
                  <a:lnTo>
                    <a:pt x="373405" y="111760"/>
                  </a:lnTo>
                  <a:lnTo>
                    <a:pt x="375069" y="110490"/>
                  </a:lnTo>
                  <a:lnTo>
                    <a:pt x="378625" y="110490"/>
                  </a:lnTo>
                  <a:lnTo>
                    <a:pt x="379857" y="111760"/>
                  </a:lnTo>
                  <a:lnTo>
                    <a:pt x="380326" y="114300"/>
                  </a:lnTo>
                  <a:lnTo>
                    <a:pt x="380263" y="113030"/>
                  </a:lnTo>
                  <a:lnTo>
                    <a:pt x="380149" y="110490"/>
                  </a:lnTo>
                  <a:lnTo>
                    <a:pt x="380085" y="109220"/>
                  </a:lnTo>
                  <a:lnTo>
                    <a:pt x="380834" y="107950"/>
                  </a:lnTo>
                  <a:lnTo>
                    <a:pt x="382320" y="105410"/>
                  </a:lnTo>
                  <a:lnTo>
                    <a:pt x="386626" y="104140"/>
                  </a:lnTo>
                  <a:lnTo>
                    <a:pt x="388315" y="109220"/>
                  </a:lnTo>
                  <a:lnTo>
                    <a:pt x="386981" y="111760"/>
                  </a:lnTo>
                  <a:lnTo>
                    <a:pt x="383514" y="115570"/>
                  </a:lnTo>
                  <a:lnTo>
                    <a:pt x="385419" y="114300"/>
                  </a:lnTo>
                  <a:lnTo>
                    <a:pt x="387464" y="114300"/>
                  </a:lnTo>
                  <a:lnTo>
                    <a:pt x="388200" y="115570"/>
                  </a:lnTo>
                  <a:lnTo>
                    <a:pt x="389394" y="116840"/>
                  </a:lnTo>
                  <a:lnTo>
                    <a:pt x="388988" y="119380"/>
                  </a:lnTo>
                  <a:lnTo>
                    <a:pt x="386334" y="120650"/>
                  </a:lnTo>
                  <a:lnTo>
                    <a:pt x="385762" y="118110"/>
                  </a:lnTo>
                  <a:lnTo>
                    <a:pt x="382193" y="118110"/>
                  </a:lnTo>
                  <a:lnTo>
                    <a:pt x="381190" y="119380"/>
                  </a:lnTo>
                  <a:lnTo>
                    <a:pt x="380085" y="121920"/>
                  </a:lnTo>
                  <a:lnTo>
                    <a:pt x="381762" y="123190"/>
                  </a:lnTo>
                  <a:lnTo>
                    <a:pt x="384835" y="125730"/>
                  </a:lnTo>
                  <a:lnTo>
                    <a:pt x="388493" y="127000"/>
                  </a:lnTo>
                  <a:lnTo>
                    <a:pt x="391490" y="125730"/>
                  </a:lnTo>
                  <a:lnTo>
                    <a:pt x="392480" y="124460"/>
                  </a:lnTo>
                  <a:lnTo>
                    <a:pt x="393484" y="123190"/>
                  </a:lnTo>
                  <a:lnTo>
                    <a:pt x="392277" y="121920"/>
                  </a:lnTo>
                  <a:lnTo>
                    <a:pt x="390169" y="123190"/>
                  </a:lnTo>
                  <a:lnTo>
                    <a:pt x="388175" y="124460"/>
                  </a:lnTo>
                  <a:lnTo>
                    <a:pt x="390042" y="120650"/>
                  </a:lnTo>
                  <a:lnTo>
                    <a:pt x="391909" y="116840"/>
                  </a:lnTo>
                  <a:lnTo>
                    <a:pt x="392137" y="118110"/>
                  </a:lnTo>
                  <a:lnTo>
                    <a:pt x="392696" y="119380"/>
                  </a:lnTo>
                  <a:lnTo>
                    <a:pt x="394398" y="120650"/>
                  </a:lnTo>
                  <a:lnTo>
                    <a:pt x="395706" y="116840"/>
                  </a:lnTo>
                  <a:lnTo>
                    <a:pt x="394614" y="114300"/>
                  </a:lnTo>
                  <a:lnTo>
                    <a:pt x="402628" y="119380"/>
                  </a:lnTo>
                  <a:lnTo>
                    <a:pt x="399910" y="119380"/>
                  </a:lnTo>
                  <a:lnTo>
                    <a:pt x="396963" y="121920"/>
                  </a:lnTo>
                  <a:lnTo>
                    <a:pt x="398780" y="123190"/>
                  </a:lnTo>
                  <a:lnTo>
                    <a:pt x="400685" y="123190"/>
                  </a:lnTo>
                  <a:lnTo>
                    <a:pt x="401726" y="121920"/>
                  </a:lnTo>
                  <a:lnTo>
                    <a:pt x="397535" y="129540"/>
                  </a:lnTo>
                  <a:lnTo>
                    <a:pt x="397535" y="127000"/>
                  </a:lnTo>
                  <a:lnTo>
                    <a:pt x="396608" y="124460"/>
                  </a:lnTo>
                  <a:lnTo>
                    <a:pt x="395706" y="124460"/>
                  </a:lnTo>
                  <a:lnTo>
                    <a:pt x="393954" y="127000"/>
                  </a:lnTo>
                  <a:lnTo>
                    <a:pt x="394398" y="130810"/>
                  </a:lnTo>
                  <a:lnTo>
                    <a:pt x="398043" y="132080"/>
                  </a:lnTo>
                  <a:lnTo>
                    <a:pt x="401104" y="134620"/>
                  </a:lnTo>
                  <a:lnTo>
                    <a:pt x="403466" y="134620"/>
                  </a:lnTo>
                  <a:lnTo>
                    <a:pt x="404698" y="133350"/>
                  </a:lnTo>
                  <a:lnTo>
                    <a:pt x="405917" y="130810"/>
                  </a:lnTo>
                  <a:lnTo>
                    <a:pt x="404914" y="129540"/>
                  </a:lnTo>
                  <a:lnTo>
                    <a:pt x="403910" y="128270"/>
                  </a:lnTo>
                  <a:lnTo>
                    <a:pt x="400900" y="129540"/>
                  </a:lnTo>
                  <a:lnTo>
                    <a:pt x="400799" y="125730"/>
                  </a:lnTo>
                  <a:lnTo>
                    <a:pt x="402551" y="124460"/>
                  </a:lnTo>
                  <a:lnTo>
                    <a:pt x="406069" y="124460"/>
                  </a:lnTo>
                  <a:lnTo>
                    <a:pt x="407250" y="127000"/>
                  </a:lnTo>
                  <a:lnTo>
                    <a:pt x="407504" y="128270"/>
                  </a:lnTo>
                  <a:lnTo>
                    <a:pt x="408660" y="124460"/>
                  </a:lnTo>
                  <a:lnTo>
                    <a:pt x="410730" y="121920"/>
                  </a:lnTo>
                  <a:lnTo>
                    <a:pt x="415582" y="120650"/>
                  </a:lnTo>
                  <a:lnTo>
                    <a:pt x="416623" y="124460"/>
                  </a:lnTo>
                  <a:lnTo>
                    <a:pt x="414439" y="128270"/>
                  </a:lnTo>
                  <a:lnTo>
                    <a:pt x="412305" y="129540"/>
                  </a:lnTo>
                  <a:lnTo>
                    <a:pt x="412076" y="129540"/>
                  </a:lnTo>
                  <a:lnTo>
                    <a:pt x="410184" y="130810"/>
                  </a:lnTo>
                  <a:lnTo>
                    <a:pt x="412178" y="129616"/>
                  </a:lnTo>
                  <a:lnTo>
                    <a:pt x="414058" y="130810"/>
                  </a:lnTo>
                  <a:lnTo>
                    <a:pt x="414769" y="132080"/>
                  </a:lnTo>
                  <a:lnTo>
                    <a:pt x="415798" y="133350"/>
                  </a:lnTo>
                  <a:lnTo>
                    <a:pt x="415150" y="135890"/>
                  </a:lnTo>
                  <a:lnTo>
                    <a:pt x="412483" y="137160"/>
                  </a:lnTo>
                  <a:lnTo>
                    <a:pt x="411975" y="133350"/>
                  </a:lnTo>
                  <a:lnTo>
                    <a:pt x="408571" y="133350"/>
                  </a:lnTo>
                  <a:lnTo>
                    <a:pt x="406476" y="137160"/>
                  </a:lnTo>
                  <a:lnTo>
                    <a:pt x="407873" y="138430"/>
                  </a:lnTo>
                  <a:lnTo>
                    <a:pt x="411111" y="140970"/>
                  </a:lnTo>
                  <a:lnTo>
                    <a:pt x="413105" y="142240"/>
                  </a:lnTo>
                  <a:lnTo>
                    <a:pt x="416026" y="143510"/>
                  </a:lnTo>
                  <a:lnTo>
                    <a:pt x="419328" y="139700"/>
                  </a:lnTo>
                  <a:lnTo>
                    <a:pt x="418261" y="138430"/>
                  </a:lnTo>
                  <a:lnTo>
                    <a:pt x="414680" y="138430"/>
                  </a:lnTo>
                  <a:lnTo>
                    <a:pt x="415607" y="137160"/>
                  </a:lnTo>
                  <a:lnTo>
                    <a:pt x="418414" y="133350"/>
                  </a:lnTo>
                  <a:lnTo>
                    <a:pt x="418338" y="134620"/>
                  </a:lnTo>
                  <a:lnTo>
                    <a:pt x="418261" y="135890"/>
                  </a:lnTo>
                  <a:lnTo>
                    <a:pt x="419557" y="137160"/>
                  </a:lnTo>
                  <a:lnTo>
                    <a:pt x="420687" y="138430"/>
                  </a:lnTo>
                  <a:lnTo>
                    <a:pt x="421297" y="135890"/>
                  </a:lnTo>
                  <a:lnTo>
                    <a:pt x="421398" y="134620"/>
                  </a:lnTo>
                  <a:lnTo>
                    <a:pt x="421500" y="133350"/>
                  </a:lnTo>
                  <a:lnTo>
                    <a:pt x="421297" y="132080"/>
                  </a:lnTo>
                  <a:lnTo>
                    <a:pt x="425996" y="135890"/>
                  </a:lnTo>
                  <a:lnTo>
                    <a:pt x="425996" y="132956"/>
                  </a:lnTo>
                  <a:lnTo>
                    <a:pt x="425043" y="132080"/>
                  </a:lnTo>
                  <a:lnTo>
                    <a:pt x="426173" y="129540"/>
                  </a:lnTo>
                  <a:lnTo>
                    <a:pt x="427062" y="127000"/>
                  </a:lnTo>
                  <a:lnTo>
                    <a:pt x="427685" y="124460"/>
                  </a:lnTo>
                  <a:lnTo>
                    <a:pt x="428993" y="129540"/>
                  </a:lnTo>
                  <a:lnTo>
                    <a:pt x="431685" y="133350"/>
                  </a:lnTo>
                  <a:lnTo>
                    <a:pt x="435292" y="132080"/>
                  </a:lnTo>
                  <a:lnTo>
                    <a:pt x="434594" y="127000"/>
                  </a:lnTo>
                  <a:lnTo>
                    <a:pt x="434898" y="124460"/>
                  </a:lnTo>
                  <a:lnTo>
                    <a:pt x="435216" y="121920"/>
                  </a:lnTo>
                  <a:lnTo>
                    <a:pt x="435305" y="120650"/>
                  </a:lnTo>
                  <a:lnTo>
                    <a:pt x="435406" y="119380"/>
                  </a:lnTo>
                  <a:lnTo>
                    <a:pt x="435521" y="114300"/>
                  </a:lnTo>
                  <a:lnTo>
                    <a:pt x="434568" y="106680"/>
                  </a:lnTo>
                  <a:lnTo>
                    <a:pt x="437692" y="111760"/>
                  </a:lnTo>
                  <a:lnTo>
                    <a:pt x="441985" y="114300"/>
                  </a:lnTo>
                  <a:lnTo>
                    <a:pt x="445135" y="113030"/>
                  </a:lnTo>
                  <a:lnTo>
                    <a:pt x="441909" y="107950"/>
                  </a:lnTo>
                  <a:lnTo>
                    <a:pt x="441921" y="106680"/>
                  </a:lnTo>
                  <a:lnTo>
                    <a:pt x="441871" y="97790"/>
                  </a:lnTo>
                  <a:lnTo>
                    <a:pt x="441756" y="95250"/>
                  </a:lnTo>
                  <a:lnTo>
                    <a:pt x="441706" y="93980"/>
                  </a:lnTo>
                  <a:lnTo>
                    <a:pt x="441591" y="91440"/>
                  </a:lnTo>
                  <a:lnTo>
                    <a:pt x="436968" y="81280"/>
                  </a:lnTo>
                  <a:lnTo>
                    <a:pt x="440359" y="82550"/>
                  </a:lnTo>
                  <a:lnTo>
                    <a:pt x="442785" y="81280"/>
                  </a:lnTo>
                  <a:lnTo>
                    <a:pt x="444207" y="80010"/>
                  </a:lnTo>
                  <a:lnTo>
                    <a:pt x="439000" y="77470"/>
                  </a:lnTo>
                  <a:lnTo>
                    <a:pt x="435749" y="72390"/>
                  </a:lnTo>
                  <a:lnTo>
                    <a:pt x="431101" y="66040"/>
                  </a:lnTo>
                  <a:lnTo>
                    <a:pt x="421741" y="60960"/>
                  </a:lnTo>
                  <a:lnTo>
                    <a:pt x="425996" y="60960"/>
                  </a:lnTo>
                  <a:lnTo>
                    <a:pt x="428498" y="58420"/>
                  </a:lnTo>
                  <a:lnTo>
                    <a:pt x="428218" y="57150"/>
                  </a:lnTo>
                  <a:lnTo>
                    <a:pt x="427926" y="55880"/>
                  </a:lnTo>
                  <a:lnTo>
                    <a:pt x="424446" y="57150"/>
                  </a:lnTo>
                  <a:lnTo>
                    <a:pt x="420065" y="54610"/>
                  </a:lnTo>
                  <a:lnTo>
                    <a:pt x="413753" y="52070"/>
                  </a:lnTo>
                  <a:lnTo>
                    <a:pt x="404418" y="50800"/>
                  </a:lnTo>
                  <a:lnTo>
                    <a:pt x="404037" y="48260"/>
                  </a:lnTo>
                  <a:lnTo>
                    <a:pt x="403466" y="44450"/>
                  </a:lnTo>
                  <a:lnTo>
                    <a:pt x="398322" y="39370"/>
                  </a:lnTo>
                  <a:lnTo>
                    <a:pt x="392404" y="36830"/>
                  </a:lnTo>
                  <a:lnTo>
                    <a:pt x="393496" y="40640"/>
                  </a:lnTo>
                  <a:lnTo>
                    <a:pt x="392557" y="44450"/>
                  </a:lnTo>
                  <a:lnTo>
                    <a:pt x="391464" y="48260"/>
                  </a:lnTo>
                  <a:lnTo>
                    <a:pt x="388200" y="45110"/>
                  </a:lnTo>
                  <a:lnTo>
                    <a:pt x="388200" y="64770"/>
                  </a:lnTo>
                  <a:lnTo>
                    <a:pt x="382524" y="66040"/>
                  </a:lnTo>
                  <a:lnTo>
                    <a:pt x="377151" y="67310"/>
                  </a:lnTo>
                  <a:lnTo>
                    <a:pt x="373011" y="69850"/>
                  </a:lnTo>
                  <a:lnTo>
                    <a:pt x="374700" y="66040"/>
                  </a:lnTo>
                  <a:lnTo>
                    <a:pt x="373011" y="60960"/>
                  </a:lnTo>
                  <a:lnTo>
                    <a:pt x="382143" y="60960"/>
                  </a:lnTo>
                  <a:lnTo>
                    <a:pt x="384708" y="64770"/>
                  </a:lnTo>
                  <a:lnTo>
                    <a:pt x="388200" y="64770"/>
                  </a:lnTo>
                  <a:lnTo>
                    <a:pt x="388200" y="45110"/>
                  </a:lnTo>
                  <a:lnTo>
                    <a:pt x="342785" y="1270"/>
                  </a:lnTo>
                  <a:lnTo>
                    <a:pt x="341261" y="0"/>
                  </a:lnTo>
                  <a:lnTo>
                    <a:pt x="339813" y="0"/>
                  </a:lnTo>
                  <a:lnTo>
                    <a:pt x="339813" y="1270"/>
                  </a:lnTo>
                  <a:lnTo>
                    <a:pt x="340626" y="2540"/>
                  </a:lnTo>
                  <a:lnTo>
                    <a:pt x="382524" y="53340"/>
                  </a:lnTo>
                  <a:lnTo>
                    <a:pt x="379323" y="54610"/>
                  </a:lnTo>
                  <a:lnTo>
                    <a:pt x="376212" y="55880"/>
                  </a:lnTo>
                  <a:lnTo>
                    <a:pt x="370916" y="57150"/>
                  </a:lnTo>
                  <a:lnTo>
                    <a:pt x="369354" y="59690"/>
                  </a:lnTo>
                  <a:lnTo>
                    <a:pt x="369354" y="62230"/>
                  </a:lnTo>
                  <a:lnTo>
                    <a:pt x="361581" y="66040"/>
                  </a:lnTo>
                  <a:lnTo>
                    <a:pt x="354990" y="71005"/>
                  </a:lnTo>
                  <a:lnTo>
                    <a:pt x="348843" y="76200"/>
                  </a:lnTo>
                  <a:lnTo>
                    <a:pt x="346748" y="76200"/>
                  </a:lnTo>
                  <a:lnTo>
                    <a:pt x="349072" y="81280"/>
                  </a:lnTo>
                  <a:lnTo>
                    <a:pt x="349910" y="83820"/>
                  </a:lnTo>
                  <a:lnTo>
                    <a:pt x="347179" y="88900"/>
                  </a:lnTo>
                  <a:lnTo>
                    <a:pt x="357212" y="82550"/>
                  </a:lnTo>
                  <a:lnTo>
                    <a:pt x="366268" y="77470"/>
                  </a:lnTo>
                  <a:lnTo>
                    <a:pt x="367614" y="81280"/>
                  </a:lnTo>
                  <a:lnTo>
                    <a:pt x="368338" y="82550"/>
                  </a:lnTo>
                  <a:lnTo>
                    <a:pt x="363918" y="83820"/>
                  </a:lnTo>
                  <a:lnTo>
                    <a:pt x="360781" y="85090"/>
                  </a:lnTo>
                  <a:lnTo>
                    <a:pt x="357759" y="86360"/>
                  </a:lnTo>
                  <a:lnTo>
                    <a:pt x="354418" y="88900"/>
                  </a:lnTo>
                  <a:lnTo>
                    <a:pt x="355396" y="91440"/>
                  </a:lnTo>
                  <a:lnTo>
                    <a:pt x="357886" y="90170"/>
                  </a:lnTo>
                  <a:lnTo>
                    <a:pt x="357962" y="91440"/>
                  </a:lnTo>
                  <a:lnTo>
                    <a:pt x="358178" y="92710"/>
                  </a:lnTo>
                  <a:lnTo>
                    <a:pt x="359092" y="93980"/>
                  </a:lnTo>
                  <a:lnTo>
                    <a:pt x="361581" y="93980"/>
                  </a:lnTo>
                  <a:lnTo>
                    <a:pt x="363143" y="91440"/>
                  </a:lnTo>
                  <a:lnTo>
                    <a:pt x="364058" y="92710"/>
                  </a:lnTo>
                  <a:lnTo>
                    <a:pt x="365112" y="92710"/>
                  </a:lnTo>
                  <a:lnTo>
                    <a:pt x="363677" y="99060"/>
                  </a:lnTo>
                  <a:lnTo>
                    <a:pt x="362623" y="100330"/>
                  </a:lnTo>
                  <a:lnTo>
                    <a:pt x="367385" y="99060"/>
                  </a:lnTo>
                  <a:lnTo>
                    <a:pt x="370344" y="95250"/>
                  </a:lnTo>
                  <a:lnTo>
                    <a:pt x="370408" y="93980"/>
                  </a:lnTo>
                  <a:lnTo>
                    <a:pt x="370535" y="91440"/>
                  </a:lnTo>
                  <a:lnTo>
                    <a:pt x="370560" y="90170"/>
                  </a:lnTo>
                  <a:lnTo>
                    <a:pt x="370611" y="87630"/>
                  </a:lnTo>
                  <a:lnTo>
                    <a:pt x="371627" y="87630"/>
                  </a:lnTo>
                  <a:lnTo>
                    <a:pt x="372338" y="86360"/>
                  </a:lnTo>
                  <a:lnTo>
                    <a:pt x="373100" y="86360"/>
                  </a:lnTo>
                  <a:lnTo>
                    <a:pt x="373913" y="90170"/>
                  </a:lnTo>
                  <a:lnTo>
                    <a:pt x="373011" y="92710"/>
                  </a:lnTo>
                  <a:lnTo>
                    <a:pt x="375475" y="92710"/>
                  </a:lnTo>
                  <a:lnTo>
                    <a:pt x="378079" y="88900"/>
                  </a:lnTo>
                  <a:lnTo>
                    <a:pt x="377977" y="87630"/>
                  </a:lnTo>
                  <a:lnTo>
                    <a:pt x="377888" y="86360"/>
                  </a:lnTo>
                  <a:lnTo>
                    <a:pt x="377799" y="85090"/>
                  </a:lnTo>
                  <a:lnTo>
                    <a:pt x="377710" y="83820"/>
                  </a:lnTo>
                  <a:lnTo>
                    <a:pt x="378917" y="82550"/>
                  </a:lnTo>
                  <a:lnTo>
                    <a:pt x="380263" y="81280"/>
                  </a:lnTo>
                  <a:lnTo>
                    <a:pt x="382739" y="81280"/>
                  </a:lnTo>
                  <a:lnTo>
                    <a:pt x="385991" y="86360"/>
                  </a:lnTo>
                  <a:lnTo>
                    <a:pt x="398703" y="86360"/>
                  </a:lnTo>
                  <a:lnTo>
                    <a:pt x="402399" y="81280"/>
                  </a:lnTo>
                  <a:lnTo>
                    <a:pt x="403326" y="80010"/>
                  </a:lnTo>
                  <a:lnTo>
                    <a:pt x="403669" y="77470"/>
                  </a:lnTo>
                  <a:lnTo>
                    <a:pt x="404177" y="73660"/>
                  </a:lnTo>
                  <a:lnTo>
                    <a:pt x="404075" y="72390"/>
                  </a:lnTo>
                  <a:lnTo>
                    <a:pt x="403860" y="71005"/>
                  </a:lnTo>
                  <a:lnTo>
                    <a:pt x="402628" y="69850"/>
                  </a:lnTo>
                  <a:lnTo>
                    <a:pt x="405561" y="72390"/>
                  </a:lnTo>
                  <a:lnTo>
                    <a:pt x="406476" y="74930"/>
                  </a:lnTo>
                  <a:lnTo>
                    <a:pt x="406476" y="78740"/>
                  </a:lnTo>
                  <a:lnTo>
                    <a:pt x="403123" y="86360"/>
                  </a:lnTo>
                  <a:lnTo>
                    <a:pt x="395097" y="91440"/>
                  </a:lnTo>
                  <a:lnTo>
                    <a:pt x="385483" y="97790"/>
                  </a:lnTo>
                  <a:lnTo>
                    <a:pt x="377329" y="102870"/>
                  </a:lnTo>
                  <a:lnTo>
                    <a:pt x="376936" y="102870"/>
                  </a:lnTo>
                  <a:lnTo>
                    <a:pt x="376694" y="104140"/>
                  </a:lnTo>
                  <a:lnTo>
                    <a:pt x="376389" y="104140"/>
                  </a:lnTo>
                  <a:lnTo>
                    <a:pt x="373164" y="102870"/>
                  </a:lnTo>
                  <a:lnTo>
                    <a:pt x="366687" y="100330"/>
                  </a:lnTo>
                  <a:lnTo>
                    <a:pt x="365912" y="102870"/>
                  </a:lnTo>
                  <a:lnTo>
                    <a:pt x="365467" y="104140"/>
                  </a:lnTo>
                  <a:lnTo>
                    <a:pt x="364401" y="107950"/>
                  </a:lnTo>
                  <a:lnTo>
                    <a:pt x="362356" y="114300"/>
                  </a:lnTo>
                  <a:lnTo>
                    <a:pt x="360972" y="118110"/>
                  </a:lnTo>
                  <a:lnTo>
                    <a:pt x="360451" y="119380"/>
                  </a:lnTo>
                  <a:lnTo>
                    <a:pt x="361327" y="120650"/>
                  </a:lnTo>
                  <a:lnTo>
                    <a:pt x="357263" y="125730"/>
                  </a:lnTo>
                  <a:lnTo>
                    <a:pt x="353860" y="132080"/>
                  </a:lnTo>
                  <a:lnTo>
                    <a:pt x="351345" y="138430"/>
                  </a:lnTo>
                  <a:lnTo>
                    <a:pt x="349910" y="144780"/>
                  </a:lnTo>
                  <a:lnTo>
                    <a:pt x="347560" y="142240"/>
                  </a:lnTo>
                  <a:lnTo>
                    <a:pt x="345998" y="140970"/>
                  </a:lnTo>
                  <a:lnTo>
                    <a:pt x="342849" y="138430"/>
                  </a:lnTo>
                  <a:lnTo>
                    <a:pt x="343115" y="137160"/>
                  </a:lnTo>
                  <a:lnTo>
                    <a:pt x="343255" y="137160"/>
                  </a:lnTo>
                  <a:lnTo>
                    <a:pt x="343344" y="135890"/>
                  </a:lnTo>
                  <a:lnTo>
                    <a:pt x="343433" y="134620"/>
                  </a:lnTo>
                  <a:lnTo>
                    <a:pt x="343535" y="133350"/>
                  </a:lnTo>
                  <a:lnTo>
                    <a:pt x="342709" y="130810"/>
                  </a:lnTo>
                  <a:lnTo>
                    <a:pt x="341071" y="129540"/>
                  </a:lnTo>
                  <a:lnTo>
                    <a:pt x="340283" y="128651"/>
                  </a:lnTo>
                  <a:lnTo>
                    <a:pt x="340283" y="133350"/>
                  </a:lnTo>
                  <a:lnTo>
                    <a:pt x="340169" y="134620"/>
                  </a:lnTo>
                  <a:lnTo>
                    <a:pt x="340042" y="137160"/>
                  </a:lnTo>
                  <a:lnTo>
                    <a:pt x="339242" y="138430"/>
                  </a:lnTo>
                  <a:lnTo>
                    <a:pt x="338289" y="139700"/>
                  </a:lnTo>
                  <a:lnTo>
                    <a:pt x="337769" y="139700"/>
                  </a:lnTo>
                  <a:lnTo>
                    <a:pt x="336931" y="140970"/>
                  </a:lnTo>
                  <a:lnTo>
                    <a:pt x="333756" y="140970"/>
                  </a:lnTo>
                  <a:lnTo>
                    <a:pt x="332130" y="138430"/>
                  </a:lnTo>
                  <a:lnTo>
                    <a:pt x="332244" y="133350"/>
                  </a:lnTo>
                  <a:lnTo>
                    <a:pt x="332892" y="132080"/>
                  </a:lnTo>
                  <a:lnTo>
                    <a:pt x="334556" y="130810"/>
                  </a:lnTo>
                  <a:lnTo>
                    <a:pt x="335470" y="129540"/>
                  </a:lnTo>
                  <a:lnTo>
                    <a:pt x="337464" y="129540"/>
                  </a:lnTo>
                  <a:lnTo>
                    <a:pt x="338340" y="130810"/>
                  </a:lnTo>
                  <a:lnTo>
                    <a:pt x="338759" y="130810"/>
                  </a:lnTo>
                  <a:lnTo>
                    <a:pt x="339813" y="132080"/>
                  </a:lnTo>
                  <a:lnTo>
                    <a:pt x="340283" y="133350"/>
                  </a:lnTo>
                  <a:lnTo>
                    <a:pt x="340283" y="128651"/>
                  </a:lnTo>
                  <a:lnTo>
                    <a:pt x="339953" y="128270"/>
                  </a:lnTo>
                  <a:lnTo>
                    <a:pt x="338340" y="127000"/>
                  </a:lnTo>
                  <a:lnTo>
                    <a:pt x="333248" y="127000"/>
                  </a:lnTo>
                  <a:lnTo>
                    <a:pt x="331546" y="128270"/>
                  </a:lnTo>
                  <a:lnTo>
                    <a:pt x="330987" y="129540"/>
                  </a:lnTo>
                  <a:lnTo>
                    <a:pt x="330352" y="128270"/>
                  </a:lnTo>
                  <a:lnTo>
                    <a:pt x="330085" y="128270"/>
                  </a:lnTo>
                  <a:lnTo>
                    <a:pt x="326758" y="125730"/>
                  </a:lnTo>
                  <a:lnTo>
                    <a:pt x="322948" y="123190"/>
                  </a:lnTo>
                  <a:lnTo>
                    <a:pt x="320459" y="120650"/>
                  </a:lnTo>
                  <a:lnTo>
                    <a:pt x="319417" y="119380"/>
                  </a:lnTo>
                  <a:lnTo>
                    <a:pt x="309676" y="119380"/>
                  </a:lnTo>
                  <a:lnTo>
                    <a:pt x="308051" y="121920"/>
                  </a:lnTo>
                  <a:lnTo>
                    <a:pt x="307073" y="121920"/>
                  </a:lnTo>
                  <a:lnTo>
                    <a:pt x="304977" y="124460"/>
                  </a:lnTo>
                  <a:lnTo>
                    <a:pt x="302539" y="125730"/>
                  </a:lnTo>
                  <a:lnTo>
                    <a:pt x="303682" y="127000"/>
                  </a:lnTo>
                  <a:lnTo>
                    <a:pt x="304761" y="128270"/>
                  </a:lnTo>
                  <a:lnTo>
                    <a:pt x="305917" y="129540"/>
                  </a:lnTo>
                  <a:lnTo>
                    <a:pt x="306628" y="129540"/>
                  </a:lnTo>
                  <a:lnTo>
                    <a:pt x="307822" y="130810"/>
                  </a:lnTo>
                  <a:lnTo>
                    <a:pt x="309486" y="130810"/>
                  </a:lnTo>
                  <a:lnTo>
                    <a:pt x="310553" y="129540"/>
                  </a:lnTo>
                  <a:lnTo>
                    <a:pt x="316103" y="129540"/>
                  </a:lnTo>
                  <a:lnTo>
                    <a:pt x="317347" y="132080"/>
                  </a:lnTo>
                  <a:lnTo>
                    <a:pt x="318185" y="133350"/>
                  </a:lnTo>
                  <a:lnTo>
                    <a:pt x="326174" y="143510"/>
                  </a:lnTo>
                  <a:lnTo>
                    <a:pt x="332574" y="149860"/>
                  </a:lnTo>
                  <a:lnTo>
                    <a:pt x="331876" y="151130"/>
                  </a:lnTo>
                  <a:lnTo>
                    <a:pt x="330479" y="151130"/>
                  </a:lnTo>
                  <a:lnTo>
                    <a:pt x="327837" y="152400"/>
                  </a:lnTo>
                  <a:lnTo>
                    <a:pt x="318655" y="152400"/>
                  </a:lnTo>
                  <a:lnTo>
                    <a:pt x="315899" y="151130"/>
                  </a:lnTo>
                  <a:lnTo>
                    <a:pt x="315328" y="151130"/>
                  </a:lnTo>
                  <a:lnTo>
                    <a:pt x="311848" y="156210"/>
                  </a:lnTo>
                  <a:lnTo>
                    <a:pt x="310819" y="157480"/>
                  </a:lnTo>
                  <a:lnTo>
                    <a:pt x="309841" y="158750"/>
                  </a:lnTo>
                  <a:lnTo>
                    <a:pt x="309206" y="160020"/>
                  </a:lnTo>
                  <a:lnTo>
                    <a:pt x="313931" y="167640"/>
                  </a:lnTo>
                  <a:lnTo>
                    <a:pt x="317512" y="173990"/>
                  </a:lnTo>
                  <a:lnTo>
                    <a:pt x="321005" y="180340"/>
                  </a:lnTo>
                  <a:lnTo>
                    <a:pt x="323545" y="185420"/>
                  </a:lnTo>
                  <a:lnTo>
                    <a:pt x="325793" y="191770"/>
                  </a:lnTo>
                  <a:lnTo>
                    <a:pt x="328752" y="193040"/>
                  </a:lnTo>
                  <a:lnTo>
                    <a:pt x="337769" y="195580"/>
                  </a:lnTo>
                  <a:lnTo>
                    <a:pt x="345617" y="200660"/>
                  </a:lnTo>
                  <a:lnTo>
                    <a:pt x="346468" y="201930"/>
                  </a:lnTo>
                  <a:lnTo>
                    <a:pt x="346583" y="199390"/>
                  </a:lnTo>
                  <a:lnTo>
                    <a:pt x="346684" y="196850"/>
                  </a:lnTo>
                  <a:lnTo>
                    <a:pt x="345465" y="195580"/>
                  </a:lnTo>
                  <a:lnTo>
                    <a:pt x="341071" y="194310"/>
                  </a:lnTo>
                  <a:lnTo>
                    <a:pt x="339407" y="193040"/>
                  </a:lnTo>
                  <a:lnTo>
                    <a:pt x="341223" y="193040"/>
                  </a:lnTo>
                  <a:lnTo>
                    <a:pt x="346684" y="194310"/>
                  </a:lnTo>
                  <a:lnTo>
                    <a:pt x="350608" y="195580"/>
                  </a:lnTo>
                  <a:lnTo>
                    <a:pt x="349770" y="193040"/>
                  </a:lnTo>
                  <a:lnTo>
                    <a:pt x="349351" y="191770"/>
                  </a:lnTo>
                  <a:lnTo>
                    <a:pt x="345313" y="186690"/>
                  </a:lnTo>
                  <a:lnTo>
                    <a:pt x="342849" y="184150"/>
                  </a:lnTo>
                  <a:lnTo>
                    <a:pt x="339509" y="182880"/>
                  </a:lnTo>
                  <a:lnTo>
                    <a:pt x="336245" y="182880"/>
                  </a:lnTo>
                  <a:lnTo>
                    <a:pt x="334848" y="184150"/>
                  </a:lnTo>
                  <a:lnTo>
                    <a:pt x="335064" y="185420"/>
                  </a:lnTo>
                  <a:lnTo>
                    <a:pt x="334340" y="186690"/>
                  </a:lnTo>
                  <a:lnTo>
                    <a:pt x="331749" y="186690"/>
                  </a:lnTo>
                  <a:lnTo>
                    <a:pt x="330898" y="185420"/>
                  </a:lnTo>
                  <a:lnTo>
                    <a:pt x="331749" y="182880"/>
                  </a:lnTo>
                  <a:lnTo>
                    <a:pt x="333616" y="182880"/>
                  </a:lnTo>
                  <a:lnTo>
                    <a:pt x="333248" y="180340"/>
                  </a:lnTo>
                  <a:lnTo>
                    <a:pt x="332828" y="177800"/>
                  </a:lnTo>
                  <a:lnTo>
                    <a:pt x="329666" y="177800"/>
                  </a:lnTo>
                  <a:lnTo>
                    <a:pt x="327837" y="176530"/>
                  </a:lnTo>
                  <a:lnTo>
                    <a:pt x="324878" y="172720"/>
                  </a:lnTo>
                  <a:lnTo>
                    <a:pt x="321818" y="167640"/>
                  </a:lnTo>
                  <a:lnTo>
                    <a:pt x="320255" y="165100"/>
                  </a:lnTo>
                  <a:lnTo>
                    <a:pt x="318858" y="162560"/>
                  </a:lnTo>
                  <a:lnTo>
                    <a:pt x="320776" y="160020"/>
                  </a:lnTo>
                  <a:lnTo>
                    <a:pt x="323126" y="158750"/>
                  </a:lnTo>
                  <a:lnTo>
                    <a:pt x="328142" y="161290"/>
                  </a:lnTo>
                  <a:lnTo>
                    <a:pt x="337921" y="162560"/>
                  </a:lnTo>
                  <a:lnTo>
                    <a:pt x="350177" y="162560"/>
                  </a:lnTo>
                  <a:lnTo>
                    <a:pt x="351904" y="171450"/>
                  </a:lnTo>
                  <a:lnTo>
                    <a:pt x="355638" y="179070"/>
                  </a:lnTo>
                  <a:lnTo>
                    <a:pt x="362140" y="184150"/>
                  </a:lnTo>
                  <a:lnTo>
                    <a:pt x="372186" y="187960"/>
                  </a:lnTo>
                  <a:lnTo>
                    <a:pt x="379857" y="190500"/>
                  </a:lnTo>
                  <a:lnTo>
                    <a:pt x="387934" y="195580"/>
                  </a:lnTo>
                  <a:lnTo>
                    <a:pt x="390728" y="203200"/>
                  </a:lnTo>
                  <a:lnTo>
                    <a:pt x="371500" y="205740"/>
                  </a:lnTo>
                  <a:lnTo>
                    <a:pt x="360311" y="210820"/>
                  </a:lnTo>
                  <a:lnTo>
                    <a:pt x="355104" y="218440"/>
                  </a:lnTo>
                  <a:lnTo>
                    <a:pt x="353822" y="226060"/>
                  </a:lnTo>
                  <a:lnTo>
                    <a:pt x="355574" y="233680"/>
                  </a:lnTo>
                  <a:lnTo>
                    <a:pt x="359435" y="238760"/>
                  </a:lnTo>
                  <a:lnTo>
                    <a:pt x="363296" y="242570"/>
                  </a:lnTo>
                  <a:lnTo>
                    <a:pt x="365048" y="248920"/>
                  </a:lnTo>
                  <a:lnTo>
                    <a:pt x="360730" y="254000"/>
                  </a:lnTo>
                  <a:lnTo>
                    <a:pt x="350647" y="257810"/>
                  </a:lnTo>
                  <a:lnTo>
                    <a:pt x="339013" y="260350"/>
                  </a:lnTo>
                  <a:lnTo>
                    <a:pt x="330085" y="261620"/>
                  </a:lnTo>
                  <a:lnTo>
                    <a:pt x="323126" y="262890"/>
                  </a:lnTo>
                  <a:lnTo>
                    <a:pt x="319354" y="264160"/>
                  </a:lnTo>
                  <a:lnTo>
                    <a:pt x="315937" y="267970"/>
                  </a:lnTo>
                  <a:lnTo>
                    <a:pt x="312686" y="270510"/>
                  </a:lnTo>
                  <a:lnTo>
                    <a:pt x="303352" y="279400"/>
                  </a:lnTo>
                  <a:lnTo>
                    <a:pt x="305917" y="280670"/>
                  </a:lnTo>
                  <a:lnTo>
                    <a:pt x="308483" y="280670"/>
                  </a:lnTo>
                  <a:lnTo>
                    <a:pt x="313067" y="274320"/>
                  </a:lnTo>
                  <a:lnTo>
                    <a:pt x="314350" y="273050"/>
                  </a:lnTo>
                  <a:lnTo>
                    <a:pt x="315328" y="270510"/>
                  </a:lnTo>
                  <a:lnTo>
                    <a:pt x="316166" y="271780"/>
                  </a:lnTo>
                  <a:lnTo>
                    <a:pt x="317119" y="271780"/>
                  </a:lnTo>
                  <a:lnTo>
                    <a:pt x="315429" y="274320"/>
                  </a:lnTo>
                  <a:lnTo>
                    <a:pt x="311670" y="280670"/>
                  </a:lnTo>
                  <a:lnTo>
                    <a:pt x="327406" y="281940"/>
                  </a:lnTo>
                  <a:lnTo>
                    <a:pt x="328422" y="276860"/>
                  </a:lnTo>
                  <a:lnTo>
                    <a:pt x="328422" y="271780"/>
                  </a:lnTo>
                  <a:lnTo>
                    <a:pt x="324472" y="270510"/>
                  </a:lnTo>
                  <a:lnTo>
                    <a:pt x="326758" y="267970"/>
                  </a:lnTo>
                  <a:lnTo>
                    <a:pt x="329120" y="266700"/>
                  </a:lnTo>
                  <a:lnTo>
                    <a:pt x="330987" y="267970"/>
                  </a:lnTo>
                  <a:lnTo>
                    <a:pt x="334632" y="271780"/>
                  </a:lnTo>
                  <a:lnTo>
                    <a:pt x="335203" y="274320"/>
                  </a:lnTo>
                  <a:lnTo>
                    <a:pt x="339598" y="271780"/>
                  </a:lnTo>
                  <a:lnTo>
                    <a:pt x="353187" y="266700"/>
                  </a:lnTo>
                  <a:lnTo>
                    <a:pt x="370166" y="260350"/>
                  </a:lnTo>
                  <a:lnTo>
                    <a:pt x="375221" y="257810"/>
                  </a:lnTo>
                  <a:lnTo>
                    <a:pt x="378282" y="256540"/>
                  </a:lnTo>
                  <a:lnTo>
                    <a:pt x="382143" y="255270"/>
                  </a:lnTo>
                  <a:lnTo>
                    <a:pt x="381000" y="252730"/>
                  </a:lnTo>
                  <a:lnTo>
                    <a:pt x="378625" y="251460"/>
                  </a:lnTo>
                  <a:lnTo>
                    <a:pt x="376212" y="248920"/>
                  </a:lnTo>
                  <a:lnTo>
                    <a:pt x="375666" y="246380"/>
                  </a:lnTo>
                  <a:lnTo>
                    <a:pt x="375666" y="232410"/>
                  </a:lnTo>
                  <a:lnTo>
                    <a:pt x="381927" y="228600"/>
                  </a:lnTo>
                  <a:lnTo>
                    <a:pt x="393192" y="228600"/>
                  </a:lnTo>
                  <a:lnTo>
                    <a:pt x="392696" y="232410"/>
                  </a:lnTo>
                  <a:lnTo>
                    <a:pt x="392696" y="233680"/>
                  </a:lnTo>
                  <a:lnTo>
                    <a:pt x="396659" y="245110"/>
                  </a:lnTo>
                  <a:lnTo>
                    <a:pt x="405841" y="255270"/>
                  </a:lnTo>
                  <a:lnTo>
                    <a:pt x="416255" y="262890"/>
                  </a:lnTo>
                  <a:lnTo>
                    <a:pt x="423913" y="265430"/>
                  </a:lnTo>
                  <a:lnTo>
                    <a:pt x="426872" y="265430"/>
                  </a:lnTo>
                  <a:lnTo>
                    <a:pt x="430911" y="262890"/>
                  </a:lnTo>
                  <a:lnTo>
                    <a:pt x="431025" y="267970"/>
                  </a:lnTo>
                  <a:lnTo>
                    <a:pt x="431139" y="273050"/>
                  </a:lnTo>
                  <a:lnTo>
                    <a:pt x="431253" y="279400"/>
                  </a:lnTo>
                  <a:lnTo>
                    <a:pt x="432803" y="284480"/>
                  </a:lnTo>
                  <a:lnTo>
                    <a:pt x="430110" y="300990"/>
                  </a:lnTo>
                  <a:lnTo>
                    <a:pt x="427685" y="302260"/>
                  </a:lnTo>
                  <a:lnTo>
                    <a:pt x="417766" y="309880"/>
                  </a:lnTo>
                  <a:lnTo>
                    <a:pt x="413105" y="320040"/>
                  </a:lnTo>
                  <a:lnTo>
                    <a:pt x="411048" y="322580"/>
                  </a:lnTo>
                  <a:lnTo>
                    <a:pt x="413207" y="323850"/>
                  </a:lnTo>
                  <a:lnTo>
                    <a:pt x="415505" y="323850"/>
                  </a:lnTo>
                  <a:lnTo>
                    <a:pt x="417347" y="318770"/>
                  </a:lnTo>
                  <a:lnTo>
                    <a:pt x="419049" y="313690"/>
                  </a:lnTo>
                  <a:lnTo>
                    <a:pt x="420776" y="311150"/>
                  </a:lnTo>
                  <a:lnTo>
                    <a:pt x="422656" y="309880"/>
                  </a:lnTo>
                  <a:lnTo>
                    <a:pt x="420687" y="314960"/>
                  </a:lnTo>
                  <a:lnTo>
                    <a:pt x="419328" y="321310"/>
                  </a:lnTo>
                  <a:lnTo>
                    <a:pt x="418261" y="323850"/>
                  </a:lnTo>
                  <a:lnTo>
                    <a:pt x="424751" y="325120"/>
                  </a:lnTo>
                  <a:lnTo>
                    <a:pt x="434784" y="320040"/>
                  </a:lnTo>
                  <a:lnTo>
                    <a:pt x="434784" y="311150"/>
                  </a:lnTo>
                  <a:lnTo>
                    <a:pt x="431253" y="311150"/>
                  </a:lnTo>
                  <a:lnTo>
                    <a:pt x="431253" y="309880"/>
                  </a:lnTo>
                  <a:lnTo>
                    <a:pt x="431253" y="307340"/>
                  </a:lnTo>
                  <a:lnTo>
                    <a:pt x="432841" y="306070"/>
                  </a:lnTo>
                  <a:lnTo>
                    <a:pt x="437273" y="306070"/>
                  </a:lnTo>
                  <a:lnTo>
                    <a:pt x="439216" y="307340"/>
                  </a:lnTo>
                  <a:lnTo>
                    <a:pt x="439331" y="308610"/>
                  </a:lnTo>
                  <a:lnTo>
                    <a:pt x="441998" y="307340"/>
                  </a:lnTo>
                  <a:lnTo>
                    <a:pt x="442925" y="306070"/>
                  </a:lnTo>
                  <a:lnTo>
                    <a:pt x="443839" y="304800"/>
                  </a:lnTo>
                  <a:lnTo>
                    <a:pt x="443814" y="302260"/>
                  </a:lnTo>
                  <a:lnTo>
                    <a:pt x="443699" y="290830"/>
                  </a:lnTo>
                  <a:lnTo>
                    <a:pt x="444119" y="290830"/>
                  </a:lnTo>
                  <a:lnTo>
                    <a:pt x="445274" y="293370"/>
                  </a:lnTo>
                  <a:lnTo>
                    <a:pt x="447344" y="294640"/>
                  </a:lnTo>
                  <a:lnTo>
                    <a:pt x="454558" y="294640"/>
                  </a:lnTo>
                  <a:lnTo>
                    <a:pt x="456590" y="292100"/>
                  </a:lnTo>
                  <a:lnTo>
                    <a:pt x="458990" y="290830"/>
                  </a:lnTo>
                  <a:lnTo>
                    <a:pt x="460717" y="288290"/>
                  </a:lnTo>
                  <a:lnTo>
                    <a:pt x="461416" y="285750"/>
                  </a:lnTo>
                  <a:lnTo>
                    <a:pt x="461416" y="283210"/>
                  </a:lnTo>
                  <a:lnTo>
                    <a:pt x="461124" y="281940"/>
                  </a:lnTo>
                  <a:lnTo>
                    <a:pt x="460336" y="280670"/>
                  </a:lnTo>
                  <a:lnTo>
                    <a:pt x="459333" y="279400"/>
                  </a:lnTo>
                  <a:lnTo>
                    <a:pt x="458419" y="278714"/>
                  </a:lnTo>
                  <a:lnTo>
                    <a:pt x="458419" y="283210"/>
                  </a:lnTo>
                  <a:lnTo>
                    <a:pt x="458279" y="284480"/>
                  </a:lnTo>
                  <a:lnTo>
                    <a:pt x="458101" y="285750"/>
                  </a:lnTo>
                  <a:lnTo>
                    <a:pt x="457771" y="287020"/>
                  </a:lnTo>
                  <a:lnTo>
                    <a:pt x="456590" y="289560"/>
                  </a:lnTo>
                  <a:lnTo>
                    <a:pt x="454875" y="289560"/>
                  </a:lnTo>
                  <a:lnTo>
                    <a:pt x="451815" y="292100"/>
                  </a:lnTo>
                  <a:lnTo>
                    <a:pt x="448259" y="292100"/>
                  </a:lnTo>
                  <a:lnTo>
                    <a:pt x="447535" y="290830"/>
                  </a:lnTo>
                  <a:lnTo>
                    <a:pt x="446811" y="289560"/>
                  </a:lnTo>
                  <a:lnTo>
                    <a:pt x="445973" y="288290"/>
                  </a:lnTo>
                  <a:lnTo>
                    <a:pt x="446062" y="287020"/>
                  </a:lnTo>
                  <a:lnTo>
                    <a:pt x="446227" y="287020"/>
                  </a:lnTo>
                  <a:lnTo>
                    <a:pt x="446392" y="285750"/>
                  </a:lnTo>
                  <a:lnTo>
                    <a:pt x="446557" y="284480"/>
                  </a:lnTo>
                  <a:lnTo>
                    <a:pt x="447903" y="283210"/>
                  </a:lnTo>
                  <a:lnTo>
                    <a:pt x="449491" y="281940"/>
                  </a:lnTo>
                  <a:lnTo>
                    <a:pt x="451345" y="280670"/>
                  </a:lnTo>
                  <a:lnTo>
                    <a:pt x="455129" y="280670"/>
                  </a:lnTo>
                  <a:lnTo>
                    <a:pt x="457060" y="281940"/>
                  </a:lnTo>
                  <a:lnTo>
                    <a:pt x="457644" y="283210"/>
                  </a:lnTo>
                  <a:lnTo>
                    <a:pt x="458419" y="283210"/>
                  </a:lnTo>
                  <a:lnTo>
                    <a:pt x="458419" y="278714"/>
                  </a:lnTo>
                  <a:lnTo>
                    <a:pt x="457644" y="278130"/>
                  </a:lnTo>
                  <a:lnTo>
                    <a:pt x="455764" y="278130"/>
                  </a:lnTo>
                  <a:lnTo>
                    <a:pt x="453199" y="276860"/>
                  </a:lnTo>
                  <a:lnTo>
                    <a:pt x="450265" y="278130"/>
                  </a:lnTo>
                  <a:lnTo>
                    <a:pt x="445681" y="280670"/>
                  </a:lnTo>
                  <a:lnTo>
                    <a:pt x="443839" y="283210"/>
                  </a:lnTo>
                  <a:lnTo>
                    <a:pt x="443280" y="285750"/>
                  </a:lnTo>
                  <a:lnTo>
                    <a:pt x="443217" y="284480"/>
                  </a:lnTo>
                  <a:lnTo>
                    <a:pt x="443141" y="283210"/>
                  </a:lnTo>
                  <a:lnTo>
                    <a:pt x="443064" y="281940"/>
                  </a:lnTo>
                  <a:lnTo>
                    <a:pt x="443001" y="280670"/>
                  </a:lnTo>
                  <a:lnTo>
                    <a:pt x="442925" y="279400"/>
                  </a:lnTo>
                  <a:lnTo>
                    <a:pt x="442849" y="278130"/>
                  </a:lnTo>
                  <a:lnTo>
                    <a:pt x="442785" y="276860"/>
                  </a:lnTo>
                  <a:lnTo>
                    <a:pt x="441998" y="269240"/>
                  </a:lnTo>
                  <a:lnTo>
                    <a:pt x="442125" y="267970"/>
                  </a:lnTo>
                  <a:lnTo>
                    <a:pt x="442252" y="266700"/>
                  </a:lnTo>
                  <a:lnTo>
                    <a:pt x="442366" y="265430"/>
                  </a:lnTo>
                  <a:lnTo>
                    <a:pt x="442468" y="264160"/>
                  </a:lnTo>
                  <a:lnTo>
                    <a:pt x="442569" y="262890"/>
                  </a:lnTo>
                  <a:lnTo>
                    <a:pt x="442671" y="261620"/>
                  </a:lnTo>
                  <a:lnTo>
                    <a:pt x="442785" y="260350"/>
                  </a:lnTo>
                  <a:lnTo>
                    <a:pt x="442925" y="257810"/>
                  </a:lnTo>
                  <a:lnTo>
                    <a:pt x="441325" y="257810"/>
                  </a:lnTo>
                  <a:lnTo>
                    <a:pt x="439623" y="256540"/>
                  </a:lnTo>
                  <a:lnTo>
                    <a:pt x="437781" y="260350"/>
                  </a:lnTo>
                  <a:lnTo>
                    <a:pt x="432930" y="260350"/>
                  </a:lnTo>
                  <a:lnTo>
                    <a:pt x="425742" y="252730"/>
                  </a:lnTo>
                  <a:lnTo>
                    <a:pt x="425742" y="246380"/>
                  </a:lnTo>
                  <a:lnTo>
                    <a:pt x="426923" y="241300"/>
                  </a:lnTo>
                  <a:lnTo>
                    <a:pt x="429983" y="233680"/>
                  </a:lnTo>
                  <a:lnTo>
                    <a:pt x="431977" y="228600"/>
                  </a:lnTo>
                  <a:lnTo>
                    <a:pt x="432612" y="223520"/>
                  </a:lnTo>
                  <a:lnTo>
                    <a:pt x="432930" y="220980"/>
                  </a:lnTo>
                  <a:lnTo>
                    <a:pt x="432841" y="218440"/>
                  </a:lnTo>
                  <a:lnTo>
                    <a:pt x="434682" y="217170"/>
                  </a:lnTo>
                  <a:lnTo>
                    <a:pt x="437299" y="222250"/>
                  </a:lnTo>
                  <a:lnTo>
                    <a:pt x="439470" y="227330"/>
                  </a:lnTo>
                  <a:lnTo>
                    <a:pt x="442785" y="231140"/>
                  </a:lnTo>
                  <a:lnTo>
                    <a:pt x="443852" y="238760"/>
                  </a:lnTo>
                  <a:lnTo>
                    <a:pt x="448995" y="245110"/>
                  </a:lnTo>
                  <a:lnTo>
                    <a:pt x="456577" y="248920"/>
                  </a:lnTo>
                  <a:lnTo>
                    <a:pt x="462165" y="246380"/>
                  </a:lnTo>
                  <a:lnTo>
                    <a:pt x="464959" y="245110"/>
                  </a:lnTo>
                  <a:lnTo>
                    <a:pt x="459587" y="246380"/>
                  </a:lnTo>
                  <a:lnTo>
                    <a:pt x="455790" y="241300"/>
                  </a:lnTo>
                  <a:lnTo>
                    <a:pt x="453402" y="236220"/>
                  </a:lnTo>
                  <a:lnTo>
                    <a:pt x="454355" y="236220"/>
                  </a:lnTo>
                  <a:lnTo>
                    <a:pt x="457974" y="237490"/>
                  </a:lnTo>
                  <a:lnTo>
                    <a:pt x="461835" y="241300"/>
                  </a:lnTo>
                  <a:lnTo>
                    <a:pt x="474002" y="241300"/>
                  </a:lnTo>
                  <a:lnTo>
                    <a:pt x="475411" y="236220"/>
                  </a:lnTo>
                  <a:lnTo>
                    <a:pt x="476110" y="233680"/>
                  </a:lnTo>
                  <a:lnTo>
                    <a:pt x="477164" y="229870"/>
                  </a:lnTo>
                  <a:lnTo>
                    <a:pt x="475043" y="232410"/>
                  </a:lnTo>
                  <a:lnTo>
                    <a:pt x="470611" y="233680"/>
                  </a:lnTo>
                  <a:lnTo>
                    <a:pt x="467575" y="233680"/>
                  </a:lnTo>
                  <a:lnTo>
                    <a:pt x="469087" y="232410"/>
                  </a:lnTo>
                  <a:lnTo>
                    <a:pt x="472109" y="229870"/>
                  </a:lnTo>
                  <a:lnTo>
                    <a:pt x="474484" y="224790"/>
                  </a:lnTo>
                  <a:lnTo>
                    <a:pt x="474484" y="218440"/>
                  </a:lnTo>
                  <a:lnTo>
                    <a:pt x="468680" y="199390"/>
                  </a:lnTo>
                  <a:lnTo>
                    <a:pt x="443090" y="173990"/>
                  </a:lnTo>
                  <a:lnTo>
                    <a:pt x="437273" y="157480"/>
                  </a:lnTo>
                  <a:lnTo>
                    <a:pt x="437273" y="147320"/>
                  </a:lnTo>
                  <a:lnTo>
                    <a:pt x="446354" y="140970"/>
                  </a:lnTo>
                  <a:lnTo>
                    <a:pt x="455129" y="140970"/>
                  </a:lnTo>
                  <a:lnTo>
                    <a:pt x="456984" y="142240"/>
                  </a:lnTo>
                  <a:lnTo>
                    <a:pt x="458419" y="142240"/>
                  </a:lnTo>
                  <a:lnTo>
                    <a:pt x="456082" y="144780"/>
                  </a:lnTo>
                  <a:lnTo>
                    <a:pt x="454748" y="148590"/>
                  </a:lnTo>
                  <a:lnTo>
                    <a:pt x="454875" y="153670"/>
                  </a:lnTo>
                  <a:lnTo>
                    <a:pt x="461048" y="165100"/>
                  </a:lnTo>
                  <a:lnTo>
                    <a:pt x="473748" y="172720"/>
                  </a:lnTo>
                  <a:lnTo>
                    <a:pt x="486371" y="177800"/>
                  </a:lnTo>
                  <a:lnTo>
                    <a:pt x="492290" y="184150"/>
                  </a:lnTo>
                  <a:close/>
                </a:path>
              </a:pathLst>
            </a:custGeom>
            <a:solidFill>
              <a:srgbClr val="FFFFFF"/>
            </a:solidFill>
          </p:spPr>
          <p:txBody>
            <a:bodyPr wrap="square" lIns="0" tIns="0" rIns="0" bIns="0" rtlCol="0"/>
            <a:lstStyle/>
            <a:p>
              <a:endParaRPr/>
            </a:p>
          </p:txBody>
        </p:sp>
        <p:pic>
          <p:nvPicPr>
            <p:cNvPr id="12" name="object 12"/>
            <p:cNvPicPr>
              <a:picLocks noGrp="1" noRot="1" noMove="1" noResize="1" noEditPoints="1" noAdjustHandles="1" noChangeArrowheads="1" noChangeShapeType="1" noCrop="1"/>
            </p:cNvPicPr>
            <p:nvPr/>
          </p:nvPicPr>
          <p:blipFill>
            <a:blip r:embed="rId4" cstate="print"/>
            <a:stretch>
              <a:fillRect/>
            </a:stretch>
          </p:blipFill>
          <p:spPr>
            <a:xfrm>
              <a:off x="723307" y="1028083"/>
              <a:ext cx="162182" cy="202135"/>
            </a:xfrm>
            <a:prstGeom prst="rect">
              <a:avLst/>
            </a:prstGeom>
          </p:spPr>
        </p:pic>
        <p:pic>
          <p:nvPicPr>
            <p:cNvPr id="13" name="object 13"/>
            <p:cNvPicPr>
              <a:picLocks noGrp="1" noRot="1" noMove="1" noResize="1" noEditPoints="1" noAdjustHandles="1" noChangeArrowheads="1" noChangeShapeType="1" noCrop="1"/>
            </p:cNvPicPr>
            <p:nvPr/>
          </p:nvPicPr>
          <p:blipFill>
            <a:blip r:embed="rId5" cstate="print"/>
            <a:stretch>
              <a:fillRect/>
            </a:stretch>
          </p:blipFill>
          <p:spPr>
            <a:xfrm>
              <a:off x="928447" y="1028087"/>
              <a:ext cx="167248" cy="197425"/>
            </a:xfrm>
            <a:prstGeom prst="rect">
              <a:avLst/>
            </a:prstGeom>
          </p:spPr>
        </p:pic>
        <p:sp>
          <p:nvSpPr>
            <p:cNvPr id="14" name="object 14"/>
            <p:cNvSpPr>
              <a:spLocks noGrp="1" noRot="1" noMove="1" noResize="1" noEditPoints="1" noAdjustHandles="1" noChangeArrowheads="1" noChangeShapeType="1"/>
            </p:cNvSpPr>
            <p:nvPr/>
          </p:nvSpPr>
          <p:spPr>
            <a:xfrm>
              <a:off x="1195451" y="1028089"/>
              <a:ext cx="160020" cy="197485"/>
            </a:xfrm>
            <a:custGeom>
              <a:avLst/>
              <a:gdLst/>
              <a:ahLst/>
              <a:cxnLst/>
              <a:rect l="l" t="t" r="r" b="b"/>
              <a:pathLst>
                <a:path w="160019" h="197484">
                  <a:moveTo>
                    <a:pt x="159918" y="0"/>
                  </a:moveTo>
                  <a:lnTo>
                    <a:pt x="133070" y="0"/>
                  </a:lnTo>
                  <a:lnTo>
                    <a:pt x="133070" y="85432"/>
                  </a:lnTo>
                  <a:lnTo>
                    <a:pt x="26835" y="85432"/>
                  </a:lnTo>
                  <a:lnTo>
                    <a:pt x="26835" y="0"/>
                  </a:lnTo>
                  <a:lnTo>
                    <a:pt x="0" y="0"/>
                  </a:lnTo>
                  <a:lnTo>
                    <a:pt x="0" y="85432"/>
                  </a:lnTo>
                  <a:lnTo>
                    <a:pt x="0" y="106794"/>
                  </a:lnTo>
                  <a:lnTo>
                    <a:pt x="0" y="197243"/>
                  </a:lnTo>
                  <a:lnTo>
                    <a:pt x="26835" y="197243"/>
                  </a:lnTo>
                  <a:lnTo>
                    <a:pt x="26835" y="106794"/>
                  </a:lnTo>
                  <a:lnTo>
                    <a:pt x="133070" y="106794"/>
                  </a:lnTo>
                  <a:lnTo>
                    <a:pt x="133070" y="197243"/>
                  </a:lnTo>
                  <a:lnTo>
                    <a:pt x="159918" y="197243"/>
                  </a:lnTo>
                  <a:lnTo>
                    <a:pt x="159918" y="106794"/>
                  </a:lnTo>
                  <a:lnTo>
                    <a:pt x="159918" y="85432"/>
                  </a:lnTo>
                  <a:lnTo>
                    <a:pt x="159918" y="0"/>
                  </a:lnTo>
                  <a:close/>
                </a:path>
              </a:pathLst>
            </a:custGeom>
            <a:solidFill>
              <a:srgbClr val="FFFFFF"/>
            </a:solidFill>
          </p:spPr>
          <p:txBody>
            <a:bodyPr wrap="square" lIns="0" tIns="0" rIns="0" bIns="0" rtlCol="0"/>
            <a:lstStyle/>
            <a:p>
              <a:endParaRPr/>
            </a:p>
          </p:txBody>
        </p:sp>
        <p:pic>
          <p:nvPicPr>
            <p:cNvPr id="15" name="object 15"/>
            <p:cNvPicPr>
              <a:picLocks noGrp="1" noRot="1" noMove="1" noResize="1" noEditPoints="1" noAdjustHandles="1" noChangeArrowheads="1" noChangeShapeType="1" noCrop="1"/>
            </p:cNvPicPr>
            <p:nvPr/>
          </p:nvPicPr>
          <p:blipFill>
            <a:blip r:embed="rId6" cstate="print"/>
            <a:stretch>
              <a:fillRect/>
            </a:stretch>
          </p:blipFill>
          <p:spPr>
            <a:xfrm>
              <a:off x="1387592" y="1079243"/>
              <a:ext cx="289038" cy="149587"/>
            </a:xfrm>
            <a:prstGeom prst="rect">
              <a:avLst/>
            </a:prstGeom>
          </p:spPr>
        </p:pic>
        <p:sp>
          <p:nvSpPr>
            <p:cNvPr id="16" name="object 16"/>
            <p:cNvSpPr>
              <a:spLocks noGrp="1" noRot="1" noMove="1" noResize="1" noEditPoints="1" noAdjustHandles="1" noChangeArrowheads="1" noChangeShapeType="1"/>
            </p:cNvSpPr>
            <p:nvPr/>
          </p:nvSpPr>
          <p:spPr>
            <a:xfrm>
              <a:off x="1700362" y="1028087"/>
              <a:ext cx="24130" cy="197485"/>
            </a:xfrm>
            <a:custGeom>
              <a:avLst/>
              <a:gdLst/>
              <a:ahLst/>
              <a:cxnLst/>
              <a:rect l="l" t="t" r="r" b="b"/>
              <a:pathLst>
                <a:path w="24130" h="197484">
                  <a:moveTo>
                    <a:pt x="24017" y="197425"/>
                  </a:moveTo>
                  <a:lnTo>
                    <a:pt x="0" y="197425"/>
                  </a:lnTo>
                  <a:lnTo>
                    <a:pt x="0" y="0"/>
                  </a:lnTo>
                  <a:lnTo>
                    <a:pt x="24017" y="0"/>
                  </a:lnTo>
                  <a:lnTo>
                    <a:pt x="24017" y="197425"/>
                  </a:lnTo>
                  <a:close/>
                </a:path>
              </a:pathLst>
            </a:custGeom>
            <a:solidFill>
              <a:srgbClr val="FFFFFF"/>
            </a:solidFill>
          </p:spPr>
          <p:txBody>
            <a:bodyPr wrap="square" lIns="0" tIns="0" rIns="0" bIns="0" rtlCol="0"/>
            <a:lstStyle/>
            <a:p>
              <a:endParaRPr/>
            </a:p>
          </p:txBody>
        </p:sp>
        <p:pic>
          <p:nvPicPr>
            <p:cNvPr id="17" name="object 17"/>
            <p:cNvPicPr>
              <a:picLocks noGrp="1" noRot="1" noMove="1" noResize="1" noEditPoints="1" noAdjustHandles="1" noChangeArrowheads="1" noChangeShapeType="1" noCrop="1"/>
            </p:cNvPicPr>
            <p:nvPr/>
          </p:nvPicPr>
          <p:blipFill>
            <a:blip r:embed="rId7" cstate="print"/>
            <a:stretch>
              <a:fillRect/>
            </a:stretch>
          </p:blipFill>
          <p:spPr>
            <a:xfrm>
              <a:off x="1746146" y="1039702"/>
              <a:ext cx="77972" cy="185820"/>
            </a:xfrm>
            <a:prstGeom prst="rect">
              <a:avLst/>
            </a:prstGeom>
          </p:spPr>
        </p:pic>
        <p:pic>
          <p:nvPicPr>
            <p:cNvPr id="18" name="object 18"/>
            <p:cNvPicPr>
              <a:picLocks noGrp="1" noRot="1" noMove="1" noResize="1" noEditPoints="1" noAdjustHandles="1" noChangeArrowheads="1" noChangeShapeType="1" noCrop="1"/>
            </p:cNvPicPr>
            <p:nvPr/>
          </p:nvPicPr>
          <p:blipFill>
            <a:blip r:embed="rId8" cstate="print"/>
            <a:stretch>
              <a:fillRect/>
            </a:stretch>
          </p:blipFill>
          <p:spPr>
            <a:xfrm>
              <a:off x="1850678" y="1028087"/>
              <a:ext cx="120924" cy="197425"/>
            </a:xfrm>
            <a:prstGeom prst="rect">
              <a:avLst/>
            </a:prstGeom>
          </p:spPr>
        </p:pic>
        <p:pic>
          <p:nvPicPr>
            <p:cNvPr id="19" name="object 19"/>
            <p:cNvPicPr>
              <a:picLocks noGrp="1" noRot="1" noMove="1" noResize="1" noEditPoints="1" noAdjustHandles="1" noChangeArrowheads="1" noChangeShapeType="1" noCrop="1"/>
            </p:cNvPicPr>
            <p:nvPr/>
          </p:nvPicPr>
          <p:blipFill>
            <a:blip r:embed="rId9" cstate="print"/>
            <a:stretch>
              <a:fillRect/>
            </a:stretch>
          </p:blipFill>
          <p:spPr>
            <a:xfrm>
              <a:off x="712861" y="1314126"/>
              <a:ext cx="162182" cy="206814"/>
            </a:xfrm>
            <a:prstGeom prst="rect">
              <a:avLst/>
            </a:prstGeom>
          </p:spPr>
        </p:pic>
        <p:pic>
          <p:nvPicPr>
            <p:cNvPr id="20" name="object 20"/>
            <p:cNvPicPr>
              <a:picLocks noGrp="1" noRot="1" noMove="1" noResize="1" noEditPoints="1" noAdjustHandles="1" noChangeArrowheads="1" noChangeShapeType="1" noCrop="1"/>
            </p:cNvPicPr>
            <p:nvPr/>
          </p:nvPicPr>
          <p:blipFill>
            <a:blip r:embed="rId10" cstate="print"/>
            <a:stretch>
              <a:fillRect/>
            </a:stretch>
          </p:blipFill>
          <p:spPr>
            <a:xfrm>
              <a:off x="895674" y="1369975"/>
              <a:ext cx="284513" cy="149595"/>
            </a:xfrm>
            <a:prstGeom prst="rect">
              <a:avLst/>
            </a:prstGeom>
          </p:spPr>
        </p:pic>
        <p:pic>
          <p:nvPicPr>
            <p:cNvPr id="21" name="object 21"/>
            <p:cNvPicPr>
              <a:picLocks noGrp="1" noRot="1" noMove="1" noResize="1" noEditPoints="1" noAdjustHandles="1" noChangeArrowheads="1" noChangeShapeType="1" noCrop="1"/>
            </p:cNvPicPr>
            <p:nvPr/>
          </p:nvPicPr>
          <p:blipFill>
            <a:blip r:embed="rId11" cstate="print"/>
            <a:stretch>
              <a:fillRect/>
            </a:stretch>
          </p:blipFill>
          <p:spPr>
            <a:xfrm>
              <a:off x="1207038" y="1373286"/>
              <a:ext cx="120924" cy="146279"/>
            </a:xfrm>
            <a:prstGeom prst="rect">
              <a:avLst/>
            </a:prstGeom>
          </p:spPr>
        </p:pic>
        <p:pic>
          <p:nvPicPr>
            <p:cNvPr id="22" name="object 22"/>
            <p:cNvPicPr>
              <a:picLocks noGrp="1" noRot="1" noMove="1" noResize="1" noEditPoints="1" noAdjustHandles="1" noChangeArrowheads="1" noChangeShapeType="1" noCrop="1"/>
            </p:cNvPicPr>
            <p:nvPr/>
          </p:nvPicPr>
          <p:blipFill>
            <a:blip r:embed="rId12" cstate="print"/>
            <a:stretch>
              <a:fillRect/>
            </a:stretch>
          </p:blipFill>
          <p:spPr>
            <a:xfrm>
              <a:off x="1363291" y="1369976"/>
              <a:ext cx="76848" cy="146279"/>
            </a:xfrm>
            <a:prstGeom prst="rect">
              <a:avLst/>
            </a:prstGeom>
          </p:spPr>
        </p:pic>
        <p:sp>
          <p:nvSpPr>
            <p:cNvPr id="23" name="object 23"/>
            <p:cNvSpPr>
              <a:spLocks noGrp="1" noRot="1" noMove="1" noResize="1" noEditPoints="1" noAdjustHandles="1" noChangeArrowheads="1" noChangeShapeType="1"/>
            </p:cNvSpPr>
            <p:nvPr/>
          </p:nvSpPr>
          <p:spPr>
            <a:xfrm>
              <a:off x="1459636" y="1318843"/>
              <a:ext cx="24130" cy="197485"/>
            </a:xfrm>
            <a:custGeom>
              <a:avLst/>
              <a:gdLst/>
              <a:ahLst/>
              <a:cxnLst/>
              <a:rect l="l" t="t" r="r" b="b"/>
              <a:pathLst>
                <a:path w="24130" h="197484">
                  <a:moveTo>
                    <a:pt x="24015" y="54457"/>
                  </a:moveTo>
                  <a:lnTo>
                    <a:pt x="0" y="54457"/>
                  </a:lnTo>
                  <a:lnTo>
                    <a:pt x="0" y="197421"/>
                  </a:lnTo>
                  <a:lnTo>
                    <a:pt x="24015" y="197421"/>
                  </a:lnTo>
                  <a:lnTo>
                    <a:pt x="24015" y="54457"/>
                  </a:lnTo>
                  <a:close/>
                </a:path>
                <a:path w="24130" h="197484">
                  <a:moveTo>
                    <a:pt x="24015" y="0"/>
                  </a:moveTo>
                  <a:lnTo>
                    <a:pt x="0" y="0"/>
                  </a:lnTo>
                  <a:lnTo>
                    <a:pt x="0" y="28752"/>
                  </a:lnTo>
                  <a:lnTo>
                    <a:pt x="24015" y="28752"/>
                  </a:lnTo>
                  <a:lnTo>
                    <a:pt x="24015" y="0"/>
                  </a:lnTo>
                  <a:close/>
                </a:path>
              </a:pathLst>
            </a:custGeom>
            <a:solidFill>
              <a:srgbClr val="FFFFFF"/>
            </a:solidFill>
          </p:spPr>
          <p:txBody>
            <a:bodyPr wrap="square" lIns="0" tIns="0" rIns="0" bIns="0" rtlCol="0"/>
            <a:lstStyle/>
            <a:p>
              <a:endParaRPr/>
            </a:p>
          </p:txBody>
        </p:sp>
        <p:pic>
          <p:nvPicPr>
            <p:cNvPr id="24" name="object 24"/>
            <p:cNvPicPr>
              <a:picLocks noGrp="1" noRot="1" noMove="1" noResize="1" noEditPoints="1" noAdjustHandles="1" noChangeArrowheads="1" noChangeShapeType="1" noCrop="1"/>
            </p:cNvPicPr>
            <p:nvPr/>
          </p:nvPicPr>
          <p:blipFill>
            <a:blip r:embed="rId13" cstate="print"/>
            <a:stretch>
              <a:fillRect/>
            </a:stretch>
          </p:blipFill>
          <p:spPr>
            <a:xfrm>
              <a:off x="1505414" y="1330435"/>
              <a:ext cx="225455" cy="243047"/>
            </a:xfrm>
            <a:prstGeom prst="rect">
              <a:avLst/>
            </a:prstGeom>
          </p:spPr>
        </p:pic>
        <p:pic>
          <p:nvPicPr>
            <p:cNvPr id="25" name="object 25"/>
            <p:cNvPicPr>
              <a:picLocks noGrp="1" noRot="1" noMove="1" noResize="1" noEditPoints="1" noAdjustHandles="1" noChangeArrowheads="1" noChangeShapeType="1" noCrop="1"/>
            </p:cNvPicPr>
            <p:nvPr/>
          </p:nvPicPr>
          <p:blipFill>
            <a:blip r:embed="rId14" cstate="print"/>
            <a:stretch>
              <a:fillRect/>
            </a:stretch>
          </p:blipFill>
          <p:spPr>
            <a:xfrm>
              <a:off x="700430" y="1609553"/>
              <a:ext cx="329161" cy="255481"/>
            </a:xfrm>
            <a:prstGeom prst="rect">
              <a:avLst/>
            </a:prstGeom>
          </p:spPr>
        </p:pic>
        <p:pic>
          <p:nvPicPr>
            <p:cNvPr id="26" name="object 26"/>
            <p:cNvPicPr>
              <a:picLocks noGrp="1" noRot="1" noMove="1" noResize="1" noEditPoints="1" noAdjustHandles="1" noChangeArrowheads="1" noChangeShapeType="1" noCrop="1"/>
            </p:cNvPicPr>
            <p:nvPr/>
          </p:nvPicPr>
          <p:blipFill>
            <a:blip r:embed="rId15" cstate="print"/>
            <a:stretch>
              <a:fillRect/>
            </a:stretch>
          </p:blipFill>
          <p:spPr>
            <a:xfrm>
              <a:off x="1057859" y="1660702"/>
              <a:ext cx="134761" cy="149579"/>
            </a:xfrm>
            <a:prstGeom prst="rect">
              <a:avLst/>
            </a:prstGeom>
          </p:spPr>
        </p:pic>
        <p:pic>
          <p:nvPicPr>
            <p:cNvPr id="27" name="object 27"/>
            <p:cNvPicPr>
              <a:picLocks noGrp="1" noRot="1" noMove="1" noResize="1" noEditPoints="1" noAdjustHandles="1" noChangeArrowheads="1" noChangeShapeType="1" noCrop="1"/>
            </p:cNvPicPr>
            <p:nvPr/>
          </p:nvPicPr>
          <p:blipFill>
            <a:blip r:embed="rId16" cstate="print"/>
            <a:stretch>
              <a:fillRect/>
            </a:stretch>
          </p:blipFill>
          <p:spPr>
            <a:xfrm>
              <a:off x="1217495" y="1660710"/>
              <a:ext cx="120924" cy="146263"/>
            </a:xfrm>
            <a:prstGeom prst="rect">
              <a:avLst/>
            </a:prstGeom>
          </p:spPr>
        </p:pic>
        <p:pic>
          <p:nvPicPr>
            <p:cNvPr id="28" name="object 28"/>
            <p:cNvPicPr>
              <a:picLocks noGrp="1" noRot="1" noMove="1" noResize="1" noEditPoints="1" noAdjustHandles="1" noChangeArrowheads="1" noChangeShapeType="1" noCrop="1"/>
            </p:cNvPicPr>
            <p:nvPr/>
          </p:nvPicPr>
          <p:blipFill>
            <a:blip r:embed="rId17" cstate="print"/>
            <a:stretch>
              <a:fillRect/>
            </a:stretch>
          </p:blipFill>
          <p:spPr>
            <a:xfrm>
              <a:off x="1366679" y="1660701"/>
              <a:ext cx="280563" cy="203500"/>
            </a:xfrm>
            <a:prstGeom prst="rect">
              <a:avLst/>
            </a:prstGeom>
          </p:spPr>
        </p:pic>
      </p:grpSp>
      <p:sp>
        <p:nvSpPr>
          <p:cNvPr id="29" name="object 29"/>
          <p:cNvSpPr txBox="1"/>
          <p:nvPr/>
        </p:nvSpPr>
        <p:spPr>
          <a:xfrm>
            <a:off x="654998" y="6838315"/>
            <a:ext cx="8019101" cy="766877"/>
          </a:xfrm>
          <a:prstGeom prst="rect">
            <a:avLst/>
          </a:prstGeom>
        </p:spPr>
        <p:txBody>
          <a:bodyPr vert="horz" wrap="square" lIns="0" tIns="12700" rIns="0" bIns="0" rtlCol="0" anchor="t">
            <a:spAutoFit/>
          </a:bodyPr>
          <a:lstStyle/>
          <a:p>
            <a:pPr marL="12700">
              <a:lnSpc>
                <a:spcPct val="100000"/>
              </a:lnSpc>
              <a:spcBef>
                <a:spcPts val="100"/>
              </a:spcBef>
            </a:pPr>
            <a:r>
              <a:rPr lang="en-GB" sz="4900" spc="-145">
                <a:solidFill>
                  <a:srgbClr val="FFFFFF"/>
                </a:solidFill>
                <a:latin typeface="Arial"/>
                <a:cs typeface="Arial"/>
              </a:rPr>
              <a:t>Thursday 5 September</a:t>
            </a:r>
            <a:r>
              <a:rPr sz="4900" b="0" spc="-135">
                <a:solidFill>
                  <a:srgbClr val="FFFFFF"/>
                </a:solidFill>
                <a:latin typeface="Arial"/>
                <a:cs typeface="Arial"/>
              </a:rPr>
              <a:t> </a:t>
            </a:r>
            <a:r>
              <a:rPr sz="4900" b="1" spc="-20">
                <a:solidFill>
                  <a:srgbClr val="FFFFFF"/>
                </a:solidFill>
                <a:latin typeface="Arial"/>
                <a:cs typeface="Arial"/>
              </a:rPr>
              <a:t>2024</a:t>
            </a:r>
            <a:endParaRPr sz="4900">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a:spLocks noGrp="1" noRot="1" noMove="1" noResize="1" noEditPoints="1" noAdjustHandles="1" noChangeArrowheads="1" noChangeShapeType="1"/>
          </p:cNvSpPr>
          <p:nvPr/>
        </p:nvSpPr>
        <p:spPr>
          <a:xfrm>
            <a:off x="0" y="5740400"/>
            <a:ext cx="17348200" cy="3327400"/>
          </a:xfrm>
          <a:custGeom>
            <a:avLst/>
            <a:gdLst/>
            <a:ahLst/>
            <a:cxnLst/>
            <a:rect l="l" t="t" r="r" b="b"/>
            <a:pathLst>
              <a:path w="17348200" h="3327400">
                <a:moveTo>
                  <a:pt x="17348200" y="0"/>
                </a:moveTo>
                <a:lnTo>
                  <a:pt x="0" y="0"/>
                </a:lnTo>
                <a:lnTo>
                  <a:pt x="0" y="3327400"/>
                </a:lnTo>
                <a:lnTo>
                  <a:pt x="17348200" y="3327400"/>
                </a:lnTo>
                <a:lnTo>
                  <a:pt x="17348200" y="0"/>
                </a:lnTo>
                <a:close/>
              </a:path>
            </a:pathLst>
          </a:custGeom>
          <a:solidFill>
            <a:srgbClr val="FFFFFF"/>
          </a:solidFill>
        </p:spPr>
        <p:txBody>
          <a:bodyPr wrap="square" lIns="0" tIns="0" rIns="0" bIns="0" rtlCol="0"/>
          <a:lstStyle/>
          <a:p>
            <a:endParaRPr/>
          </a:p>
        </p:txBody>
      </p:sp>
      <p:sp>
        <p:nvSpPr>
          <p:cNvPr id="3" name="object 3"/>
          <p:cNvSpPr txBox="1">
            <a:spLocks noGrp="1"/>
          </p:cNvSpPr>
          <p:nvPr>
            <p:ph type="ctrTitle"/>
          </p:nvPr>
        </p:nvSpPr>
        <p:spPr>
          <a:xfrm>
            <a:off x="698300" y="2641648"/>
            <a:ext cx="14986200" cy="2228815"/>
          </a:xfrm>
          <a:prstGeom prst="rect">
            <a:avLst/>
          </a:prstGeom>
        </p:spPr>
        <p:txBody>
          <a:bodyPr vert="horz" wrap="square" lIns="0" tIns="12700" rIns="0" bIns="0" rtlCol="0" anchor="t">
            <a:spAutoFit/>
          </a:bodyPr>
          <a:lstStyle/>
          <a:p>
            <a:pPr marL="12700">
              <a:spcBef>
                <a:spcPts val="100"/>
              </a:spcBef>
              <a:tabLst>
                <a:tab pos="2473325" algn="l"/>
              </a:tabLst>
            </a:pPr>
            <a:r>
              <a:rPr lang="en-GB" sz="4800" spc="-10">
                <a:latin typeface="Arial"/>
                <a:cs typeface="Arial"/>
              </a:rPr>
              <a:t>Medical Entomology group in UKHSA ​</a:t>
            </a:r>
            <a:br>
              <a:rPr lang="en-GB" sz="4800" spc="-10">
                <a:latin typeface="Arial" panose="020B0604020202020204" pitchFamily="34" charset="0"/>
                <a:cs typeface="Arial" panose="020B0604020202020204" pitchFamily="34" charset="0"/>
              </a:rPr>
            </a:br>
            <a:r>
              <a:rPr lang="en-GB" sz="4800" b="0" spc="-10">
                <a:solidFill>
                  <a:srgbClr val="92D050"/>
                </a:solidFill>
                <a:latin typeface="Arial"/>
                <a:cs typeface="Arial"/>
              </a:rPr>
              <a:t>Dr Jolyon Medlock, Head of Medical Entomology, UKHSA</a:t>
            </a:r>
            <a:endParaRPr sz="4800" b="0">
              <a:solidFill>
                <a:srgbClr val="92D050"/>
              </a:solidFill>
              <a:latin typeface="Arial"/>
              <a:cs typeface="Arial"/>
            </a:endParaRPr>
          </a:p>
        </p:txBody>
      </p:sp>
      <p:grpSp>
        <p:nvGrpSpPr>
          <p:cNvPr id="5" name="object 5"/>
          <p:cNvGrpSpPr>
            <a:grpSpLocks noGrp="1" noUngrp="1" noRot="1" noMove="1" noResize="1"/>
          </p:cNvGrpSpPr>
          <p:nvPr/>
        </p:nvGrpSpPr>
        <p:grpSpPr>
          <a:xfrm>
            <a:off x="580445" y="535686"/>
            <a:ext cx="1391285" cy="1329690"/>
            <a:chOff x="580445" y="535686"/>
            <a:chExt cx="1391285" cy="1329690"/>
          </a:xfrm>
        </p:grpSpPr>
        <p:sp>
          <p:nvSpPr>
            <p:cNvPr id="6" name="object 6"/>
            <p:cNvSpPr>
              <a:spLocks noGrp="1" noRot="1" noMove="1" noResize="1" noEditPoints="1" noAdjustHandles="1" noChangeArrowheads="1" noChangeShapeType="1"/>
            </p:cNvSpPr>
            <p:nvPr/>
          </p:nvSpPr>
          <p:spPr>
            <a:xfrm>
              <a:off x="580440" y="535698"/>
              <a:ext cx="431165" cy="1273810"/>
            </a:xfrm>
            <a:custGeom>
              <a:avLst/>
              <a:gdLst/>
              <a:ahLst/>
              <a:cxnLst/>
              <a:rect l="l" t="t" r="r" b="b"/>
              <a:pathLst>
                <a:path w="431165" h="1273810">
                  <a:moveTo>
                    <a:pt x="23545" y="0"/>
                  </a:moveTo>
                  <a:lnTo>
                    <a:pt x="0" y="0"/>
                  </a:lnTo>
                  <a:lnTo>
                    <a:pt x="0" y="1273492"/>
                  </a:lnTo>
                  <a:lnTo>
                    <a:pt x="23545" y="1273492"/>
                  </a:lnTo>
                  <a:lnTo>
                    <a:pt x="23545" y="0"/>
                  </a:lnTo>
                  <a:close/>
                </a:path>
                <a:path w="431165" h="1273810">
                  <a:moveTo>
                    <a:pt x="300494" y="65722"/>
                  </a:moveTo>
                  <a:lnTo>
                    <a:pt x="298564" y="63982"/>
                  </a:lnTo>
                  <a:lnTo>
                    <a:pt x="294246" y="63982"/>
                  </a:lnTo>
                  <a:lnTo>
                    <a:pt x="292481" y="65722"/>
                  </a:lnTo>
                  <a:lnTo>
                    <a:pt x="292481" y="70129"/>
                  </a:lnTo>
                  <a:lnTo>
                    <a:pt x="294246" y="71729"/>
                  </a:lnTo>
                  <a:lnTo>
                    <a:pt x="298564" y="71729"/>
                  </a:lnTo>
                  <a:lnTo>
                    <a:pt x="300494" y="70129"/>
                  </a:lnTo>
                  <a:lnTo>
                    <a:pt x="300494" y="67830"/>
                  </a:lnTo>
                  <a:lnTo>
                    <a:pt x="300494" y="65722"/>
                  </a:lnTo>
                  <a:close/>
                </a:path>
                <a:path w="431165" h="1273810">
                  <a:moveTo>
                    <a:pt x="301802" y="56197"/>
                  </a:moveTo>
                  <a:lnTo>
                    <a:pt x="299999" y="54305"/>
                  </a:lnTo>
                  <a:lnTo>
                    <a:pt x="295567" y="54305"/>
                  </a:lnTo>
                  <a:lnTo>
                    <a:pt x="293725" y="56197"/>
                  </a:lnTo>
                  <a:lnTo>
                    <a:pt x="293725" y="60490"/>
                  </a:lnTo>
                  <a:lnTo>
                    <a:pt x="295567" y="62318"/>
                  </a:lnTo>
                  <a:lnTo>
                    <a:pt x="297764" y="62318"/>
                  </a:lnTo>
                  <a:lnTo>
                    <a:pt x="299999" y="62318"/>
                  </a:lnTo>
                  <a:lnTo>
                    <a:pt x="301802" y="60490"/>
                  </a:lnTo>
                  <a:lnTo>
                    <a:pt x="301802" y="56197"/>
                  </a:lnTo>
                  <a:close/>
                </a:path>
                <a:path w="431165" h="1273810">
                  <a:moveTo>
                    <a:pt x="302501" y="75171"/>
                  </a:moveTo>
                  <a:lnTo>
                    <a:pt x="300659" y="73393"/>
                  </a:lnTo>
                  <a:lnTo>
                    <a:pt x="296202" y="73393"/>
                  </a:lnTo>
                  <a:lnTo>
                    <a:pt x="294335" y="75171"/>
                  </a:lnTo>
                  <a:lnTo>
                    <a:pt x="294335" y="79565"/>
                  </a:lnTo>
                  <a:lnTo>
                    <a:pt x="296202" y="81343"/>
                  </a:lnTo>
                  <a:lnTo>
                    <a:pt x="300659" y="81343"/>
                  </a:lnTo>
                  <a:lnTo>
                    <a:pt x="302501" y="79565"/>
                  </a:lnTo>
                  <a:lnTo>
                    <a:pt x="302501" y="77470"/>
                  </a:lnTo>
                  <a:lnTo>
                    <a:pt x="302501" y="75171"/>
                  </a:lnTo>
                  <a:close/>
                </a:path>
                <a:path w="431165" h="1273810">
                  <a:moveTo>
                    <a:pt x="306197" y="47142"/>
                  </a:moveTo>
                  <a:lnTo>
                    <a:pt x="304342" y="45440"/>
                  </a:lnTo>
                  <a:lnTo>
                    <a:pt x="299999" y="45440"/>
                  </a:lnTo>
                  <a:lnTo>
                    <a:pt x="298157" y="47142"/>
                  </a:lnTo>
                  <a:lnTo>
                    <a:pt x="298157" y="51600"/>
                  </a:lnTo>
                  <a:lnTo>
                    <a:pt x="299999" y="53225"/>
                  </a:lnTo>
                  <a:lnTo>
                    <a:pt x="302221" y="53225"/>
                  </a:lnTo>
                  <a:lnTo>
                    <a:pt x="304342" y="53225"/>
                  </a:lnTo>
                  <a:lnTo>
                    <a:pt x="306197" y="51600"/>
                  </a:lnTo>
                  <a:lnTo>
                    <a:pt x="306197" y="47142"/>
                  </a:lnTo>
                  <a:close/>
                </a:path>
                <a:path w="431165" h="1273810">
                  <a:moveTo>
                    <a:pt x="314058" y="40386"/>
                  </a:moveTo>
                  <a:lnTo>
                    <a:pt x="312254" y="38684"/>
                  </a:lnTo>
                  <a:lnTo>
                    <a:pt x="307848" y="38684"/>
                  </a:lnTo>
                  <a:lnTo>
                    <a:pt x="305968" y="40386"/>
                  </a:lnTo>
                  <a:lnTo>
                    <a:pt x="305968" y="44856"/>
                  </a:lnTo>
                  <a:lnTo>
                    <a:pt x="307848" y="46507"/>
                  </a:lnTo>
                  <a:lnTo>
                    <a:pt x="309994" y="46507"/>
                  </a:lnTo>
                  <a:lnTo>
                    <a:pt x="312254" y="46507"/>
                  </a:lnTo>
                  <a:lnTo>
                    <a:pt x="314058" y="44856"/>
                  </a:lnTo>
                  <a:lnTo>
                    <a:pt x="314058" y="40386"/>
                  </a:lnTo>
                  <a:close/>
                </a:path>
                <a:path w="431165" h="1273810">
                  <a:moveTo>
                    <a:pt x="324015" y="37541"/>
                  </a:moveTo>
                  <a:lnTo>
                    <a:pt x="322148" y="35699"/>
                  </a:lnTo>
                  <a:lnTo>
                    <a:pt x="317741" y="35699"/>
                  </a:lnTo>
                  <a:lnTo>
                    <a:pt x="316001" y="37541"/>
                  </a:lnTo>
                  <a:lnTo>
                    <a:pt x="316001" y="41694"/>
                  </a:lnTo>
                  <a:lnTo>
                    <a:pt x="317741" y="43586"/>
                  </a:lnTo>
                  <a:lnTo>
                    <a:pt x="320052" y="43586"/>
                  </a:lnTo>
                  <a:lnTo>
                    <a:pt x="322148" y="43586"/>
                  </a:lnTo>
                  <a:lnTo>
                    <a:pt x="324015" y="41694"/>
                  </a:lnTo>
                  <a:lnTo>
                    <a:pt x="324015" y="37541"/>
                  </a:lnTo>
                  <a:close/>
                </a:path>
                <a:path w="431165" h="1273810">
                  <a:moveTo>
                    <a:pt x="334505" y="38442"/>
                  </a:moveTo>
                  <a:lnTo>
                    <a:pt x="332587" y="36753"/>
                  </a:lnTo>
                  <a:lnTo>
                    <a:pt x="328358" y="36753"/>
                  </a:lnTo>
                  <a:lnTo>
                    <a:pt x="326504" y="38442"/>
                  </a:lnTo>
                  <a:lnTo>
                    <a:pt x="326504" y="42710"/>
                  </a:lnTo>
                  <a:lnTo>
                    <a:pt x="328358" y="44526"/>
                  </a:lnTo>
                  <a:lnTo>
                    <a:pt x="330403" y="44526"/>
                  </a:lnTo>
                  <a:lnTo>
                    <a:pt x="332587" y="44526"/>
                  </a:lnTo>
                  <a:lnTo>
                    <a:pt x="334505" y="42710"/>
                  </a:lnTo>
                  <a:lnTo>
                    <a:pt x="334505" y="38442"/>
                  </a:lnTo>
                  <a:close/>
                </a:path>
                <a:path w="431165" h="1273810">
                  <a:moveTo>
                    <a:pt x="337553" y="77203"/>
                  </a:moveTo>
                  <a:lnTo>
                    <a:pt x="337032" y="71132"/>
                  </a:lnTo>
                  <a:lnTo>
                    <a:pt x="332727" y="66992"/>
                  </a:lnTo>
                  <a:lnTo>
                    <a:pt x="331863" y="64820"/>
                  </a:lnTo>
                  <a:lnTo>
                    <a:pt x="329653" y="69037"/>
                  </a:lnTo>
                  <a:lnTo>
                    <a:pt x="327596" y="71640"/>
                  </a:lnTo>
                  <a:lnTo>
                    <a:pt x="327914" y="74891"/>
                  </a:lnTo>
                  <a:lnTo>
                    <a:pt x="328345" y="78308"/>
                  </a:lnTo>
                  <a:lnTo>
                    <a:pt x="331863" y="80645"/>
                  </a:lnTo>
                  <a:lnTo>
                    <a:pt x="333540" y="84035"/>
                  </a:lnTo>
                  <a:lnTo>
                    <a:pt x="335064" y="80149"/>
                  </a:lnTo>
                  <a:lnTo>
                    <a:pt x="337553" y="77203"/>
                  </a:lnTo>
                  <a:close/>
                </a:path>
                <a:path w="431165" h="1273810">
                  <a:moveTo>
                    <a:pt x="344360" y="41186"/>
                  </a:moveTo>
                  <a:lnTo>
                    <a:pt x="342633" y="39420"/>
                  </a:lnTo>
                  <a:lnTo>
                    <a:pt x="338074" y="39420"/>
                  </a:lnTo>
                  <a:lnTo>
                    <a:pt x="336359" y="41186"/>
                  </a:lnTo>
                  <a:lnTo>
                    <a:pt x="336359" y="45580"/>
                  </a:lnTo>
                  <a:lnTo>
                    <a:pt x="338074" y="47307"/>
                  </a:lnTo>
                  <a:lnTo>
                    <a:pt x="340296" y="47307"/>
                  </a:lnTo>
                  <a:lnTo>
                    <a:pt x="342633" y="47307"/>
                  </a:lnTo>
                  <a:lnTo>
                    <a:pt x="344360" y="45580"/>
                  </a:lnTo>
                  <a:lnTo>
                    <a:pt x="344360" y="41186"/>
                  </a:lnTo>
                  <a:close/>
                </a:path>
                <a:path w="431165" h="1273810">
                  <a:moveTo>
                    <a:pt x="353720" y="45440"/>
                  </a:moveTo>
                  <a:lnTo>
                    <a:pt x="351980" y="43878"/>
                  </a:lnTo>
                  <a:lnTo>
                    <a:pt x="347649" y="43878"/>
                  </a:lnTo>
                  <a:lnTo>
                    <a:pt x="345732" y="45440"/>
                  </a:lnTo>
                  <a:lnTo>
                    <a:pt x="345732" y="49872"/>
                  </a:lnTo>
                  <a:lnTo>
                    <a:pt x="347649" y="51689"/>
                  </a:lnTo>
                  <a:lnTo>
                    <a:pt x="349656" y="51689"/>
                  </a:lnTo>
                  <a:lnTo>
                    <a:pt x="351980" y="51689"/>
                  </a:lnTo>
                  <a:lnTo>
                    <a:pt x="353720" y="49872"/>
                  </a:lnTo>
                  <a:lnTo>
                    <a:pt x="353720" y="45440"/>
                  </a:lnTo>
                  <a:close/>
                </a:path>
                <a:path w="431165" h="1273810">
                  <a:moveTo>
                    <a:pt x="358990" y="22199"/>
                  </a:moveTo>
                  <a:lnTo>
                    <a:pt x="353961" y="23253"/>
                  </a:lnTo>
                  <a:lnTo>
                    <a:pt x="350113" y="27165"/>
                  </a:lnTo>
                  <a:lnTo>
                    <a:pt x="349097" y="32194"/>
                  </a:lnTo>
                  <a:lnTo>
                    <a:pt x="358990" y="32194"/>
                  </a:lnTo>
                  <a:lnTo>
                    <a:pt x="358990" y="22199"/>
                  </a:lnTo>
                  <a:close/>
                </a:path>
                <a:path w="431165" h="1273810">
                  <a:moveTo>
                    <a:pt x="359194" y="52082"/>
                  </a:moveTo>
                  <a:lnTo>
                    <a:pt x="357606" y="51841"/>
                  </a:lnTo>
                  <a:lnTo>
                    <a:pt x="356069" y="51346"/>
                  </a:lnTo>
                  <a:lnTo>
                    <a:pt x="354660" y="50787"/>
                  </a:lnTo>
                  <a:lnTo>
                    <a:pt x="354660" y="68884"/>
                  </a:lnTo>
                  <a:lnTo>
                    <a:pt x="359194" y="68884"/>
                  </a:lnTo>
                  <a:lnTo>
                    <a:pt x="359194" y="52082"/>
                  </a:lnTo>
                  <a:close/>
                </a:path>
                <a:path w="431165" h="1273810">
                  <a:moveTo>
                    <a:pt x="368490" y="50774"/>
                  </a:moveTo>
                  <a:lnTo>
                    <a:pt x="367004" y="51346"/>
                  </a:lnTo>
                  <a:lnTo>
                    <a:pt x="365569" y="51828"/>
                  </a:lnTo>
                  <a:lnTo>
                    <a:pt x="363855" y="52082"/>
                  </a:lnTo>
                  <a:lnTo>
                    <a:pt x="363855" y="68872"/>
                  </a:lnTo>
                  <a:lnTo>
                    <a:pt x="368490" y="68872"/>
                  </a:lnTo>
                  <a:lnTo>
                    <a:pt x="368490" y="50774"/>
                  </a:lnTo>
                  <a:close/>
                </a:path>
                <a:path w="431165" h="1273810">
                  <a:moveTo>
                    <a:pt x="372084" y="4114"/>
                  </a:moveTo>
                  <a:lnTo>
                    <a:pt x="369938" y="6832"/>
                  </a:lnTo>
                  <a:lnTo>
                    <a:pt x="366166" y="9245"/>
                  </a:lnTo>
                  <a:lnTo>
                    <a:pt x="362978" y="9880"/>
                  </a:lnTo>
                  <a:lnTo>
                    <a:pt x="363347" y="6400"/>
                  </a:lnTo>
                  <a:lnTo>
                    <a:pt x="365455" y="3568"/>
                  </a:lnTo>
                  <a:lnTo>
                    <a:pt x="368274" y="0"/>
                  </a:lnTo>
                  <a:lnTo>
                    <a:pt x="354850" y="0"/>
                  </a:lnTo>
                  <a:lnTo>
                    <a:pt x="357619" y="3568"/>
                  </a:lnTo>
                  <a:lnTo>
                    <a:pt x="359740" y="6400"/>
                  </a:lnTo>
                  <a:lnTo>
                    <a:pt x="360172" y="9880"/>
                  </a:lnTo>
                  <a:lnTo>
                    <a:pt x="356920" y="9245"/>
                  </a:lnTo>
                  <a:lnTo>
                    <a:pt x="353174" y="6832"/>
                  </a:lnTo>
                  <a:lnTo>
                    <a:pt x="351015" y="4114"/>
                  </a:lnTo>
                  <a:lnTo>
                    <a:pt x="351015" y="17754"/>
                  </a:lnTo>
                  <a:lnTo>
                    <a:pt x="353174" y="14846"/>
                  </a:lnTo>
                  <a:lnTo>
                    <a:pt x="356844" y="12395"/>
                  </a:lnTo>
                  <a:lnTo>
                    <a:pt x="360172" y="11925"/>
                  </a:lnTo>
                  <a:lnTo>
                    <a:pt x="359702" y="15367"/>
                  </a:lnTo>
                  <a:lnTo>
                    <a:pt x="357352" y="18453"/>
                  </a:lnTo>
                  <a:lnTo>
                    <a:pt x="354571" y="20612"/>
                  </a:lnTo>
                  <a:lnTo>
                    <a:pt x="368490" y="20612"/>
                  </a:lnTo>
                  <a:lnTo>
                    <a:pt x="365645" y="18453"/>
                  </a:lnTo>
                  <a:lnTo>
                    <a:pt x="363448" y="15367"/>
                  </a:lnTo>
                  <a:lnTo>
                    <a:pt x="362978" y="11925"/>
                  </a:lnTo>
                  <a:lnTo>
                    <a:pt x="366293" y="12395"/>
                  </a:lnTo>
                  <a:lnTo>
                    <a:pt x="369938" y="14846"/>
                  </a:lnTo>
                  <a:lnTo>
                    <a:pt x="372084" y="17754"/>
                  </a:lnTo>
                  <a:lnTo>
                    <a:pt x="372084" y="4114"/>
                  </a:lnTo>
                  <a:close/>
                </a:path>
                <a:path w="431165" h="1273810">
                  <a:moveTo>
                    <a:pt x="373849" y="37109"/>
                  </a:moveTo>
                  <a:lnTo>
                    <a:pt x="349224" y="37109"/>
                  </a:lnTo>
                  <a:lnTo>
                    <a:pt x="350507" y="42595"/>
                  </a:lnTo>
                  <a:lnTo>
                    <a:pt x="355485" y="46570"/>
                  </a:lnTo>
                  <a:lnTo>
                    <a:pt x="367588" y="46570"/>
                  </a:lnTo>
                  <a:lnTo>
                    <a:pt x="372643" y="42595"/>
                  </a:lnTo>
                  <a:lnTo>
                    <a:pt x="373849" y="37109"/>
                  </a:lnTo>
                  <a:close/>
                </a:path>
                <a:path w="431165" h="1273810">
                  <a:moveTo>
                    <a:pt x="374015" y="32194"/>
                  </a:moveTo>
                  <a:lnTo>
                    <a:pt x="373087" y="27165"/>
                  </a:lnTo>
                  <a:lnTo>
                    <a:pt x="369163" y="23380"/>
                  </a:lnTo>
                  <a:lnTo>
                    <a:pt x="364197" y="22199"/>
                  </a:lnTo>
                  <a:lnTo>
                    <a:pt x="364197" y="32194"/>
                  </a:lnTo>
                  <a:lnTo>
                    <a:pt x="374015" y="32194"/>
                  </a:lnTo>
                  <a:close/>
                </a:path>
                <a:path w="431165" h="1273810">
                  <a:moveTo>
                    <a:pt x="377444" y="45427"/>
                  </a:moveTo>
                  <a:lnTo>
                    <a:pt x="375589" y="43865"/>
                  </a:lnTo>
                  <a:lnTo>
                    <a:pt x="371144" y="43865"/>
                  </a:lnTo>
                  <a:lnTo>
                    <a:pt x="369366" y="45427"/>
                  </a:lnTo>
                  <a:lnTo>
                    <a:pt x="369366" y="47663"/>
                  </a:lnTo>
                  <a:lnTo>
                    <a:pt x="369366" y="49872"/>
                  </a:lnTo>
                  <a:lnTo>
                    <a:pt x="371144" y="51689"/>
                  </a:lnTo>
                  <a:lnTo>
                    <a:pt x="375589" y="51689"/>
                  </a:lnTo>
                  <a:lnTo>
                    <a:pt x="377444" y="49872"/>
                  </a:lnTo>
                  <a:lnTo>
                    <a:pt x="377444" y="45427"/>
                  </a:lnTo>
                  <a:close/>
                </a:path>
                <a:path w="431165" h="1273810">
                  <a:moveTo>
                    <a:pt x="386740" y="41186"/>
                  </a:moveTo>
                  <a:lnTo>
                    <a:pt x="384873" y="39420"/>
                  </a:lnTo>
                  <a:lnTo>
                    <a:pt x="380593" y="39420"/>
                  </a:lnTo>
                  <a:lnTo>
                    <a:pt x="378726" y="41186"/>
                  </a:lnTo>
                  <a:lnTo>
                    <a:pt x="378726" y="45580"/>
                  </a:lnTo>
                  <a:lnTo>
                    <a:pt x="380593" y="47307"/>
                  </a:lnTo>
                  <a:lnTo>
                    <a:pt x="382701" y="47307"/>
                  </a:lnTo>
                  <a:lnTo>
                    <a:pt x="384873" y="47307"/>
                  </a:lnTo>
                  <a:lnTo>
                    <a:pt x="386740" y="45580"/>
                  </a:lnTo>
                  <a:lnTo>
                    <a:pt x="386740" y="41186"/>
                  </a:lnTo>
                  <a:close/>
                </a:path>
                <a:path w="431165" h="1273810">
                  <a:moveTo>
                    <a:pt x="395592" y="71640"/>
                  </a:moveTo>
                  <a:lnTo>
                    <a:pt x="393585" y="69037"/>
                  </a:lnTo>
                  <a:lnTo>
                    <a:pt x="391363" y="64820"/>
                  </a:lnTo>
                  <a:lnTo>
                    <a:pt x="390550" y="66992"/>
                  </a:lnTo>
                  <a:lnTo>
                    <a:pt x="386181" y="71132"/>
                  </a:lnTo>
                  <a:lnTo>
                    <a:pt x="385559" y="77203"/>
                  </a:lnTo>
                  <a:lnTo>
                    <a:pt x="388239" y="80149"/>
                  </a:lnTo>
                  <a:lnTo>
                    <a:pt x="389712" y="84035"/>
                  </a:lnTo>
                  <a:lnTo>
                    <a:pt x="391363" y="80645"/>
                  </a:lnTo>
                  <a:lnTo>
                    <a:pt x="394995" y="78308"/>
                  </a:lnTo>
                  <a:lnTo>
                    <a:pt x="395592" y="71640"/>
                  </a:lnTo>
                  <a:close/>
                </a:path>
                <a:path w="431165" h="1273810">
                  <a:moveTo>
                    <a:pt x="396595" y="38442"/>
                  </a:moveTo>
                  <a:lnTo>
                    <a:pt x="394919" y="36753"/>
                  </a:lnTo>
                  <a:lnTo>
                    <a:pt x="390410" y="36753"/>
                  </a:lnTo>
                  <a:lnTo>
                    <a:pt x="388632" y="38442"/>
                  </a:lnTo>
                  <a:lnTo>
                    <a:pt x="388632" y="42710"/>
                  </a:lnTo>
                  <a:lnTo>
                    <a:pt x="390410" y="44526"/>
                  </a:lnTo>
                  <a:lnTo>
                    <a:pt x="392633" y="44526"/>
                  </a:lnTo>
                  <a:lnTo>
                    <a:pt x="394919" y="44526"/>
                  </a:lnTo>
                  <a:lnTo>
                    <a:pt x="396595" y="42710"/>
                  </a:lnTo>
                  <a:lnTo>
                    <a:pt x="396595" y="38442"/>
                  </a:lnTo>
                  <a:close/>
                </a:path>
                <a:path w="431165" h="1273810">
                  <a:moveTo>
                    <a:pt x="407123" y="37541"/>
                  </a:moveTo>
                  <a:lnTo>
                    <a:pt x="405218" y="35699"/>
                  </a:lnTo>
                  <a:lnTo>
                    <a:pt x="400888" y="35699"/>
                  </a:lnTo>
                  <a:lnTo>
                    <a:pt x="399161" y="37541"/>
                  </a:lnTo>
                  <a:lnTo>
                    <a:pt x="399161" y="41694"/>
                  </a:lnTo>
                  <a:lnTo>
                    <a:pt x="400888" y="43586"/>
                  </a:lnTo>
                  <a:lnTo>
                    <a:pt x="403199" y="43586"/>
                  </a:lnTo>
                  <a:lnTo>
                    <a:pt x="405218" y="43586"/>
                  </a:lnTo>
                  <a:lnTo>
                    <a:pt x="407123" y="41694"/>
                  </a:lnTo>
                  <a:lnTo>
                    <a:pt x="407123" y="37541"/>
                  </a:lnTo>
                  <a:close/>
                </a:path>
                <a:path w="431165" h="1273810">
                  <a:moveTo>
                    <a:pt x="417156" y="40386"/>
                  </a:moveTo>
                  <a:lnTo>
                    <a:pt x="415315" y="38684"/>
                  </a:lnTo>
                  <a:lnTo>
                    <a:pt x="410819" y="38684"/>
                  </a:lnTo>
                  <a:lnTo>
                    <a:pt x="409079" y="40386"/>
                  </a:lnTo>
                  <a:lnTo>
                    <a:pt x="409079" y="44856"/>
                  </a:lnTo>
                  <a:lnTo>
                    <a:pt x="410819" y="46507"/>
                  </a:lnTo>
                  <a:lnTo>
                    <a:pt x="413131" y="46507"/>
                  </a:lnTo>
                  <a:lnTo>
                    <a:pt x="415315" y="46507"/>
                  </a:lnTo>
                  <a:lnTo>
                    <a:pt x="417156" y="44856"/>
                  </a:lnTo>
                  <a:lnTo>
                    <a:pt x="417156" y="40386"/>
                  </a:lnTo>
                  <a:close/>
                </a:path>
                <a:path w="431165" h="1273810">
                  <a:moveTo>
                    <a:pt x="424954" y="47142"/>
                  </a:moveTo>
                  <a:lnTo>
                    <a:pt x="423075" y="45440"/>
                  </a:lnTo>
                  <a:lnTo>
                    <a:pt x="418706" y="45440"/>
                  </a:lnTo>
                  <a:lnTo>
                    <a:pt x="416941" y="47142"/>
                  </a:lnTo>
                  <a:lnTo>
                    <a:pt x="416941" y="51600"/>
                  </a:lnTo>
                  <a:lnTo>
                    <a:pt x="418706" y="53225"/>
                  </a:lnTo>
                  <a:lnTo>
                    <a:pt x="421005" y="53225"/>
                  </a:lnTo>
                  <a:lnTo>
                    <a:pt x="423075" y="53225"/>
                  </a:lnTo>
                  <a:lnTo>
                    <a:pt x="424954" y="51600"/>
                  </a:lnTo>
                  <a:lnTo>
                    <a:pt x="424954" y="47142"/>
                  </a:lnTo>
                  <a:close/>
                </a:path>
                <a:path w="431165" h="1273810">
                  <a:moveTo>
                    <a:pt x="428637" y="75158"/>
                  </a:moveTo>
                  <a:lnTo>
                    <a:pt x="426923" y="73393"/>
                  </a:lnTo>
                  <a:lnTo>
                    <a:pt x="424726" y="73393"/>
                  </a:lnTo>
                  <a:lnTo>
                    <a:pt x="422478" y="73393"/>
                  </a:lnTo>
                  <a:lnTo>
                    <a:pt x="420598" y="75158"/>
                  </a:lnTo>
                  <a:lnTo>
                    <a:pt x="420598" y="79552"/>
                  </a:lnTo>
                  <a:lnTo>
                    <a:pt x="422478" y="81330"/>
                  </a:lnTo>
                  <a:lnTo>
                    <a:pt x="426923" y="81330"/>
                  </a:lnTo>
                  <a:lnTo>
                    <a:pt x="428637" y="79552"/>
                  </a:lnTo>
                  <a:lnTo>
                    <a:pt x="428637" y="75158"/>
                  </a:lnTo>
                  <a:close/>
                </a:path>
                <a:path w="431165" h="1273810">
                  <a:moveTo>
                    <a:pt x="429285" y="56184"/>
                  </a:moveTo>
                  <a:lnTo>
                    <a:pt x="427507" y="54317"/>
                  </a:lnTo>
                  <a:lnTo>
                    <a:pt x="423075" y="54317"/>
                  </a:lnTo>
                  <a:lnTo>
                    <a:pt x="421360" y="56184"/>
                  </a:lnTo>
                  <a:lnTo>
                    <a:pt x="421360" y="58331"/>
                  </a:lnTo>
                  <a:lnTo>
                    <a:pt x="421360" y="60502"/>
                  </a:lnTo>
                  <a:lnTo>
                    <a:pt x="423075" y="62306"/>
                  </a:lnTo>
                  <a:lnTo>
                    <a:pt x="427507" y="62306"/>
                  </a:lnTo>
                  <a:lnTo>
                    <a:pt x="429285" y="60502"/>
                  </a:lnTo>
                  <a:lnTo>
                    <a:pt x="429285" y="56184"/>
                  </a:lnTo>
                  <a:close/>
                </a:path>
                <a:path w="431165" h="1273810">
                  <a:moveTo>
                    <a:pt x="430644" y="65735"/>
                  </a:moveTo>
                  <a:lnTo>
                    <a:pt x="428879" y="63995"/>
                  </a:lnTo>
                  <a:lnTo>
                    <a:pt x="426631" y="63995"/>
                  </a:lnTo>
                  <a:lnTo>
                    <a:pt x="424510" y="63995"/>
                  </a:lnTo>
                  <a:lnTo>
                    <a:pt x="422579" y="65735"/>
                  </a:lnTo>
                  <a:lnTo>
                    <a:pt x="422579" y="70129"/>
                  </a:lnTo>
                  <a:lnTo>
                    <a:pt x="424510" y="71742"/>
                  </a:lnTo>
                  <a:lnTo>
                    <a:pt x="428879" y="71742"/>
                  </a:lnTo>
                  <a:lnTo>
                    <a:pt x="430644" y="70129"/>
                  </a:lnTo>
                  <a:lnTo>
                    <a:pt x="430644" y="65735"/>
                  </a:lnTo>
                  <a:close/>
                </a:path>
              </a:pathLst>
            </a:custGeom>
            <a:solidFill>
              <a:srgbClr val="FFFFFF"/>
            </a:solidFill>
          </p:spPr>
          <p:txBody>
            <a:bodyPr wrap="square" lIns="0" tIns="0" rIns="0" bIns="0" rtlCol="0"/>
            <a:lstStyle/>
            <a:p>
              <a:endParaRPr/>
            </a:p>
          </p:txBody>
        </p:sp>
        <p:pic>
          <p:nvPicPr>
            <p:cNvPr id="7" name="object 7"/>
            <p:cNvPicPr>
              <a:picLocks noGrp="1" noRot="1" noMove="1" noResize="1" noEditPoints="1" noAdjustHandles="1" noChangeArrowheads="1" noChangeShapeType="1" noCrop="1"/>
            </p:cNvPicPr>
            <p:nvPr/>
          </p:nvPicPr>
          <p:blipFill>
            <a:blip r:embed="rId3" cstate="print"/>
            <a:stretch>
              <a:fillRect/>
            </a:stretch>
          </p:blipFill>
          <p:spPr>
            <a:xfrm>
              <a:off x="859313" y="758855"/>
              <a:ext cx="127684" cy="138549"/>
            </a:xfrm>
            <a:prstGeom prst="rect">
              <a:avLst/>
            </a:prstGeom>
          </p:spPr>
        </p:pic>
        <p:sp>
          <p:nvSpPr>
            <p:cNvPr id="8" name="object 8"/>
            <p:cNvSpPr>
              <a:spLocks noGrp="1" noRot="1" noMove="1" noResize="1" noEditPoints="1" noAdjustHandles="1" noChangeArrowheads="1" noChangeShapeType="1"/>
            </p:cNvSpPr>
            <p:nvPr/>
          </p:nvSpPr>
          <p:spPr>
            <a:xfrm>
              <a:off x="750720" y="833538"/>
              <a:ext cx="382905" cy="100965"/>
            </a:xfrm>
            <a:custGeom>
              <a:avLst/>
              <a:gdLst/>
              <a:ahLst/>
              <a:cxnLst/>
              <a:rect l="l" t="t" r="r" b="b"/>
              <a:pathLst>
                <a:path w="382905" h="100965">
                  <a:moveTo>
                    <a:pt x="191296" y="100680"/>
                  </a:moveTo>
                  <a:lnTo>
                    <a:pt x="141980" y="95797"/>
                  </a:lnTo>
                  <a:lnTo>
                    <a:pt x="116222" y="66004"/>
                  </a:lnTo>
                  <a:lnTo>
                    <a:pt x="108211" y="49550"/>
                  </a:lnTo>
                  <a:lnTo>
                    <a:pt x="108211" y="38518"/>
                  </a:lnTo>
                  <a:lnTo>
                    <a:pt x="119910" y="28106"/>
                  </a:lnTo>
                  <a:lnTo>
                    <a:pt x="109483" y="30361"/>
                  </a:lnTo>
                  <a:lnTo>
                    <a:pt x="98933" y="35024"/>
                  </a:lnTo>
                  <a:lnTo>
                    <a:pt x="88336" y="41244"/>
                  </a:lnTo>
                  <a:lnTo>
                    <a:pt x="61533" y="58575"/>
                  </a:lnTo>
                  <a:lnTo>
                    <a:pt x="47923" y="65679"/>
                  </a:lnTo>
                  <a:lnTo>
                    <a:pt x="41178" y="67616"/>
                  </a:lnTo>
                  <a:lnTo>
                    <a:pt x="28212" y="67616"/>
                  </a:lnTo>
                  <a:lnTo>
                    <a:pt x="6506" y="51161"/>
                  </a:lnTo>
                  <a:lnTo>
                    <a:pt x="348" y="48403"/>
                  </a:lnTo>
                  <a:lnTo>
                    <a:pt x="0" y="47551"/>
                  </a:lnTo>
                  <a:lnTo>
                    <a:pt x="522" y="45924"/>
                  </a:lnTo>
                  <a:lnTo>
                    <a:pt x="1409" y="45521"/>
                  </a:lnTo>
                  <a:lnTo>
                    <a:pt x="2216" y="45769"/>
                  </a:lnTo>
                  <a:lnTo>
                    <a:pt x="16212" y="46242"/>
                  </a:lnTo>
                  <a:lnTo>
                    <a:pt x="31341" y="41314"/>
                  </a:lnTo>
                  <a:lnTo>
                    <a:pt x="47137" y="32831"/>
                  </a:lnTo>
                  <a:lnTo>
                    <a:pt x="76300" y="14203"/>
                  </a:lnTo>
                  <a:lnTo>
                    <a:pt x="88981" y="6966"/>
                  </a:lnTo>
                  <a:lnTo>
                    <a:pt x="101041" y="1905"/>
                  </a:lnTo>
                  <a:lnTo>
                    <a:pt x="112343" y="0"/>
                  </a:lnTo>
                  <a:lnTo>
                    <a:pt x="117662" y="0"/>
                  </a:lnTo>
                  <a:lnTo>
                    <a:pt x="122364" y="1146"/>
                  </a:lnTo>
                  <a:lnTo>
                    <a:pt x="131531" y="5965"/>
                  </a:lnTo>
                  <a:lnTo>
                    <a:pt x="135346" y="10365"/>
                  </a:lnTo>
                  <a:lnTo>
                    <a:pt x="140223" y="21846"/>
                  </a:lnTo>
                  <a:lnTo>
                    <a:pt x="148946" y="35527"/>
                  </a:lnTo>
                  <a:lnTo>
                    <a:pt x="148946" y="41756"/>
                  </a:lnTo>
                  <a:lnTo>
                    <a:pt x="147870" y="44080"/>
                  </a:lnTo>
                  <a:lnTo>
                    <a:pt x="143136" y="48171"/>
                  </a:lnTo>
                  <a:lnTo>
                    <a:pt x="127526" y="56026"/>
                  </a:lnTo>
                  <a:lnTo>
                    <a:pt x="127272" y="58908"/>
                  </a:lnTo>
                  <a:lnTo>
                    <a:pt x="171766" y="68448"/>
                  </a:lnTo>
                  <a:lnTo>
                    <a:pt x="191296" y="69242"/>
                  </a:lnTo>
                  <a:lnTo>
                    <a:pt x="201286" y="69039"/>
                  </a:lnTo>
                  <a:lnTo>
                    <a:pt x="243526" y="63080"/>
                  </a:lnTo>
                  <a:lnTo>
                    <a:pt x="255511" y="59016"/>
                  </a:lnTo>
                  <a:lnTo>
                    <a:pt x="255020" y="57064"/>
                  </a:lnTo>
                  <a:lnTo>
                    <a:pt x="242307" y="50650"/>
                  </a:lnTo>
                  <a:lnTo>
                    <a:pt x="239441" y="48682"/>
                  </a:lnTo>
                  <a:lnTo>
                    <a:pt x="234945" y="44251"/>
                  </a:lnTo>
                  <a:lnTo>
                    <a:pt x="233726" y="41756"/>
                  </a:lnTo>
                  <a:lnTo>
                    <a:pt x="233726" y="35527"/>
                  </a:lnTo>
                  <a:lnTo>
                    <a:pt x="242560" y="21846"/>
                  </a:lnTo>
                  <a:lnTo>
                    <a:pt x="247389" y="10365"/>
                  </a:lnTo>
                  <a:lnTo>
                    <a:pt x="251236" y="5965"/>
                  </a:lnTo>
                  <a:lnTo>
                    <a:pt x="256096" y="3176"/>
                  </a:lnTo>
                  <a:lnTo>
                    <a:pt x="260260" y="1146"/>
                  </a:lnTo>
                  <a:lnTo>
                    <a:pt x="264962" y="0"/>
                  </a:lnTo>
                  <a:lnTo>
                    <a:pt x="270424" y="0"/>
                  </a:lnTo>
                  <a:lnTo>
                    <a:pt x="281660" y="1905"/>
                  </a:lnTo>
                  <a:lnTo>
                    <a:pt x="293697" y="6966"/>
                  </a:lnTo>
                  <a:lnTo>
                    <a:pt x="306376" y="14203"/>
                  </a:lnTo>
                  <a:lnTo>
                    <a:pt x="335500" y="32831"/>
                  </a:lnTo>
                  <a:lnTo>
                    <a:pt x="351306" y="41314"/>
                  </a:lnTo>
                  <a:lnTo>
                    <a:pt x="366475" y="46242"/>
                  </a:lnTo>
                  <a:lnTo>
                    <a:pt x="380535" y="45769"/>
                  </a:lnTo>
                  <a:lnTo>
                    <a:pt x="381311" y="45521"/>
                  </a:lnTo>
                  <a:lnTo>
                    <a:pt x="382182" y="45924"/>
                  </a:lnTo>
                  <a:lnTo>
                    <a:pt x="382467" y="46683"/>
                  </a:lnTo>
                  <a:lnTo>
                    <a:pt x="382688" y="47551"/>
                  </a:lnTo>
                  <a:lnTo>
                    <a:pt x="382324" y="48403"/>
                  </a:lnTo>
                  <a:lnTo>
                    <a:pt x="376166" y="51083"/>
                  </a:lnTo>
                  <a:lnTo>
                    <a:pt x="354460" y="67616"/>
                  </a:lnTo>
                  <a:lnTo>
                    <a:pt x="341510" y="67616"/>
                  </a:lnTo>
                  <a:lnTo>
                    <a:pt x="334860" y="65679"/>
                  </a:lnTo>
                  <a:lnTo>
                    <a:pt x="319456" y="57715"/>
                  </a:lnTo>
                  <a:lnTo>
                    <a:pt x="294434" y="41212"/>
                  </a:lnTo>
                  <a:lnTo>
                    <a:pt x="283777" y="34995"/>
                  </a:lnTo>
                  <a:lnTo>
                    <a:pt x="273188" y="30350"/>
                  </a:lnTo>
                  <a:lnTo>
                    <a:pt x="262746" y="28106"/>
                  </a:lnTo>
                  <a:lnTo>
                    <a:pt x="274968" y="38936"/>
                  </a:lnTo>
                  <a:lnTo>
                    <a:pt x="274968" y="49704"/>
                  </a:lnTo>
                  <a:lnTo>
                    <a:pt x="271216" y="56599"/>
                  </a:lnTo>
                  <a:lnTo>
                    <a:pt x="266593" y="66004"/>
                  </a:lnTo>
                  <a:lnTo>
                    <a:pt x="261099" y="86999"/>
                  </a:lnTo>
                  <a:lnTo>
                    <a:pt x="251078" y="92034"/>
                  </a:lnTo>
                  <a:lnTo>
                    <a:pt x="240766" y="95797"/>
                  </a:lnTo>
                  <a:lnTo>
                    <a:pt x="227326" y="98501"/>
                  </a:lnTo>
                  <a:lnTo>
                    <a:pt x="210816" y="100133"/>
                  </a:lnTo>
                  <a:lnTo>
                    <a:pt x="191296" y="100680"/>
                  </a:lnTo>
                  <a:close/>
                </a:path>
              </a:pathLst>
            </a:custGeom>
            <a:solidFill>
              <a:srgbClr val="FFFFFF"/>
            </a:solidFill>
          </p:spPr>
          <p:txBody>
            <a:bodyPr wrap="square" lIns="0" tIns="0" rIns="0" bIns="0" rtlCol="0"/>
            <a:lstStyle/>
            <a:p>
              <a:endParaRPr/>
            </a:p>
          </p:txBody>
        </p:sp>
        <p:pic>
          <p:nvPicPr>
            <p:cNvPr id="9" name="object 9"/>
            <p:cNvPicPr>
              <a:picLocks noGrp="1" noRot="1" noMove="1" noResize="1" noEditPoints="1" noAdjustHandles="1" noChangeArrowheads="1" noChangeShapeType="1" noCrop="1"/>
            </p:cNvPicPr>
            <p:nvPr/>
          </p:nvPicPr>
          <p:blipFill>
            <a:blip r:embed="rId4" cstate="print"/>
            <a:stretch>
              <a:fillRect/>
            </a:stretch>
          </p:blipFill>
          <p:spPr>
            <a:xfrm>
              <a:off x="864000" y="607992"/>
              <a:ext cx="162906" cy="217170"/>
            </a:xfrm>
            <a:prstGeom prst="rect">
              <a:avLst/>
            </a:prstGeom>
          </p:spPr>
        </p:pic>
        <p:sp>
          <p:nvSpPr>
            <p:cNvPr id="10" name="object 10"/>
            <p:cNvSpPr>
              <a:spLocks noGrp="1" noRot="1" noMove="1" noResize="1" noEditPoints="1" noAdjustHandles="1" noChangeArrowheads="1" noChangeShapeType="1"/>
            </p:cNvSpPr>
            <p:nvPr/>
          </p:nvSpPr>
          <p:spPr>
            <a:xfrm>
              <a:off x="702043" y="546036"/>
              <a:ext cx="492759" cy="325120"/>
            </a:xfrm>
            <a:custGeom>
              <a:avLst/>
              <a:gdLst/>
              <a:ahLst/>
              <a:cxnLst/>
              <a:rect l="l" t="t" r="r" b="b"/>
              <a:pathLst>
                <a:path w="492759" h="325119">
                  <a:moveTo>
                    <a:pt x="71945" y="28511"/>
                  </a:moveTo>
                  <a:lnTo>
                    <a:pt x="70612" y="27266"/>
                  </a:lnTo>
                  <a:lnTo>
                    <a:pt x="67449" y="27266"/>
                  </a:lnTo>
                  <a:lnTo>
                    <a:pt x="66065" y="28511"/>
                  </a:lnTo>
                  <a:lnTo>
                    <a:pt x="66065" y="31661"/>
                  </a:lnTo>
                  <a:lnTo>
                    <a:pt x="67449" y="32893"/>
                  </a:lnTo>
                  <a:lnTo>
                    <a:pt x="70612" y="32893"/>
                  </a:lnTo>
                  <a:lnTo>
                    <a:pt x="71945" y="31661"/>
                  </a:lnTo>
                  <a:lnTo>
                    <a:pt x="71945" y="30048"/>
                  </a:lnTo>
                  <a:lnTo>
                    <a:pt x="71945" y="28511"/>
                  </a:lnTo>
                  <a:close/>
                </a:path>
                <a:path w="492759" h="325119">
                  <a:moveTo>
                    <a:pt x="73012" y="36055"/>
                  </a:moveTo>
                  <a:lnTo>
                    <a:pt x="71653" y="34772"/>
                  </a:lnTo>
                  <a:lnTo>
                    <a:pt x="68478" y="34772"/>
                  </a:lnTo>
                  <a:lnTo>
                    <a:pt x="67106" y="36055"/>
                  </a:lnTo>
                  <a:lnTo>
                    <a:pt x="67106" y="39103"/>
                  </a:lnTo>
                  <a:lnTo>
                    <a:pt x="68478" y="40513"/>
                  </a:lnTo>
                  <a:lnTo>
                    <a:pt x="71653" y="40513"/>
                  </a:lnTo>
                  <a:lnTo>
                    <a:pt x="73012" y="39103"/>
                  </a:lnTo>
                  <a:lnTo>
                    <a:pt x="73012" y="37490"/>
                  </a:lnTo>
                  <a:lnTo>
                    <a:pt x="73012" y="36055"/>
                  </a:lnTo>
                  <a:close/>
                </a:path>
                <a:path w="492759" h="325119">
                  <a:moveTo>
                    <a:pt x="76466" y="22326"/>
                  </a:moveTo>
                  <a:lnTo>
                    <a:pt x="75107" y="21132"/>
                  </a:lnTo>
                  <a:lnTo>
                    <a:pt x="71945" y="21132"/>
                  </a:lnTo>
                  <a:lnTo>
                    <a:pt x="70688" y="22326"/>
                  </a:lnTo>
                  <a:lnTo>
                    <a:pt x="70688" y="25438"/>
                  </a:lnTo>
                  <a:lnTo>
                    <a:pt x="71945" y="26771"/>
                  </a:lnTo>
                  <a:lnTo>
                    <a:pt x="73596" y="26771"/>
                  </a:lnTo>
                  <a:lnTo>
                    <a:pt x="75107" y="26771"/>
                  </a:lnTo>
                  <a:lnTo>
                    <a:pt x="76466" y="25438"/>
                  </a:lnTo>
                  <a:lnTo>
                    <a:pt x="76466" y="22326"/>
                  </a:lnTo>
                  <a:close/>
                </a:path>
                <a:path w="492759" h="325119">
                  <a:moveTo>
                    <a:pt x="84124" y="21856"/>
                  </a:moveTo>
                  <a:lnTo>
                    <a:pt x="82880" y="20637"/>
                  </a:lnTo>
                  <a:lnTo>
                    <a:pt x="79679" y="20637"/>
                  </a:lnTo>
                  <a:lnTo>
                    <a:pt x="78409" y="21856"/>
                  </a:lnTo>
                  <a:lnTo>
                    <a:pt x="78409" y="24993"/>
                  </a:lnTo>
                  <a:lnTo>
                    <a:pt x="79679" y="26327"/>
                  </a:lnTo>
                  <a:lnTo>
                    <a:pt x="81229" y="26327"/>
                  </a:lnTo>
                  <a:lnTo>
                    <a:pt x="82880" y="26327"/>
                  </a:lnTo>
                  <a:lnTo>
                    <a:pt x="84124" y="24993"/>
                  </a:lnTo>
                  <a:lnTo>
                    <a:pt x="84124" y="21856"/>
                  </a:lnTo>
                  <a:close/>
                </a:path>
                <a:path w="492759" h="325119">
                  <a:moveTo>
                    <a:pt x="94157" y="24358"/>
                  </a:moveTo>
                  <a:lnTo>
                    <a:pt x="94043" y="20967"/>
                  </a:lnTo>
                  <a:lnTo>
                    <a:pt x="93319" y="19939"/>
                  </a:lnTo>
                  <a:lnTo>
                    <a:pt x="92087" y="19316"/>
                  </a:lnTo>
                  <a:lnTo>
                    <a:pt x="90779" y="18237"/>
                  </a:lnTo>
                  <a:lnTo>
                    <a:pt x="89103" y="16637"/>
                  </a:lnTo>
                  <a:lnTo>
                    <a:pt x="88595" y="16052"/>
                  </a:lnTo>
                  <a:lnTo>
                    <a:pt x="88112" y="15494"/>
                  </a:lnTo>
                  <a:lnTo>
                    <a:pt x="88163" y="15341"/>
                  </a:lnTo>
                  <a:lnTo>
                    <a:pt x="88265" y="15113"/>
                  </a:lnTo>
                  <a:lnTo>
                    <a:pt x="93243" y="15494"/>
                  </a:lnTo>
                  <a:lnTo>
                    <a:pt x="93179" y="15341"/>
                  </a:lnTo>
                  <a:lnTo>
                    <a:pt x="93091" y="15113"/>
                  </a:lnTo>
                  <a:lnTo>
                    <a:pt x="92456" y="13474"/>
                  </a:lnTo>
                  <a:lnTo>
                    <a:pt x="91262" y="10426"/>
                  </a:lnTo>
                  <a:lnTo>
                    <a:pt x="87731" y="13474"/>
                  </a:lnTo>
                  <a:lnTo>
                    <a:pt x="87363" y="13474"/>
                  </a:lnTo>
                  <a:lnTo>
                    <a:pt x="87083" y="8115"/>
                  </a:lnTo>
                  <a:lnTo>
                    <a:pt x="82042" y="9906"/>
                  </a:lnTo>
                  <a:lnTo>
                    <a:pt x="85382" y="13995"/>
                  </a:lnTo>
                  <a:lnTo>
                    <a:pt x="85242" y="14224"/>
                  </a:lnTo>
                  <a:lnTo>
                    <a:pt x="85242" y="14376"/>
                  </a:lnTo>
                  <a:lnTo>
                    <a:pt x="80759" y="14630"/>
                  </a:lnTo>
                  <a:lnTo>
                    <a:pt x="83185" y="19697"/>
                  </a:lnTo>
                  <a:lnTo>
                    <a:pt x="86080" y="16052"/>
                  </a:lnTo>
                  <a:lnTo>
                    <a:pt x="86220" y="16052"/>
                  </a:lnTo>
                  <a:lnTo>
                    <a:pt x="86347" y="16637"/>
                  </a:lnTo>
                  <a:lnTo>
                    <a:pt x="86588" y="17881"/>
                  </a:lnTo>
                  <a:lnTo>
                    <a:pt x="86715" y="19697"/>
                  </a:lnTo>
                  <a:lnTo>
                    <a:pt x="86791" y="24358"/>
                  </a:lnTo>
                  <a:lnTo>
                    <a:pt x="88392" y="26060"/>
                  </a:lnTo>
                  <a:lnTo>
                    <a:pt x="92506" y="26060"/>
                  </a:lnTo>
                  <a:lnTo>
                    <a:pt x="94157" y="24358"/>
                  </a:lnTo>
                  <a:close/>
                </a:path>
                <a:path w="492759" h="325119">
                  <a:moveTo>
                    <a:pt x="100431" y="15557"/>
                  </a:moveTo>
                  <a:lnTo>
                    <a:pt x="99174" y="14630"/>
                  </a:lnTo>
                  <a:lnTo>
                    <a:pt x="98107" y="13474"/>
                  </a:lnTo>
                  <a:lnTo>
                    <a:pt x="96126" y="13474"/>
                  </a:lnTo>
                  <a:lnTo>
                    <a:pt x="95008" y="14630"/>
                  </a:lnTo>
                  <a:lnTo>
                    <a:pt x="93941" y="15557"/>
                  </a:lnTo>
                  <a:lnTo>
                    <a:pt x="93941" y="17360"/>
                  </a:lnTo>
                  <a:lnTo>
                    <a:pt x="95084" y="18605"/>
                  </a:lnTo>
                  <a:lnTo>
                    <a:pt x="96126" y="19685"/>
                  </a:lnTo>
                  <a:lnTo>
                    <a:pt x="98107" y="19685"/>
                  </a:lnTo>
                  <a:lnTo>
                    <a:pt x="99174" y="18516"/>
                  </a:lnTo>
                  <a:lnTo>
                    <a:pt x="100431" y="17360"/>
                  </a:lnTo>
                  <a:lnTo>
                    <a:pt x="100431" y="15557"/>
                  </a:lnTo>
                  <a:close/>
                </a:path>
                <a:path w="492759" h="325119">
                  <a:moveTo>
                    <a:pt x="106845" y="10795"/>
                  </a:moveTo>
                  <a:lnTo>
                    <a:pt x="105765" y="9817"/>
                  </a:lnTo>
                  <a:lnTo>
                    <a:pt x="104559" y="8572"/>
                  </a:lnTo>
                  <a:lnTo>
                    <a:pt x="102730" y="8572"/>
                  </a:lnTo>
                  <a:lnTo>
                    <a:pt x="101536" y="9817"/>
                  </a:lnTo>
                  <a:lnTo>
                    <a:pt x="100457" y="10795"/>
                  </a:lnTo>
                  <a:lnTo>
                    <a:pt x="100457" y="12661"/>
                  </a:lnTo>
                  <a:lnTo>
                    <a:pt x="101536" y="13906"/>
                  </a:lnTo>
                  <a:lnTo>
                    <a:pt x="102730" y="14859"/>
                  </a:lnTo>
                  <a:lnTo>
                    <a:pt x="104559" y="14859"/>
                  </a:lnTo>
                  <a:lnTo>
                    <a:pt x="105765" y="13906"/>
                  </a:lnTo>
                  <a:lnTo>
                    <a:pt x="106845" y="12661"/>
                  </a:lnTo>
                  <a:lnTo>
                    <a:pt x="106845" y="10795"/>
                  </a:lnTo>
                  <a:close/>
                </a:path>
                <a:path w="492759" h="325119">
                  <a:moveTo>
                    <a:pt x="114452" y="12128"/>
                  </a:moveTo>
                  <a:lnTo>
                    <a:pt x="113347" y="10960"/>
                  </a:lnTo>
                  <a:lnTo>
                    <a:pt x="112191" y="9906"/>
                  </a:lnTo>
                  <a:lnTo>
                    <a:pt x="110337" y="9906"/>
                  </a:lnTo>
                  <a:lnTo>
                    <a:pt x="109321" y="10960"/>
                  </a:lnTo>
                  <a:lnTo>
                    <a:pt x="108089" y="12128"/>
                  </a:lnTo>
                  <a:lnTo>
                    <a:pt x="108216" y="13995"/>
                  </a:lnTo>
                  <a:lnTo>
                    <a:pt x="110464" y="16052"/>
                  </a:lnTo>
                  <a:lnTo>
                    <a:pt x="112318" y="16052"/>
                  </a:lnTo>
                  <a:lnTo>
                    <a:pt x="113347" y="15024"/>
                  </a:lnTo>
                  <a:lnTo>
                    <a:pt x="114452" y="13995"/>
                  </a:lnTo>
                  <a:lnTo>
                    <a:pt x="114452" y="12128"/>
                  </a:lnTo>
                  <a:close/>
                </a:path>
                <a:path w="492759" h="325119">
                  <a:moveTo>
                    <a:pt x="118529" y="23126"/>
                  </a:moveTo>
                  <a:lnTo>
                    <a:pt x="114071" y="23393"/>
                  </a:lnTo>
                  <a:lnTo>
                    <a:pt x="115328" y="25158"/>
                  </a:lnTo>
                  <a:lnTo>
                    <a:pt x="115722" y="25984"/>
                  </a:lnTo>
                  <a:lnTo>
                    <a:pt x="115836" y="27457"/>
                  </a:lnTo>
                  <a:lnTo>
                    <a:pt x="115011" y="27051"/>
                  </a:lnTo>
                  <a:lnTo>
                    <a:pt x="113855" y="26162"/>
                  </a:lnTo>
                  <a:lnTo>
                    <a:pt x="112826" y="24726"/>
                  </a:lnTo>
                  <a:lnTo>
                    <a:pt x="112941" y="26162"/>
                  </a:lnTo>
                  <a:lnTo>
                    <a:pt x="113042" y="27457"/>
                  </a:lnTo>
                  <a:lnTo>
                    <a:pt x="113157" y="28829"/>
                  </a:lnTo>
                  <a:lnTo>
                    <a:pt x="113258" y="30035"/>
                  </a:lnTo>
                  <a:lnTo>
                    <a:pt x="113322" y="30848"/>
                  </a:lnTo>
                  <a:lnTo>
                    <a:pt x="113398" y="31127"/>
                  </a:lnTo>
                  <a:lnTo>
                    <a:pt x="114071" y="30035"/>
                  </a:lnTo>
                  <a:lnTo>
                    <a:pt x="114198" y="29908"/>
                  </a:lnTo>
                  <a:lnTo>
                    <a:pt x="114782" y="29235"/>
                  </a:lnTo>
                  <a:lnTo>
                    <a:pt x="115836" y="28829"/>
                  </a:lnTo>
                  <a:lnTo>
                    <a:pt x="115722" y="31127"/>
                  </a:lnTo>
                  <a:lnTo>
                    <a:pt x="115608" y="33248"/>
                  </a:lnTo>
                  <a:lnTo>
                    <a:pt x="113855" y="34925"/>
                  </a:lnTo>
                  <a:lnTo>
                    <a:pt x="112318" y="35242"/>
                  </a:lnTo>
                  <a:lnTo>
                    <a:pt x="111023" y="35496"/>
                  </a:lnTo>
                  <a:lnTo>
                    <a:pt x="110426" y="35496"/>
                  </a:lnTo>
                  <a:lnTo>
                    <a:pt x="109093" y="34429"/>
                  </a:lnTo>
                  <a:lnTo>
                    <a:pt x="109029" y="34036"/>
                  </a:lnTo>
                  <a:lnTo>
                    <a:pt x="108940" y="33528"/>
                  </a:lnTo>
                  <a:lnTo>
                    <a:pt x="108889" y="33248"/>
                  </a:lnTo>
                  <a:lnTo>
                    <a:pt x="108775" y="32537"/>
                  </a:lnTo>
                  <a:lnTo>
                    <a:pt x="108534" y="31127"/>
                  </a:lnTo>
                  <a:lnTo>
                    <a:pt x="108915" y="30848"/>
                  </a:lnTo>
                  <a:lnTo>
                    <a:pt x="110197" y="29908"/>
                  </a:lnTo>
                  <a:lnTo>
                    <a:pt x="112014" y="31648"/>
                  </a:lnTo>
                  <a:lnTo>
                    <a:pt x="112039" y="31369"/>
                  </a:lnTo>
                  <a:lnTo>
                    <a:pt x="112153" y="29908"/>
                  </a:lnTo>
                  <a:lnTo>
                    <a:pt x="112191" y="29489"/>
                  </a:lnTo>
                  <a:lnTo>
                    <a:pt x="112204" y="29235"/>
                  </a:lnTo>
                  <a:lnTo>
                    <a:pt x="112318" y="27774"/>
                  </a:lnTo>
                  <a:lnTo>
                    <a:pt x="109004" y="27774"/>
                  </a:lnTo>
                  <a:lnTo>
                    <a:pt x="107619" y="29235"/>
                  </a:lnTo>
                  <a:lnTo>
                    <a:pt x="109321" y="25615"/>
                  </a:lnTo>
                  <a:lnTo>
                    <a:pt x="109207" y="25158"/>
                  </a:lnTo>
                  <a:lnTo>
                    <a:pt x="109080" y="24726"/>
                  </a:lnTo>
                  <a:lnTo>
                    <a:pt x="109029" y="24561"/>
                  </a:lnTo>
                  <a:lnTo>
                    <a:pt x="108597" y="22974"/>
                  </a:lnTo>
                  <a:lnTo>
                    <a:pt x="105181" y="21132"/>
                  </a:lnTo>
                  <a:lnTo>
                    <a:pt x="102971" y="24561"/>
                  </a:lnTo>
                  <a:lnTo>
                    <a:pt x="103035" y="24726"/>
                  </a:lnTo>
                  <a:lnTo>
                    <a:pt x="103911" y="27051"/>
                  </a:lnTo>
                  <a:lnTo>
                    <a:pt x="106489" y="29489"/>
                  </a:lnTo>
                  <a:lnTo>
                    <a:pt x="103911" y="28333"/>
                  </a:lnTo>
                  <a:lnTo>
                    <a:pt x="101536" y="30492"/>
                  </a:lnTo>
                  <a:lnTo>
                    <a:pt x="103911" y="33528"/>
                  </a:lnTo>
                  <a:lnTo>
                    <a:pt x="103962" y="33248"/>
                  </a:lnTo>
                  <a:lnTo>
                    <a:pt x="104432" y="30848"/>
                  </a:lnTo>
                  <a:lnTo>
                    <a:pt x="106730" y="31369"/>
                  </a:lnTo>
                  <a:lnTo>
                    <a:pt x="106794" y="31648"/>
                  </a:lnTo>
                  <a:lnTo>
                    <a:pt x="107632" y="35242"/>
                  </a:lnTo>
                  <a:lnTo>
                    <a:pt x="105879" y="37414"/>
                  </a:lnTo>
                  <a:lnTo>
                    <a:pt x="99047" y="39535"/>
                  </a:lnTo>
                  <a:lnTo>
                    <a:pt x="98971" y="39382"/>
                  </a:lnTo>
                  <a:lnTo>
                    <a:pt x="97599" y="36906"/>
                  </a:lnTo>
                  <a:lnTo>
                    <a:pt x="96939" y="35496"/>
                  </a:lnTo>
                  <a:lnTo>
                    <a:pt x="96824" y="35242"/>
                  </a:lnTo>
                  <a:lnTo>
                    <a:pt x="96672" y="34925"/>
                  </a:lnTo>
                  <a:lnTo>
                    <a:pt x="96710" y="34683"/>
                  </a:lnTo>
                  <a:lnTo>
                    <a:pt x="97485" y="34188"/>
                  </a:lnTo>
                  <a:lnTo>
                    <a:pt x="99631" y="34429"/>
                  </a:lnTo>
                  <a:lnTo>
                    <a:pt x="101879" y="35737"/>
                  </a:lnTo>
                  <a:lnTo>
                    <a:pt x="102006" y="35737"/>
                  </a:lnTo>
                  <a:lnTo>
                    <a:pt x="101930" y="35496"/>
                  </a:lnTo>
                  <a:lnTo>
                    <a:pt x="101854" y="35242"/>
                  </a:lnTo>
                  <a:lnTo>
                    <a:pt x="101739" y="34925"/>
                  </a:lnTo>
                  <a:lnTo>
                    <a:pt x="101663" y="34683"/>
                  </a:lnTo>
                  <a:lnTo>
                    <a:pt x="101574" y="34429"/>
                  </a:lnTo>
                  <a:lnTo>
                    <a:pt x="101180" y="33248"/>
                  </a:lnTo>
                  <a:lnTo>
                    <a:pt x="99936" y="29489"/>
                  </a:lnTo>
                  <a:lnTo>
                    <a:pt x="99174" y="31648"/>
                  </a:lnTo>
                  <a:lnTo>
                    <a:pt x="98005" y="32537"/>
                  </a:lnTo>
                  <a:lnTo>
                    <a:pt x="98285" y="32537"/>
                  </a:lnTo>
                  <a:lnTo>
                    <a:pt x="96304" y="33248"/>
                  </a:lnTo>
                  <a:lnTo>
                    <a:pt x="96037" y="33248"/>
                  </a:lnTo>
                  <a:lnTo>
                    <a:pt x="96113" y="30848"/>
                  </a:lnTo>
                  <a:lnTo>
                    <a:pt x="97243" y="27774"/>
                  </a:lnTo>
                  <a:lnTo>
                    <a:pt x="89408" y="30848"/>
                  </a:lnTo>
                  <a:lnTo>
                    <a:pt x="92862" y="32537"/>
                  </a:lnTo>
                  <a:lnTo>
                    <a:pt x="93573" y="33248"/>
                  </a:lnTo>
                  <a:lnTo>
                    <a:pt x="94259" y="34036"/>
                  </a:lnTo>
                  <a:lnTo>
                    <a:pt x="94500" y="34036"/>
                  </a:lnTo>
                  <a:lnTo>
                    <a:pt x="92570" y="34683"/>
                  </a:lnTo>
                  <a:lnTo>
                    <a:pt x="91084" y="34925"/>
                  </a:lnTo>
                  <a:lnTo>
                    <a:pt x="88684" y="34036"/>
                  </a:lnTo>
                  <a:lnTo>
                    <a:pt x="91757" y="39992"/>
                  </a:lnTo>
                  <a:lnTo>
                    <a:pt x="91871" y="39535"/>
                  </a:lnTo>
                  <a:lnTo>
                    <a:pt x="91986" y="39103"/>
                  </a:lnTo>
                  <a:lnTo>
                    <a:pt x="92049" y="38862"/>
                  </a:lnTo>
                  <a:lnTo>
                    <a:pt x="92138" y="38557"/>
                  </a:lnTo>
                  <a:lnTo>
                    <a:pt x="92252" y="38125"/>
                  </a:lnTo>
                  <a:lnTo>
                    <a:pt x="92303" y="37922"/>
                  </a:lnTo>
                  <a:lnTo>
                    <a:pt x="92506" y="37134"/>
                  </a:lnTo>
                  <a:lnTo>
                    <a:pt x="93941" y="35496"/>
                  </a:lnTo>
                  <a:lnTo>
                    <a:pt x="95008" y="35496"/>
                  </a:lnTo>
                  <a:lnTo>
                    <a:pt x="95097" y="35737"/>
                  </a:lnTo>
                  <a:lnTo>
                    <a:pt x="96672" y="40513"/>
                  </a:lnTo>
                  <a:lnTo>
                    <a:pt x="92227" y="42557"/>
                  </a:lnTo>
                  <a:lnTo>
                    <a:pt x="91262" y="43154"/>
                  </a:lnTo>
                  <a:lnTo>
                    <a:pt x="90538" y="43548"/>
                  </a:lnTo>
                  <a:lnTo>
                    <a:pt x="89154" y="43548"/>
                  </a:lnTo>
                  <a:lnTo>
                    <a:pt x="87363" y="43307"/>
                  </a:lnTo>
                  <a:lnTo>
                    <a:pt x="87274" y="43154"/>
                  </a:lnTo>
                  <a:lnTo>
                    <a:pt x="86436" y="41821"/>
                  </a:lnTo>
                  <a:lnTo>
                    <a:pt x="85953" y="41008"/>
                  </a:lnTo>
                  <a:lnTo>
                    <a:pt x="85356" y="39992"/>
                  </a:lnTo>
                  <a:lnTo>
                    <a:pt x="85864" y="39103"/>
                  </a:lnTo>
                  <a:lnTo>
                    <a:pt x="86169" y="38557"/>
                  </a:lnTo>
                  <a:lnTo>
                    <a:pt x="86525" y="37922"/>
                  </a:lnTo>
                  <a:lnTo>
                    <a:pt x="88760" y="39535"/>
                  </a:lnTo>
                  <a:lnTo>
                    <a:pt x="88722" y="39103"/>
                  </a:lnTo>
                  <a:lnTo>
                    <a:pt x="88607" y="37922"/>
                  </a:lnTo>
                  <a:lnTo>
                    <a:pt x="88506" y="36906"/>
                  </a:lnTo>
                  <a:lnTo>
                    <a:pt x="88392" y="35737"/>
                  </a:lnTo>
                  <a:lnTo>
                    <a:pt x="85039" y="35737"/>
                  </a:lnTo>
                  <a:lnTo>
                    <a:pt x="84124" y="38557"/>
                  </a:lnTo>
                  <a:lnTo>
                    <a:pt x="84226" y="34683"/>
                  </a:lnTo>
                  <a:lnTo>
                    <a:pt x="83185" y="32537"/>
                  </a:lnTo>
                  <a:lnTo>
                    <a:pt x="79006" y="31369"/>
                  </a:lnTo>
                  <a:lnTo>
                    <a:pt x="78930" y="31648"/>
                  </a:lnTo>
                  <a:lnTo>
                    <a:pt x="78193" y="34429"/>
                  </a:lnTo>
                  <a:lnTo>
                    <a:pt x="78130" y="35496"/>
                  </a:lnTo>
                  <a:lnTo>
                    <a:pt x="79324" y="37414"/>
                  </a:lnTo>
                  <a:lnTo>
                    <a:pt x="83261" y="39103"/>
                  </a:lnTo>
                  <a:lnTo>
                    <a:pt x="81038" y="38862"/>
                  </a:lnTo>
                  <a:lnTo>
                    <a:pt x="78663" y="41008"/>
                  </a:lnTo>
                  <a:lnTo>
                    <a:pt x="81686" y="43548"/>
                  </a:lnTo>
                  <a:lnTo>
                    <a:pt x="81686" y="41351"/>
                  </a:lnTo>
                  <a:lnTo>
                    <a:pt x="83705" y="41008"/>
                  </a:lnTo>
                  <a:lnTo>
                    <a:pt x="84886" y="42557"/>
                  </a:lnTo>
                  <a:lnTo>
                    <a:pt x="85572" y="43548"/>
                  </a:lnTo>
                  <a:lnTo>
                    <a:pt x="85572" y="44246"/>
                  </a:lnTo>
                  <a:lnTo>
                    <a:pt x="85432" y="45504"/>
                  </a:lnTo>
                  <a:lnTo>
                    <a:pt x="83934" y="46558"/>
                  </a:lnTo>
                  <a:lnTo>
                    <a:pt x="82905" y="47244"/>
                  </a:lnTo>
                  <a:lnTo>
                    <a:pt x="80149" y="47244"/>
                  </a:lnTo>
                  <a:lnTo>
                    <a:pt x="76949" y="44246"/>
                  </a:lnTo>
                  <a:lnTo>
                    <a:pt x="77609" y="43967"/>
                  </a:lnTo>
                  <a:lnTo>
                    <a:pt x="78574" y="43967"/>
                  </a:lnTo>
                  <a:lnTo>
                    <a:pt x="79921" y="44246"/>
                  </a:lnTo>
                  <a:lnTo>
                    <a:pt x="80289" y="44246"/>
                  </a:lnTo>
                  <a:lnTo>
                    <a:pt x="80048" y="43967"/>
                  </a:lnTo>
                  <a:lnTo>
                    <a:pt x="79349" y="43154"/>
                  </a:lnTo>
                  <a:lnTo>
                    <a:pt x="76631" y="39992"/>
                  </a:lnTo>
                  <a:lnTo>
                    <a:pt x="76136" y="39535"/>
                  </a:lnTo>
                  <a:lnTo>
                    <a:pt x="76200" y="42557"/>
                  </a:lnTo>
                  <a:lnTo>
                    <a:pt x="75831" y="43154"/>
                  </a:lnTo>
                  <a:lnTo>
                    <a:pt x="74396" y="39992"/>
                  </a:lnTo>
                  <a:lnTo>
                    <a:pt x="74269" y="39382"/>
                  </a:lnTo>
                  <a:lnTo>
                    <a:pt x="71056" y="42075"/>
                  </a:lnTo>
                  <a:lnTo>
                    <a:pt x="70827" y="42075"/>
                  </a:lnTo>
                  <a:lnTo>
                    <a:pt x="74041" y="43967"/>
                  </a:lnTo>
                  <a:lnTo>
                    <a:pt x="77660" y="46913"/>
                  </a:lnTo>
                  <a:lnTo>
                    <a:pt x="81965" y="52768"/>
                  </a:lnTo>
                  <a:lnTo>
                    <a:pt x="86372" y="49885"/>
                  </a:lnTo>
                  <a:lnTo>
                    <a:pt x="92011" y="47244"/>
                  </a:lnTo>
                  <a:lnTo>
                    <a:pt x="94424" y="46113"/>
                  </a:lnTo>
                  <a:lnTo>
                    <a:pt x="99644" y="43967"/>
                  </a:lnTo>
                  <a:lnTo>
                    <a:pt x="100736" y="43548"/>
                  </a:lnTo>
                  <a:lnTo>
                    <a:pt x="104559" y="42075"/>
                  </a:lnTo>
                  <a:lnTo>
                    <a:pt x="112534" y="39535"/>
                  </a:lnTo>
                  <a:lnTo>
                    <a:pt x="113017" y="39382"/>
                  </a:lnTo>
                  <a:lnTo>
                    <a:pt x="118211" y="38125"/>
                  </a:lnTo>
                  <a:lnTo>
                    <a:pt x="118097" y="37414"/>
                  </a:lnTo>
                  <a:lnTo>
                    <a:pt x="118021" y="36906"/>
                  </a:lnTo>
                  <a:lnTo>
                    <a:pt x="117805" y="35496"/>
                  </a:lnTo>
                  <a:lnTo>
                    <a:pt x="117678" y="34683"/>
                  </a:lnTo>
                  <a:lnTo>
                    <a:pt x="117576" y="34036"/>
                  </a:lnTo>
                  <a:lnTo>
                    <a:pt x="117462" y="33248"/>
                  </a:lnTo>
                  <a:lnTo>
                    <a:pt x="117348" y="32537"/>
                  </a:lnTo>
                  <a:lnTo>
                    <a:pt x="117208" y="31648"/>
                  </a:lnTo>
                  <a:lnTo>
                    <a:pt x="117271" y="30035"/>
                  </a:lnTo>
                  <a:lnTo>
                    <a:pt x="117335" y="29489"/>
                  </a:lnTo>
                  <a:lnTo>
                    <a:pt x="117424" y="28829"/>
                  </a:lnTo>
                  <a:lnTo>
                    <a:pt x="117487" y="28333"/>
                  </a:lnTo>
                  <a:lnTo>
                    <a:pt x="117602" y="27457"/>
                  </a:lnTo>
                  <a:lnTo>
                    <a:pt x="117690" y="26771"/>
                  </a:lnTo>
                  <a:lnTo>
                    <a:pt x="118529" y="23126"/>
                  </a:lnTo>
                  <a:close/>
                </a:path>
                <a:path w="492759" h="325119">
                  <a:moveTo>
                    <a:pt x="119253" y="18161"/>
                  </a:moveTo>
                  <a:lnTo>
                    <a:pt x="118110" y="16916"/>
                  </a:lnTo>
                  <a:lnTo>
                    <a:pt x="116979" y="15887"/>
                  </a:lnTo>
                  <a:lnTo>
                    <a:pt x="115150" y="15887"/>
                  </a:lnTo>
                  <a:lnTo>
                    <a:pt x="113944" y="16916"/>
                  </a:lnTo>
                  <a:lnTo>
                    <a:pt x="112903" y="18161"/>
                  </a:lnTo>
                  <a:lnTo>
                    <a:pt x="112903" y="20040"/>
                  </a:lnTo>
                  <a:lnTo>
                    <a:pt x="113944" y="21145"/>
                  </a:lnTo>
                  <a:lnTo>
                    <a:pt x="115150" y="22085"/>
                  </a:lnTo>
                  <a:lnTo>
                    <a:pt x="116979" y="22085"/>
                  </a:lnTo>
                  <a:lnTo>
                    <a:pt x="118110" y="21031"/>
                  </a:lnTo>
                  <a:lnTo>
                    <a:pt x="119253" y="20040"/>
                  </a:lnTo>
                  <a:lnTo>
                    <a:pt x="119253" y="18161"/>
                  </a:lnTo>
                  <a:close/>
                </a:path>
                <a:path w="492759" h="325119">
                  <a:moveTo>
                    <a:pt x="179311" y="207314"/>
                  </a:moveTo>
                  <a:lnTo>
                    <a:pt x="176161" y="206044"/>
                  </a:lnTo>
                  <a:lnTo>
                    <a:pt x="177507" y="202234"/>
                  </a:lnTo>
                  <a:lnTo>
                    <a:pt x="178765" y="199694"/>
                  </a:lnTo>
                  <a:lnTo>
                    <a:pt x="174840" y="197154"/>
                  </a:lnTo>
                  <a:lnTo>
                    <a:pt x="172885" y="195884"/>
                  </a:lnTo>
                  <a:lnTo>
                    <a:pt x="171792" y="188264"/>
                  </a:lnTo>
                  <a:lnTo>
                    <a:pt x="171602" y="186994"/>
                  </a:lnTo>
                  <a:lnTo>
                    <a:pt x="172186" y="183184"/>
                  </a:lnTo>
                  <a:lnTo>
                    <a:pt x="167233" y="176834"/>
                  </a:lnTo>
                  <a:lnTo>
                    <a:pt x="162941" y="173024"/>
                  </a:lnTo>
                  <a:lnTo>
                    <a:pt x="161518" y="171754"/>
                  </a:lnTo>
                  <a:lnTo>
                    <a:pt x="139700" y="147624"/>
                  </a:lnTo>
                  <a:lnTo>
                    <a:pt x="144119" y="147624"/>
                  </a:lnTo>
                  <a:lnTo>
                    <a:pt x="147243" y="150164"/>
                  </a:lnTo>
                  <a:lnTo>
                    <a:pt x="149161" y="151434"/>
                  </a:lnTo>
                  <a:lnTo>
                    <a:pt x="152844" y="155244"/>
                  </a:lnTo>
                  <a:lnTo>
                    <a:pt x="156222" y="159054"/>
                  </a:lnTo>
                  <a:lnTo>
                    <a:pt x="159893" y="150164"/>
                  </a:lnTo>
                  <a:lnTo>
                    <a:pt x="161569" y="147624"/>
                  </a:lnTo>
                  <a:lnTo>
                    <a:pt x="164096" y="143814"/>
                  </a:lnTo>
                  <a:lnTo>
                    <a:pt x="168948" y="136194"/>
                  </a:lnTo>
                  <a:lnTo>
                    <a:pt x="174599" y="129844"/>
                  </a:lnTo>
                  <a:lnTo>
                    <a:pt x="176682" y="127304"/>
                  </a:lnTo>
                  <a:lnTo>
                    <a:pt x="177685" y="126034"/>
                  </a:lnTo>
                  <a:lnTo>
                    <a:pt x="174777" y="127304"/>
                  </a:lnTo>
                  <a:lnTo>
                    <a:pt x="170154" y="127304"/>
                  </a:lnTo>
                  <a:lnTo>
                    <a:pt x="167678" y="129844"/>
                  </a:lnTo>
                  <a:lnTo>
                    <a:pt x="167678" y="120954"/>
                  </a:lnTo>
                  <a:lnTo>
                    <a:pt x="164338" y="117144"/>
                  </a:lnTo>
                  <a:lnTo>
                    <a:pt x="164617" y="112064"/>
                  </a:lnTo>
                  <a:lnTo>
                    <a:pt x="162864" y="105714"/>
                  </a:lnTo>
                  <a:lnTo>
                    <a:pt x="160858" y="103174"/>
                  </a:lnTo>
                  <a:lnTo>
                    <a:pt x="157873" y="99364"/>
                  </a:lnTo>
                  <a:lnTo>
                    <a:pt x="148463" y="91744"/>
                  </a:lnTo>
                  <a:lnTo>
                    <a:pt x="156654" y="94284"/>
                  </a:lnTo>
                  <a:lnTo>
                    <a:pt x="161404" y="100634"/>
                  </a:lnTo>
                  <a:lnTo>
                    <a:pt x="167678" y="95554"/>
                  </a:lnTo>
                  <a:lnTo>
                    <a:pt x="164160" y="93014"/>
                  </a:lnTo>
                  <a:lnTo>
                    <a:pt x="163182" y="91744"/>
                  </a:lnTo>
                  <a:lnTo>
                    <a:pt x="160274" y="87934"/>
                  </a:lnTo>
                  <a:lnTo>
                    <a:pt x="153619" y="81584"/>
                  </a:lnTo>
                  <a:lnTo>
                    <a:pt x="141795" y="73964"/>
                  </a:lnTo>
                  <a:lnTo>
                    <a:pt x="147332" y="75234"/>
                  </a:lnTo>
                  <a:lnTo>
                    <a:pt x="152666" y="79044"/>
                  </a:lnTo>
                  <a:lnTo>
                    <a:pt x="158229" y="80314"/>
                  </a:lnTo>
                  <a:lnTo>
                    <a:pt x="164477" y="79044"/>
                  </a:lnTo>
                  <a:lnTo>
                    <a:pt x="158902" y="75234"/>
                  </a:lnTo>
                  <a:lnTo>
                    <a:pt x="157619" y="73964"/>
                  </a:lnTo>
                  <a:lnTo>
                    <a:pt x="156337" y="72694"/>
                  </a:lnTo>
                  <a:lnTo>
                    <a:pt x="149948" y="66344"/>
                  </a:lnTo>
                  <a:lnTo>
                    <a:pt x="147408" y="63804"/>
                  </a:lnTo>
                  <a:lnTo>
                    <a:pt x="145084" y="62534"/>
                  </a:lnTo>
                  <a:lnTo>
                    <a:pt x="138137" y="58724"/>
                  </a:lnTo>
                  <a:lnTo>
                    <a:pt x="143268" y="58724"/>
                  </a:lnTo>
                  <a:lnTo>
                    <a:pt x="148755" y="61264"/>
                  </a:lnTo>
                  <a:lnTo>
                    <a:pt x="151015" y="58724"/>
                  </a:lnTo>
                  <a:lnTo>
                    <a:pt x="153276" y="56184"/>
                  </a:lnTo>
                  <a:lnTo>
                    <a:pt x="148082" y="56184"/>
                  </a:lnTo>
                  <a:lnTo>
                    <a:pt x="144868" y="52374"/>
                  </a:lnTo>
                  <a:lnTo>
                    <a:pt x="139280" y="51104"/>
                  </a:lnTo>
                  <a:lnTo>
                    <a:pt x="140144" y="48564"/>
                  </a:lnTo>
                  <a:lnTo>
                    <a:pt x="141439" y="44754"/>
                  </a:lnTo>
                  <a:lnTo>
                    <a:pt x="140919" y="40944"/>
                  </a:lnTo>
                  <a:lnTo>
                    <a:pt x="138633" y="37134"/>
                  </a:lnTo>
                  <a:lnTo>
                    <a:pt x="134658" y="37134"/>
                  </a:lnTo>
                  <a:lnTo>
                    <a:pt x="130771" y="38404"/>
                  </a:lnTo>
                  <a:lnTo>
                    <a:pt x="127990" y="40741"/>
                  </a:lnTo>
                  <a:lnTo>
                    <a:pt x="127990" y="99364"/>
                  </a:lnTo>
                  <a:lnTo>
                    <a:pt x="122453" y="100634"/>
                  </a:lnTo>
                  <a:lnTo>
                    <a:pt x="117322" y="103174"/>
                  </a:lnTo>
                  <a:lnTo>
                    <a:pt x="113169" y="99364"/>
                  </a:lnTo>
                  <a:lnTo>
                    <a:pt x="112522" y="96824"/>
                  </a:lnTo>
                  <a:lnTo>
                    <a:pt x="112191" y="95554"/>
                  </a:lnTo>
                  <a:lnTo>
                    <a:pt x="111137" y="93014"/>
                  </a:lnTo>
                  <a:lnTo>
                    <a:pt x="110350" y="90474"/>
                  </a:lnTo>
                  <a:lnTo>
                    <a:pt x="113868" y="86664"/>
                  </a:lnTo>
                  <a:lnTo>
                    <a:pt x="114452" y="85394"/>
                  </a:lnTo>
                  <a:lnTo>
                    <a:pt x="113880" y="84124"/>
                  </a:lnTo>
                  <a:lnTo>
                    <a:pt x="112750" y="81584"/>
                  </a:lnTo>
                  <a:lnTo>
                    <a:pt x="111620" y="79044"/>
                  </a:lnTo>
                  <a:lnTo>
                    <a:pt x="108216" y="81584"/>
                  </a:lnTo>
                  <a:lnTo>
                    <a:pt x="104571" y="81584"/>
                  </a:lnTo>
                  <a:lnTo>
                    <a:pt x="106286" y="79044"/>
                  </a:lnTo>
                  <a:lnTo>
                    <a:pt x="106362" y="76504"/>
                  </a:lnTo>
                  <a:lnTo>
                    <a:pt x="104127" y="76504"/>
                  </a:lnTo>
                  <a:lnTo>
                    <a:pt x="101358" y="77774"/>
                  </a:lnTo>
                  <a:lnTo>
                    <a:pt x="101358" y="81584"/>
                  </a:lnTo>
                  <a:lnTo>
                    <a:pt x="99771" y="81584"/>
                  </a:lnTo>
                  <a:lnTo>
                    <a:pt x="98336" y="80314"/>
                  </a:lnTo>
                  <a:lnTo>
                    <a:pt x="99148" y="77774"/>
                  </a:lnTo>
                  <a:lnTo>
                    <a:pt x="99148" y="75234"/>
                  </a:lnTo>
                  <a:lnTo>
                    <a:pt x="100431" y="73964"/>
                  </a:lnTo>
                  <a:lnTo>
                    <a:pt x="102184" y="73964"/>
                  </a:lnTo>
                  <a:lnTo>
                    <a:pt x="108242" y="71424"/>
                  </a:lnTo>
                  <a:lnTo>
                    <a:pt x="117322" y="67614"/>
                  </a:lnTo>
                  <a:lnTo>
                    <a:pt x="119253" y="67614"/>
                  </a:lnTo>
                  <a:lnTo>
                    <a:pt x="120573" y="66344"/>
                  </a:lnTo>
                  <a:lnTo>
                    <a:pt x="121945" y="67614"/>
                  </a:lnTo>
                  <a:lnTo>
                    <a:pt x="122872" y="68884"/>
                  </a:lnTo>
                  <a:lnTo>
                    <a:pt x="125285" y="70154"/>
                  </a:lnTo>
                  <a:lnTo>
                    <a:pt x="124701" y="71424"/>
                  </a:lnTo>
                  <a:lnTo>
                    <a:pt x="123837" y="72694"/>
                  </a:lnTo>
                  <a:lnTo>
                    <a:pt x="120573" y="70154"/>
                  </a:lnTo>
                  <a:lnTo>
                    <a:pt x="116611" y="72694"/>
                  </a:lnTo>
                  <a:lnTo>
                    <a:pt x="118198" y="73964"/>
                  </a:lnTo>
                  <a:lnTo>
                    <a:pt x="121640" y="75234"/>
                  </a:lnTo>
                  <a:lnTo>
                    <a:pt x="118351" y="77774"/>
                  </a:lnTo>
                  <a:lnTo>
                    <a:pt x="114795" y="79044"/>
                  </a:lnTo>
                  <a:lnTo>
                    <a:pt x="115938" y="81584"/>
                  </a:lnTo>
                  <a:lnTo>
                    <a:pt x="116979" y="84124"/>
                  </a:lnTo>
                  <a:lnTo>
                    <a:pt x="118605" y="85394"/>
                  </a:lnTo>
                  <a:lnTo>
                    <a:pt x="123444" y="85394"/>
                  </a:lnTo>
                  <a:lnTo>
                    <a:pt x="124701" y="87934"/>
                  </a:lnTo>
                  <a:lnTo>
                    <a:pt x="126047" y="90474"/>
                  </a:lnTo>
                  <a:lnTo>
                    <a:pt x="127508" y="94284"/>
                  </a:lnTo>
                  <a:lnTo>
                    <a:pt x="127635" y="95554"/>
                  </a:lnTo>
                  <a:lnTo>
                    <a:pt x="127749" y="96824"/>
                  </a:lnTo>
                  <a:lnTo>
                    <a:pt x="127990" y="99364"/>
                  </a:lnTo>
                  <a:lnTo>
                    <a:pt x="127990" y="40741"/>
                  </a:lnTo>
                  <a:lnTo>
                    <a:pt x="127812" y="40881"/>
                  </a:lnTo>
                  <a:lnTo>
                    <a:pt x="127812" y="48564"/>
                  </a:lnTo>
                  <a:lnTo>
                    <a:pt x="123837" y="54914"/>
                  </a:lnTo>
                  <a:lnTo>
                    <a:pt x="126466" y="57454"/>
                  </a:lnTo>
                  <a:lnTo>
                    <a:pt x="123317" y="59994"/>
                  </a:lnTo>
                  <a:lnTo>
                    <a:pt x="119341" y="62534"/>
                  </a:lnTo>
                  <a:lnTo>
                    <a:pt x="113868" y="59994"/>
                  </a:lnTo>
                  <a:lnTo>
                    <a:pt x="111506" y="56184"/>
                  </a:lnTo>
                  <a:lnTo>
                    <a:pt x="123444" y="51104"/>
                  </a:lnTo>
                  <a:lnTo>
                    <a:pt x="127812" y="48564"/>
                  </a:lnTo>
                  <a:lnTo>
                    <a:pt x="127812" y="40881"/>
                  </a:lnTo>
                  <a:lnTo>
                    <a:pt x="127304" y="37134"/>
                  </a:lnTo>
                  <a:lnTo>
                    <a:pt x="120103" y="37134"/>
                  </a:lnTo>
                  <a:lnTo>
                    <a:pt x="120370" y="38404"/>
                  </a:lnTo>
                  <a:lnTo>
                    <a:pt x="121107" y="40944"/>
                  </a:lnTo>
                  <a:lnTo>
                    <a:pt x="116611" y="40944"/>
                  </a:lnTo>
                  <a:lnTo>
                    <a:pt x="107657" y="43484"/>
                  </a:lnTo>
                  <a:lnTo>
                    <a:pt x="100787" y="45999"/>
                  </a:lnTo>
                  <a:lnTo>
                    <a:pt x="100787" y="65074"/>
                  </a:lnTo>
                  <a:lnTo>
                    <a:pt x="98907" y="71424"/>
                  </a:lnTo>
                  <a:lnTo>
                    <a:pt x="89750" y="71424"/>
                  </a:lnTo>
                  <a:lnTo>
                    <a:pt x="89852" y="67614"/>
                  </a:lnTo>
                  <a:lnTo>
                    <a:pt x="82880" y="66344"/>
                  </a:lnTo>
                  <a:lnTo>
                    <a:pt x="87757" y="65074"/>
                  </a:lnTo>
                  <a:lnTo>
                    <a:pt x="99771" y="61264"/>
                  </a:lnTo>
                  <a:lnTo>
                    <a:pt x="100787" y="65074"/>
                  </a:lnTo>
                  <a:lnTo>
                    <a:pt x="100787" y="45999"/>
                  </a:lnTo>
                  <a:lnTo>
                    <a:pt x="93726" y="48564"/>
                  </a:lnTo>
                  <a:lnTo>
                    <a:pt x="85864" y="53644"/>
                  </a:lnTo>
                  <a:lnTo>
                    <a:pt x="82118" y="56184"/>
                  </a:lnTo>
                  <a:lnTo>
                    <a:pt x="80949" y="53644"/>
                  </a:lnTo>
                  <a:lnTo>
                    <a:pt x="80086" y="53644"/>
                  </a:lnTo>
                  <a:lnTo>
                    <a:pt x="77660" y="54914"/>
                  </a:lnTo>
                  <a:lnTo>
                    <a:pt x="75184" y="57454"/>
                  </a:lnTo>
                  <a:lnTo>
                    <a:pt x="77101" y="59994"/>
                  </a:lnTo>
                  <a:lnTo>
                    <a:pt x="73152" y="61264"/>
                  </a:lnTo>
                  <a:lnTo>
                    <a:pt x="68872" y="61264"/>
                  </a:lnTo>
                  <a:lnTo>
                    <a:pt x="65252" y="65074"/>
                  </a:lnTo>
                  <a:lnTo>
                    <a:pt x="65252" y="68884"/>
                  </a:lnTo>
                  <a:lnTo>
                    <a:pt x="69011" y="72694"/>
                  </a:lnTo>
                  <a:lnTo>
                    <a:pt x="74536" y="75234"/>
                  </a:lnTo>
                  <a:lnTo>
                    <a:pt x="70332" y="82854"/>
                  </a:lnTo>
                  <a:lnTo>
                    <a:pt x="69583" y="89204"/>
                  </a:lnTo>
                  <a:lnTo>
                    <a:pt x="69481" y="90474"/>
                  </a:lnTo>
                  <a:lnTo>
                    <a:pt x="69367" y="91744"/>
                  </a:lnTo>
                  <a:lnTo>
                    <a:pt x="69265" y="93014"/>
                  </a:lnTo>
                  <a:lnTo>
                    <a:pt x="69151" y="94284"/>
                  </a:lnTo>
                  <a:lnTo>
                    <a:pt x="69037" y="95554"/>
                  </a:lnTo>
                  <a:lnTo>
                    <a:pt x="65455" y="100634"/>
                  </a:lnTo>
                  <a:lnTo>
                    <a:pt x="71932" y="99364"/>
                  </a:lnTo>
                  <a:lnTo>
                    <a:pt x="75272" y="93014"/>
                  </a:lnTo>
                  <a:lnTo>
                    <a:pt x="77533" y="87934"/>
                  </a:lnTo>
                  <a:lnTo>
                    <a:pt x="80759" y="84124"/>
                  </a:lnTo>
                  <a:lnTo>
                    <a:pt x="79476" y="90474"/>
                  </a:lnTo>
                  <a:lnTo>
                    <a:pt x="77114" y="95554"/>
                  </a:lnTo>
                  <a:lnTo>
                    <a:pt x="74841" y="100634"/>
                  </a:lnTo>
                  <a:lnTo>
                    <a:pt x="73825" y="108254"/>
                  </a:lnTo>
                  <a:lnTo>
                    <a:pt x="73825" y="114604"/>
                  </a:lnTo>
                  <a:lnTo>
                    <a:pt x="77812" y="122224"/>
                  </a:lnTo>
                  <a:lnTo>
                    <a:pt x="74371" y="126034"/>
                  </a:lnTo>
                  <a:lnTo>
                    <a:pt x="79641" y="120954"/>
                  </a:lnTo>
                  <a:lnTo>
                    <a:pt x="82283" y="112064"/>
                  </a:lnTo>
                  <a:lnTo>
                    <a:pt x="84251" y="103174"/>
                  </a:lnTo>
                  <a:lnTo>
                    <a:pt x="87490" y="96824"/>
                  </a:lnTo>
                  <a:lnTo>
                    <a:pt x="88582" y="99364"/>
                  </a:lnTo>
                  <a:lnTo>
                    <a:pt x="87820" y="103174"/>
                  </a:lnTo>
                  <a:lnTo>
                    <a:pt x="86588" y="106984"/>
                  </a:lnTo>
                  <a:lnTo>
                    <a:pt x="85166" y="114604"/>
                  </a:lnTo>
                  <a:lnTo>
                    <a:pt x="85077" y="117144"/>
                  </a:lnTo>
                  <a:lnTo>
                    <a:pt x="85026" y="118414"/>
                  </a:lnTo>
                  <a:lnTo>
                    <a:pt x="84937" y="120954"/>
                  </a:lnTo>
                  <a:lnTo>
                    <a:pt x="84886" y="122224"/>
                  </a:lnTo>
                  <a:lnTo>
                    <a:pt x="84785" y="123494"/>
                  </a:lnTo>
                  <a:lnTo>
                    <a:pt x="84670" y="124764"/>
                  </a:lnTo>
                  <a:lnTo>
                    <a:pt x="84569" y="126034"/>
                  </a:lnTo>
                  <a:lnTo>
                    <a:pt x="84467" y="127304"/>
                  </a:lnTo>
                  <a:lnTo>
                    <a:pt x="84353" y="128574"/>
                  </a:lnTo>
                  <a:lnTo>
                    <a:pt x="84251" y="129844"/>
                  </a:lnTo>
                  <a:lnTo>
                    <a:pt x="81749" y="134924"/>
                  </a:lnTo>
                  <a:lnTo>
                    <a:pt x="87782" y="131114"/>
                  </a:lnTo>
                  <a:lnTo>
                    <a:pt x="91973" y="124764"/>
                  </a:lnTo>
                  <a:lnTo>
                    <a:pt x="95834" y="118414"/>
                  </a:lnTo>
                  <a:lnTo>
                    <a:pt x="100863" y="112064"/>
                  </a:lnTo>
                  <a:lnTo>
                    <a:pt x="95580" y="124764"/>
                  </a:lnTo>
                  <a:lnTo>
                    <a:pt x="89928" y="141274"/>
                  </a:lnTo>
                  <a:lnTo>
                    <a:pt x="83604" y="157784"/>
                  </a:lnTo>
                  <a:lnTo>
                    <a:pt x="54737" y="203504"/>
                  </a:lnTo>
                  <a:lnTo>
                    <a:pt x="34188" y="220014"/>
                  </a:lnTo>
                  <a:lnTo>
                    <a:pt x="27292" y="220014"/>
                  </a:lnTo>
                  <a:lnTo>
                    <a:pt x="22275" y="216204"/>
                  </a:lnTo>
                  <a:lnTo>
                    <a:pt x="22275" y="207314"/>
                  </a:lnTo>
                  <a:lnTo>
                    <a:pt x="29210" y="189534"/>
                  </a:lnTo>
                  <a:lnTo>
                    <a:pt x="59677" y="156514"/>
                  </a:lnTo>
                  <a:lnTo>
                    <a:pt x="66611" y="137464"/>
                  </a:lnTo>
                  <a:lnTo>
                    <a:pt x="66611" y="126034"/>
                  </a:lnTo>
                  <a:lnTo>
                    <a:pt x="56540" y="122224"/>
                  </a:lnTo>
                  <a:lnTo>
                    <a:pt x="46024" y="122224"/>
                  </a:lnTo>
                  <a:lnTo>
                    <a:pt x="41008" y="123494"/>
                  </a:lnTo>
                  <a:lnTo>
                    <a:pt x="36728" y="127304"/>
                  </a:lnTo>
                  <a:lnTo>
                    <a:pt x="34886" y="126034"/>
                  </a:lnTo>
                  <a:lnTo>
                    <a:pt x="31457" y="126034"/>
                  </a:lnTo>
                  <a:lnTo>
                    <a:pt x="22860" y="129844"/>
                  </a:lnTo>
                  <a:lnTo>
                    <a:pt x="18186" y="140004"/>
                  </a:lnTo>
                  <a:lnTo>
                    <a:pt x="13868" y="148894"/>
                  </a:lnTo>
                  <a:lnTo>
                    <a:pt x="6350" y="152704"/>
                  </a:lnTo>
                  <a:lnTo>
                    <a:pt x="11036" y="153974"/>
                  </a:lnTo>
                  <a:lnTo>
                    <a:pt x="16459" y="151434"/>
                  </a:lnTo>
                  <a:lnTo>
                    <a:pt x="21882" y="147624"/>
                  </a:lnTo>
                  <a:lnTo>
                    <a:pt x="26606" y="142544"/>
                  </a:lnTo>
                  <a:lnTo>
                    <a:pt x="21170" y="152704"/>
                  </a:lnTo>
                  <a:lnTo>
                    <a:pt x="11671" y="159054"/>
                  </a:lnTo>
                  <a:lnTo>
                    <a:pt x="2984" y="165404"/>
                  </a:lnTo>
                  <a:lnTo>
                    <a:pt x="0" y="176834"/>
                  </a:lnTo>
                  <a:lnTo>
                    <a:pt x="8699" y="167944"/>
                  </a:lnTo>
                  <a:lnTo>
                    <a:pt x="24218" y="160324"/>
                  </a:lnTo>
                  <a:lnTo>
                    <a:pt x="39052" y="151434"/>
                  </a:lnTo>
                  <a:lnTo>
                    <a:pt x="43256" y="142544"/>
                  </a:lnTo>
                  <a:lnTo>
                    <a:pt x="45656" y="137464"/>
                  </a:lnTo>
                  <a:lnTo>
                    <a:pt x="45656" y="134924"/>
                  </a:lnTo>
                  <a:lnTo>
                    <a:pt x="44043" y="132384"/>
                  </a:lnTo>
                  <a:lnTo>
                    <a:pt x="42037" y="129844"/>
                  </a:lnTo>
                  <a:lnTo>
                    <a:pt x="45161" y="128574"/>
                  </a:lnTo>
                  <a:lnTo>
                    <a:pt x="48094" y="127304"/>
                  </a:lnTo>
                  <a:lnTo>
                    <a:pt x="55829" y="127304"/>
                  </a:lnTo>
                  <a:lnTo>
                    <a:pt x="60401" y="131114"/>
                  </a:lnTo>
                  <a:lnTo>
                    <a:pt x="60401" y="138734"/>
                  </a:lnTo>
                  <a:lnTo>
                    <a:pt x="53543" y="155244"/>
                  </a:lnTo>
                  <a:lnTo>
                    <a:pt x="23368" y="188264"/>
                  </a:lnTo>
                  <a:lnTo>
                    <a:pt x="16510" y="207314"/>
                  </a:lnTo>
                  <a:lnTo>
                    <a:pt x="16510" y="212394"/>
                  </a:lnTo>
                  <a:lnTo>
                    <a:pt x="17830" y="216204"/>
                  </a:lnTo>
                  <a:lnTo>
                    <a:pt x="20078" y="218744"/>
                  </a:lnTo>
                  <a:lnTo>
                    <a:pt x="16992" y="220014"/>
                  </a:lnTo>
                  <a:lnTo>
                    <a:pt x="13716" y="220014"/>
                  </a:lnTo>
                  <a:lnTo>
                    <a:pt x="11137" y="217474"/>
                  </a:lnTo>
                  <a:lnTo>
                    <a:pt x="11036" y="220014"/>
                  </a:lnTo>
                  <a:lnTo>
                    <a:pt x="10947" y="222554"/>
                  </a:lnTo>
                  <a:lnTo>
                    <a:pt x="10896" y="223824"/>
                  </a:lnTo>
                  <a:lnTo>
                    <a:pt x="21221" y="228904"/>
                  </a:lnTo>
                  <a:lnTo>
                    <a:pt x="27800" y="225094"/>
                  </a:lnTo>
                  <a:lnTo>
                    <a:pt x="29210" y="225094"/>
                  </a:lnTo>
                  <a:lnTo>
                    <a:pt x="30848" y="226364"/>
                  </a:lnTo>
                  <a:lnTo>
                    <a:pt x="32397" y="226364"/>
                  </a:lnTo>
                  <a:lnTo>
                    <a:pt x="30403" y="231444"/>
                  </a:lnTo>
                  <a:lnTo>
                    <a:pt x="23749" y="232714"/>
                  </a:lnTo>
                  <a:lnTo>
                    <a:pt x="20078" y="232714"/>
                  </a:lnTo>
                  <a:lnTo>
                    <a:pt x="29337" y="235254"/>
                  </a:lnTo>
                  <a:lnTo>
                    <a:pt x="38938" y="232714"/>
                  </a:lnTo>
                  <a:lnTo>
                    <a:pt x="46266" y="227634"/>
                  </a:lnTo>
                  <a:lnTo>
                    <a:pt x="47091" y="225094"/>
                  </a:lnTo>
                  <a:lnTo>
                    <a:pt x="48755" y="220014"/>
                  </a:lnTo>
                  <a:lnTo>
                    <a:pt x="54610" y="214934"/>
                  </a:lnTo>
                  <a:lnTo>
                    <a:pt x="59690" y="207314"/>
                  </a:lnTo>
                  <a:lnTo>
                    <a:pt x="69011" y="194614"/>
                  </a:lnTo>
                  <a:lnTo>
                    <a:pt x="68592" y="195884"/>
                  </a:lnTo>
                  <a:lnTo>
                    <a:pt x="67957" y="199694"/>
                  </a:lnTo>
                  <a:lnTo>
                    <a:pt x="63398" y="208584"/>
                  </a:lnTo>
                  <a:lnTo>
                    <a:pt x="59321" y="216204"/>
                  </a:lnTo>
                  <a:lnTo>
                    <a:pt x="56083" y="225094"/>
                  </a:lnTo>
                  <a:lnTo>
                    <a:pt x="54038" y="236524"/>
                  </a:lnTo>
                  <a:lnTo>
                    <a:pt x="52171" y="245414"/>
                  </a:lnTo>
                  <a:lnTo>
                    <a:pt x="48602" y="251764"/>
                  </a:lnTo>
                  <a:lnTo>
                    <a:pt x="43611" y="258114"/>
                  </a:lnTo>
                  <a:lnTo>
                    <a:pt x="37465" y="259384"/>
                  </a:lnTo>
                  <a:lnTo>
                    <a:pt x="35496" y="259384"/>
                  </a:lnTo>
                  <a:lnTo>
                    <a:pt x="32232" y="256844"/>
                  </a:lnTo>
                  <a:lnTo>
                    <a:pt x="30746" y="258114"/>
                  </a:lnTo>
                  <a:lnTo>
                    <a:pt x="27901" y="260654"/>
                  </a:lnTo>
                  <a:lnTo>
                    <a:pt x="30543" y="263194"/>
                  </a:lnTo>
                  <a:lnTo>
                    <a:pt x="30543" y="268274"/>
                  </a:lnTo>
                  <a:lnTo>
                    <a:pt x="23749" y="272084"/>
                  </a:lnTo>
                  <a:lnTo>
                    <a:pt x="23749" y="288594"/>
                  </a:lnTo>
                  <a:lnTo>
                    <a:pt x="26606" y="293674"/>
                  </a:lnTo>
                  <a:lnTo>
                    <a:pt x="25463" y="297484"/>
                  </a:lnTo>
                  <a:lnTo>
                    <a:pt x="28359" y="296214"/>
                  </a:lnTo>
                  <a:lnTo>
                    <a:pt x="32156" y="291134"/>
                  </a:lnTo>
                  <a:lnTo>
                    <a:pt x="33616" y="284784"/>
                  </a:lnTo>
                  <a:lnTo>
                    <a:pt x="33667" y="286054"/>
                  </a:lnTo>
                  <a:lnTo>
                    <a:pt x="33782" y="288594"/>
                  </a:lnTo>
                  <a:lnTo>
                    <a:pt x="33896" y="291134"/>
                  </a:lnTo>
                  <a:lnTo>
                    <a:pt x="34010" y="293674"/>
                  </a:lnTo>
                  <a:lnTo>
                    <a:pt x="32435" y="298754"/>
                  </a:lnTo>
                  <a:lnTo>
                    <a:pt x="31559" y="303834"/>
                  </a:lnTo>
                  <a:lnTo>
                    <a:pt x="34061" y="311454"/>
                  </a:lnTo>
                  <a:lnTo>
                    <a:pt x="34886" y="307644"/>
                  </a:lnTo>
                  <a:lnTo>
                    <a:pt x="39166" y="305104"/>
                  </a:lnTo>
                  <a:lnTo>
                    <a:pt x="41821" y="307644"/>
                  </a:lnTo>
                  <a:lnTo>
                    <a:pt x="44538" y="308914"/>
                  </a:lnTo>
                  <a:lnTo>
                    <a:pt x="43256" y="310184"/>
                  </a:lnTo>
                  <a:lnTo>
                    <a:pt x="41325" y="312724"/>
                  </a:lnTo>
                  <a:lnTo>
                    <a:pt x="39331" y="313994"/>
                  </a:lnTo>
                  <a:lnTo>
                    <a:pt x="37553" y="324154"/>
                  </a:lnTo>
                  <a:lnTo>
                    <a:pt x="46456" y="322884"/>
                  </a:lnTo>
                  <a:lnTo>
                    <a:pt x="44729" y="321614"/>
                  </a:lnTo>
                  <a:lnTo>
                    <a:pt x="44615" y="319074"/>
                  </a:lnTo>
                  <a:lnTo>
                    <a:pt x="49085" y="319074"/>
                  </a:lnTo>
                  <a:lnTo>
                    <a:pt x="55181" y="317804"/>
                  </a:lnTo>
                  <a:lnTo>
                    <a:pt x="57010" y="320344"/>
                  </a:lnTo>
                  <a:lnTo>
                    <a:pt x="67665" y="320344"/>
                  </a:lnTo>
                  <a:lnTo>
                    <a:pt x="68122" y="317804"/>
                  </a:lnTo>
                  <a:lnTo>
                    <a:pt x="68592" y="315264"/>
                  </a:lnTo>
                  <a:lnTo>
                    <a:pt x="75107" y="315264"/>
                  </a:lnTo>
                  <a:lnTo>
                    <a:pt x="75107" y="317804"/>
                  </a:lnTo>
                  <a:lnTo>
                    <a:pt x="73964" y="319074"/>
                  </a:lnTo>
                  <a:lnTo>
                    <a:pt x="79070" y="317804"/>
                  </a:lnTo>
                  <a:lnTo>
                    <a:pt x="80035" y="315264"/>
                  </a:lnTo>
                  <a:lnTo>
                    <a:pt x="80035" y="310184"/>
                  </a:lnTo>
                  <a:lnTo>
                    <a:pt x="77660" y="307644"/>
                  </a:lnTo>
                  <a:lnTo>
                    <a:pt x="79451" y="306374"/>
                  </a:lnTo>
                  <a:lnTo>
                    <a:pt x="81305" y="305104"/>
                  </a:lnTo>
                  <a:lnTo>
                    <a:pt x="87312" y="306374"/>
                  </a:lnTo>
                  <a:lnTo>
                    <a:pt x="84874" y="311454"/>
                  </a:lnTo>
                  <a:lnTo>
                    <a:pt x="87934" y="311454"/>
                  </a:lnTo>
                  <a:lnTo>
                    <a:pt x="89611" y="308914"/>
                  </a:lnTo>
                  <a:lnTo>
                    <a:pt x="89611" y="305104"/>
                  </a:lnTo>
                  <a:lnTo>
                    <a:pt x="89611" y="302564"/>
                  </a:lnTo>
                  <a:lnTo>
                    <a:pt x="89611" y="301294"/>
                  </a:lnTo>
                  <a:lnTo>
                    <a:pt x="87490" y="300024"/>
                  </a:lnTo>
                  <a:lnTo>
                    <a:pt x="85369" y="298754"/>
                  </a:lnTo>
                  <a:lnTo>
                    <a:pt x="81305" y="300024"/>
                  </a:lnTo>
                  <a:lnTo>
                    <a:pt x="80645" y="297484"/>
                  </a:lnTo>
                  <a:lnTo>
                    <a:pt x="77177" y="296214"/>
                  </a:lnTo>
                  <a:lnTo>
                    <a:pt x="66738" y="296214"/>
                  </a:lnTo>
                  <a:lnTo>
                    <a:pt x="67792" y="302564"/>
                  </a:lnTo>
                  <a:lnTo>
                    <a:pt x="62826" y="302564"/>
                  </a:lnTo>
                  <a:lnTo>
                    <a:pt x="47180" y="274624"/>
                  </a:lnTo>
                  <a:lnTo>
                    <a:pt x="47180" y="265734"/>
                  </a:lnTo>
                  <a:lnTo>
                    <a:pt x="57175" y="263194"/>
                  </a:lnTo>
                  <a:lnTo>
                    <a:pt x="64363" y="260654"/>
                  </a:lnTo>
                  <a:lnTo>
                    <a:pt x="66408" y="259384"/>
                  </a:lnTo>
                  <a:lnTo>
                    <a:pt x="70510" y="256844"/>
                  </a:lnTo>
                  <a:lnTo>
                    <a:pt x="77673" y="253034"/>
                  </a:lnTo>
                  <a:lnTo>
                    <a:pt x="84912" y="246684"/>
                  </a:lnTo>
                  <a:lnTo>
                    <a:pt x="91262" y="237794"/>
                  </a:lnTo>
                  <a:lnTo>
                    <a:pt x="94653" y="230174"/>
                  </a:lnTo>
                  <a:lnTo>
                    <a:pt x="96367" y="222554"/>
                  </a:lnTo>
                  <a:lnTo>
                    <a:pt x="96443" y="221284"/>
                  </a:lnTo>
                  <a:lnTo>
                    <a:pt x="96532" y="220014"/>
                  </a:lnTo>
                  <a:lnTo>
                    <a:pt x="96596" y="206044"/>
                  </a:lnTo>
                  <a:lnTo>
                    <a:pt x="106603" y="211124"/>
                  </a:lnTo>
                  <a:lnTo>
                    <a:pt x="107657" y="218744"/>
                  </a:lnTo>
                  <a:lnTo>
                    <a:pt x="107657" y="232714"/>
                  </a:lnTo>
                  <a:lnTo>
                    <a:pt x="103619" y="235254"/>
                  </a:lnTo>
                  <a:lnTo>
                    <a:pt x="100457" y="236524"/>
                  </a:lnTo>
                  <a:lnTo>
                    <a:pt x="97840" y="237794"/>
                  </a:lnTo>
                  <a:lnTo>
                    <a:pt x="96926" y="237794"/>
                  </a:lnTo>
                  <a:lnTo>
                    <a:pt x="96685" y="239064"/>
                  </a:lnTo>
                  <a:lnTo>
                    <a:pt x="96278" y="241604"/>
                  </a:lnTo>
                  <a:lnTo>
                    <a:pt x="97612" y="242874"/>
                  </a:lnTo>
                  <a:lnTo>
                    <a:pt x="98793" y="242874"/>
                  </a:lnTo>
                  <a:lnTo>
                    <a:pt x="102425" y="245414"/>
                  </a:lnTo>
                  <a:lnTo>
                    <a:pt x="101536" y="247954"/>
                  </a:lnTo>
                  <a:lnTo>
                    <a:pt x="102679" y="251764"/>
                  </a:lnTo>
                  <a:lnTo>
                    <a:pt x="103619" y="255574"/>
                  </a:lnTo>
                  <a:lnTo>
                    <a:pt x="107010" y="260654"/>
                  </a:lnTo>
                  <a:lnTo>
                    <a:pt x="112610" y="265734"/>
                  </a:lnTo>
                  <a:lnTo>
                    <a:pt x="113144" y="263194"/>
                  </a:lnTo>
                  <a:lnTo>
                    <a:pt x="113017" y="259384"/>
                  </a:lnTo>
                  <a:lnTo>
                    <a:pt x="112915" y="258114"/>
                  </a:lnTo>
                  <a:lnTo>
                    <a:pt x="112814" y="256844"/>
                  </a:lnTo>
                  <a:lnTo>
                    <a:pt x="112712" y="255574"/>
                  </a:lnTo>
                  <a:lnTo>
                    <a:pt x="112610" y="254304"/>
                  </a:lnTo>
                  <a:lnTo>
                    <a:pt x="116344" y="259384"/>
                  </a:lnTo>
                  <a:lnTo>
                    <a:pt x="118135" y="265734"/>
                  </a:lnTo>
                  <a:lnTo>
                    <a:pt x="121272" y="270814"/>
                  </a:lnTo>
                  <a:lnTo>
                    <a:pt x="129095" y="273354"/>
                  </a:lnTo>
                  <a:lnTo>
                    <a:pt x="126403" y="272084"/>
                  </a:lnTo>
                  <a:lnTo>
                    <a:pt x="127088" y="268274"/>
                  </a:lnTo>
                  <a:lnTo>
                    <a:pt x="128651" y="268274"/>
                  </a:lnTo>
                  <a:lnTo>
                    <a:pt x="130251" y="267004"/>
                  </a:lnTo>
                  <a:lnTo>
                    <a:pt x="132194" y="268274"/>
                  </a:lnTo>
                  <a:lnTo>
                    <a:pt x="135178" y="272084"/>
                  </a:lnTo>
                  <a:lnTo>
                    <a:pt x="138023" y="275894"/>
                  </a:lnTo>
                  <a:lnTo>
                    <a:pt x="151409" y="275894"/>
                  </a:lnTo>
                  <a:lnTo>
                    <a:pt x="148082" y="273354"/>
                  </a:lnTo>
                  <a:lnTo>
                    <a:pt x="155600" y="273354"/>
                  </a:lnTo>
                  <a:lnTo>
                    <a:pt x="155498" y="275894"/>
                  </a:lnTo>
                  <a:lnTo>
                    <a:pt x="155397" y="278434"/>
                  </a:lnTo>
                  <a:lnTo>
                    <a:pt x="153352" y="280974"/>
                  </a:lnTo>
                  <a:lnTo>
                    <a:pt x="159702" y="279704"/>
                  </a:lnTo>
                  <a:lnTo>
                    <a:pt x="161594" y="274624"/>
                  </a:lnTo>
                  <a:lnTo>
                    <a:pt x="161061" y="273354"/>
                  </a:lnTo>
                  <a:lnTo>
                    <a:pt x="159461" y="269544"/>
                  </a:lnTo>
                  <a:lnTo>
                    <a:pt x="164973" y="267004"/>
                  </a:lnTo>
                  <a:lnTo>
                    <a:pt x="167970" y="270814"/>
                  </a:lnTo>
                  <a:lnTo>
                    <a:pt x="168694" y="273354"/>
                  </a:lnTo>
                  <a:lnTo>
                    <a:pt x="174205" y="268274"/>
                  </a:lnTo>
                  <a:lnTo>
                    <a:pt x="173101" y="267004"/>
                  </a:lnTo>
                  <a:lnTo>
                    <a:pt x="168694" y="261924"/>
                  </a:lnTo>
                  <a:lnTo>
                    <a:pt x="164477" y="261924"/>
                  </a:lnTo>
                  <a:lnTo>
                    <a:pt x="164477" y="260654"/>
                  </a:lnTo>
                  <a:lnTo>
                    <a:pt x="164477" y="259384"/>
                  </a:lnTo>
                  <a:lnTo>
                    <a:pt x="162674" y="258114"/>
                  </a:lnTo>
                  <a:lnTo>
                    <a:pt x="158038" y="256844"/>
                  </a:lnTo>
                  <a:lnTo>
                    <a:pt x="150787" y="256844"/>
                  </a:lnTo>
                  <a:lnTo>
                    <a:pt x="149288" y="260654"/>
                  </a:lnTo>
                  <a:lnTo>
                    <a:pt x="146304" y="260654"/>
                  </a:lnTo>
                  <a:lnTo>
                    <a:pt x="118516" y="237794"/>
                  </a:lnTo>
                  <a:lnTo>
                    <a:pt x="121272" y="232714"/>
                  </a:lnTo>
                  <a:lnTo>
                    <a:pt x="127317" y="227634"/>
                  </a:lnTo>
                  <a:lnTo>
                    <a:pt x="133362" y="221284"/>
                  </a:lnTo>
                  <a:lnTo>
                    <a:pt x="136105" y="214934"/>
                  </a:lnTo>
                  <a:lnTo>
                    <a:pt x="133959" y="206044"/>
                  </a:lnTo>
                  <a:lnTo>
                    <a:pt x="133654" y="204774"/>
                  </a:lnTo>
                  <a:lnTo>
                    <a:pt x="127330" y="198424"/>
                  </a:lnTo>
                  <a:lnTo>
                    <a:pt x="122161" y="194614"/>
                  </a:lnTo>
                  <a:lnTo>
                    <a:pt x="118706" y="192074"/>
                  </a:lnTo>
                  <a:lnTo>
                    <a:pt x="109321" y="185724"/>
                  </a:lnTo>
                  <a:lnTo>
                    <a:pt x="113931" y="183184"/>
                  </a:lnTo>
                  <a:lnTo>
                    <a:pt x="120421" y="181914"/>
                  </a:lnTo>
                  <a:lnTo>
                    <a:pt x="127457" y="181914"/>
                  </a:lnTo>
                  <a:lnTo>
                    <a:pt x="133756" y="183184"/>
                  </a:lnTo>
                  <a:lnTo>
                    <a:pt x="133985" y="181914"/>
                  </a:lnTo>
                  <a:lnTo>
                    <a:pt x="134442" y="179374"/>
                  </a:lnTo>
                  <a:lnTo>
                    <a:pt x="137185" y="180644"/>
                  </a:lnTo>
                  <a:lnTo>
                    <a:pt x="137350" y="179374"/>
                  </a:lnTo>
                  <a:lnTo>
                    <a:pt x="138137" y="173024"/>
                  </a:lnTo>
                  <a:lnTo>
                    <a:pt x="140690" y="179374"/>
                  </a:lnTo>
                  <a:lnTo>
                    <a:pt x="138023" y="184454"/>
                  </a:lnTo>
                  <a:lnTo>
                    <a:pt x="140690" y="186994"/>
                  </a:lnTo>
                  <a:lnTo>
                    <a:pt x="142824" y="184454"/>
                  </a:lnTo>
                  <a:lnTo>
                    <a:pt x="148082" y="184454"/>
                  </a:lnTo>
                  <a:lnTo>
                    <a:pt x="148018" y="183184"/>
                  </a:lnTo>
                  <a:lnTo>
                    <a:pt x="147942" y="181914"/>
                  </a:lnTo>
                  <a:lnTo>
                    <a:pt x="147878" y="180644"/>
                  </a:lnTo>
                  <a:lnTo>
                    <a:pt x="147815" y="179374"/>
                  </a:lnTo>
                  <a:lnTo>
                    <a:pt x="147688" y="176834"/>
                  </a:lnTo>
                  <a:lnTo>
                    <a:pt x="149288" y="181914"/>
                  </a:lnTo>
                  <a:lnTo>
                    <a:pt x="145732" y="189534"/>
                  </a:lnTo>
                  <a:lnTo>
                    <a:pt x="149288" y="192074"/>
                  </a:lnTo>
                  <a:lnTo>
                    <a:pt x="149948" y="188264"/>
                  </a:lnTo>
                  <a:lnTo>
                    <a:pt x="155397" y="188264"/>
                  </a:lnTo>
                  <a:lnTo>
                    <a:pt x="156654" y="189534"/>
                  </a:lnTo>
                  <a:lnTo>
                    <a:pt x="156654" y="197154"/>
                  </a:lnTo>
                  <a:lnTo>
                    <a:pt x="149428" y="194614"/>
                  </a:lnTo>
                  <a:lnTo>
                    <a:pt x="149428" y="203504"/>
                  </a:lnTo>
                  <a:lnTo>
                    <a:pt x="152920" y="204774"/>
                  </a:lnTo>
                  <a:lnTo>
                    <a:pt x="152920" y="208584"/>
                  </a:lnTo>
                  <a:lnTo>
                    <a:pt x="150025" y="211124"/>
                  </a:lnTo>
                  <a:lnTo>
                    <a:pt x="146532" y="208584"/>
                  </a:lnTo>
                  <a:lnTo>
                    <a:pt x="147586" y="211124"/>
                  </a:lnTo>
                  <a:lnTo>
                    <a:pt x="149948" y="213664"/>
                  </a:lnTo>
                  <a:lnTo>
                    <a:pt x="156222" y="213664"/>
                  </a:lnTo>
                  <a:lnTo>
                    <a:pt x="159702" y="211124"/>
                  </a:lnTo>
                  <a:lnTo>
                    <a:pt x="161112" y="207314"/>
                  </a:lnTo>
                  <a:lnTo>
                    <a:pt x="162674" y="212394"/>
                  </a:lnTo>
                  <a:lnTo>
                    <a:pt x="161404" y="216204"/>
                  </a:lnTo>
                  <a:lnTo>
                    <a:pt x="158419" y="217474"/>
                  </a:lnTo>
                  <a:lnTo>
                    <a:pt x="161645" y="218744"/>
                  </a:lnTo>
                  <a:lnTo>
                    <a:pt x="169303" y="217474"/>
                  </a:lnTo>
                  <a:lnTo>
                    <a:pt x="169202" y="216204"/>
                  </a:lnTo>
                  <a:lnTo>
                    <a:pt x="169100" y="214934"/>
                  </a:lnTo>
                  <a:lnTo>
                    <a:pt x="168998" y="213664"/>
                  </a:lnTo>
                  <a:lnTo>
                    <a:pt x="168897" y="212394"/>
                  </a:lnTo>
                  <a:lnTo>
                    <a:pt x="168795" y="211124"/>
                  </a:lnTo>
                  <a:lnTo>
                    <a:pt x="168490" y="207314"/>
                  </a:lnTo>
                  <a:lnTo>
                    <a:pt x="172745" y="208584"/>
                  </a:lnTo>
                  <a:lnTo>
                    <a:pt x="175107" y="211124"/>
                  </a:lnTo>
                  <a:lnTo>
                    <a:pt x="172478" y="216204"/>
                  </a:lnTo>
                  <a:lnTo>
                    <a:pt x="176034" y="214934"/>
                  </a:lnTo>
                  <a:lnTo>
                    <a:pt x="179311" y="213664"/>
                  </a:lnTo>
                  <a:lnTo>
                    <a:pt x="179311" y="207314"/>
                  </a:lnTo>
                  <a:close/>
                </a:path>
                <a:path w="492759" h="325119">
                  <a:moveTo>
                    <a:pt x="351866" y="173456"/>
                  </a:moveTo>
                  <a:lnTo>
                    <a:pt x="351332" y="171704"/>
                  </a:lnTo>
                  <a:lnTo>
                    <a:pt x="350418" y="169164"/>
                  </a:lnTo>
                  <a:lnTo>
                    <a:pt x="348843" y="167652"/>
                  </a:lnTo>
                  <a:lnTo>
                    <a:pt x="348843" y="174574"/>
                  </a:lnTo>
                  <a:lnTo>
                    <a:pt x="348145" y="175653"/>
                  </a:lnTo>
                  <a:lnTo>
                    <a:pt x="347700" y="176771"/>
                  </a:lnTo>
                  <a:lnTo>
                    <a:pt x="346570" y="177380"/>
                  </a:lnTo>
                  <a:lnTo>
                    <a:pt x="344220" y="178257"/>
                  </a:lnTo>
                  <a:lnTo>
                    <a:pt x="342074" y="178079"/>
                  </a:lnTo>
                  <a:lnTo>
                    <a:pt x="340004" y="177050"/>
                  </a:lnTo>
                  <a:lnTo>
                    <a:pt x="337032" y="175653"/>
                  </a:lnTo>
                  <a:lnTo>
                    <a:pt x="336943" y="175488"/>
                  </a:lnTo>
                  <a:lnTo>
                    <a:pt x="335330" y="172554"/>
                  </a:lnTo>
                  <a:lnTo>
                    <a:pt x="336499" y="170218"/>
                  </a:lnTo>
                  <a:lnTo>
                    <a:pt x="337032" y="169011"/>
                  </a:lnTo>
                  <a:lnTo>
                    <a:pt x="338061" y="168389"/>
                  </a:lnTo>
                  <a:lnTo>
                    <a:pt x="338759" y="168249"/>
                  </a:lnTo>
                  <a:lnTo>
                    <a:pt x="340410" y="167627"/>
                  </a:lnTo>
                  <a:lnTo>
                    <a:pt x="342531" y="167830"/>
                  </a:lnTo>
                  <a:lnTo>
                    <a:pt x="346265" y="169519"/>
                  </a:lnTo>
                  <a:lnTo>
                    <a:pt x="347700" y="171145"/>
                  </a:lnTo>
                  <a:lnTo>
                    <a:pt x="348259" y="172707"/>
                  </a:lnTo>
                  <a:lnTo>
                    <a:pt x="348576" y="173456"/>
                  </a:lnTo>
                  <a:lnTo>
                    <a:pt x="348843" y="174574"/>
                  </a:lnTo>
                  <a:lnTo>
                    <a:pt x="348843" y="167652"/>
                  </a:lnTo>
                  <a:lnTo>
                    <a:pt x="348399" y="167233"/>
                  </a:lnTo>
                  <a:lnTo>
                    <a:pt x="345757" y="165989"/>
                  </a:lnTo>
                  <a:lnTo>
                    <a:pt x="343179" y="164680"/>
                  </a:lnTo>
                  <a:lnTo>
                    <a:pt x="331622" y="172707"/>
                  </a:lnTo>
                  <a:lnTo>
                    <a:pt x="334048" y="177711"/>
                  </a:lnTo>
                  <a:lnTo>
                    <a:pt x="338696" y="179946"/>
                  </a:lnTo>
                  <a:lnTo>
                    <a:pt x="341477" y="181203"/>
                  </a:lnTo>
                  <a:lnTo>
                    <a:pt x="344398" y="181483"/>
                  </a:lnTo>
                  <a:lnTo>
                    <a:pt x="346989" y="180555"/>
                  </a:lnTo>
                  <a:lnTo>
                    <a:pt x="348843" y="179946"/>
                  </a:lnTo>
                  <a:lnTo>
                    <a:pt x="350418" y="178689"/>
                  </a:lnTo>
                  <a:lnTo>
                    <a:pt x="350583" y="178257"/>
                  </a:lnTo>
                  <a:lnTo>
                    <a:pt x="350659" y="178079"/>
                  </a:lnTo>
                  <a:lnTo>
                    <a:pt x="351066" y="177050"/>
                  </a:lnTo>
                  <a:lnTo>
                    <a:pt x="351815" y="175653"/>
                  </a:lnTo>
                  <a:lnTo>
                    <a:pt x="351866" y="173456"/>
                  </a:lnTo>
                  <a:close/>
                </a:path>
                <a:path w="492759" h="325119">
                  <a:moveTo>
                    <a:pt x="357720" y="116687"/>
                  </a:moveTo>
                  <a:lnTo>
                    <a:pt x="357682" y="116166"/>
                  </a:lnTo>
                  <a:lnTo>
                    <a:pt x="357593" y="115912"/>
                  </a:lnTo>
                  <a:lnTo>
                    <a:pt x="357212" y="114719"/>
                  </a:lnTo>
                  <a:lnTo>
                    <a:pt x="356565" y="113868"/>
                  </a:lnTo>
                  <a:lnTo>
                    <a:pt x="355180" y="112064"/>
                  </a:lnTo>
                  <a:lnTo>
                    <a:pt x="354393" y="111607"/>
                  </a:lnTo>
                  <a:lnTo>
                    <a:pt x="354393" y="116166"/>
                  </a:lnTo>
                  <a:lnTo>
                    <a:pt x="354317" y="118237"/>
                  </a:lnTo>
                  <a:lnTo>
                    <a:pt x="354253" y="118579"/>
                  </a:lnTo>
                  <a:lnTo>
                    <a:pt x="354126" y="119329"/>
                  </a:lnTo>
                  <a:lnTo>
                    <a:pt x="353199" y="120853"/>
                  </a:lnTo>
                  <a:lnTo>
                    <a:pt x="349351" y="123799"/>
                  </a:lnTo>
                  <a:lnTo>
                    <a:pt x="346049" y="123799"/>
                  </a:lnTo>
                  <a:lnTo>
                    <a:pt x="344779" y="122135"/>
                  </a:lnTo>
                  <a:lnTo>
                    <a:pt x="344258" y="121551"/>
                  </a:lnTo>
                  <a:lnTo>
                    <a:pt x="344106" y="120853"/>
                  </a:lnTo>
                  <a:lnTo>
                    <a:pt x="344106" y="118579"/>
                  </a:lnTo>
                  <a:lnTo>
                    <a:pt x="345046" y="116687"/>
                  </a:lnTo>
                  <a:lnTo>
                    <a:pt x="346684" y="115493"/>
                  </a:lnTo>
                  <a:lnTo>
                    <a:pt x="348157" y="114376"/>
                  </a:lnTo>
                  <a:lnTo>
                    <a:pt x="349910" y="113868"/>
                  </a:lnTo>
                  <a:lnTo>
                    <a:pt x="351091" y="113868"/>
                  </a:lnTo>
                  <a:lnTo>
                    <a:pt x="352069" y="114147"/>
                  </a:lnTo>
                  <a:lnTo>
                    <a:pt x="352793" y="114376"/>
                  </a:lnTo>
                  <a:lnTo>
                    <a:pt x="352971" y="114376"/>
                  </a:lnTo>
                  <a:lnTo>
                    <a:pt x="354393" y="116166"/>
                  </a:lnTo>
                  <a:lnTo>
                    <a:pt x="354393" y="111607"/>
                  </a:lnTo>
                  <a:lnTo>
                    <a:pt x="353745" y="111213"/>
                  </a:lnTo>
                  <a:lnTo>
                    <a:pt x="351853" y="110947"/>
                  </a:lnTo>
                  <a:lnTo>
                    <a:pt x="349351" y="110642"/>
                  </a:lnTo>
                  <a:lnTo>
                    <a:pt x="346887" y="111417"/>
                  </a:lnTo>
                  <a:lnTo>
                    <a:pt x="344779" y="113106"/>
                  </a:lnTo>
                  <a:lnTo>
                    <a:pt x="340868" y="115912"/>
                  </a:lnTo>
                  <a:lnTo>
                    <a:pt x="340753" y="116433"/>
                  </a:lnTo>
                  <a:lnTo>
                    <a:pt x="340690" y="116687"/>
                  </a:lnTo>
                  <a:lnTo>
                    <a:pt x="339750" y="120853"/>
                  </a:lnTo>
                  <a:lnTo>
                    <a:pt x="340207" y="121551"/>
                  </a:lnTo>
                  <a:lnTo>
                    <a:pt x="342188" y="124028"/>
                  </a:lnTo>
                  <a:lnTo>
                    <a:pt x="344779" y="127152"/>
                  </a:lnTo>
                  <a:lnTo>
                    <a:pt x="349770" y="127355"/>
                  </a:lnTo>
                  <a:lnTo>
                    <a:pt x="353745" y="124383"/>
                  </a:lnTo>
                  <a:lnTo>
                    <a:pt x="354495" y="123799"/>
                  </a:lnTo>
                  <a:lnTo>
                    <a:pt x="355828" y="122758"/>
                  </a:lnTo>
                  <a:lnTo>
                    <a:pt x="357212" y="120586"/>
                  </a:lnTo>
                  <a:lnTo>
                    <a:pt x="357263" y="120091"/>
                  </a:lnTo>
                  <a:lnTo>
                    <a:pt x="357365" y="119329"/>
                  </a:lnTo>
                  <a:lnTo>
                    <a:pt x="357454" y="118579"/>
                  </a:lnTo>
                  <a:lnTo>
                    <a:pt x="357555" y="117805"/>
                  </a:lnTo>
                  <a:lnTo>
                    <a:pt x="357720" y="116687"/>
                  </a:lnTo>
                  <a:close/>
                </a:path>
                <a:path w="492759" h="325119">
                  <a:moveTo>
                    <a:pt x="411416" y="274193"/>
                  </a:moveTo>
                  <a:lnTo>
                    <a:pt x="411353" y="268147"/>
                  </a:lnTo>
                  <a:lnTo>
                    <a:pt x="411264" y="267804"/>
                  </a:lnTo>
                  <a:lnTo>
                    <a:pt x="410921" y="266509"/>
                  </a:lnTo>
                  <a:lnTo>
                    <a:pt x="409473" y="264642"/>
                  </a:lnTo>
                  <a:lnTo>
                    <a:pt x="408432" y="263271"/>
                  </a:lnTo>
                  <a:lnTo>
                    <a:pt x="408432" y="267804"/>
                  </a:lnTo>
                  <a:lnTo>
                    <a:pt x="408393" y="273164"/>
                  </a:lnTo>
                  <a:lnTo>
                    <a:pt x="408012" y="274193"/>
                  </a:lnTo>
                  <a:lnTo>
                    <a:pt x="407657" y="275056"/>
                  </a:lnTo>
                  <a:lnTo>
                    <a:pt x="405765" y="276860"/>
                  </a:lnTo>
                  <a:lnTo>
                    <a:pt x="404761" y="277533"/>
                  </a:lnTo>
                  <a:lnTo>
                    <a:pt x="402107" y="277533"/>
                  </a:lnTo>
                  <a:lnTo>
                    <a:pt x="401269" y="276860"/>
                  </a:lnTo>
                  <a:lnTo>
                    <a:pt x="400685" y="276263"/>
                  </a:lnTo>
                  <a:lnTo>
                    <a:pt x="399554" y="275056"/>
                  </a:lnTo>
                  <a:lnTo>
                    <a:pt x="398767" y="273164"/>
                  </a:lnTo>
                  <a:lnTo>
                    <a:pt x="398830" y="268909"/>
                  </a:lnTo>
                  <a:lnTo>
                    <a:pt x="408432" y="267804"/>
                  </a:lnTo>
                  <a:lnTo>
                    <a:pt x="408432" y="263271"/>
                  </a:lnTo>
                  <a:lnTo>
                    <a:pt x="408051" y="262763"/>
                  </a:lnTo>
                  <a:lnTo>
                    <a:pt x="405574" y="261569"/>
                  </a:lnTo>
                  <a:lnTo>
                    <a:pt x="401942" y="261569"/>
                  </a:lnTo>
                  <a:lnTo>
                    <a:pt x="400138" y="262356"/>
                  </a:lnTo>
                  <a:lnTo>
                    <a:pt x="398703" y="263702"/>
                  </a:lnTo>
                  <a:lnTo>
                    <a:pt x="396824" y="265417"/>
                  </a:lnTo>
                  <a:lnTo>
                    <a:pt x="395719" y="268147"/>
                  </a:lnTo>
                  <a:lnTo>
                    <a:pt x="395681" y="274193"/>
                  </a:lnTo>
                  <a:lnTo>
                    <a:pt x="396621" y="276593"/>
                  </a:lnTo>
                  <a:lnTo>
                    <a:pt x="398424" y="278396"/>
                  </a:lnTo>
                  <a:lnTo>
                    <a:pt x="399783" y="279844"/>
                  </a:lnTo>
                  <a:lnTo>
                    <a:pt x="401637" y="280606"/>
                  </a:lnTo>
                  <a:lnTo>
                    <a:pt x="405472" y="280606"/>
                  </a:lnTo>
                  <a:lnTo>
                    <a:pt x="407136" y="279984"/>
                  </a:lnTo>
                  <a:lnTo>
                    <a:pt x="409778" y="277533"/>
                  </a:lnTo>
                  <a:lnTo>
                    <a:pt x="410514" y="276860"/>
                  </a:lnTo>
                  <a:lnTo>
                    <a:pt x="410603" y="276593"/>
                  </a:lnTo>
                  <a:lnTo>
                    <a:pt x="410718" y="276263"/>
                  </a:lnTo>
                  <a:lnTo>
                    <a:pt x="411416" y="274193"/>
                  </a:lnTo>
                  <a:close/>
                </a:path>
                <a:path w="492759" h="325119">
                  <a:moveTo>
                    <a:pt x="430123" y="287591"/>
                  </a:moveTo>
                  <a:lnTo>
                    <a:pt x="428066" y="285229"/>
                  </a:lnTo>
                  <a:lnTo>
                    <a:pt x="426478" y="283413"/>
                  </a:lnTo>
                  <a:lnTo>
                    <a:pt x="426262" y="283375"/>
                  </a:lnTo>
                  <a:lnTo>
                    <a:pt x="426262" y="288366"/>
                  </a:lnTo>
                  <a:lnTo>
                    <a:pt x="426161" y="291312"/>
                  </a:lnTo>
                  <a:lnTo>
                    <a:pt x="426046" y="291884"/>
                  </a:lnTo>
                  <a:lnTo>
                    <a:pt x="425627" y="293827"/>
                  </a:lnTo>
                  <a:lnTo>
                    <a:pt x="422427" y="295465"/>
                  </a:lnTo>
                  <a:lnTo>
                    <a:pt x="418896" y="294805"/>
                  </a:lnTo>
                  <a:lnTo>
                    <a:pt x="415340" y="294170"/>
                  </a:lnTo>
                  <a:lnTo>
                    <a:pt x="412915" y="291528"/>
                  </a:lnTo>
                  <a:lnTo>
                    <a:pt x="412953" y="291312"/>
                  </a:lnTo>
                  <a:lnTo>
                    <a:pt x="413054" y="290677"/>
                  </a:lnTo>
                  <a:lnTo>
                    <a:pt x="413321" y="289064"/>
                  </a:lnTo>
                  <a:lnTo>
                    <a:pt x="413626" y="287769"/>
                  </a:lnTo>
                  <a:lnTo>
                    <a:pt x="414350" y="286893"/>
                  </a:lnTo>
                  <a:lnTo>
                    <a:pt x="415112" y="286575"/>
                  </a:lnTo>
                  <a:lnTo>
                    <a:pt x="416623" y="285572"/>
                  </a:lnTo>
                  <a:lnTo>
                    <a:pt x="418553" y="285229"/>
                  </a:lnTo>
                  <a:lnTo>
                    <a:pt x="423900" y="286118"/>
                  </a:lnTo>
                  <a:lnTo>
                    <a:pt x="426262" y="288366"/>
                  </a:lnTo>
                  <a:lnTo>
                    <a:pt x="426262" y="283375"/>
                  </a:lnTo>
                  <a:lnTo>
                    <a:pt x="421208" y="282422"/>
                  </a:lnTo>
                  <a:lnTo>
                    <a:pt x="418249" y="281952"/>
                  </a:lnTo>
                  <a:lnTo>
                    <a:pt x="415340" y="282422"/>
                  </a:lnTo>
                  <a:lnTo>
                    <a:pt x="413321" y="284035"/>
                  </a:lnTo>
                  <a:lnTo>
                    <a:pt x="411556" y="285038"/>
                  </a:lnTo>
                  <a:lnTo>
                    <a:pt x="411441" y="285229"/>
                  </a:lnTo>
                  <a:lnTo>
                    <a:pt x="410578" y="286575"/>
                  </a:lnTo>
                  <a:lnTo>
                    <a:pt x="410476" y="286893"/>
                  </a:lnTo>
                  <a:lnTo>
                    <a:pt x="409765" y="290677"/>
                  </a:lnTo>
                  <a:lnTo>
                    <a:pt x="410527" y="292798"/>
                  </a:lnTo>
                  <a:lnTo>
                    <a:pt x="412127" y="294525"/>
                  </a:lnTo>
                  <a:lnTo>
                    <a:pt x="413626" y="296316"/>
                  </a:lnTo>
                  <a:lnTo>
                    <a:pt x="415937" y="297421"/>
                  </a:lnTo>
                  <a:lnTo>
                    <a:pt x="418249" y="297865"/>
                  </a:lnTo>
                  <a:lnTo>
                    <a:pt x="420916" y="298284"/>
                  </a:lnTo>
                  <a:lnTo>
                    <a:pt x="423964" y="297865"/>
                  </a:lnTo>
                  <a:lnTo>
                    <a:pt x="423545" y="297865"/>
                  </a:lnTo>
                  <a:lnTo>
                    <a:pt x="425348" y="296913"/>
                  </a:lnTo>
                  <a:lnTo>
                    <a:pt x="429285" y="291884"/>
                  </a:lnTo>
                  <a:lnTo>
                    <a:pt x="429399" y="291312"/>
                  </a:lnTo>
                  <a:lnTo>
                    <a:pt x="429526" y="290677"/>
                  </a:lnTo>
                  <a:lnTo>
                    <a:pt x="430123" y="287591"/>
                  </a:lnTo>
                  <a:close/>
                </a:path>
                <a:path w="492759" h="325119">
                  <a:moveTo>
                    <a:pt x="484619" y="266001"/>
                  </a:moveTo>
                  <a:lnTo>
                    <a:pt x="482269" y="263702"/>
                  </a:lnTo>
                  <a:lnTo>
                    <a:pt x="481469" y="262928"/>
                  </a:lnTo>
                  <a:lnTo>
                    <a:pt x="481469" y="267804"/>
                  </a:lnTo>
                  <a:lnTo>
                    <a:pt x="481469" y="277698"/>
                  </a:lnTo>
                  <a:lnTo>
                    <a:pt x="477342" y="281800"/>
                  </a:lnTo>
                  <a:lnTo>
                    <a:pt x="466966" y="281800"/>
                  </a:lnTo>
                  <a:lnTo>
                    <a:pt x="462940" y="277698"/>
                  </a:lnTo>
                  <a:lnTo>
                    <a:pt x="462940" y="267804"/>
                  </a:lnTo>
                  <a:lnTo>
                    <a:pt x="466966" y="263702"/>
                  </a:lnTo>
                  <a:lnTo>
                    <a:pt x="477342" y="263702"/>
                  </a:lnTo>
                  <a:lnTo>
                    <a:pt x="481469" y="267804"/>
                  </a:lnTo>
                  <a:lnTo>
                    <a:pt x="481469" y="262928"/>
                  </a:lnTo>
                  <a:lnTo>
                    <a:pt x="479031" y="260540"/>
                  </a:lnTo>
                  <a:lnTo>
                    <a:pt x="465429" y="260540"/>
                  </a:lnTo>
                  <a:lnTo>
                    <a:pt x="459765" y="266001"/>
                  </a:lnTo>
                  <a:lnTo>
                    <a:pt x="459765" y="279412"/>
                  </a:lnTo>
                  <a:lnTo>
                    <a:pt x="465429" y="284886"/>
                  </a:lnTo>
                  <a:lnTo>
                    <a:pt x="479031" y="284886"/>
                  </a:lnTo>
                  <a:lnTo>
                    <a:pt x="482180" y="281800"/>
                  </a:lnTo>
                  <a:lnTo>
                    <a:pt x="484619" y="279412"/>
                  </a:lnTo>
                  <a:lnTo>
                    <a:pt x="484619" y="266001"/>
                  </a:lnTo>
                  <a:close/>
                </a:path>
                <a:path w="492759" h="325119">
                  <a:moveTo>
                    <a:pt x="492290" y="184150"/>
                  </a:moveTo>
                  <a:lnTo>
                    <a:pt x="490448" y="175260"/>
                  </a:lnTo>
                  <a:lnTo>
                    <a:pt x="482346" y="170180"/>
                  </a:lnTo>
                  <a:lnTo>
                    <a:pt x="473278" y="163830"/>
                  </a:lnTo>
                  <a:lnTo>
                    <a:pt x="472706" y="162560"/>
                  </a:lnTo>
                  <a:lnTo>
                    <a:pt x="468541" y="152400"/>
                  </a:lnTo>
                  <a:lnTo>
                    <a:pt x="472757" y="162560"/>
                  </a:lnTo>
                  <a:lnTo>
                    <a:pt x="480745" y="166370"/>
                  </a:lnTo>
                  <a:lnTo>
                    <a:pt x="486765" y="163830"/>
                  </a:lnTo>
                  <a:lnTo>
                    <a:pt x="480288" y="160020"/>
                  </a:lnTo>
                  <a:lnTo>
                    <a:pt x="478434" y="152400"/>
                  </a:lnTo>
                  <a:lnTo>
                    <a:pt x="478129" y="151130"/>
                  </a:lnTo>
                  <a:lnTo>
                    <a:pt x="475221" y="143510"/>
                  </a:lnTo>
                  <a:lnTo>
                    <a:pt x="469404" y="140970"/>
                  </a:lnTo>
                  <a:lnTo>
                    <a:pt x="466496" y="139700"/>
                  </a:lnTo>
                  <a:lnTo>
                    <a:pt x="463778" y="139700"/>
                  </a:lnTo>
                  <a:lnTo>
                    <a:pt x="460679" y="137160"/>
                  </a:lnTo>
                  <a:lnTo>
                    <a:pt x="457301" y="135890"/>
                  </a:lnTo>
                  <a:lnTo>
                    <a:pt x="452170" y="135890"/>
                  </a:lnTo>
                  <a:lnTo>
                    <a:pt x="445808" y="137160"/>
                  </a:lnTo>
                  <a:lnTo>
                    <a:pt x="439178" y="140970"/>
                  </a:lnTo>
                  <a:lnTo>
                    <a:pt x="433959" y="147320"/>
                  </a:lnTo>
                  <a:lnTo>
                    <a:pt x="431838" y="157480"/>
                  </a:lnTo>
                  <a:lnTo>
                    <a:pt x="437680" y="176530"/>
                  </a:lnTo>
                  <a:lnTo>
                    <a:pt x="463359" y="201930"/>
                  </a:lnTo>
                  <a:lnTo>
                    <a:pt x="469201" y="219710"/>
                  </a:lnTo>
                  <a:lnTo>
                    <a:pt x="469201" y="227330"/>
                  </a:lnTo>
                  <a:lnTo>
                    <a:pt x="462864" y="232410"/>
                  </a:lnTo>
                  <a:lnTo>
                    <a:pt x="449491" y="232410"/>
                  </a:lnTo>
                  <a:lnTo>
                    <a:pt x="444500" y="224790"/>
                  </a:lnTo>
                  <a:lnTo>
                    <a:pt x="440537" y="217170"/>
                  </a:lnTo>
                  <a:lnTo>
                    <a:pt x="439216" y="214630"/>
                  </a:lnTo>
                  <a:lnTo>
                    <a:pt x="437349" y="210820"/>
                  </a:lnTo>
                  <a:lnTo>
                    <a:pt x="436727" y="209550"/>
                  </a:lnTo>
                  <a:lnTo>
                    <a:pt x="431253" y="201930"/>
                  </a:lnTo>
                  <a:lnTo>
                    <a:pt x="429983" y="200507"/>
                  </a:lnTo>
                  <a:lnTo>
                    <a:pt x="429983" y="217170"/>
                  </a:lnTo>
                  <a:lnTo>
                    <a:pt x="425983" y="222250"/>
                  </a:lnTo>
                  <a:lnTo>
                    <a:pt x="422414" y="223520"/>
                  </a:lnTo>
                  <a:lnTo>
                    <a:pt x="417893" y="220980"/>
                  </a:lnTo>
                  <a:lnTo>
                    <a:pt x="417830" y="219710"/>
                  </a:lnTo>
                  <a:lnTo>
                    <a:pt x="417703" y="217170"/>
                  </a:lnTo>
                  <a:lnTo>
                    <a:pt x="421906" y="212090"/>
                  </a:lnTo>
                  <a:lnTo>
                    <a:pt x="425196" y="210820"/>
                  </a:lnTo>
                  <a:lnTo>
                    <a:pt x="427583" y="212090"/>
                  </a:lnTo>
                  <a:lnTo>
                    <a:pt x="429895" y="213360"/>
                  </a:lnTo>
                  <a:lnTo>
                    <a:pt x="429983" y="217170"/>
                  </a:lnTo>
                  <a:lnTo>
                    <a:pt x="429983" y="200507"/>
                  </a:lnTo>
                  <a:lnTo>
                    <a:pt x="425627" y="195580"/>
                  </a:lnTo>
                  <a:lnTo>
                    <a:pt x="427202" y="196850"/>
                  </a:lnTo>
                  <a:lnTo>
                    <a:pt x="434835" y="196850"/>
                  </a:lnTo>
                  <a:lnTo>
                    <a:pt x="436270" y="195580"/>
                  </a:lnTo>
                  <a:lnTo>
                    <a:pt x="437692" y="194310"/>
                  </a:lnTo>
                  <a:lnTo>
                    <a:pt x="438391" y="191770"/>
                  </a:lnTo>
                  <a:lnTo>
                    <a:pt x="438518" y="187960"/>
                  </a:lnTo>
                  <a:lnTo>
                    <a:pt x="437299" y="185420"/>
                  </a:lnTo>
                  <a:lnTo>
                    <a:pt x="435508" y="182880"/>
                  </a:lnTo>
                  <a:lnTo>
                    <a:pt x="435292" y="182626"/>
                  </a:lnTo>
                  <a:lnTo>
                    <a:pt x="435292" y="187960"/>
                  </a:lnTo>
                  <a:lnTo>
                    <a:pt x="435229" y="190500"/>
                  </a:lnTo>
                  <a:lnTo>
                    <a:pt x="435038" y="191770"/>
                  </a:lnTo>
                  <a:lnTo>
                    <a:pt x="434035" y="193040"/>
                  </a:lnTo>
                  <a:lnTo>
                    <a:pt x="433108" y="194310"/>
                  </a:lnTo>
                  <a:lnTo>
                    <a:pt x="429450" y="194310"/>
                  </a:lnTo>
                  <a:lnTo>
                    <a:pt x="427443" y="193040"/>
                  </a:lnTo>
                  <a:lnTo>
                    <a:pt x="424751" y="190500"/>
                  </a:lnTo>
                  <a:lnTo>
                    <a:pt x="424332" y="189230"/>
                  </a:lnTo>
                  <a:lnTo>
                    <a:pt x="423913" y="187960"/>
                  </a:lnTo>
                  <a:lnTo>
                    <a:pt x="423989" y="186690"/>
                  </a:lnTo>
                  <a:lnTo>
                    <a:pt x="424116" y="184150"/>
                  </a:lnTo>
                  <a:lnTo>
                    <a:pt x="425170" y="184150"/>
                  </a:lnTo>
                  <a:lnTo>
                    <a:pt x="425996" y="182880"/>
                  </a:lnTo>
                  <a:lnTo>
                    <a:pt x="429793" y="182880"/>
                  </a:lnTo>
                  <a:lnTo>
                    <a:pt x="431685" y="184150"/>
                  </a:lnTo>
                  <a:lnTo>
                    <a:pt x="433108" y="185420"/>
                  </a:lnTo>
                  <a:lnTo>
                    <a:pt x="434479" y="186690"/>
                  </a:lnTo>
                  <a:lnTo>
                    <a:pt x="435292" y="187960"/>
                  </a:lnTo>
                  <a:lnTo>
                    <a:pt x="435292" y="182626"/>
                  </a:lnTo>
                  <a:lnTo>
                    <a:pt x="433425" y="180340"/>
                  </a:lnTo>
                  <a:lnTo>
                    <a:pt x="430631" y="179070"/>
                  </a:lnTo>
                  <a:lnTo>
                    <a:pt x="426173" y="179070"/>
                  </a:lnTo>
                  <a:lnTo>
                    <a:pt x="424205" y="180340"/>
                  </a:lnTo>
                  <a:lnTo>
                    <a:pt x="422960" y="181610"/>
                  </a:lnTo>
                  <a:lnTo>
                    <a:pt x="421614" y="182880"/>
                  </a:lnTo>
                  <a:lnTo>
                    <a:pt x="420916" y="184150"/>
                  </a:lnTo>
                  <a:lnTo>
                    <a:pt x="420839" y="188506"/>
                  </a:lnTo>
                  <a:lnTo>
                    <a:pt x="415556" y="181610"/>
                  </a:lnTo>
                  <a:lnTo>
                    <a:pt x="415340" y="181343"/>
                  </a:lnTo>
                  <a:lnTo>
                    <a:pt x="415340" y="240030"/>
                  </a:lnTo>
                  <a:lnTo>
                    <a:pt x="413334" y="242570"/>
                  </a:lnTo>
                  <a:lnTo>
                    <a:pt x="411175" y="245110"/>
                  </a:lnTo>
                  <a:lnTo>
                    <a:pt x="407771" y="246380"/>
                  </a:lnTo>
                  <a:lnTo>
                    <a:pt x="403326" y="243840"/>
                  </a:lnTo>
                  <a:lnTo>
                    <a:pt x="403237" y="242570"/>
                  </a:lnTo>
                  <a:lnTo>
                    <a:pt x="403161" y="241300"/>
                  </a:lnTo>
                  <a:lnTo>
                    <a:pt x="403072" y="240030"/>
                  </a:lnTo>
                  <a:lnTo>
                    <a:pt x="405117" y="237490"/>
                  </a:lnTo>
                  <a:lnTo>
                    <a:pt x="407123" y="233680"/>
                  </a:lnTo>
                  <a:lnTo>
                    <a:pt x="410603" y="233680"/>
                  </a:lnTo>
                  <a:lnTo>
                    <a:pt x="412915" y="234950"/>
                  </a:lnTo>
                  <a:lnTo>
                    <a:pt x="415150" y="236220"/>
                  </a:lnTo>
                  <a:lnTo>
                    <a:pt x="415277" y="238760"/>
                  </a:lnTo>
                  <a:lnTo>
                    <a:pt x="415340" y="240030"/>
                  </a:lnTo>
                  <a:lnTo>
                    <a:pt x="415340" y="181343"/>
                  </a:lnTo>
                  <a:lnTo>
                    <a:pt x="410591" y="175260"/>
                  </a:lnTo>
                  <a:lnTo>
                    <a:pt x="407136" y="168910"/>
                  </a:lnTo>
                  <a:lnTo>
                    <a:pt x="405841" y="163830"/>
                  </a:lnTo>
                  <a:lnTo>
                    <a:pt x="405841" y="158750"/>
                  </a:lnTo>
                  <a:lnTo>
                    <a:pt x="409321" y="154940"/>
                  </a:lnTo>
                  <a:lnTo>
                    <a:pt x="411429" y="152400"/>
                  </a:lnTo>
                  <a:lnTo>
                    <a:pt x="413537" y="149860"/>
                  </a:lnTo>
                  <a:lnTo>
                    <a:pt x="414972" y="149860"/>
                  </a:lnTo>
                  <a:lnTo>
                    <a:pt x="416052" y="148590"/>
                  </a:lnTo>
                  <a:lnTo>
                    <a:pt x="417576" y="147320"/>
                  </a:lnTo>
                  <a:lnTo>
                    <a:pt x="420776" y="144780"/>
                  </a:lnTo>
                  <a:lnTo>
                    <a:pt x="427202" y="137160"/>
                  </a:lnTo>
                  <a:lnTo>
                    <a:pt x="427443" y="137160"/>
                  </a:lnTo>
                  <a:lnTo>
                    <a:pt x="429209" y="135890"/>
                  </a:lnTo>
                  <a:lnTo>
                    <a:pt x="425996" y="132956"/>
                  </a:lnTo>
                  <a:lnTo>
                    <a:pt x="425996" y="135890"/>
                  </a:lnTo>
                  <a:lnTo>
                    <a:pt x="418261" y="143510"/>
                  </a:lnTo>
                  <a:lnTo>
                    <a:pt x="414566" y="147320"/>
                  </a:lnTo>
                  <a:lnTo>
                    <a:pt x="410083" y="144780"/>
                  </a:lnTo>
                  <a:lnTo>
                    <a:pt x="362991" y="118110"/>
                  </a:lnTo>
                  <a:lnTo>
                    <a:pt x="368033" y="102870"/>
                  </a:lnTo>
                  <a:lnTo>
                    <a:pt x="373672" y="105410"/>
                  </a:lnTo>
                  <a:lnTo>
                    <a:pt x="372059" y="105410"/>
                  </a:lnTo>
                  <a:lnTo>
                    <a:pt x="370001" y="106680"/>
                  </a:lnTo>
                  <a:lnTo>
                    <a:pt x="368211" y="109220"/>
                  </a:lnTo>
                  <a:lnTo>
                    <a:pt x="371894" y="109220"/>
                  </a:lnTo>
                  <a:lnTo>
                    <a:pt x="373405" y="107950"/>
                  </a:lnTo>
                  <a:lnTo>
                    <a:pt x="371182" y="114300"/>
                  </a:lnTo>
                  <a:lnTo>
                    <a:pt x="370611" y="113030"/>
                  </a:lnTo>
                  <a:lnTo>
                    <a:pt x="368973" y="111760"/>
                  </a:lnTo>
                  <a:lnTo>
                    <a:pt x="367385" y="110490"/>
                  </a:lnTo>
                  <a:lnTo>
                    <a:pt x="366268" y="115570"/>
                  </a:lnTo>
                  <a:lnTo>
                    <a:pt x="369189" y="116840"/>
                  </a:lnTo>
                  <a:lnTo>
                    <a:pt x="371182" y="118110"/>
                  </a:lnTo>
                  <a:lnTo>
                    <a:pt x="374700" y="119380"/>
                  </a:lnTo>
                  <a:lnTo>
                    <a:pt x="376859" y="119380"/>
                  </a:lnTo>
                  <a:lnTo>
                    <a:pt x="377825" y="118110"/>
                  </a:lnTo>
                  <a:lnTo>
                    <a:pt x="378917" y="116840"/>
                  </a:lnTo>
                  <a:lnTo>
                    <a:pt x="377799" y="115570"/>
                  </a:lnTo>
                  <a:lnTo>
                    <a:pt x="376694" y="114300"/>
                  </a:lnTo>
                  <a:lnTo>
                    <a:pt x="373773" y="115570"/>
                  </a:lnTo>
                  <a:lnTo>
                    <a:pt x="373646" y="114300"/>
                  </a:lnTo>
                  <a:lnTo>
                    <a:pt x="373519" y="113030"/>
                  </a:lnTo>
                  <a:lnTo>
                    <a:pt x="373405" y="111760"/>
                  </a:lnTo>
                  <a:lnTo>
                    <a:pt x="375069" y="110490"/>
                  </a:lnTo>
                  <a:lnTo>
                    <a:pt x="378625" y="110490"/>
                  </a:lnTo>
                  <a:lnTo>
                    <a:pt x="379857" y="111760"/>
                  </a:lnTo>
                  <a:lnTo>
                    <a:pt x="380326" y="114300"/>
                  </a:lnTo>
                  <a:lnTo>
                    <a:pt x="380263" y="113030"/>
                  </a:lnTo>
                  <a:lnTo>
                    <a:pt x="380149" y="110490"/>
                  </a:lnTo>
                  <a:lnTo>
                    <a:pt x="380085" y="109220"/>
                  </a:lnTo>
                  <a:lnTo>
                    <a:pt x="380834" y="107950"/>
                  </a:lnTo>
                  <a:lnTo>
                    <a:pt x="382320" y="105410"/>
                  </a:lnTo>
                  <a:lnTo>
                    <a:pt x="386626" y="104140"/>
                  </a:lnTo>
                  <a:lnTo>
                    <a:pt x="388315" y="109220"/>
                  </a:lnTo>
                  <a:lnTo>
                    <a:pt x="386981" y="111760"/>
                  </a:lnTo>
                  <a:lnTo>
                    <a:pt x="383514" y="115570"/>
                  </a:lnTo>
                  <a:lnTo>
                    <a:pt x="385419" y="114300"/>
                  </a:lnTo>
                  <a:lnTo>
                    <a:pt x="387464" y="114300"/>
                  </a:lnTo>
                  <a:lnTo>
                    <a:pt x="388200" y="115570"/>
                  </a:lnTo>
                  <a:lnTo>
                    <a:pt x="389394" y="116840"/>
                  </a:lnTo>
                  <a:lnTo>
                    <a:pt x="388988" y="119380"/>
                  </a:lnTo>
                  <a:lnTo>
                    <a:pt x="386334" y="120650"/>
                  </a:lnTo>
                  <a:lnTo>
                    <a:pt x="385762" y="118110"/>
                  </a:lnTo>
                  <a:lnTo>
                    <a:pt x="382193" y="118110"/>
                  </a:lnTo>
                  <a:lnTo>
                    <a:pt x="381190" y="119380"/>
                  </a:lnTo>
                  <a:lnTo>
                    <a:pt x="380085" y="121920"/>
                  </a:lnTo>
                  <a:lnTo>
                    <a:pt x="381762" y="123190"/>
                  </a:lnTo>
                  <a:lnTo>
                    <a:pt x="384835" y="125730"/>
                  </a:lnTo>
                  <a:lnTo>
                    <a:pt x="388493" y="127000"/>
                  </a:lnTo>
                  <a:lnTo>
                    <a:pt x="391490" y="125730"/>
                  </a:lnTo>
                  <a:lnTo>
                    <a:pt x="392480" y="124460"/>
                  </a:lnTo>
                  <a:lnTo>
                    <a:pt x="393484" y="123190"/>
                  </a:lnTo>
                  <a:lnTo>
                    <a:pt x="392277" y="121920"/>
                  </a:lnTo>
                  <a:lnTo>
                    <a:pt x="390169" y="123190"/>
                  </a:lnTo>
                  <a:lnTo>
                    <a:pt x="388175" y="124460"/>
                  </a:lnTo>
                  <a:lnTo>
                    <a:pt x="390042" y="120650"/>
                  </a:lnTo>
                  <a:lnTo>
                    <a:pt x="391909" y="116840"/>
                  </a:lnTo>
                  <a:lnTo>
                    <a:pt x="392137" y="118110"/>
                  </a:lnTo>
                  <a:lnTo>
                    <a:pt x="392696" y="119380"/>
                  </a:lnTo>
                  <a:lnTo>
                    <a:pt x="394398" y="120650"/>
                  </a:lnTo>
                  <a:lnTo>
                    <a:pt x="395706" y="116840"/>
                  </a:lnTo>
                  <a:lnTo>
                    <a:pt x="394614" y="114300"/>
                  </a:lnTo>
                  <a:lnTo>
                    <a:pt x="402628" y="119380"/>
                  </a:lnTo>
                  <a:lnTo>
                    <a:pt x="399910" y="119380"/>
                  </a:lnTo>
                  <a:lnTo>
                    <a:pt x="396963" y="121920"/>
                  </a:lnTo>
                  <a:lnTo>
                    <a:pt x="398780" y="123190"/>
                  </a:lnTo>
                  <a:lnTo>
                    <a:pt x="400685" y="123190"/>
                  </a:lnTo>
                  <a:lnTo>
                    <a:pt x="401726" y="121920"/>
                  </a:lnTo>
                  <a:lnTo>
                    <a:pt x="397535" y="129540"/>
                  </a:lnTo>
                  <a:lnTo>
                    <a:pt x="397535" y="127000"/>
                  </a:lnTo>
                  <a:lnTo>
                    <a:pt x="396608" y="124460"/>
                  </a:lnTo>
                  <a:lnTo>
                    <a:pt x="395706" y="124460"/>
                  </a:lnTo>
                  <a:lnTo>
                    <a:pt x="393954" y="127000"/>
                  </a:lnTo>
                  <a:lnTo>
                    <a:pt x="394398" y="130810"/>
                  </a:lnTo>
                  <a:lnTo>
                    <a:pt x="398043" y="132080"/>
                  </a:lnTo>
                  <a:lnTo>
                    <a:pt x="401104" y="134620"/>
                  </a:lnTo>
                  <a:lnTo>
                    <a:pt x="403466" y="134620"/>
                  </a:lnTo>
                  <a:lnTo>
                    <a:pt x="404698" y="133350"/>
                  </a:lnTo>
                  <a:lnTo>
                    <a:pt x="405917" y="130810"/>
                  </a:lnTo>
                  <a:lnTo>
                    <a:pt x="404914" y="129540"/>
                  </a:lnTo>
                  <a:lnTo>
                    <a:pt x="403910" y="128270"/>
                  </a:lnTo>
                  <a:lnTo>
                    <a:pt x="400900" y="129540"/>
                  </a:lnTo>
                  <a:lnTo>
                    <a:pt x="400799" y="125730"/>
                  </a:lnTo>
                  <a:lnTo>
                    <a:pt x="402551" y="124460"/>
                  </a:lnTo>
                  <a:lnTo>
                    <a:pt x="406069" y="124460"/>
                  </a:lnTo>
                  <a:lnTo>
                    <a:pt x="407250" y="127000"/>
                  </a:lnTo>
                  <a:lnTo>
                    <a:pt x="407504" y="128270"/>
                  </a:lnTo>
                  <a:lnTo>
                    <a:pt x="408660" y="124460"/>
                  </a:lnTo>
                  <a:lnTo>
                    <a:pt x="410730" y="121920"/>
                  </a:lnTo>
                  <a:lnTo>
                    <a:pt x="415582" y="120650"/>
                  </a:lnTo>
                  <a:lnTo>
                    <a:pt x="416623" y="124460"/>
                  </a:lnTo>
                  <a:lnTo>
                    <a:pt x="414439" y="128270"/>
                  </a:lnTo>
                  <a:lnTo>
                    <a:pt x="412305" y="129540"/>
                  </a:lnTo>
                  <a:lnTo>
                    <a:pt x="412076" y="129540"/>
                  </a:lnTo>
                  <a:lnTo>
                    <a:pt x="410184" y="130810"/>
                  </a:lnTo>
                  <a:lnTo>
                    <a:pt x="412178" y="129616"/>
                  </a:lnTo>
                  <a:lnTo>
                    <a:pt x="414058" y="130810"/>
                  </a:lnTo>
                  <a:lnTo>
                    <a:pt x="414769" y="132080"/>
                  </a:lnTo>
                  <a:lnTo>
                    <a:pt x="415798" y="133350"/>
                  </a:lnTo>
                  <a:lnTo>
                    <a:pt x="415150" y="135890"/>
                  </a:lnTo>
                  <a:lnTo>
                    <a:pt x="412483" y="137160"/>
                  </a:lnTo>
                  <a:lnTo>
                    <a:pt x="411975" y="133350"/>
                  </a:lnTo>
                  <a:lnTo>
                    <a:pt x="408571" y="133350"/>
                  </a:lnTo>
                  <a:lnTo>
                    <a:pt x="406476" y="137160"/>
                  </a:lnTo>
                  <a:lnTo>
                    <a:pt x="407873" y="138430"/>
                  </a:lnTo>
                  <a:lnTo>
                    <a:pt x="411111" y="140970"/>
                  </a:lnTo>
                  <a:lnTo>
                    <a:pt x="413105" y="142240"/>
                  </a:lnTo>
                  <a:lnTo>
                    <a:pt x="416026" y="143510"/>
                  </a:lnTo>
                  <a:lnTo>
                    <a:pt x="419328" y="139700"/>
                  </a:lnTo>
                  <a:lnTo>
                    <a:pt x="418261" y="138430"/>
                  </a:lnTo>
                  <a:lnTo>
                    <a:pt x="414680" y="138430"/>
                  </a:lnTo>
                  <a:lnTo>
                    <a:pt x="415607" y="137160"/>
                  </a:lnTo>
                  <a:lnTo>
                    <a:pt x="418414" y="133350"/>
                  </a:lnTo>
                  <a:lnTo>
                    <a:pt x="418338" y="134620"/>
                  </a:lnTo>
                  <a:lnTo>
                    <a:pt x="418261" y="135890"/>
                  </a:lnTo>
                  <a:lnTo>
                    <a:pt x="419557" y="137160"/>
                  </a:lnTo>
                  <a:lnTo>
                    <a:pt x="420687" y="138430"/>
                  </a:lnTo>
                  <a:lnTo>
                    <a:pt x="421297" y="135890"/>
                  </a:lnTo>
                  <a:lnTo>
                    <a:pt x="421398" y="134620"/>
                  </a:lnTo>
                  <a:lnTo>
                    <a:pt x="421500" y="133350"/>
                  </a:lnTo>
                  <a:lnTo>
                    <a:pt x="421297" y="132080"/>
                  </a:lnTo>
                  <a:lnTo>
                    <a:pt x="425996" y="135890"/>
                  </a:lnTo>
                  <a:lnTo>
                    <a:pt x="425996" y="132956"/>
                  </a:lnTo>
                  <a:lnTo>
                    <a:pt x="425043" y="132080"/>
                  </a:lnTo>
                  <a:lnTo>
                    <a:pt x="426173" y="129540"/>
                  </a:lnTo>
                  <a:lnTo>
                    <a:pt x="427062" y="127000"/>
                  </a:lnTo>
                  <a:lnTo>
                    <a:pt x="427685" y="124460"/>
                  </a:lnTo>
                  <a:lnTo>
                    <a:pt x="428993" y="129540"/>
                  </a:lnTo>
                  <a:lnTo>
                    <a:pt x="431685" y="133350"/>
                  </a:lnTo>
                  <a:lnTo>
                    <a:pt x="435292" y="132080"/>
                  </a:lnTo>
                  <a:lnTo>
                    <a:pt x="434594" y="127000"/>
                  </a:lnTo>
                  <a:lnTo>
                    <a:pt x="434898" y="124460"/>
                  </a:lnTo>
                  <a:lnTo>
                    <a:pt x="435216" y="121920"/>
                  </a:lnTo>
                  <a:lnTo>
                    <a:pt x="435305" y="120650"/>
                  </a:lnTo>
                  <a:lnTo>
                    <a:pt x="435406" y="119380"/>
                  </a:lnTo>
                  <a:lnTo>
                    <a:pt x="435521" y="114300"/>
                  </a:lnTo>
                  <a:lnTo>
                    <a:pt x="434568" y="106680"/>
                  </a:lnTo>
                  <a:lnTo>
                    <a:pt x="437692" y="111760"/>
                  </a:lnTo>
                  <a:lnTo>
                    <a:pt x="441985" y="114300"/>
                  </a:lnTo>
                  <a:lnTo>
                    <a:pt x="445135" y="113030"/>
                  </a:lnTo>
                  <a:lnTo>
                    <a:pt x="441909" y="107950"/>
                  </a:lnTo>
                  <a:lnTo>
                    <a:pt x="441921" y="106680"/>
                  </a:lnTo>
                  <a:lnTo>
                    <a:pt x="441871" y="97790"/>
                  </a:lnTo>
                  <a:lnTo>
                    <a:pt x="441756" y="95250"/>
                  </a:lnTo>
                  <a:lnTo>
                    <a:pt x="441706" y="93980"/>
                  </a:lnTo>
                  <a:lnTo>
                    <a:pt x="441591" y="91440"/>
                  </a:lnTo>
                  <a:lnTo>
                    <a:pt x="436968" y="81280"/>
                  </a:lnTo>
                  <a:lnTo>
                    <a:pt x="440359" y="82550"/>
                  </a:lnTo>
                  <a:lnTo>
                    <a:pt x="442785" y="81280"/>
                  </a:lnTo>
                  <a:lnTo>
                    <a:pt x="444207" y="80010"/>
                  </a:lnTo>
                  <a:lnTo>
                    <a:pt x="439000" y="77470"/>
                  </a:lnTo>
                  <a:lnTo>
                    <a:pt x="435749" y="72390"/>
                  </a:lnTo>
                  <a:lnTo>
                    <a:pt x="431101" y="66040"/>
                  </a:lnTo>
                  <a:lnTo>
                    <a:pt x="421741" y="60960"/>
                  </a:lnTo>
                  <a:lnTo>
                    <a:pt x="425996" y="60960"/>
                  </a:lnTo>
                  <a:lnTo>
                    <a:pt x="428498" y="58420"/>
                  </a:lnTo>
                  <a:lnTo>
                    <a:pt x="428218" y="57150"/>
                  </a:lnTo>
                  <a:lnTo>
                    <a:pt x="427926" y="55880"/>
                  </a:lnTo>
                  <a:lnTo>
                    <a:pt x="424446" y="57150"/>
                  </a:lnTo>
                  <a:lnTo>
                    <a:pt x="420065" y="54610"/>
                  </a:lnTo>
                  <a:lnTo>
                    <a:pt x="413753" y="52070"/>
                  </a:lnTo>
                  <a:lnTo>
                    <a:pt x="404418" y="50800"/>
                  </a:lnTo>
                  <a:lnTo>
                    <a:pt x="404037" y="48260"/>
                  </a:lnTo>
                  <a:lnTo>
                    <a:pt x="403466" y="44450"/>
                  </a:lnTo>
                  <a:lnTo>
                    <a:pt x="398322" y="39370"/>
                  </a:lnTo>
                  <a:lnTo>
                    <a:pt x="392404" y="36830"/>
                  </a:lnTo>
                  <a:lnTo>
                    <a:pt x="393496" y="40640"/>
                  </a:lnTo>
                  <a:lnTo>
                    <a:pt x="392557" y="44450"/>
                  </a:lnTo>
                  <a:lnTo>
                    <a:pt x="391464" y="48260"/>
                  </a:lnTo>
                  <a:lnTo>
                    <a:pt x="388200" y="45110"/>
                  </a:lnTo>
                  <a:lnTo>
                    <a:pt x="388200" y="64770"/>
                  </a:lnTo>
                  <a:lnTo>
                    <a:pt x="382524" y="66040"/>
                  </a:lnTo>
                  <a:lnTo>
                    <a:pt x="377151" y="67310"/>
                  </a:lnTo>
                  <a:lnTo>
                    <a:pt x="373011" y="69850"/>
                  </a:lnTo>
                  <a:lnTo>
                    <a:pt x="374700" y="66040"/>
                  </a:lnTo>
                  <a:lnTo>
                    <a:pt x="373011" y="60960"/>
                  </a:lnTo>
                  <a:lnTo>
                    <a:pt x="382143" y="60960"/>
                  </a:lnTo>
                  <a:lnTo>
                    <a:pt x="384708" y="64770"/>
                  </a:lnTo>
                  <a:lnTo>
                    <a:pt x="388200" y="64770"/>
                  </a:lnTo>
                  <a:lnTo>
                    <a:pt x="388200" y="45110"/>
                  </a:lnTo>
                  <a:lnTo>
                    <a:pt x="342785" y="1270"/>
                  </a:lnTo>
                  <a:lnTo>
                    <a:pt x="341261" y="0"/>
                  </a:lnTo>
                  <a:lnTo>
                    <a:pt x="339813" y="0"/>
                  </a:lnTo>
                  <a:lnTo>
                    <a:pt x="339813" y="1270"/>
                  </a:lnTo>
                  <a:lnTo>
                    <a:pt x="340626" y="2540"/>
                  </a:lnTo>
                  <a:lnTo>
                    <a:pt x="382524" y="53340"/>
                  </a:lnTo>
                  <a:lnTo>
                    <a:pt x="379323" y="54610"/>
                  </a:lnTo>
                  <a:lnTo>
                    <a:pt x="376212" y="55880"/>
                  </a:lnTo>
                  <a:lnTo>
                    <a:pt x="370916" y="57150"/>
                  </a:lnTo>
                  <a:lnTo>
                    <a:pt x="369354" y="59690"/>
                  </a:lnTo>
                  <a:lnTo>
                    <a:pt x="369354" y="62230"/>
                  </a:lnTo>
                  <a:lnTo>
                    <a:pt x="361581" y="66040"/>
                  </a:lnTo>
                  <a:lnTo>
                    <a:pt x="354990" y="71005"/>
                  </a:lnTo>
                  <a:lnTo>
                    <a:pt x="348843" y="76200"/>
                  </a:lnTo>
                  <a:lnTo>
                    <a:pt x="346748" y="76200"/>
                  </a:lnTo>
                  <a:lnTo>
                    <a:pt x="349072" y="81280"/>
                  </a:lnTo>
                  <a:lnTo>
                    <a:pt x="349910" y="83820"/>
                  </a:lnTo>
                  <a:lnTo>
                    <a:pt x="347179" y="88900"/>
                  </a:lnTo>
                  <a:lnTo>
                    <a:pt x="357212" y="82550"/>
                  </a:lnTo>
                  <a:lnTo>
                    <a:pt x="366268" y="77470"/>
                  </a:lnTo>
                  <a:lnTo>
                    <a:pt x="367614" y="81280"/>
                  </a:lnTo>
                  <a:lnTo>
                    <a:pt x="368338" y="82550"/>
                  </a:lnTo>
                  <a:lnTo>
                    <a:pt x="363918" y="83820"/>
                  </a:lnTo>
                  <a:lnTo>
                    <a:pt x="360781" y="85090"/>
                  </a:lnTo>
                  <a:lnTo>
                    <a:pt x="357759" y="86360"/>
                  </a:lnTo>
                  <a:lnTo>
                    <a:pt x="354418" y="88900"/>
                  </a:lnTo>
                  <a:lnTo>
                    <a:pt x="355396" y="91440"/>
                  </a:lnTo>
                  <a:lnTo>
                    <a:pt x="357886" y="90170"/>
                  </a:lnTo>
                  <a:lnTo>
                    <a:pt x="357962" y="91440"/>
                  </a:lnTo>
                  <a:lnTo>
                    <a:pt x="358178" y="92710"/>
                  </a:lnTo>
                  <a:lnTo>
                    <a:pt x="359092" y="93980"/>
                  </a:lnTo>
                  <a:lnTo>
                    <a:pt x="361581" y="93980"/>
                  </a:lnTo>
                  <a:lnTo>
                    <a:pt x="363143" y="91440"/>
                  </a:lnTo>
                  <a:lnTo>
                    <a:pt x="364058" y="92710"/>
                  </a:lnTo>
                  <a:lnTo>
                    <a:pt x="365112" y="92710"/>
                  </a:lnTo>
                  <a:lnTo>
                    <a:pt x="363677" y="99060"/>
                  </a:lnTo>
                  <a:lnTo>
                    <a:pt x="362623" y="100330"/>
                  </a:lnTo>
                  <a:lnTo>
                    <a:pt x="367385" y="99060"/>
                  </a:lnTo>
                  <a:lnTo>
                    <a:pt x="370344" y="95250"/>
                  </a:lnTo>
                  <a:lnTo>
                    <a:pt x="370408" y="93980"/>
                  </a:lnTo>
                  <a:lnTo>
                    <a:pt x="370535" y="91440"/>
                  </a:lnTo>
                  <a:lnTo>
                    <a:pt x="370560" y="90170"/>
                  </a:lnTo>
                  <a:lnTo>
                    <a:pt x="370611" y="87630"/>
                  </a:lnTo>
                  <a:lnTo>
                    <a:pt x="371627" y="87630"/>
                  </a:lnTo>
                  <a:lnTo>
                    <a:pt x="372338" y="86360"/>
                  </a:lnTo>
                  <a:lnTo>
                    <a:pt x="373100" y="86360"/>
                  </a:lnTo>
                  <a:lnTo>
                    <a:pt x="373913" y="90170"/>
                  </a:lnTo>
                  <a:lnTo>
                    <a:pt x="373011" y="92710"/>
                  </a:lnTo>
                  <a:lnTo>
                    <a:pt x="375475" y="92710"/>
                  </a:lnTo>
                  <a:lnTo>
                    <a:pt x="378079" y="88900"/>
                  </a:lnTo>
                  <a:lnTo>
                    <a:pt x="377977" y="87630"/>
                  </a:lnTo>
                  <a:lnTo>
                    <a:pt x="377888" y="86360"/>
                  </a:lnTo>
                  <a:lnTo>
                    <a:pt x="377799" y="85090"/>
                  </a:lnTo>
                  <a:lnTo>
                    <a:pt x="377710" y="83820"/>
                  </a:lnTo>
                  <a:lnTo>
                    <a:pt x="378917" y="82550"/>
                  </a:lnTo>
                  <a:lnTo>
                    <a:pt x="380263" y="81280"/>
                  </a:lnTo>
                  <a:lnTo>
                    <a:pt x="382739" y="81280"/>
                  </a:lnTo>
                  <a:lnTo>
                    <a:pt x="385991" y="86360"/>
                  </a:lnTo>
                  <a:lnTo>
                    <a:pt x="398703" y="86360"/>
                  </a:lnTo>
                  <a:lnTo>
                    <a:pt x="402399" y="81280"/>
                  </a:lnTo>
                  <a:lnTo>
                    <a:pt x="403326" y="80010"/>
                  </a:lnTo>
                  <a:lnTo>
                    <a:pt x="403669" y="77470"/>
                  </a:lnTo>
                  <a:lnTo>
                    <a:pt x="404177" y="73660"/>
                  </a:lnTo>
                  <a:lnTo>
                    <a:pt x="404075" y="72390"/>
                  </a:lnTo>
                  <a:lnTo>
                    <a:pt x="403860" y="71005"/>
                  </a:lnTo>
                  <a:lnTo>
                    <a:pt x="402628" y="69850"/>
                  </a:lnTo>
                  <a:lnTo>
                    <a:pt x="405561" y="72390"/>
                  </a:lnTo>
                  <a:lnTo>
                    <a:pt x="406476" y="74930"/>
                  </a:lnTo>
                  <a:lnTo>
                    <a:pt x="406476" y="78740"/>
                  </a:lnTo>
                  <a:lnTo>
                    <a:pt x="403123" y="86360"/>
                  </a:lnTo>
                  <a:lnTo>
                    <a:pt x="395097" y="91440"/>
                  </a:lnTo>
                  <a:lnTo>
                    <a:pt x="385483" y="97790"/>
                  </a:lnTo>
                  <a:lnTo>
                    <a:pt x="377329" y="102870"/>
                  </a:lnTo>
                  <a:lnTo>
                    <a:pt x="376936" y="102870"/>
                  </a:lnTo>
                  <a:lnTo>
                    <a:pt x="376694" y="104140"/>
                  </a:lnTo>
                  <a:lnTo>
                    <a:pt x="376389" y="104140"/>
                  </a:lnTo>
                  <a:lnTo>
                    <a:pt x="373164" y="102870"/>
                  </a:lnTo>
                  <a:lnTo>
                    <a:pt x="366687" y="100330"/>
                  </a:lnTo>
                  <a:lnTo>
                    <a:pt x="365912" y="102870"/>
                  </a:lnTo>
                  <a:lnTo>
                    <a:pt x="365467" y="104140"/>
                  </a:lnTo>
                  <a:lnTo>
                    <a:pt x="364401" y="107950"/>
                  </a:lnTo>
                  <a:lnTo>
                    <a:pt x="362356" y="114300"/>
                  </a:lnTo>
                  <a:lnTo>
                    <a:pt x="360972" y="118110"/>
                  </a:lnTo>
                  <a:lnTo>
                    <a:pt x="360451" y="119380"/>
                  </a:lnTo>
                  <a:lnTo>
                    <a:pt x="361327" y="120650"/>
                  </a:lnTo>
                  <a:lnTo>
                    <a:pt x="357263" y="125730"/>
                  </a:lnTo>
                  <a:lnTo>
                    <a:pt x="353860" y="132080"/>
                  </a:lnTo>
                  <a:lnTo>
                    <a:pt x="351345" y="138430"/>
                  </a:lnTo>
                  <a:lnTo>
                    <a:pt x="349910" y="144780"/>
                  </a:lnTo>
                  <a:lnTo>
                    <a:pt x="347560" y="142240"/>
                  </a:lnTo>
                  <a:lnTo>
                    <a:pt x="345998" y="140970"/>
                  </a:lnTo>
                  <a:lnTo>
                    <a:pt x="342849" y="138430"/>
                  </a:lnTo>
                  <a:lnTo>
                    <a:pt x="343115" y="137160"/>
                  </a:lnTo>
                  <a:lnTo>
                    <a:pt x="343255" y="137160"/>
                  </a:lnTo>
                  <a:lnTo>
                    <a:pt x="343344" y="135890"/>
                  </a:lnTo>
                  <a:lnTo>
                    <a:pt x="343433" y="134620"/>
                  </a:lnTo>
                  <a:lnTo>
                    <a:pt x="343535" y="133350"/>
                  </a:lnTo>
                  <a:lnTo>
                    <a:pt x="342709" y="130810"/>
                  </a:lnTo>
                  <a:lnTo>
                    <a:pt x="341071" y="129540"/>
                  </a:lnTo>
                  <a:lnTo>
                    <a:pt x="340283" y="128651"/>
                  </a:lnTo>
                  <a:lnTo>
                    <a:pt x="340283" y="133350"/>
                  </a:lnTo>
                  <a:lnTo>
                    <a:pt x="340169" y="134620"/>
                  </a:lnTo>
                  <a:lnTo>
                    <a:pt x="340042" y="137160"/>
                  </a:lnTo>
                  <a:lnTo>
                    <a:pt x="339242" y="138430"/>
                  </a:lnTo>
                  <a:lnTo>
                    <a:pt x="338289" y="139700"/>
                  </a:lnTo>
                  <a:lnTo>
                    <a:pt x="337769" y="139700"/>
                  </a:lnTo>
                  <a:lnTo>
                    <a:pt x="336931" y="140970"/>
                  </a:lnTo>
                  <a:lnTo>
                    <a:pt x="333756" y="140970"/>
                  </a:lnTo>
                  <a:lnTo>
                    <a:pt x="332130" y="138430"/>
                  </a:lnTo>
                  <a:lnTo>
                    <a:pt x="332244" y="133350"/>
                  </a:lnTo>
                  <a:lnTo>
                    <a:pt x="332892" y="132080"/>
                  </a:lnTo>
                  <a:lnTo>
                    <a:pt x="334556" y="130810"/>
                  </a:lnTo>
                  <a:lnTo>
                    <a:pt x="335470" y="129540"/>
                  </a:lnTo>
                  <a:lnTo>
                    <a:pt x="337464" y="129540"/>
                  </a:lnTo>
                  <a:lnTo>
                    <a:pt x="338340" y="130810"/>
                  </a:lnTo>
                  <a:lnTo>
                    <a:pt x="338759" y="130810"/>
                  </a:lnTo>
                  <a:lnTo>
                    <a:pt x="339813" y="132080"/>
                  </a:lnTo>
                  <a:lnTo>
                    <a:pt x="340283" y="133350"/>
                  </a:lnTo>
                  <a:lnTo>
                    <a:pt x="340283" y="128651"/>
                  </a:lnTo>
                  <a:lnTo>
                    <a:pt x="339953" y="128270"/>
                  </a:lnTo>
                  <a:lnTo>
                    <a:pt x="338340" y="127000"/>
                  </a:lnTo>
                  <a:lnTo>
                    <a:pt x="333248" y="127000"/>
                  </a:lnTo>
                  <a:lnTo>
                    <a:pt x="331546" y="128270"/>
                  </a:lnTo>
                  <a:lnTo>
                    <a:pt x="330987" y="129540"/>
                  </a:lnTo>
                  <a:lnTo>
                    <a:pt x="330352" y="128270"/>
                  </a:lnTo>
                  <a:lnTo>
                    <a:pt x="330085" y="128270"/>
                  </a:lnTo>
                  <a:lnTo>
                    <a:pt x="326758" y="125730"/>
                  </a:lnTo>
                  <a:lnTo>
                    <a:pt x="322948" y="123190"/>
                  </a:lnTo>
                  <a:lnTo>
                    <a:pt x="320459" y="120650"/>
                  </a:lnTo>
                  <a:lnTo>
                    <a:pt x="319417" y="119380"/>
                  </a:lnTo>
                  <a:lnTo>
                    <a:pt x="309676" y="119380"/>
                  </a:lnTo>
                  <a:lnTo>
                    <a:pt x="308051" y="121920"/>
                  </a:lnTo>
                  <a:lnTo>
                    <a:pt x="307073" y="121920"/>
                  </a:lnTo>
                  <a:lnTo>
                    <a:pt x="304977" y="124460"/>
                  </a:lnTo>
                  <a:lnTo>
                    <a:pt x="302539" y="125730"/>
                  </a:lnTo>
                  <a:lnTo>
                    <a:pt x="303682" y="127000"/>
                  </a:lnTo>
                  <a:lnTo>
                    <a:pt x="304761" y="128270"/>
                  </a:lnTo>
                  <a:lnTo>
                    <a:pt x="305917" y="129540"/>
                  </a:lnTo>
                  <a:lnTo>
                    <a:pt x="306628" y="129540"/>
                  </a:lnTo>
                  <a:lnTo>
                    <a:pt x="307822" y="130810"/>
                  </a:lnTo>
                  <a:lnTo>
                    <a:pt x="309486" y="130810"/>
                  </a:lnTo>
                  <a:lnTo>
                    <a:pt x="310553" y="129540"/>
                  </a:lnTo>
                  <a:lnTo>
                    <a:pt x="316103" y="129540"/>
                  </a:lnTo>
                  <a:lnTo>
                    <a:pt x="317347" y="132080"/>
                  </a:lnTo>
                  <a:lnTo>
                    <a:pt x="318185" y="133350"/>
                  </a:lnTo>
                  <a:lnTo>
                    <a:pt x="326174" y="143510"/>
                  </a:lnTo>
                  <a:lnTo>
                    <a:pt x="332574" y="149860"/>
                  </a:lnTo>
                  <a:lnTo>
                    <a:pt x="331876" y="151130"/>
                  </a:lnTo>
                  <a:lnTo>
                    <a:pt x="330479" y="151130"/>
                  </a:lnTo>
                  <a:lnTo>
                    <a:pt x="327837" y="152400"/>
                  </a:lnTo>
                  <a:lnTo>
                    <a:pt x="318655" y="152400"/>
                  </a:lnTo>
                  <a:lnTo>
                    <a:pt x="315899" y="151130"/>
                  </a:lnTo>
                  <a:lnTo>
                    <a:pt x="315328" y="151130"/>
                  </a:lnTo>
                  <a:lnTo>
                    <a:pt x="311848" y="156210"/>
                  </a:lnTo>
                  <a:lnTo>
                    <a:pt x="310819" y="157480"/>
                  </a:lnTo>
                  <a:lnTo>
                    <a:pt x="309841" y="158750"/>
                  </a:lnTo>
                  <a:lnTo>
                    <a:pt x="309206" y="160020"/>
                  </a:lnTo>
                  <a:lnTo>
                    <a:pt x="313931" y="167640"/>
                  </a:lnTo>
                  <a:lnTo>
                    <a:pt x="317512" y="173990"/>
                  </a:lnTo>
                  <a:lnTo>
                    <a:pt x="321005" y="180340"/>
                  </a:lnTo>
                  <a:lnTo>
                    <a:pt x="323545" y="185420"/>
                  </a:lnTo>
                  <a:lnTo>
                    <a:pt x="325793" y="191770"/>
                  </a:lnTo>
                  <a:lnTo>
                    <a:pt x="328752" y="193040"/>
                  </a:lnTo>
                  <a:lnTo>
                    <a:pt x="337769" y="195580"/>
                  </a:lnTo>
                  <a:lnTo>
                    <a:pt x="345617" y="200660"/>
                  </a:lnTo>
                  <a:lnTo>
                    <a:pt x="346468" y="201930"/>
                  </a:lnTo>
                  <a:lnTo>
                    <a:pt x="346583" y="199390"/>
                  </a:lnTo>
                  <a:lnTo>
                    <a:pt x="346684" y="196850"/>
                  </a:lnTo>
                  <a:lnTo>
                    <a:pt x="345465" y="195580"/>
                  </a:lnTo>
                  <a:lnTo>
                    <a:pt x="341071" y="194310"/>
                  </a:lnTo>
                  <a:lnTo>
                    <a:pt x="339407" y="193040"/>
                  </a:lnTo>
                  <a:lnTo>
                    <a:pt x="341223" y="193040"/>
                  </a:lnTo>
                  <a:lnTo>
                    <a:pt x="346684" y="194310"/>
                  </a:lnTo>
                  <a:lnTo>
                    <a:pt x="350608" y="195580"/>
                  </a:lnTo>
                  <a:lnTo>
                    <a:pt x="349770" y="193040"/>
                  </a:lnTo>
                  <a:lnTo>
                    <a:pt x="349351" y="191770"/>
                  </a:lnTo>
                  <a:lnTo>
                    <a:pt x="345313" y="186690"/>
                  </a:lnTo>
                  <a:lnTo>
                    <a:pt x="342849" y="184150"/>
                  </a:lnTo>
                  <a:lnTo>
                    <a:pt x="339509" y="182880"/>
                  </a:lnTo>
                  <a:lnTo>
                    <a:pt x="336245" y="182880"/>
                  </a:lnTo>
                  <a:lnTo>
                    <a:pt x="334848" y="184150"/>
                  </a:lnTo>
                  <a:lnTo>
                    <a:pt x="335064" y="185420"/>
                  </a:lnTo>
                  <a:lnTo>
                    <a:pt x="334340" y="186690"/>
                  </a:lnTo>
                  <a:lnTo>
                    <a:pt x="331749" y="186690"/>
                  </a:lnTo>
                  <a:lnTo>
                    <a:pt x="330898" y="185420"/>
                  </a:lnTo>
                  <a:lnTo>
                    <a:pt x="331749" y="182880"/>
                  </a:lnTo>
                  <a:lnTo>
                    <a:pt x="333616" y="182880"/>
                  </a:lnTo>
                  <a:lnTo>
                    <a:pt x="333248" y="180340"/>
                  </a:lnTo>
                  <a:lnTo>
                    <a:pt x="332828" y="177800"/>
                  </a:lnTo>
                  <a:lnTo>
                    <a:pt x="329666" y="177800"/>
                  </a:lnTo>
                  <a:lnTo>
                    <a:pt x="327837" y="176530"/>
                  </a:lnTo>
                  <a:lnTo>
                    <a:pt x="324878" y="172720"/>
                  </a:lnTo>
                  <a:lnTo>
                    <a:pt x="321818" y="167640"/>
                  </a:lnTo>
                  <a:lnTo>
                    <a:pt x="320255" y="165100"/>
                  </a:lnTo>
                  <a:lnTo>
                    <a:pt x="318858" y="162560"/>
                  </a:lnTo>
                  <a:lnTo>
                    <a:pt x="320776" y="160020"/>
                  </a:lnTo>
                  <a:lnTo>
                    <a:pt x="323126" y="158750"/>
                  </a:lnTo>
                  <a:lnTo>
                    <a:pt x="328142" y="161290"/>
                  </a:lnTo>
                  <a:lnTo>
                    <a:pt x="337921" y="162560"/>
                  </a:lnTo>
                  <a:lnTo>
                    <a:pt x="350177" y="162560"/>
                  </a:lnTo>
                  <a:lnTo>
                    <a:pt x="351904" y="171450"/>
                  </a:lnTo>
                  <a:lnTo>
                    <a:pt x="355638" y="179070"/>
                  </a:lnTo>
                  <a:lnTo>
                    <a:pt x="362140" y="184150"/>
                  </a:lnTo>
                  <a:lnTo>
                    <a:pt x="372186" y="187960"/>
                  </a:lnTo>
                  <a:lnTo>
                    <a:pt x="379857" y="190500"/>
                  </a:lnTo>
                  <a:lnTo>
                    <a:pt x="387934" y="195580"/>
                  </a:lnTo>
                  <a:lnTo>
                    <a:pt x="390728" y="203200"/>
                  </a:lnTo>
                  <a:lnTo>
                    <a:pt x="371500" y="205740"/>
                  </a:lnTo>
                  <a:lnTo>
                    <a:pt x="360311" y="210820"/>
                  </a:lnTo>
                  <a:lnTo>
                    <a:pt x="355104" y="218440"/>
                  </a:lnTo>
                  <a:lnTo>
                    <a:pt x="353822" y="226060"/>
                  </a:lnTo>
                  <a:lnTo>
                    <a:pt x="355574" y="233680"/>
                  </a:lnTo>
                  <a:lnTo>
                    <a:pt x="359435" y="238760"/>
                  </a:lnTo>
                  <a:lnTo>
                    <a:pt x="363296" y="242570"/>
                  </a:lnTo>
                  <a:lnTo>
                    <a:pt x="365048" y="248920"/>
                  </a:lnTo>
                  <a:lnTo>
                    <a:pt x="360730" y="254000"/>
                  </a:lnTo>
                  <a:lnTo>
                    <a:pt x="350647" y="257810"/>
                  </a:lnTo>
                  <a:lnTo>
                    <a:pt x="339013" y="260350"/>
                  </a:lnTo>
                  <a:lnTo>
                    <a:pt x="330085" y="261620"/>
                  </a:lnTo>
                  <a:lnTo>
                    <a:pt x="323126" y="262890"/>
                  </a:lnTo>
                  <a:lnTo>
                    <a:pt x="319354" y="264160"/>
                  </a:lnTo>
                  <a:lnTo>
                    <a:pt x="315937" y="267970"/>
                  </a:lnTo>
                  <a:lnTo>
                    <a:pt x="312686" y="270510"/>
                  </a:lnTo>
                  <a:lnTo>
                    <a:pt x="303352" y="279400"/>
                  </a:lnTo>
                  <a:lnTo>
                    <a:pt x="305917" y="280670"/>
                  </a:lnTo>
                  <a:lnTo>
                    <a:pt x="308483" y="280670"/>
                  </a:lnTo>
                  <a:lnTo>
                    <a:pt x="313067" y="274320"/>
                  </a:lnTo>
                  <a:lnTo>
                    <a:pt x="314350" y="273050"/>
                  </a:lnTo>
                  <a:lnTo>
                    <a:pt x="315328" y="270510"/>
                  </a:lnTo>
                  <a:lnTo>
                    <a:pt x="316166" y="271780"/>
                  </a:lnTo>
                  <a:lnTo>
                    <a:pt x="317119" y="271780"/>
                  </a:lnTo>
                  <a:lnTo>
                    <a:pt x="315429" y="274320"/>
                  </a:lnTo>
                  <a:lnTo>
                    <a:pt x="311670" y="280670"/>
                  </a:lnTo>
                  <a:lnTo>
                    <a:pt x="327406" y="281940"/>
                  </a:lnTo>
                  <a:lnTo>
                    <a:pt x="328422" y="276860"/>
                  </a:lnTo>
                  <a:lnTo>
                    <a:pt x="328422" y="271780"/>
                  </a:lnTo>
                  <a:lnTo>
                    <a:pt x="324472" y="270510"/>
                  </a:lnTo>
                  <a:lnTo>
                    <a:pt x="326758" y="267970"/>
                  </a:lnTo>
                  <a:lnTo>
                    <a:pt x="329120" y="266700"/>
                  </a:lnTo>
                  <a:lnTo>
                    <a:pt x="330987" y="267970"/>
                  </a:lnTo>
                  <a:lnTo>
                    <a:pt x="334632" y="271780"/>
                  </a:lnTo>
                  <a:lnTo>
                    <a:pt x="335203" y="274320"/>
                  </a:lnTo>
                  <a:lnTo>
                    <a:pt x="339598" y="271780"/>
                  </a:lnTo>
                  <a:lnTo>
                    <a:pt x="353187" y="266700"/>
                  </a:lnTo>
                  <a:lnTo>
                    <a:pt x="370166" y="260350"/>
                  </a:lnTo>
                  <a:lnTo>
                    <a:pt x="375221" y="257810"/>
                  </a:lnTo>
                  <a:lnTo>
                    <a:pt x="378282" y="256540"/>
                  </a:lnTo>
                  <a:lnTo>
                    <a:pt x="382143" y="255270"/>
                  </a:lnTo>
                  <a:lnTo>
                    <a:pt x="381000" y="252730"/>
                  </a:lnTo>
                  <a:lnTo>
                    <a:pt x="378625" y="251460"/>
                  </a:lnTo>
                  <a:lnTo>
                    <a:pt x="376212" y="248920"/>
                  </a:lnTo>
                  <a:lnTo>
                    <a:pt x="375666" y="246380"/>
                  </a:lnTo>
                  <a:lnTo>
                    <a:pt x="375666" y="232410"/>
                  </a:lnTo>
                  <a:lnTo>
                    <a:pt x="381927" y="228600"/>
                  </a:lnTo>
                  <a:lnTo>
                    <a:pt x="393192" y="228600"/>
                  </a:lnTo>
                  <a:lnTo>
                    <a:pt x="392696" y="232410"/>
                  </a:lnTo>
                  <a:lnTo>
                    <a:pt x="392696" y="233680"/>
                  </a:lnTo>
                  <a:lnTo>
                    <a:pt x="396659" y="245110"/>
                  </a:lnTo>
                  <a:lnTo>
                    <a:pt x="405841" y="255270"/>
                  </a:lnTo>
                  <a:lnTo>
                    <a:pt x="416255" y="262890"/>
                  </a:lnTo>
                  <a:lnTo>
                    <a:pt x="423913" y="265430"/>
                  </a:lnTo>
                  <a:lnTo>
                    <a:pt x="426872" y="265430"/>
                  </a:lnTo>
                  <a:lnTo>
                    <a:pt x="430911" y="262890"/>
                  </a:lnTo>
                  <a:lnTo>
                    <a:pt x="431025" y="267970"/>
                  </a:lnTo>
                  <a:lnTo>
                    <a:pt x="431139" y="273050"/>
                  </a:lnTo>
                  <a:lnTo>
                    <a:pt x="431253" y="279400"/>
                  </a:lnTo>
                  <a:lnTo>
                    <a:pt x="432803" y="284480"/>
                  </a:lnTo>
                  <a:lnTo>
                    <a:pt x="430110" y="300990"/>
                  </a:lnTo>
                  <a:lnTo>
                    <a:pt x="427685" y="302260"/>
                  </a:lnTo>
                  <a:lnTo>
                    <a:pt x="417766" y="309880"/>
                  </a:lnTo>
                  <a:lnTo>
                    <a:pt x="413105" y="320040"/>
                  </a:lnTo>
                  <a:lnTo>
                    <a:pt x="411048" y="322580"/>
                  </a:lnTo>
                  <a:lnTo>
                    <a:pt x="413207" y="323850"/>
                  </a:lnTo>
                  <a:lnTo>
                    <a:pt x="415505" y="323850"/>
                  </a:lnTo>
                  <a:lnTo>
                    <a:pt x="417347" y="318770"/>
                  </a:lnTo>
                  <a:lnTo>
                    <a:pt x="419049" y="313690"/>
                  </a:lnTo>
                  <a:lnTo>
                    <a:pt x="420776" y="311150"/>
                  </a:lnTo>
                  <a:lnTo>
                    <a:pt x="422656" y="309880"/>
                  </a:lnTo>
                  <a:lnTo>
                    <a:pt x="420687" y="314960"/>
                  </a:lnTo>
                  <a:lnTo>
                    <a:pt x="419328" y="321310"/>
                  </a:lnTo>
                  <a:lnTo>
                    <a:pt x="418261" y="323850"/>
                  </a:lnTo>
                  <a:lnTo>
                    <a:pt x="424751" y="325120"/>
                  </a:lnTo>
                  <a:lnTo>
                    <a:pt x="434784" y="320040"/>
                  </a:lnTo>
                  <a:lnTo>
                    <a:pt x="434784" y="311150"/>
                  </a:lnTo>
                  <a:lnTo>
                    <a:pt x="431253" y="311150"/>
                  </a:lnTo>
                  <a:lnTo>
                    <a:pt x="431253" y="309880"/>
                  </a:lnTo>
                  <a:lnTo>
                    <a:pt x="431253" y="307340"/>
                  </a:lnTo>
                  <a:lnTo>
                    <a:pt x="432841" y="306070"/>
                  </a:lnTo>
                  <a:lnTo>
                    <a:pt x="437273" y="306070"/>
                  </a:lnTo>
                  <a:lnTo>
                    <a:pt x="439216" y="307340"/>
                  </a:lnTo>
                  <a:lnTo>
                    <a:pt x="439331" y="308610"/>
                  </a:lnTo>
                  <a:lnTo>
                    <a:pt x="441998" y="307340"/>
                  </a:lnTo>
                  <a:lnTo>
                    <a:pt x="442925" y="306070"/>
                  </a:lnTo>
                  <a:lnTo>
                    <a:pt x="443839" y="304800"/>
                  </a:lnTo>
                  <a:lnTo>
                    <a:pt x="443814" y="302260"/>
                  </a:lnTo>
                  <a:lnTo>
                    <a:pt x="443699" y="290830"/>
                  </a:lnTo>
                  <a:lnTo>
                    <a:pt x="444119" y="290830"/>
                  </a:lnTo>
                  <a:lnTo>
                    <a:pt x="445274" y="293370"/>
                  </a:lnTo>
                  <a:lnTo>
                    <a:pt x="447344" y="294640"/>
                  </a:lnTo>
                  <a:lnTo>
                    <a:pt x="454558" y="294640"/>
                  </a:lnTo>
                  <a:lnTo>
                    <a:pt x="456590" y="292100"/>
                  </a:lnTo>
                  <a:lnTo>
                    <a:pt x="458990" y="290830"/>
                  </a:lnTo>
                  <a:lnTo>
                    <a:pt x="460717" y="288290"/>
                  </a:lnTo>
                  <a:lnTo>
                    <a:pt x="461416" y="285750"/>
                  </a:lnTo>
                  <a:lnTo>
                    <a:pt x="461416" y="283210"/>
                  </a:lnTo>
                  <a:lnTo>
                    <a:pt x="461124" y="281940"/>
                  </a:lnTo>
                  <a:lnTo>
                    <a:pt x="460336" y="280670"/>
                  </a:lnTo>
                  <a:lnTo>
                    <a:pt x="459333" y="279400"/>
                  </a:lnTo>
                  <a:lnTo>
                    <a:pt x="458419" y="278714"/>
                  </a:lnTo>
                  <a:lnTo>
                    <a:pt x="458419" y="283210"/>
                  </a:lnTo>
                  <a:lnTo>
                    <a:pt x="458279" y="284480"/>
                  </a:lnTo>
                  <a:lnTo>
                    <a:pt x="458101" y="285750"/>
                  </a:lnTo>
                  <a:lnTo>
                    <a:pt x="457771" y="287020"/>
                  </a:lnTo>
                  <a:lnTo>
                    <a:pt x="456590" y="289560"/>
                  </a:lnTo>
                  <a:lnTo>
                    <a:pt x="454875" y="289560"/>
                  </a:lnTo>
                  <a:lnTo>
                    <a:pt x="451815" y="292100"/>
                  </a:lnTo>
                  <a:lnTo>
                    <a:pt x="448259" y="292100"/>
                  </a:lnTo>
                  <a:lnTo>
                    <a:pt x="447535" y="290830"/>
                  </a:lnTo>
                  <a:lnTo>
                    <a:pt x="446811" y="289560"/>
                  </a:lnTo>
                  <a:lnTo>
                    <a:pt x="445973" y="288290"/>
                  </a:lnTo>
                  <a:lnTo>
                    <a:pt x="446062" y="287020"/>
                  </a:lnTo>
                  <a:lnTo>
                    <a:pt x="446227" y="287020"/>
                  </a:lnTo>
                  <a:lnTo>
                    <a:pt x="446392" y="285750"/>
                  </a:lnTo>
                  <a:lnTo>
                    <a:pt x="446557" y="284480"/>
                  </a:lnTo>
                  <a:lnTo>
                    <a:pt x="447903" y="283210"/>
                  </a:lnTo>
                  <a:lnTo>
                    <a:pt x="449491" y="281940"/>
                  </a:lnTo>
                  <a:lnTo>
                    <a:pt x="451345" y="280670"/>
                  </a:lnTo>
                  <a:lnTo>
                    <a:pt x="455129" y="280670"/>
                  </a:lnTo>
                  <a:lnTo>
                    <a:pt x="457060" y="281940"/>
                  </a:lnTo>
                  <a:lnTo>
                    <a:pt x="457644" y="283210"/>
                  </a:lnTo>
                  <a:lnTo>
                    <a:pt x="458419" y="283210"/>
                  </a:lnTo>
                  <a:lnTo>
                    <a:pt x="458419" y="278714"/>
                  </a:lnTo>
                  <a:lnTo>
                    <a:pt x="457644" y="278130"/>
                  </a:lnTo>
                  <a:lnTo>
                    <a:pt x="455764" y="278130"/>
                  </a:lnTo>
                  <a:lnTo>
                    <a:pt x="453199" y="276860"/>
                  </a:lnTo>
                  <a:lnTo>
                    <a:pt x="450265" y="278130"/>
                  </a:lnTo>
                  <a:lnTo>
                    <a:pt x="445681" y="280670"/>
                  </a:lnTo>
                  <a:lnTo>
                    <a:pt x="443839" y="283210"/>
                  </a:lnTo>
                  <a:lnTo>
                    <a:pt x="443280" y="285750"/>
                  </a:lnTo>
                  <a:lnTo>
                    <a:pt x="443217" y="284480"/>
                  </a:lnTo>
                  <a:lnTo>
                    <a:pt x="443141" y="283210"/>
                  </a:lnTo>
                  <a:lnTo>
                    <a:pt x="443064" y="281940"/>
                  </a:lnTo>
                  <a:lnTo>
                    <a:pt x="443001" y="280670"/>
                  </a:lnTo>
                  <a:lnTo>
                    <a:pt x="442925" y="279400"/>
                  </a:lnTo>
                  <a:lnTo>
                    <a:pt x="442849" y="278130"/>
                  </a:lnTo>
                  <a:lnTo>
                    <a:pt x="442785" y="276860"/>
                  </a:lnTo>
                  <a:lnTo>
                    <a:pt x="441998" y="269240"/>
                  </a:lnTo>
                  <a:lnTo>
                    <a:pt x="442125" y="267970"/>
                  </a:lnTo>
                  <a:lnTo>
                    <a:pt x="442252" y="266700"/>
                  </a:lnTo>
                  <a:lnTo>
                    <a:pt x="442366" y="265430"/>
                  </a:lnTo>
                  <a:lnTo>
                    <a:pt x="442468" y="264160"/>
                  </a:lnTo>
                  <a:lnTo>
                    <a:pt x="442569" y="262890"/>
                  </a:lnTo>
                  <a:lnTo>
                    <a:pt x="442671" y="261620"/>
                  </a:lnTo>
                  <a:lnTo>
                    <a:pt x="442785" y="260350"/>
                  </a:lnTo>
                  <a:lnTo>
                    <a:pt x="442925" y="257810"/>
                  </a:lnTo>
                  <a:lnTo>
                    <a:pt x="441325" y="257810"/>
                  </a:lnTo>
                  <a:lnTo>
                    <a:pt x="439623" y="256540"/>
                  </a:lnTo>
                  <a:lnTo>
                    <a:pt x="437781" y="260350"/>
                  </a:lnTo>
                  <a:lnTo>
                    <a:pt x="432930" y="260350"/>
                  </a:lnTo>
                  <a:lnTo>
                    <a:pt x="425742" y="252730"/>
                  </a:lnTo>
                  <a:lnTo>
                    <a:pt x="425742" y="246380"/>
                  </a:lnTo>
                  <a:lnTo>
                    <a:pt x="426923" y="241300"/>
                  </a:lnTo>
                  <a:lnTo>
                    <a:pt x="429983" y="233680"/>
                  </a:lnTo>
                  <a:lnTo>
                    <a:pt x="431977" y="228600"/>
                  </a:lnTo>
                  <a:lnTo>
                    <a:pt x="432612" y="223520"/>
                  </a:lnTo>
                  <a:lnTo>
                    <a:pt x="432930" y="220980"/>
                  </a:lnTo>
                  <a:lnTo>
                    <a:pt x="432841" y="218440"/>
                  </a:lnTo>
                  <a:lnTo>
                    <a:pt x="434682" y="217170"/>
                  </a:lnTo>
                  <a:lnTo>
                    <a:pt x="437299" y="222250"/>
                  </a:lnTo>
                  <a:lnTo>
                    <a:pt x="439470" y="227330"/>
                  </a:lnTo>
                  <a:lnTo>
                    <a:pt x="442785" y="231140"/>
                  </a:lnTo>
                  <a:lnTo>
                    <a:pt x="443852" y="238760"/>
                  </a:lnTo>
                  <a:lnTo>
                    <a:pt x="448995" y="245110"/>
                  </a:lnTo>
                  <a:lnTo>
                    <a:pt x="456577" y="248920"/>
                  </a:lnTo>
                  <a:lnTo>
                    <a:pt x="462165" y="246380"/>
                  </a:lnTo>
                  <a:lnTo>
                    <a:pt x="464959" y="245110"/>
                  </a:lnTo>
                  <a:lnTo>
                    <a:pt x="459587" y="246380"/>
                  </a:lnTo>
                  <a:lnTo>
                    <a:pt x="455790" y="241300"/>
                  </a:lnTo>
                  <a:lnTo>
                    <a:pt x="453402" y="236220"/>
                  </a:lnTo>
                  <a:lnTo>
                    <a:pt x="454355" y="236220"/>
                  </a:lnTo>
                  <a:lnTo>
                    <a:pt x="457974" y="237490"/>
                  </a:lnTo>
                  <a:lnTo>
                    <a:pt x="461835" y="241300"/>
                  </a:lnTo>
                  <a:lnTo>
                    <a:pt x="474002" y="241300"/>
                  </a:lnTo>
                  <a:lnTo>
                    <a:pt x="475411" y="236220"/>
                  </a:lnTo>
                  <a:lnTo>
                    <a:pt x="476110" y="233680"/>
                  </a:lnTo>
                  <a:lnTo>
                    <a:pt x="477164" y="229870"/>
                  </a:lnTo>
                  <a:lnTo>
                    <a:pt x="475043" y="232410"/>
                  </a:lnTo>
                  <a:lnTo>
                    <a:pt x="470611" y="233680"/>
                  </a:lnTo>
                  <a:lnTo>
                    <a:pt x="467575" y="233680"/>
                  </a:lnTo>
                  <a:lnTo>
                    <a:pt x="469087" y="232410"/>
                  </a:lnTo>
                  <a:lnTo>
                    <a:pt x="472109" y="229870"/>
                  </a:lnTo>
                  <a:lnTo>
                    <a:pt x="474484" y="224790"/>
                  </a:lnTo>
                  <a:lnTo>
                    <a:pt x="474484" y="218440"/>
                  </a:lnTo>
                  <a:lnTo>
                    <a:pt x="468680" y="199390"/>
                  </a:lnTo>
                  <a:lnTo>
                    <a:pt x="443090" y="173990"/>
                  </a:lnTo>
                  <a:lnTo>
                    <a:pt x="437273" y="157480"/>
                  </a:lnTo>
                  <a:lnTo>
                    <a:pt x="437273" y="147320"/>
                  </a:lnTo>
                  <a:lnTo>
                    <a:pt x="446354" y="140970"/>
                  </a:lnTo>
                  <a:lnTo>
                    <a:pt x="455129" y="140970"/>
                  </a:lnTo>
                  <a:lnTo>
                    <a:pt x="456984" y="142240"/>
                  </a:lnTo>
                  <a:lnTo>
                    <a:pt x="458419" y="142240"/>
                  </a:lnTo>
                  <a:lnTo>
                    <a:pt x="456082" y="144780"/>
                  </a:lnTo>
                  <a:lnTo>
                    <a:pt x="454748" y="148590"/>
                  </a:lnTo>
                  <a:lnTo>
                    <a:pt x="454875" y="153670"/>
                  </a:lnTo>
                  <a:lnTo>
                    <a:pt x="461048" y="165100"/>
                  </a:lnTo>
                  <a:lnTo>
                    <a:pt x="473748" y="172720"/>
                  </a:lnTo>
                  <a:lnTo>
                    <a:pt x="486371" y="177800"/>
                  </a:lnTo>
                  <a:lnTo>
                    <a:pt x="492290" y="184150"/>
                  </a:lnTo>
                  <a:close/>
                </a:path>
              </a:pathLst>
            </a:custGeom>
            <a:solidFill>
              <a:srgbClr val="FFFFFF"/>
            </a:solidFill>
          </p:spPr>
          <p:txBody>
            <a:bodyPr wrap="square" lIns="0" tIns="0" rIns="0" bIns="0" rtlCol="0"/>
            <a:lstStyle/>
            <a:p>
              <a:endParaRPr/>
            </a:p>
          </p:txBody>
        </p:sp>
        <p:pic>
          <p:nvPicPr>
            <p:cNvPr id="11" name="object 11"/>
            <p:cNvPicPr>
              <a:picLocks noGrp="1" noRot="1" noMove="1" noResize="1" noEditPoints="1" noAdjustHandles="1" noChangeArrowheads="1" noChangeShapeType="1" noCrop="1"/>
            </p:cNvPicPr>
            <p:nvPr/>
          </p:nvPicPr>
          <p:blipFill>
            <a:blip r:embed="rId5" cstate="print"/>
            <a:stretch>
              <a:fillRect/>
            </a:stretch>
          </p:blipFill>
          <p:spPr>
            <a:xfrm>
              <a:off x="723307" y="1028083"/>
              <a:ext cx="162182" cy="202135"/>
            </a:xfrm>
            <a:prstGeom prst="rect">
              <a:avLst/>
            </a:prstGeom>
          </p:spPr>
        </p:pic>
        <p:pic>
          <p:nvPicPr>
            <p:cNvPr id="12" name="object 12"/>
            <p:cNvPicPr>
              <a:picLocks noGrp="1" noRot="1" noMove="1" noResize="1" noEditPoints="1" noAdjustHandles="1" noChangeArrowheads="1" noChangeShapeType="1" noCrop="1"/>
            </p:cNvPicPr>
            <p:nvPr/>
          </p:nvPicPr>
          <p:blipFill>
            <a:blip r:embed="rId6" cstate="print"/>
            <a:stretch>
              <a:fillRect/>
            </a:stretch>
          </p:blipFill>
          <p:spPr>
            <a:xfrm>
              <a:off x="928447" y="1028087"/>
              <a:ext cx="167248" cy="197425"/>
            </a:xfrm>
            <a:prstGeom prst="rect">
              <a:avLst/>
            </a:prstGeom>
          </p:spPr>
        </p:pic>
        <p:sp>
          <p:nvSpPr>
            <p:cNvPr id="13" name="object 13"/>
            <p:cNvSpPr>
              <a:spLocks noGrp="1" noRot="1" noMove="1" noResize="1" noEditPoints="1" noAdjustHandles="1" noChangeArrowheads="1" noChangeShapeType="1"/>
            </p:cNvSpPr>
            <p:nvPr/>
          </p:nvSpPr>
          <p:spPr>
            <a:xfrm>
              <a:off x="1195451" y="1028089"/>
              <a:ext cx="160020" cy="197485"/>
            </a:xfrm>
            <a:custGeom>
              <a:avLst/>
              <a:gdLst/>
              <a:ahLst/>
              <a:cxnLst/>
              <a:rect l="l" t="t" r="r" b="b"/>
              <a:pathLst>
                <a:path w="160019" h="197484">
                  <a:moveTo>
                    <a:pt x="159918" y="0"/>
                  </a:moveTo>
                  <a:lnTo>
                    <a:pt x="133070" y="0"/>
                  </a:lnTo>
                  <a:lnTo>
                    <a:pt x="133070" y="85432"/>
                  </a:lnTo>
                  <a:lnTo>
                    <a:pt x="26835" y="85432"/>
                  </a:lnTo>
                  <a:lnTo>
                    <a:pt x="26835" y="0"/>
                  </a:lnTo>
                  <a:lnTo>
                    <a:pt x="0" y="0"/>
                  </a:lnTo>
                  <a:lnTo>
                    <a:pt x="0" y="85432"/>
                  </a:lnTo>
                  <a:lnTo>
                    <a:pt x="0" y="106794"/>
                  </a:lnTo>
                  <a:lnTo>
                    <a:pt x="0" y="197243"/>
                  </a:lnTo>
                  <a:lnTo>
                    <a:pt x="26835" y="197243"/>
                  </a:lnTo>
                  <a:lnTo>
                    <a:pt x="26835" y="106794"/>
                  </a:lnTo>
                  <a:lnTo>
                    <a:pt x="133070" y="106794"/>
                  </a:lnTo>
                  <a:lnTo>
                    <a:pt x="133070" y="197243"/>
                  </a:lnTo>
                  <a:lnTo>
                    <a:pt x="159918" y="197243"/>
                  </a:lnTo>
                  <a:lnTo>
                    <a:pt x="159918" y="106794"/>
                  </a:lnTo>
                  <a:lnTo>
                    <a:pt x="159918" y="85432"/>
                  </a:lnTo>
                  <a:lnTo>
                    <a:pt x="159918" y="0"/>
                  </a:lnTo>
                  <a:close/>
                </a:path>
              </a:pathLst>
            </a:custGeom>
            <a:solidFill>
              <a:srgbClr val="FFFFFF"/>
            </a:solidFill>
          </p:spPr>
          <p:txBody>
            <a:bodyPr wrap="square" lIns="0" tIns="0" rIns="0" bIns="0" rtlCol="0"/>
            <a:lstStyle/>
            <a:p>
              <a:endParaRPr/>
            </a:p>
          </p:txBody>
        </p:sp>
        <p:pic>
          <p:nvPicPr>
            <p:cNvPr id="14" name="object 14"/>
            <p:cNvPicPr>
              <a:picLocks noGrp="1" noRot="1" noMove="1" noResize="1" noEditPoints="1" noAdjustHandles="1" noChangeArrowheads="1" noChangeShapeType="1" noCrop="1"/>
            </p:cNvPicPr>
            <p:nvPr/>
          </p:nvPicPr>
          <p:blipFill>
            <a:blip r:embed="rId7" cstate="print"/>
            <a:stretch>
              <a:fillRect/>
            </a:stretch>
          </p:blipFill>
          <p:spPr>
            <a:xfrm>
              <a:off x="1387592" y="1079243"/>
              <a:ext cx="289038" cy="149587"/>
            </a:xfrm>
            <a:prstGeom prst="rect">
              <a:avLst/>
            </a:prstGeom>
          </p:spPr>
        </p:pic>
        <p:sp>
          <p:nvSpPr>
            <p:cNvPr id="15" name="object 15"/>
            <p:cNvSpPr>
              <a:spLocks noGrp="1" noRot="1" noMove="1" noResize="1" noEditPoints="1" noAdjustHandles="1" noChangeArrowheads="1" noChangeShapeType="1"/>
            </p:cNvSpPr>
            <p:nvPr/>
          </p:nvSpPr>
          <p:spPr>
            <a:xfrm>
              <a:off x="1700362" y="1028087"/>
              <a:ext cx="24130" cy="197485"/>
            </a:xfrm>
            <a:custGeom>
              <a:avLst/>
              <a:gdLst/>
              <a:ahLst/>
              <a:cxnLst/>
              <a:rect l="l" t="t" r="r" b="b"/>
              <a:pathLst>
                <a:path w="24130" h="197484">
                  <a:moveTo>
                    <a:pt x="24017" y="197425"/>
                  </a:moveTo>
                  <a:lnTo>
                    <a:pt x="0" y="197425"/>
                  </a:lnTo>
                  <a:lnTo>
                    <a:pt x="0" y="0"/>
                  </a:lnTo>
                  <a:lnTo>
                    <a:pt x="24017" y="0"/>
                  </a:lnTo>
                  <a:lnTo>
                    <a:pt x="24017" y="197425"/>
                  </a:lnTo>
                  <a:close/>
                </a:path>
              </a:pathLst>
            </a:custGeom>
            <a:solidFill>
              <a:srgbClr val="FFFFFF"/>
            </a:solidFill>
          </p:spPr>
          <p:txBody>
            <a:bodyPr wrap="square" lIns="0" tIns="0" rIns="0" bIns="0" rtlCol="0"/>
            <a:lstStyle/>
            <a:p>
              <a:endParaRPr/>
            </a:p>
          </p:txBody>
        </p:sp>
        <p:pic>
          <p:nvPicPr>
            <p:cNvPr id="16" name="object 16"/>
            <p:cNvPicPr>
              <a:picLocks noGrp="1" noRot="1" noMove="1" noResize="1" noEditPoints="1" noAdjustHandles="1" noChangeArrowheads="1" noChangeShapeType="1" noCrop="1"/>
            </p:cNvPicPr>
            <p:nvPr/>
          </p:nvPicPr>
          <p:blipFill>
            <a:blip r:embed="rId8" cstate="print"/>
            <a:stretch>
              <a:fillRect/>
            </a:stretch>
          </p:blipFill>
          <p:spPr>
            <a:xfrm>
              <a:off x="1746146" y="1039702"/>
              <a:ext cx="77972" cy="185820"/>
            </a:xfrm>
            <a:prstGeom prst="rect">
              <a:avLst/>
            </a:prstGeom>
          </p:spPr>
        </p:pic>
        <p:pic>
          <p:nvPicPr>
            <p:cNvPr id="17" name="object 17"/>
            <p:cNvPicPr>
              <a:picLocks noGrp="1" noRot="1" noMove="1" noResize="1" noEditPoints="1" noAdjustHandles="1" noChangeArrowheads="1" noChangeShapeType="1" noCrop="1"/>
            </p:cNvPicPr>
            <p:nvPr/>
          </p:nvPicPr>
          <p:blipFill>
            <a:blip r:embed="rId9" cstate="print"/>
            <a:stretch>
              <a:fillRect/>
            </a:stretch>
          </p:blipFill>
          <p:spPr>
            <a:xfrm>
              <a:off x="1850678" y="1028087"/>
              <a:ext cx="120924" cy="197425"/>
            </a:xfrm>
            <a:prstGeom prst="rect">
              <a:avLst/>
            </a:prstGeom>
          </p:spPr>
        </p:pic>
        <p:pic>
          <p:nvPicPr>
            <p:cNvPr id="18" name="object 18"/>
            <p:cNvPicPr>
              <a:picLocks noGrp="1" noRot="1" noMove="1" noResize="1" noEditPoints="1" noAdjustHandles="1" noChangeArrowheads="1" noChangeShapeType="1" noCrop="1"/>
            </p:cNvPicPr>
            <p:nvPr/>
          </p:nvPicPr>
          <p:blipFill>
            <a:blip r:embed="rId10" cstate="print"/>
            <a:stretch>
              <a:fillRect/>
            </a:stretch>
          </p:blipFill>
          <p:spPr>
            <a:xfrm>
              <a:off x="712861" y="1314126"/>
              <a:ext cx="162182" cy="206814"/>
            </a:xfrm>
            <a:prstGeom prst="rect">
              <a:avLst/>
            </a:prstGeom>
          </p:spPr>
        </p:pic>
        <p:pic>
          <p:nvPicPr>
            <p:cNvPr id="19" name="object 19"/>
            <p:cNvPicPr>
              <a:picLocks noGrp="1" noRot="1" noMove="1" noResize="1" noEditPoints="1" noAdjustHandles="1" noChangeArrowheads="1" noChangeShapeType="1" noCrop="1"/>
            </p:cNvPicPr>
            <p:nvPr/>
          </p:nvPicPr>
          <p:blipFill>
            <a:blip r:embed="rId11" cstate="print"/>
            <a:stretch>
              <a:fillRect/>
            </a:stretch>
          </p:blipFill>
          <p:spPr>
            <a:xfrm>
              <a:off x="895674" y="1369975"/>
              <a:ext cx="284513" cy="149595"/>
            </a:xfrm>
            <a:prstGeom prst="rect">
              <a:avLst/>
            </a:prstGeom>
          </p:spPr>
        </p:pic>
        <p:pic>
          <p:nvPicPr>
            <p:cNvPr id="20" name="object 20"/>
            <p:cNvPicPr>
              <a:picLocks noGrp="1" noRot="1" noMove="1" noResize="1" noEditPoints="1" noAdjustHandles="1" noChangeArrowheads="1" noChangeShapeType="1" noCrop="1"/>
            </p:cNvPicPr>
            <p:nvPr/>
          </p:nvPicPr>
          <p:blipFill>
            <a:blip r:embed="rId12" cstate="print"/>
            <a:stretch>
              <a:fillRect/>
            </a:stretch>
          </p:blipFill>
          <p:spPr>
            <a:xfrm>
              <a:off x="1207038" y="1373286"/>
              <a:ext cx="120924" cy="146279"/>
            </a:xfrm>
            <a:prstGeom prst="rect">
              <a:avLst/>
            </a:prstGeom>
          </p:spPr>
        </p:pic>
        <p:pic>
          <p:nvPicPr>
            <p:cNvPr id="21" name="object 21"/>
            <p:cNvPicPr>
              <a:picLocks noGrp="1" noRot="1" noMove="1" noResize="1" noEditPoints="1" noAdjustHandles="1" noChangeArrowheads="1" noChangeShapeType="1" noCrop="1"/>
            </p:cNvPicPr>
            <p:nvPr/>
          </p:nvPicPr>
          <p:blipFill>
            <a:blip r:embed="rId13" cstate="print"/>
            <a:stretch>
              <a:fillRect/>
            </a:stretch>
          </p:blipFill>
          <p:spPr>
            <a:xfrm>
              <a:off x="1363291" y="1369976"/>
              <a:ext cx="76848" cy="146279"/>
            </a:xfrm>
            <a:prstGeom prst="rect">
              <a:avLst/>
            </a:prstGeom>
          </p:spPr>
        </p:pic>
        <p:sp>
          <p:nvSpPr>
            <p:cNvPr id="22" name="object 22"/>
            <p:cNvSpPr>
              <a:spLocks noGrp="1" noRot="1" noMove="1" noResize="1" noEditPoints="1" noAdjustHandles="1" noChangeArrowheads="1" noChangeShapeType="1"/>
            </p:cNvSpPr>
            <p:nvPr/>
          </p:nvSpPr>
          <p:spPr>
            <a:xfrm>
              <a:off x="1459636" y="1318843"/>
              <a:ext cx="24130" cy="197485"/>
            </a:xfrm>
            <a:custGeom>
              <a:avLst/>
              <a:gdLst/>
              <a:ahLst/>
              <a:cxnLst/>
              <a:rect l="l" t="t" r="r" b="b"/>
              <a:pathLst>
                <a:path w="24130" h="197484">
                  <a:moveTo>
                    <a:pt x="24015" y="54457"/>
                  </a:moveTo>
                  <a:lnTo>
                    <a:pt x="0" y="54457"/>
                  </a:lnTo>
                  <a:lnTo>
                    <a:pt x="0" y="197421"/>
                  </a:lnTo>
                  <a:lnTo>
                    <a:pt x="24015" y="197421"/>
                  </a:lnTo>
                  <a:lnTo>
                    <a:pt x="24015" y="54457"/>
                  </a:lnTo>
                  <a:close/>
                </a:path>
                <a:path w="24130" h="197484">
                  <a:moveTo>
                    <a:pt x="24015" y="0"/>
                  </a:moveTo>
                  <a:lnTo>
                    <a:pt x="0" y="0"/>
                  </a:lnTo>
                  <a:lnTo>
                    <a:pt x="0" y="28752"/>
                  </a:lnTo>
                  <a:lnTo>
                    <a:pt x="24015" y="28752"/>
                  </a:lnTo>
                  <a:lnTo>
                    <a:pt x="24015" y="0"/>
                  </a:lnTo>
                  <a:close/>
                </a:path>
              </a:pathLst>
            </a:custGeom>
            <a:solidFill>
              <a:srgbClr val="FFFFFF"/>
            </a:solidFill>
          </p:spPr>
          <p:txBody>
            <a:bodyPr wrap="square" lIns="0" tIns="0" rIns="0" bIns="0" rtlCol="0"/>
            <a:lstStyle/>
            <a:p>
              <a:endParaRPr/>
            </a:p>
          </p:txBody>
        </p:sp>
        <p:pic>
          <p:nvPicPr>
            <p:cNvPr id="23" name="object 23"/>
            <p:cNvPicPr>
              <a:picLocks noGrp="1" noRot="1" noMove="1" noResize="1" noEditPoints="1" noAdjustHandles="1" noChangeArrowheads="1" noChangeShapeType="1" noCrop="1"/>
            </p:cNvPicPr>
            <p:nvPr/>
          </p:nvPicPr>
          <p:blipFill>
            <a:blip r:embed="rId14" cstate="print"/>
            <a:stretch>
              <a:fillRect/>
            </a:stretch>
          </p:blipFill>
          <p:spPr>
            <a:xfrm>
              <a:off x="1505414" y="1330435"/>
              <a:ext cx="225455" cy="243047"/>
            </a:xfrm>
            <a:prstGeom prst="rect">
              <a:avLst/>
            </a:prstGeom>
          </p:spPr>
        </p:pic>
        <p:pic>
          <p:nvPicPr>
            <p:cNvPr id="24" name="object 24"/>
            <p:cNvPicPr>
              <a:picLocks noGrp="1" noRot="1" noMove="1" noResize="1" noEditPoints="1" noAdjustHandles="1" noChangeArrowheads="1" noChangeShapeType="1" noCrop="1"/>
            </p:cNvPicPr>
            <p:nvPr/>
          </p:nvPicPr>
          <p:blipFill>
            <a:blip r:embed="rId15" cstate="print"/>
            <a:stretch>
              <a:fillRect/>
            </a:stretch>
          </p:blipFill>
          <p:spPr>
            <a:xfrm>
              <a:off x="700430" y="1609553"/>
              <a:ext cx="329161" cy="255481"/>
            </a:xfrm>
            <a:prstGeom prst="rect">
              <a:avLst/>
            </a:prstGeom>
          </p:spPr>
        </p:pic>
        <p:pic>
          <p:nvPicPr>
            <p:cNvPr id="25" name="object 25"/>
            <p:cNvPicPr>
              <a:picLocks noGrp="1" noRot="1" noMove="1" noResize="1" noEditPoints="1" noAdjustHandles="1" noChangeArrowheads="1" noChangeShapeType="1" noCrop="1"/>
            </p:cNvPicPr>
            <p:nvPr/>
          </p:nvPicPr>
          <p:blipFill>
            <a:blip r:embed="rId16" cstate="print"/>
            <a:stretch>
              <a:fillRect/>
            </a:stretch>
          </p:blipFill>
          <p:spPr>
            <a:xfrm>
              <a:off x="1217495" y="1660710"/>
              <a:ext cx="120924" cy="146263"/>
            </a:xfrm>
            <a:prstGeom prst="rect">
              <a:avLst/>
            </a:prstGeom>
          </p:spPr>
        </p:pic>
        <p:pic>
          <p:nvPicPr>
            <p:cNvPr id="26" name="object 26"/>
            <p:cNvPicPr>
              <a:picLocks noGrp="1" noRot="1" noMove="1" noResize="1" noEditPoints="1" noAdjustHandles="1" noChangeArrowheads="1" noChangeShapeType="1" noCrop="1"/>
            </p:cNvPicPr>
            <p:nvPr/>
          </p:nvPicPr>
          <p:blipFill>
            <a:blip r:embed="rId17" cstate="print"/>
            <a:stretch>
              <a:fillRect/>
            </a:stretch>
          </p:blipFill>
          <p:spPr>
            <a:xfrm>
              <a:off x="1057859" y="1660702"/>
              <a:ext cx="134761" cy="149579"/>
            </a:xfrm>
            <a:prstGeom prst="rect">
              <a:avLst/>
            </a:prstGeom>
          </p:spPr>
        </p:pic>
        <p:pic>
          <p:nvPicPr>
            <p:cNvPr id="27" name="object 27"/>
            <p:cNvPicPr>
              <a:picLocks noGrp="1" noRot="1" noMove="1" noResize="1" noEditPoints="1" noAdjustHandles="1" noChangeArrowheads="1" noChangeShapeType="1" noCrop="1"/>
            </p:cNvPicPr>
            <p:nvPr/>
          </p:nvPicPr>
          <p:blipFill>
            <a:blip r:embed="rId18" cstate="print"/>
            <a:stretch>
              <a:fillRect/>
            </a:stretch>
          </p:blipFill>
          <p:spPr>
            <a:xfrm>
              <a:off x="1366679" y="1660701"/>
              <a:ext cx="280563" cy="203500"/>
            </a:xfrm>
            <a:prstGeom prst="rect">
              <a:avLst/>
            </a:prstGeom>
          </p:spPr>
        </p:pic>
      </p:grpSp>
      <p:pic>
        <p:nvPicPr>
          <p:cNvPr id="77" name="Picture 2" descr="Entomologists dipping for mosquito larvae. ">
            <a:extLst>
              <a:ext uri="{FF2B5EF4-FFF2-40B4-BE49-F238E27FC236}">
                <a16:creationId xmlns:a16="http://schemas.microsoft.com/office/drawing/2014/main" id="{22484F19-1E3A-B19A-8126-5D5A7AAECE5F}"/>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21937" y="5975727"/>
            <a:ext cx="4867859" cy="2738171"/>
          </a:xfrm>
          <a:prstGeom prst="rect">
            <a:avLst/>
          </a:prstGeom>
          <a:noFill/>
          <a:extLst>
            <a:ext uri="{909E8E84-426E-40DD-AFC4-6F175D3DCCD1}">
              <a14:hiddenFill xmlns:a14="http://schemas.microsoft.com/office/drawing/2010/main">
                <a:solidFill>
                  <a:srgbClr val="FFFFFF"/>
                </a:solidFill>
              </a14:hiddenFill>
            </a:ext>
          </a:extLst>
        </p:spPr>
      </p:pic>
      <p:pic>
        <p:nvPicPr>
          <p:cNvPr id="11266" name="Picture 2" descr="A scientist checking marsh water for mosquito larvae.">
            <a:extLst>
              <a:ext uri="{FF2B5EF4-FFF2-40B4-BE49-F238E27FC236}">
                <a16:creationId xmlns:a16="http://schemas.microsoft.com/office/drawing/2014/main" id="{5174778F-34D5-3CBD-FE10-9BAE2275C89F}"/>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2183216" y="5975727"/>
            <a:ext cx="4800601" cy="2700338"/>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A scientist looking at ticks under a microscope.">
            <a:extLst>
              <a:ext uri="{FF2B5EF4-FFF2-40B4-BE49-F238E27FC236}">
                <a16:creationId xmlns:a16="http://schemas.microsoft.com/office/drawing/2014/main" id="{9224AFF5-437B-87E4-F987-3FAACF5D7A2A}"/>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332813" y="5975727"/>
            <a:ext cx="4800600" cy="2700338"/>
          </a:xfrm>
          <a:prstGeom prst="rect">
            <a:avLst/>
          </a:prstGeom>
          <a:noFill/>
          <a:extLst>
            <a:ext uri="{909E8E84-426E-40DD-AFC4-6F175D3DCCD1}">
              <a14:hiddenFill xmlns:a14="http://schemas.microsoft.com/office/drawing/2010/main">
                <a:solidFill>
                  <a:srgbClr val="FFFFFF"/>
                </a:solidFill>
              </a14:hiddenFill>
            </a:ext>
          </a:extLst>
        </p:spPr>
      </p:pic>
      <p:grpSp>
        <p:nvGrpSpPr>
          <p:cNvPr id="4" name="object 5">
            <a:extLst>
              <a:ext uri="{FF2B5EF4-FFF2-40B4-BE49-F238E27FC236}">
                <a16:creationId xmlns:a16="http://schemas.microsoft.com/office/drawing/2014/main" id="{28385F9E-1907-65E1-4218-BA2B6809E19E}"/>
              </a:ext>
            </a:extLst>
          </p:cNvPr>
          <p:cNvGrpSpPr/>
          <p:nvPr/>
        </p:nvGrpSpPr>
        <p:grpSpPr>
          <a:xfrm>
            <a:off x="6592160" y="6286537"/>
            <a:ext cx="612203" cy="554746"/>
            <a:chOff x="580445" y="535686"/>
            <a:chExt cx="1391285" cy="1329690"/>
          </a:xfrm>
        </p:grpSpPr>
        <p:sp>
          <p:nvSpPr>
            <p:cNvPr id="28" name="object 6">
              <a:extLst>
                <a:ext uri="{FF2B5EF4-FFF2-40B4-BE49-F238E27FC236}">
                  <a16:creationId xmlns:a16="http://schemas.microsoft.com/office/drawing/2014/main" id="{A3E7C78C-BC51-3502-BC7A-336B0D6FC301}"/>
                </a:ext>
              </a:extLst>
            </p:cNvPr>
            <p:cNvSpPr/>
            <p:nvPr/>
          </p:nvSpPr>
          <p:spPr>
            <a:xfrm>
              <a:off x="580440" y="535698"/>
              <a:ext cx="431165" cy="1273810"/>
            </a:xfrm>
            <a:custGeom>
              <a:avLst/>
              <a:gdLst/>
              <a:ahLst/>
              <a:cxnLst/>
              <a:rect l="l" t="t" r="r" b="b"/>
              <a:pathLst>
                <a:path w="431165" h="1273810">
                  <a:moveTo>
                    <a:pt x="23545" y="0"/>
                  </a:moveTo>
                  <a:lnTo>
                    <a:pt x="0" y="0"/>
                  </a:lnTo>
                  <a:lnTo>
                    <a:pt x="0" y="1273492"/>
                  </a:lnTo>
                  <a:lnTo>
                    <a:pt x="23545" y="1273492"/>
                  </a:lnTo>
                  <a:lnTo>
                    <a:pt x="23545" y="0"/>
                  </a:lnTo>
                  <a:close/>
                </a:path>
                <a:path w="431165" h="1273810">
                  <a:moveTo>
                    <a:pt x="300494" y="65722"/>
                  </a:moveTo>
                  <a:lnTo>
                    <a:pt x="298564" y="63982"/>
                  </a:lnTo>
                  <a:lnTo>
                    <a:pt x="294246" y="63982"/>
                  </a:lnTo>
                  <a:lnTo>
                    <a:pt x="292481" y="65722"/>
                  </a:lnTo>
                  <a:lnTo>
                    <a:pt x="292481" y="70129"/>
                  </a:lnTo>
                  <a:lnTo>
                    <a:pt x="294246" y="71729"/>
                  </a:lnTo>
                  <a:lnTo>
                    <a:pt x="298564" y="71729"/>
                  </a:lnTo>
                  <a:lnTo>
                    <a:pt x="300494" y="70129"/>
                  </a:lnTo>
                  <a:lnTo>
                    <a:pt x="300494" y="67830"/>
                  </a:lnTo>
                  <a:lnTo>
                    <a:pt x="300494" y="65722"/>
                  </a:lnTo>
                  <a:close/>
                </a:path>
                <a:path w="431165" h="1273810">
                  <a:moveTo>
                    <a:pt x="301802" y="56197"/>
                  </a:moveTo>
                  <a:lnTo>
                    <a:pt x="299999" y="54305"/>
                  </a:lnTo>
                  <a:lnTo>
                    <a:pt x="295567" y="54305"/>
                  </a:lnTo>
                  <a:lnTo>
                    <a:pt x="293725" y="56197"/>
                  </a:lnTo>
                  <a:lnTo>
                    <a:pt x="293725" y="60490"/>
                  </a:lnTo>
                  <a:lnTo>
                    <a:pt x="295567" y="62318"/>
                  </a:lnTo>
                  <a:lnTo>
                    <a:pt x="297764" y="62318"/>
                  </a:lnTo>
                  <a:lnTo>
                    <a:pt x="299999" y="62318"/>
                  </a:lnTo>
                  <a:lnTo>
                    <a:pt x="301802" y="60490"/>
                  </a:lnTo>
                  <a:lnTo>
                    <a:pt x="301802" y="56197"/>
                  </a:lnTo>
                  <a:close/>
                </a:path>
                <a:path w="431165" h="1273810">
                  <a:moveTo>
                    <a:pt x="302501" y="75171"/>
                  </a:moveTo>
                  <a:lnTo>
                    <a:pt x="300659" y="73393"/>
                  </a:lnTo>
                  <a:lnTo>
                    <a:pt x="296202" y="73393"/>
                  </a:lnTo>
                  <a:lnTo>
                    <a:pt x="294335" y="75171"/>
                  </a:lnTo>
                  <a:lnTo>
                    <a:pt x="294335" y="79565"/>
                  </a:lnTo>
                  <a:lnTo>
                    <a:pt x="296202" y="81343"/>
                  </a:lnTo>
                  <a:lnTo>
                    <a:pt x="300659" y="81343"/>
                  </a:lnTo>
                  <a:lnTo>
                    <a:pt x="302501" y="79565"/>
                  </a:lnTo>
                  <a:lnTo>
                    <a:pt x="302501" y="77470"/>
                  </a:lnTo>
                  <a:lnTo>
                    <a:pt x="302501" y="75171"/>
                  </a:lnTo>
                  <a:close/>
                </a:path>
                <a:path w="431165" h="1273810">
                  <a:moveTo>
                    <a:pt x="306197" y="47142"/>
                  </a:moveTo>
                  <a:lnTo>
                    <a:pt x="304342" y="45440"/>
                  </a:lnTo>
                  <a:lnTo>
                    <a:pt x="299999" y="45440"/>
                  </a:lnTo>
                  <a:lnTo>
                    <a:pt x="298157" y="47142"/>
                  </a:lnTo>
                  <a:lnTo>
                    <a:pt x="298157" y="51600"/>
                  </a:lnTo>
                  <a:lnTo>
                    <a:pt x="299999" y="53225"/>
                  </a:lnTo>
                  <a:lnTo>
                    <a:pt x="302221" y="53225"/>
                  </a:lnTo>
                  <a:lnTo>
                    <a:pt x="304342" y="53225"/>
                  </a:lnTo>
                  <a:lnTo>
                    <a:pt x="306197" y="51600"/>
                  </a:lnTo>
                  <a:lnTo>
                    <a:pt x="306197" y="47142"/>
                  </a:lnTo>
                  <a:close/>
                </a:path>
                <a:path w="431165" h="1273810">
                  <a:moveTo>
                    <a:pt x="314058" y="40386"/>
                  </a:moveTo>
                  <a:lnTo>
                    <a:pt x="312254" y="38684"/>
                  </a:lnTo>
                  <a:lnTo>
                    <a:pt x="307848" y="38684"/>
                  </a:lnTo>
                  <a:lnTo>
                    <a:pt x="305968" y="40386"/>
                  </a:lnTo>
                  <a:lnTo>
                    <a:pt x="305968" y="44856"/>
                  </a:lnTo>
                  <a:lnTo>
                    <a:pt x="307848" y="46507"/>
                  </a:lnTo>
                  <a:lnTo>
                    <a:pt x="309994" y="46507"/>
                  </a:lnTo>
                  <a:lnTo>
                    <a:pt x="312254" y="46507"/>
                  </a:lnTo>
                  <a:lnTo>
                    <a:pt x="314058" y="44856"/>
                  </a:lnTo>
                  <a:lnTo>
                    <a:pt x="314058" y="40386"/>
                  </a:lnTo>
                  <a:close/>
                </a:path>
                <a:path w="431165" h="1273810">
                  <a:moveTo>
                    <a:pt x="324015" y="37541"/>
                  </a:moveTo>
                  <a:lnTo>
                    <a:pt x="322148" y="35699"/>
                  </a:lnTo>
                  <a:lnTo>
                    <a:pt x="317741" y="35699"/>
                  </a:lnTo>
                  <a:lnTo>
                    <a:pt x="316001" y="37541"/>
                  </a:lnTo>
                  <a:lnTo>
                    <a:pt x="316001" y="41694"/>
                  </a:lnTo>
                  <a:lnTo>
                    <a:pt x="317741" y="43586"/>
                  </a:lnTo>
                  <a:lnTo>
                    <a:pt x="320052" y="43586"/>
                  </a:lnTo>
                  <a:lnTo>
                    <a:pt x="322148" y="43586"/>
                  </a:lnTo>
                  <a:lnTo>
                    <a:pt x="324015" y="41694"/>
                  </a:lnTo>
                  <a:lnTo>
                    <a:pt x="324015" y="37541"/>
                  </a:lnTo>
                  <a:close/>
                </a:path>
                <a:path w="431165" h="1273810">
                  <a:moveTo>
                    <a:pt x="334505" y="38442"/>
                  </a:moveTo>
                  <a:lnTo>
                    <a:pt x="332587" y="36753"/>
                  </a:lnTo>
                  <a:lnTo>
                    <a:pt x="328358" y="36753"/>
                  </a:lnTo>
                  <a:lnTo>
                    <a:pt x="326504" y="38442"/>
                  </a:lnTo>
                  <a:lnTo>
                    <a:pt x="326504" y="42710"/>
                  </a:lnTo>
                  <a:lnTo>
                    <a:pt x="328358" y="44526"/>
                  </a:lnTo>
                  <a:lnTo>
                    <a:pt x="330403" y="44526"/>
                  </a:lnTo>
                  <a:lnTo>
                    <a:pt x="332587" y="44526"/>
                  </a:lnTo>
                  <a:lnTo>
                    <a:pt x="334505" y="42710"/>
                  </a:lnTo>
                  <a:lnTo>
                    <a:pt x="334505" y="38442"/>
                  </a:lnTo>
                  <a:close/>
                </a:path>
                <a:path w="431165" h="1273810">
                  <a:moveTo>
                    <a:pt x="337553" y="77203"/>
                  </a:moveTo>
                  <a:lnTo>
                    <a:pt x="337032" y="71132"/>
                  </a:lnTo>
                  <a:lnTo>
                    <a:pt x="332727" y="66992"/>
                  </a:lnTo>
                  <a:lnTo>
                    <a:pt x="331863" y="64820"/>
                  </a:lnTo>
                  <a:lnTo>
                    <a:pt x="329653" y="69037"/>
                  </a:lnTo>
                  <a:lnTo>
                    <a:pt x="327596" y="71640"/>
                  </a:lnTo>
                  <a:lnTo>
                    <a:pt x="327914" y="74891"/>
                  </a:lnTo>
                  <a:lnTo>
                    <a:pt x="328345" y="78308"/>
                  </a:lnTo>
                  <a:lnTo>
                    <a:pt x="331863" y="80645"/>
                  </a:lnTo>
                  <a:lnTo>
                    <a:pt x="333540" y="84035"/>
                  </a:lnTo>
                  <a:lnTo>
                    <a:pt x="335064" y="80149"/>
                  </a:lnTo>
                  <a:lnTo>
                    <a:pt x="337553" y="77203"/>
                  </a:lnTo>
                  <a:close/>
                </a:path>
                <a:path w="431165" h="1273810">
                  <a:moveTo>
                    <a:pt x="344360" y="41186"/>
                  </a:moveTo>
                  <a:lnTo>
                    <a:pt x="342633" y="39420"/>
                  </a:lnTo>
                  <a:lnTo>
                    <a:pt x="338074" y="39420"/>
                  </a:lnTo>
                  <a:lnTo>
                    <a:pt x="336359" y="41186"/>
                  </a:lnTo>
                  <a:lnTo>
                    <a:pt x="336359" y="45580"/>
                  </a:lnTo>
                  <a:lnTo>
                    <a:pt x="338074" y="47307"/>
                  </a:lnTo>
                  <a:lnTo>
                    <a:pt x="340296" y="47307"/>
                  </a:lnTo>
                  <a:lnTo>
                    <a:pt x="342633" y="47307"/>
                  </a:lnTo>
                  <a:lnTo>
                    <a:pt x="344360" y="45580"/>
                  </a:lnTo>
                  <a:lnTo>
                    <a:pt x="344360" y="41186"/>
                  </a:lnTo>
                  <a:close/>
                </a:path>
                <a:path w="431165" h="1273810">
                  <a:moveTo>
                    <a:pt x="353720" y="45440"/>
                  </a:moveTo>
                  <a:lnTo>
                    <a:pt x="351980" y="43878"/>
                  </a:lnTo>
                  <a:lnTo>
                    <a:pt x="347649" y="43878"/>
                  </a:lnTo>
                  <a:lnTo>
                    <a:pt x="345732" y="45440"/>
                  </a:lnTo>
                  <a:lnTo>
                    <a:pt x="345732" y="49872"/>
                  </a:lnTo>
                  <a:lnTo>
                    <a:pt x="347649" y="51689"/>
                  </a:lnTo>
                  <a:lnTo>
                    <a:pt x="349656" y="51689"/>
                  </a:lnTo>
                  <a:lnTo>
                    <a:pt x="351980" y="51689"/>
                  </a:lnTo>
                  <a:lnTo>
                    <a:pt x="353720" y="49872"/>
                  </a:lnTo>
                  <a:lnTo>
                    <a:pt x="353720" y="45440"/>
                  </a:lnTo>
                  <a:close/>
                </a:path>
                <a:path w="431165" h="1273810">
                  <a:moveTo>
                    <a:pt x="358990" y="22199"/>
                  </a:moveTo>
                  <a:lnTo>
                    <a:pt x="353961" y="23253"/>
                  </a:lnTo>
                  <a:lnTo>
                    <a:pt x="350113" y="27165"/>
                  </a:lnTo>
                  <a:lnTo>
                    <a:pt x="349097" y="32194"/>
                  </a:lnTo>
                  <a:lnTo>
                    <a:pt x="358990" y="32194"/>
                  </a:lnTo>
                  <a:lnTo>
                    <a:pt x="358990" y="22199"/>
                  </a:lnTo>
                  <a:close/>
                </a:path>
                <a:path w="431165" h="1273810">
                  <a:moveTo>
                    <a:pt x="359194" y="52082"/>
                  </a:moveTo>
                  <a:lnTo>
                    <a:pt x="357606" y="51841"/>
                  </a:lnTo>
                  <a:lnTo>
                    <a:pt x="356069" y="51346"/>
                  </a:lnTo>
                  <a:lnTo>
                    <a:pt x="354660" y="50787"/>
                  </a:lnTo>
                  <a:lnTo>
                    <a:pt x="354660" y="68884"/>
                  </a:lnTo>
                  <a:lnTo>
                    <a:pt x="359194" y="68884"/>
                  </a:lnTo>
                  <a:lnTo>
                    <a:pt x="359194" y="52082"/>
                  </a:lnTo>
                  <a:close/>
                </a:path>
                <a:path w="431165" h="1273810">
                  <a:moveTo>
                    <a:pt x="368490" y="50774"/>
                  </a:moveTo>
                  <a:lnTo>
                    <a:pt x="367004" y="51346"/>
                  </a:lnTo>
                  <a:lnTo>
                    <a:pt x="365569" y="51828"/>
                  </a:lnTo>
                  <a:lnTo>
                    <a:pt x="363855" y="52082"/>
                  </a:lnTo>
                  <a:lnTo>
                    <a:pt x="363855" y="68872"/>
                  </a:lnTo>
                  <a:lnTo>
                    <a:pt x="368490" y="68872"/>
                  </a:lnTo>
                  <a:lnTo>
                    <a:pt x="368490" y="50774"/>
                  </a:lnTo>
                  <a:close/>
                </a:path>
                <a:path w="431165" h="1273810">
                  <a:moveTo>
                    <a:pt x="372084" y="4114"/>
                  </a:moveTo>
                  <a:lnTo>
                    <a:pt x="369938" y="6832"/>
                  </a:lnTo>
                  <a:lnTo>
                    <a:pt x="366166" y="9245"/>
                  </a:lnTo>
                  <a:lnTo>
                    <a:pt x="362978" y="9880"/>
                  </a:lnTo>
                  <a:lnTo>
                    <a:pt x="363347" y="6400"/>
                  </a:lnTo>
                  <a:lnTo>
                    <a:pt x="365455" y="3568"/>
                  </a:lnTo>
                  <a:lnTo>
                    <a:pt x="368274" y="0"/>
                  </a:lnTo>
                  <a:lnTo>
                    <a:pt x="354850" y="0"/>
                  </a:lnTo>
                  <a:lnTo>
                    <a:pt x="357619" y="3568"/>
                  </a:lnTo>
                  <a:lnTo>
                    <a:pt x="359740" y="6400"/>
                  </a:lnTo>
                  <a:lnTo>
                    <a:pt x="360172" y="9880"/>
                  </a:lnTo>
                  <a:lnTo>
                    <a:pt x="356920" y="9245"/>
                  </a:lnTo>
                  <a:lnTo>
                    <a:pt x="353174" y="6832"/>
                  </a:lnTo>
                  <a:lnTo>
                    <a:pt x="351015" y="4114"/>
                  </a:lnTo>
                  <a:lnTo>
                    <a:pt x="351015" y="17754"/>
                  </a:lnTo>
                  <a:lnTo>
                    <a:pt x="353174" y="14846"/>
                  </a:lnTo>
                  <a:lnTo>
                    <a:pt x="356844" y="12395"/>
                  </a:lnTo>
                  <a:lnTo>
                    <a:pt x="360172" y="11925"/>
                  </a:lnTo>
                  <a:lnTo>
                    <a:pt x="359702" y="15367"/>
                  </a:lnTo>
                  <a:lnTo>
                    <a:pt x="357352" y="18453"/>
                  </a:lnTo>
                  <a:lnTo>
                    <a:pt x="354571" y="20612"/>
                  </a:lnTo>
                  <a:lnTo>
                    <a:pt x="368490" y="20612"/>
                  </a:lnTo>
                  <a:lnTo>
                    <a:pt x="365645" y="18453"/>
                  </a:lnTo>
                  <a:lnTo>
                    <a:pt x="363448" y="15367"/>
                  </a:lnTo>
                  <a:lnTo>
                    <a:pt x="362978" y="11925"/>
                  </a:lnTo>
                  <a:lnTo>
                    <a:pt x="366293" y="12395"/>
                  </a:lnTo>
                  <a:lnTo>
                    <a:pt x="369938" y="14846"/>
                  </a:lnTo>
                  <a:lnTo>
                    <a:pt x="372084" y="17754"/>
                  </a:lnTo>
                  <a:lnTo>
                    <a:pt x="372084" y="4114"/>
                  </a:lnTo>
                  <a:close/>
                </a:path>
                <a:path w="431165" h="1273810">
                  <a:moveTo>
                    <a:pt x="373849" y="37109"/>
                  </a:moveTo>
                  <a:lnTo>
                    <a:pt x="349224" y="37109"/>
                  </a:lnTo>
                  <a:lnTo>
                    <a:pt x="350507" y="42595"/>
                  </a:lnTo>
                  <a:lnTo>
                    <a:pt x="355485" y="46570"/>
                  </a:lnTo>
                  <a:lnTo>
                    <a:pt x="367588" y="46570"/>
                  </a:lnTo>
                  <a:lnTo>
                    <a:pt x="372643" y="42595"/>
                  </a:lnTo>
                  <a:lnTo>
                    <a:pt x="373849" y="37109"/>
                  </a:lnTo>
                  <a:close/>
                </a:path>
                <a:path w="431165" h="1273810">
                  <a:moveTo>
                    <a:pt x="374015" y="32194"/>
                  </a:moveTo>
                  <a:lnTo>
                    <a:pt x="373087" y="27165"/>
                  </a:lnTo>
                  <a:lnTo>
                    <a:pt x="369163" y="23380"/>
                  </a:lnTo>
                  <a:lnTo>
                    <a:pt x="364197" y="22199"/>
                  </a:lnTo>
                  <a:lnTo>
                    <a:pt x="364197" y="32194"/>
                  </a:lnTo>
                  <a:lnTo>
                    <a:pt x="374015" y="32194"/>
                  </a:lnTo>
                  <a:close/>
                </a:path>
                <a:path w="431165" h="1273810">
                  <a:moveTo>
                    <a:pt x="377444" y="45427"/>
                  </a:moveTo>
                  <a:lnTo>
                    <a:pt x="375589" y="43865"/>
                  </a:lnTo>
                  <a:lnTo>
                    <a:pt x="371144" y="43865"/>
                  </a:lnTo>
                  <a:lnTo>
                    <a:pt x="369366" y="45427"/>
                  </a:lnTo>
                  <a:lnTo>
                    <a:pt x="369366" y="47663"/>
                  </a:lnTo>
                  <a:lnTo>
                    <a:pt x="369366" y="49872"/>
                  </a:lnTo>
                  <a:lnTo>
                    <a:pt x="371144" y="51689"/>
                  </a:lnTo>
                  <a:lnTo>
                    <a:pt x="375589" y="51689"/>
                  </a:lnTo>
                  <a:lnTo>
                    <a:pt x="377444" y="49872"/>
                  </a:lnTo>
                  <a:lnTo>
                    <a:pt x="377444" y="45427"/>
                  </a:lnTo>
                  <a:close/>
                </a:path>
                <a:path w="431165" h="1273810">
                  <a:moveTo>
                    <a:pt x="386740" y="41186"/>
                  </a:moveTo>
                  <a:lnTo>
                    <a:pt x="384873" y="39420"/>
                  </a:lnTo>
                  <a:lnTo>
                    <a:pt x="380593" y="39420"/>
                  </a:lnTo>
                  <a:lnTo>
                    <a:pt x="378726" y="41186"/>
                  </a:lnTo>
                  <a:lnTo>
                    <a:pt x="378726" y="45580"/>
                  </a:lnTo>
                  <a:lnTo>
                    <a:pt x="380593" y="47307"/>
                  </a:lnTo>
                  <a:lnTo>
                    <a:pt x="382701" y="47307"/>
                  </a:lnTo>
                  <a:lnTo>
                    <a:pt x="384873" y="47307"/>
                  </a:lnTo>
                  <a:lnTo>
                    <a:pt x="386740" y="45580"/>
                  </a:lnTo>
                  <a:lnTo>
                    <a:pt x="386740" y="41186"/>
                  </a:lnTo>
                  <a:close/>
                </a:path>
                <a:path w="431165" h="1273810">
                  <a:moveTo>
                    <a:pt x="395592" y="71640"/>
                  </a:moveTo>
                  <a:lnTo>
                    <a:pt x="393585" y="69037"/>
                  </a:lnTo>
                  <a:lnTo>
                    <a:pt x="391363" y="64820"/>
                  </a:lnTo>
                  <a:lnTo>
                    <a:pt x="390550" y="66992"/>
                  </a:lnTo>
                  <a:lnTo>
                    <a:pt x="386181" y="71132"/>
                  </a:lnTo>
                  <a:lnTo>
                    <a:pt x="385559" y="77203"/>
                  </a:lnTo>
                  <a:lnTo>
                    <a:pt x="388239" y="80149"/>
                  </a:lnTo>
                  <a:lnTo>
                    <a:pt x="389712" y="84035"/>
                  </a:lnTo>
                  <a:lnTo>
                    <a:pt x="391363" y="80645"/>
                  </a:lnTo>
                  <a:lnTo>
                    <a:pt x="394995" y="78308"/>
                  </a:lnTo>
                  <a:lnTo>
                    <a:pt x="395592" y="71640"/>
                  </a:lnTo>
                  <a:close/>
                </a:path>
                <a:path w="431165" h="1273810">
                  <a:moveTo>
                    <a:pt x="396595" y="38442"/>
                  </a:moveTo>
                  <a:lnTo>
                    <a:pt x="394919" y="36753"/>
                  </a:lnTo>
                  <a:lnTo>
                    <a:pt x="390410" y="36753"/>
                  </a:lnTo>
                  <a:lnTo>
                    <a:pt x="388632" y="38442"/>
                  </a:lnTo>
                  <a:lnTo>
                    <a:pt x="388632" y="42710"/>
                  </a:lnTo>
                  <a:lnTo>
                    <a:pt x="390410" y="44526"/>
                  </a:lnTo>
                  <a:lnTo>
                    <a:pt x="392633" y="44526"/>
                  </a:lnTo>
                  <a:lnTo>
                    <a:pt x="394919" y="44526"/>
                  </a:lnTo>
                  <a:lnTo>
                    <a:pt x="396595" y="42710"/>
                  </a:lnTo>
                  <a:lnTo>
                    <a:pt x="396595" y="38442"/>
                  </a:lnTo>
                  <a:close/>
                </a:path>
                <a:path w="431165" h="1273810">
                  <a:moveTo>
                    <a:pt x="407123" y="37541"/>
                  </a:moveTo>
                  <a:lnTo>
                    <a:pt x="405218" y="35699"/>
                  </a:lnTo>
                  <a:lnTo>
                    <a:pt x="400888" y="35699"/>
                  </a:lnTo>
                  <a:lnTo>
                    <a:pt x="399161" y="37541"/>
                  </a:lnTo>
                  <a:lnTo>
                    <a:pt x="399161" y="41694"/>
                  </a:lnTo>
                  <a:lnTo>
                    <a:pt x="400888" y="43586"/>
                  </a:lnTo>
                  <a:lnTo>
                    <a:pt x="403199" y="43586"/>
                  </a:lnTo>
                  <a:lnTo>
                    <a:pt x="405218" y="43586"/>
                  </a:lnTo>
                  <a:lnTo>
                    <a:pt x="407123" y="41694"/>
                  </a:lnTo>
                  <a:lnTo>
                    <a:pt x="407123" y="37541"/>
                  </a:lnTo>
                  <a:close/>
                </a:path>
                <a:path w="431165" h="1273810">
                  <a:moveTo>
                    <a:pt x="417156" y="40386"/>
                  </a:moveTo>
                  <a:lnTo>
                    <a:pt x="415315" y="38684"/>
                  </a:lnTo>
                  <a:lnTo>
                    <a:pt x="410819" y="38684"/>
                  </a:lnTo>
                  <a:lnTo>
                    <a:pt x="409079" y="40386"/>
                  </a:lnTo>
                  <a:lnTo>
                    <a:pt x="409079" y="44856"/>
                  </a:lnTo>
                  <a:lnTo>
                    <a:pt x="410819" y="46507"/>
                  </a:lnTo>
                  <a:lnTo>
                    <a:pt x="413131" y="46507"/>
                  </a:lnTo>
                  <a:lnTo>
                    <a:pt x="415315" y="46507"/>
                  </a:lnTo>
                  <a:lnTo>
                    <a:pt x="417156" y="44856"/>
                  </a:lnTo>
                  <a:lnTo>
                    <a:pt x="417156" y="40386"/>
                  </a:lnTo>
                  <a:close/>
                </a:path>
                <a:path w="431165" h="1273810">
                  <a:moveTo>
                    <a:pt x="424954" y="47142"/>
                  </a:moveTo>
                  <a:lnTo>
                    <a:pt x="423075" y="45440"/>
                  </a:lnTo>
                  <a:lnTo>
                    <a:pt x="418706" y="45440"/>
                  </a:lnTo>
                  <a:lnTo>
                    <a:pt x="416941" y="47142"/>
                  </a:lnTo>
                  <a:lnTo>
                    <a:pt x="416941" y="51600"/>
                  </a:lnTo>
                  <a:lnTo>
                    <a:pt x="418706" y="53225"/>
                  </a:lnTo>
                  <a:lnTo>
                    <a:pt x="421005" y="53225"/>
                  </a:lnTo>
                  <a:lnTo>
                    <a:pt x="423075" y="53225"/>
                  </a:lnTo>
                  <a:lnTo>
                    <a:pt x="424954" y="51600"/>
                  </a:lnTo>
                  <a:lnTo>
                    <a:pt x="424954" y="47142"/>
                  </a:lnTo>
                  <a:close/>
                </a:path>
                <a:path w="431165" h="1273810">
                  <a:moveTo>
                    <a:pt x="428637" y="75158"/>
                  </a:moveTo>
                  <a:lnTo>
                    <a:pt x="426923" y="73393"/>
                  </a:lnTo>
                  <a:lnTo>
                    <a:pt x="424726" y="73393"/>
                  </a:lnTo>
                  <a:lnTo>
                    <a:pt x="422478" y="73393"/>
                  </a:lnTo>
                  <a:lnTo>
                    <a:pt x="420598" y="75158"/>
                  </a:lnTo>
                  <a:lnTo>
                    <a:pt x="420598" y="79552"/>
                  </a:lnTo>
                  <a:lnTo>
                    <a:pt x="422478" y="81330"/>
                  </a:lnTo>
                  <a:lnTo>
                    <a:pt x="426923" y="81330"/>
                  </a:lnTo>
                  <a:lnTo>
                    <a:pt x="428637" y="79552"/>
                  </a:lnTo>
                  <a:lnTo>
                    <a:pt x="428637" y="75158"/>
                  </a:lnTo>
                  <a:close/>
                </a:path>
                <a:path w="431165" h="1273810">
                  <a:moveTo>
                    <a:pt x="429285" y="56184"/>
                  </a:moveTo>
                  <a:lnTo>
                    <a:pt x="427507" y="54317"/>
                  </a:lnTo>
                  <a:lnTo>
                    <a:pt x="423075" y="54317"/>
                  </a:lnTo>
                  <a:lnTo>
                    <a:pt x="421360" y="56184"/>
                  </a:lnTo>
                  <a:lnTo>
                    <a:pt x="421360" y="58331"/>
                  </a:lnTo>
                  <a:lnTo>
                    <a:pt x="421360" y="60502"/>
                  </a:lnTo>
                  <a:lnTo>
                    <a:pt x="423075" y="62306"/>
                  </a:lnTo>
                  <a:lnTo>
                    <a:pt x="427507" y="62306"/>
                  </a:lnTo>
                  <a:lnTo>
                    <a:pt x="429285" y="60502"/>
                  </a:lnTo>
                  <a:lnTo>
                    <a:pt x="429285" y="56184"/>
                  </a:lnTo>
                  <a:close/>
                </a:path>
                <a:path w="431165" h="1273810">
                  <a:moveTo>
                    <a:pt x="430644" y="65735"/>
                  </a:moveTo>
                  <a:lnTo>
                    <a:pt x="428879" y="63995"/>
                  </a:lnTo>
                  <a:lnTo>
                    <a:pt x="426631" y="63995"/>
                  </a:lnTo>
                  <a:lnTo>
                    <a:pt x="424510" y="63995"/>
                  </a:lnTo>
                  <a:lnTo>
                    <a:pt x="422579" y="65735"/>
                  </a:lnTo>
                  <a:lnTo>
                    <a:pt x="422579" y="70129"/>
                  </a:lnTo>
                  <a:lnTo>
                    <a:pt x="424510" y="71742"/>
                  </a:lnTo>
                  <a:lnTo>
                    <a:pt x="428879" y="71742"/>
                  </a:lnTo>
                  <a:lnTo>
                    <a:pt x="430644" y="70129"/>
                  </a:lnTo>
                  <a:lnTo>
                    <a:pt x="430644" y="65735"/>
                  </a:lnTo>
                  <a:close/>
                </a:path>
              </a:pathLst>
            </a:custGeom>
            <a:solidFill>
              <a:srgbClr val="FFFFFF"/>
            </a:solidFill>
          </p:spPr>
          <p:txBody>
            <a:bodyPr wrap="square" lIns="0" tIns="0" rIns="0" bIns="0" rtlCol="0"/>
            <a:lstStyle/>
            <a:p>
              <a:endParaRPr/>
            </a:p>
          </p:txBody>
        </p:sp>
        <p:pic>
          <p:nvPicPr>
            <p:cNvPr id="29" name="object 7">
              <a:extLst>
                <a:ext uri="{FF2B5EF4-FFF2-40B4-BE49-F238E27FC236}">
                  <a16:creationId xmlns:a16="http://schemas.microsoft.com/office/drawing/2014/main" id="{4E7DBE40-E289-1BF3-F21A-703FC835EB6B}"/>
                </a:ext>
              </a:extLst>
            </p:cNvPr>
            <p:cNvPicPr/>
            <p:nvPr/>
          </p:nvPicPr>
          <p:blipFill>
            <a:blip r:embed="rId3" cstate="print"/>
            <a:stretch>
              <a:fillRect/>
            </a:stretch>
          </p:blipFill>
          <p:spPr>
            <a:xfrm>
              <a:off x="859313" y="758855"/>
              <a:ext cx="127684" cy="138549"/>
            </a:xfrm>
            <a:prstGeom prst="rect">
              <a:avLst/>
            </a:prstGeom>
          </p:spPr>
        </p:pic>
        <p:sp>
          <p:nvSpPr>
            <p:cNvPr id="30" name="object 8">
              <a:extLst>
                <a:ext uri="{FF2B5EF4-FFF2-40B4-BE49-F238E27FC236}">
                  <a16:creationId xmlns:a16="http://schemas.microsoft.com/office/drawing/2014/main" id="{327E9A9D-05EE-7061-0388-69D8DC399D95}"/>
                </a:ext>
              </a:extLst>
            </p:cNvPr>
            <p:cNvSpPr/>
            <p:nvPr/>
          </p:nvSpPr>
          <p:spPr>
            <a:xfrm>
              <a:off x="750720" y="833538"/>
              <a:ext cx="382905" cy="100965"/>
            </a:xfrm>
            <a:custGeom>
              <a:avLst/>
              <a:gdLst/>
              <a:ahLst/>
              <a:cxnLst/>
              <a:rect l="l" t="t" r="r" b="b"/>
              <a:pathLst>
                <a:path w="382905" h="100965">
                  <a:moveTo>
                    <a:pt x="191296" y="100680"/>
                  </a:moveTo>
                  <a:lnTo>
                    <a:pt x="141980" y="95797"/>
                  </a:lnTo>
                  <a:lnTo>
                    <a:pt x="116222" y="66004"/>
                  </a:lnTo>
                  <a:lnTo>
                    <a:pt x="108211" y="49550"/>
                  </a:lnTo>
                  <a:lnTo>
                    <a:pt x="108211" y="38518"/>
                  </a:lnTo>
                  <a:lnTo>
                    <a:pt x="119910" y="28106"/>
                  </a:lnTo>
                  <a:lnTo>
                    <a:pt x="109483" y="30361"/>
                  </a:lnTo>
                  <a:lnTo>
                    <a:pt x="98933" y="35024"/>
                  </a:lnTo>
                  <a:lnTo>
                    <a:pt x="88336" y="41244"/>
                  </a:lnTo>
                  <a:lnTo>
                    <a:pt x="61533" y="58575"/>
                  </a:lnTo>
                  <a:lnTo>
                    <a:pt x="47923" y="65679"/>
                  </a:lnTo>
                  <a:lnTo>
                    <a:pt x="41178" y="67616"/>
                  </a:lnTo>
                  <a:lnTo>
                    <a:pt x="28212" y="67616"/>
                  </a:lnTo>
                  <a:lnTo>
                    <a:pt x="6506" y="51161"/>
                  </a:lnTo>
                  <a:lnTo>
                    <a:pt x="348" y="48403"/>
                  </a:lnTo>
                  <a:lnTo>
                    <a:pt x="0" y="47551"/>
                  </a:lnTo>
                  <a:lnTo>
                    <a:pt x="522" y="45924"/>
                  </a:lnTo>
                  <a:lnTo>
                    <a:pt x="1409" y="45521"/>
                  </a:lnTo>
                  <a:lnTo>
                    <a:pt x="2216" y="45769"/>
                  </a:lnTo>
                  <a:lnTo>
                    <a:pt x="16212" y="46242"/>
                  </a:lnTo>
                  <a:lnTo>
                    <a:pt x="31341" y="41314"/>
                  </a:lnTo>
                  <a:lnTo>
                    <a:pt x="47137" y="32831"/>
                  </a:lnTo>
                  <a:lnTo>
                    <a:pt x="76300" y="14203"/>
                  </a:lnTo>
                  <a:lnTo>
                    <a:pt x="88981" y="6966"/>
                  </a:lnTo>
                  <a:lnTo>
                    <a:pt x="101041" y="1905"/>
                  </a:lnTo>
                  <a:lnTo>
                    <a:pt x="112343" y="0"/>
                  </a:lnTo>
                  <a:lnTo>
                    <a:pt x="117662" y="0"/>
                  </a:lnTo>
                  <a:lnTo>
                    <a:pt x="122364" y="1146"/>
                  </a:lnTo>
                  <a:lnTo>
                    <a:pt x="131531" y="5965"/>
                  </a:lnTo>
                  <a:lnTo>
                    <a:pt x="135346" y="10365"/>
                  </a:lnTo>
                  <a:lnTo>
                    <a:pt x="140223" y="21846"/>
                  </a:lnTo>
                  <a:lnTo>
                    <a:pt x="148946" y="35527"/>
                  </a:lnTo>
                  <a:lnTo>
                    <a:pt x="148946" y="41756"/>
                  </a:lnTo>
                  <a:lnTo>
                    <a:pt x="147870" y="44080"/>
                  </a:lnTo>
                  <a:lnTo>
                    <a:pt x="143136" y="48171"/>
                  </a:lnTo>
                  <a:lnTo>
                    <a:pt x="127526" y="56026"/>
                  </a:lnTo>
                  <a:lnTo>
                    <a:pt x="127272" y="58908"/>
                  </a:lnTo>
                  <a:lnTo>
                    <a:pt x="171766" y="68448"/>
                  </a:lnTo>
                  <a:lnTo>
                    <a:pt x="191296" y="69242"/>
                  </a:lnTo>
                  <a:lnTo>
                    <a:pt x="201286" y="69039"/>
                  </a:lnTo>
                  <a:lnTo>
                    <a:pt x="243526" y="63080"/>
                  </a:lnTo>
                  <a:lnTo>
                    <a:pt x="255511" y="59016"/>
                  </a:lnTo>
                  <a:lnTo>
                    <a:pt x="255020" y="57064"/>
                  </a:lnTo>
                  <a:lnTo>
                    <a:pt x="242307" y="50650"/>
                  </a:lnTo>
                  <a:lnTo>
                    <a:pt x="239441" y="48682"/>
                  </a:lnTo>
                  <a:lnTo>
                    <a:pt x="234945" y="44251"/>
                  </a:lnTo>
                  <a:lnTo>
                    <a:pt x="233726" y="41756"/>
                  </a:lnTo>
                  <a:lnTo>
                    <a:pt x="233726" y="35527"/>
                  </a:lnTo>
                  <a:lnTo>
                    <a:pt x="242560" y="21846"/>
                  </a:lnTo>
                  <a:lnTo>
                    <a:pt x="247389" y="10365"/>
                  </a:lnTo>
                  <a:lnTo>
                    <a:pt x="251236" y="5965"/>
                  </a:lnTo>
                  <a:lnTo>
                    <a:pt x="256096" y="3176"/>
                  </a:lnTo>
                  <a:lnTo>
                    <a:pt x="260260" y="1146"/>
                  </a:lnTo>
                  <a:lnTo>
                    <a:pt x="264962" y="0"/>
                  </a:lnTo>
                  <a:lnTo>
                    <a:pt x="270424" y="0"/>
                  </a:lnTo>
                  <a:lnTo>
                    <a:pt x="281660" y="1905"/>
                  </a:lnTo>
                  <a:lnTo>
                    <a:pt x="293697" y="6966"/>
                  </a:lnTo>
                  <a:lnTo>
                    <a:pt x="306376" y="14203"/>
                  </a:lnTo>
                  <a:lnTo>
                    <a:pt x="335500" y="32831"/>
                  </a:lnTo>
                  <a:lnTo>
                    <a:pt x="351306" y="41314"/>
                  </a:lnTo>
                  <a:lnTo>
                    <a:pt x="366475" y="46242"/>
                  </a:lnTo>
                  <a:lnTo>
                    <a:pt x="380535" y="45769"/>
                  </a:lnTo>
                  <a:lnTo>
                    <a:pt x="381311" y="45521"/>
                  </a:lnTo>
                  <a:lnTo>
                    <a:pt x="382182" y="45924"/>
                  </a:lnTo>
                  <a:lnTo>
                    <a:pt x="382467" y="46683"/>
                  </a:lnTo>
                  <a:lnTo>
                    <a:pt x="382688" y="47551"/>
                  </a:lnTo>
                  <a:lnTo>
                    <a:pt x="382324" y="48403"/>
                  </a:lnTo>
                  <a:lnTo>
                    <a:pt x="376166" y="51083"/>
                  </a:lnTo>
                  <a:lnTo>
                    <a:pt x="354460" y="67616"/>
                  </a:lnTo>
                  <a:lnTo>
                    <a:pt x="341510" y="67616"/>
                  </a:lnTo>
                  <a:lnTo>
                    <a:pt x="334860" y="65679"/>
                  </a:lnTo>
                  <a:lnTo>
                    <a:pt x="319456" y="57715"/>
                  </a:lnTo>
                  <a:lnTo>
                    <a:pt x="294434" y="41212"/>
                  </a:lnTo>
                  <a:lnTo>
                    <a:pt x="283777" y="34995"/>
                  </a:lnTo>
                  <a:lnTo>
                    <a:pt x="273188" y="30350"/>
                  </a:lnTo>
                  <a:lnTo>
                    <a:pt x="262746" y="28106"/>
                  </a:lnTo>
                  <a:lnTo>
                    <a:pt x="274968" y="38936"/>
                  </a:lnTo>
                  <a:lnTo>
                    <a:pt x="274968" y="49704"/>
                  </a:lnTo>
                  <a:lnTo>
                    <a:pt x="271216" y="56599"/>
                  </a:lnTo>
                  <a:lnTo>
                    <a:pt x="266593" y="66004"/>
                  </a:lnTo>
                  <a:lnTo>
                    <a:pt x="261099" y="86999"/>
                  </a:lnTo>
                  <a:lnTo>
                    <a:pt x="251078" y="92034"/>
                  </a:lnTo>
                  <a:lnTo>
                    <a:pt x="240766" y="95797"/>
                  </a:lnTo>
                  <a:lnTo>
                    <a:pt x="227326" y="98501"/>
                  </a:lnTo>
                  <a:lnTo>
                    <a:pt x="210816" y="100133"/>
                  </a:lnTo>
                  <a:lnTo>
                    <a:pt x="191296" y="100680"/>
                  </a:lnTo>
                  <a:close/>
                </a:path>
              </a:pathLst>
            </a:custGeom>
            <a:solidFill>
              <a:srgbClr val="FFFFFF"/>
            </a:solidFill>
          </p:spPr>
          <p:txBody>
            <a:bodyPr wrap="square" lIns="0" tIns="0" rIns="0" bIns="0" rtlCol="0"/>
            <a:lstStyle/>
            <a:p>
              <a:endParaRPr/>
            </a:p>
          </p:txBody>
        </p:sp>
        <p:pic>
          <p:nvPicPr>
            <p:cNvPr id="31" name="object 9">
              <a:extLst>
                <a:ext uri="{FF2B5EF4-FFF2-40B4-BE49-F238E27FC236}">
                  <a16:creationId xmlns:a16="http://schemas.microsoft.com/office/drawing/2014/main" id="{BA2DF1F2-F847-CF22-EC3D-869764D4B7D3}"/>
                </a:ext>
              </a:extLst>
            </p:cNvPr>
            <p:cNvPicPr/>
            <p:nvPr/>
          </p:nvPicPr>
          <p:blipFill>
            <a:blip r:embed="rId4" cstate="print"/>
            <a:stretch>
              <a:fillRect/>
            </a:stretch>
          </p:blipFill>
          <p:spPr>
            <a:xfrm>
              <a:off x="864000" y="607992"/>
              <a:ext cx="162906" cy="217170"/>
            </a:xfrm>
            <a:prstGeom prst="rect">
              <a:avLst/>
            </a:prstGeom>
          </p:spPr>
        </p:pic>
        <p:sp>
          <p:nvSpPr>
            <p:cNvPr id="64" name="object 10">
              <a:extLst>
                <a:ext uri="{FF2B5EF4-FFF2-40B4-BE49-F238E27FC236}">
                  <a16:creationId xmlns:a16="http://schemas.microsoft.com/office/drawing/2014/main" id="{39948145-C55C-516D-E109-5440EBC66C4C}"/>
                </a:ext>
              </a:extLst>
            </p:cNvPr>
            <p:cNvSpPr/>
            <p:nvPr/>
          </p:nvSpPr>
          <p:spPr>
            <a:xfrm>
              <a:off x="702043" y="546036"/>
              <a:ext cx="492759" cy="325120"/>
            </a:xfrm>
            <a:custGeom>
              <a:avLst/>
              <a:gdLst/>
              <a:ahLst/>
              <a:cxnLst/>
              <a:rect l="l" t="t" r="r" b="b"/>
              <a:pathLst>
                <a:path w="492759" h="325119">
                  <a:moveTo>
                    <a:pt x="71945" y="28511"/>
                  </a:moveTo>
                  <a:lnTo>
                    <a:pt x="70612" y="27266"/>
                  </a:lnTo>
                  <a:lnTo>
                    <a:pt x="67449" y="27266"/>
                  </a:lnTo>
                  <a:lnTo>
                    <a:pt x="66065" y="28511"/>
                  </a:lnTo>
                  <a:lnTo>
                    <a:pt x="66065" y="31661"/>
                  </a:lnTo>
                  <a:lnTo>
                    <a:pt x="67449" y="32893"/>
                  </a:lnTo>
                  <a:lnTo>
                    <a:pt x="70612" y="32893"/>
                  </a:lnTo>
                  <a:lnTo>
                    <a:pt x="71945" y="31661"/>
                  </a:lnTo>
                  <a:lnTo>
                    <a:pt x="71945" y="30048"/>
                  </a:lnTo>
                  <a:lnTo>
                    <a:pt x="71945" y="28511"/>
                  </a:lnTo>
                  <a:close/>
                </a:path>
                <a:path w="492759" h="325119">
                  <a:moveTo>
                    <a:pt x="73012" y="36055"/>
                  </a:moveTo>
                  <a:lnTo>
                    <a:pt x="71653" y="34772"/>
                  </a:lnTo>
                  <a:lnTo>
                    <a:pt x="68478" y="34772"/>
                  </a:lnTo>
                  <a:lnTo>
                    <a:pt x="67106" y="36055"/>
                  </a:lnTo>
                  <a:lnTo>
                    <a:pt x="67106" y="39103"/>
                  </a:lnTo>
                  <a:lnTo>
                    <a:pt x="68478" y="40513"/>
                  </a:lnTo>
                  <a:lnTo>
                    <a:pt x="71653" y="40513"/>
                  </a:lnTo>
                  <a:lnTo>
                    <a:pt x="73012" y="39103"/>
                  </a:lnTo>
                  <a:lnTo>
                    <a:pt x="73012" y="37490"/>
                  </a:lnTo>
                  <a:lnTo>
                    <a:pt x="73012" y="36055"/>
                  </a:lnTo>
                  <a:close/>
                </a:path>
                <a:path w="492759" h="325119">
                  <a:moveTo>
                    <a:pt x="76466" y="22326"/>
                  </a:moveTo>
                  <a:lnTo>
                    <a:pt x="75107" y="21132"/>
                  </a:lnTo>
                  <a:lnTo>
                    <a:pt x="71945" y="21132"/>
                  </a:lnTo>
                  <a:lnTo>
                    <a:pt x="70688" y="22326"/>
                  </a:lnTo>
                  <a:lnTo>
                    <a:pt x="70688" y="25438"/>
                  </a:lnTo>
                  <a:lnTo>
                    <a:pt x="71945" y="26771"/>
                  </a:lnTo>
                  <a:lnTo>
                    <a:pt x="73596" y="26771"/>
                  </a:lnTo>
                  <a:lnTo>
                    <a:pt x="75107" y="26771"/>
                  </a:lnTo>
                  <a:lnTo>
                    <a:pt x="76466" y="25438"/>
                  </a:lnTo>
                  <a:lnTo>
                    <a:pt x="76466" y="22326"/>
                  </a:lnTo>
                  <a:close/>
                </a:path>
                <a:path w="492759" h="325119">
                  <a:moveTo>
                    <a:pt x="84124" y="21856"/>
                  </a:moveTo>
                  <a:lnTo>
                    <a:pt x="82880" y="20637"/>
                  </a:lnTo>
                  <a:lnTo>
                    <a:pt x="79679" y="20637"/>
                  </a:lnTo>
                  <a:lnTo>
                    <a:pt x="78409" y="21856"/>
                  </a:lnTo>
                  <a:lnTo>
                    <a:pt x="78409" y="24993"/>
                  </a:lnTo>
                  <a:lnTo>
                    <a:pt x="79679" y="26327"/>
                  </a:lnTo>
                  <a:lnTo>
                    <a:pt x="81229" y="26327"/>
                  </a:lnTo>
                  <a:lnTo>
                    <a:pt x="82880" y="26327"/>
                  </a:lnTo>
                  <a:lnTo>
                    <a:pt x="84124" y="24993"/>
                  </a:lnTo>
                  <a:lnTo>
                    <a:pt x="84124" y="21856"/>
                  </a:lnTo>
                  <a:close/>
                </a:path>
                <a:path w="492759" h="325119">
                  <a:moveTo>
                    <a:pt x="94157" y="24358"/>
                  </a:moveTo>
                  <a:lnTo>
                    <a:pt x="94043" y="20967"/>
                  </a:lnTo>
                  <a:lnTo>
                    <a:pt x="93319" y="19939"/>
                  </a:lnTo>
                  <a:lnTo>
                    <a:pt x="92087" y="19316"/>
                  </a:lnTo>
                  <a:lnTo>
                    <a:pt x="90779" y="18237"/>
                  </a:lnTo>
                  <a:lnTo>
                    <a:pt x="89103" y="16637"/>
                  </a:lnTo>
                  <a:lnTo>
                    <a:pt x="88595" y="16052"/>
                  </a:lnTo>
                  <a:lnTo>
                    <a:pt x="88112" y="15494"/>
                  </a:lnTo>
                  <a:lnTo>
                    <a:pt x="88163" y="15341"/>
                  </a:lnTo>
                  <a:lnTo>
                    <a:pt x="88265" y="15113"/>
                  </a:lnTo>
                  <a:lnTo>
                    <a:pt x="93243" y="15494"/>
                  </a:lnTo>
                  <a:lnTo>
                    <a:pt x="93179" y="15341"/>
                  </a:lnTo>
                  <a:lnTo>
                    <a:pt x="93091" y="15113"/>
                  </a:lnTo>
                  <a:lnTo>
                    <a:pt x="92456" y="13474"/>
                  </a:lnTo>
                  <a:lnTo>
                    <a:pt x="91262" y="10426"/>
                  </a:lnTo>
                  <a:lnTo>
                    <a:pt x="87731" y="13474"/>
                  </a:lnTo>
                  <a:lnTo>
                    <a:pt x="87363" y="13474"/>
                  </a:lnTo>
                  <a:lnTo>
                    <a:pt x="87083" y="8115"/>
                  </a:lnTo>
                  <a:lnTo>
                    <a:pt x="82042" y="9906"/>
                  </a:lnTo>
                  <a:lnTo>
                    <a:pt x="85382" y="13995"/>
                  </a:lnTo>
                  <a:lnTo>
                    <a:pt x="85242" y="14224"/>
                  </a:lnTo>
                  <a:lnTo>
                    <a:pt x="85242" y="14376"/>
                  </a:lnTo>
                  <a:lnTo>
                    <a:pt x="80759" y="14630"/>
                  </a:lnTo>
                  <a:lnTo>
                    <a:pt x="83185" y="19697"/>
                  </a:lnTo>
                  <a:lnTo>
                    <a:pt x="86080" y="16052"/>
                  </a:lnTo>
                  <a:lnTo>
                    <a:pt x="86220" y="16052"/>
                  </a:lnTo>
                  <a:lnTo>
                    <a:pt x="86347" y="16637"/>
                  </a:lnTo>
                  <a:lnTo>
                    <a:pt x="86588" y="17881"/>
                  </a:lnTo>
                  <a:lnTo>
                    <a:pt x="86715" y="19697"/>
                  </a:lnTo>
                  <a:lnTo>
                    <a:pt x="86791" y="24358"/>
                  </a:lnTo>
                  <a:lnTo>
                    <a:pt x="88392" y="26060"/>
                  </a:lnTo>
                  <a:lnTo>
                    <a:pt x="92506" y="26060"/>
                  </a:lnTo>
                  <a:lnTo>
                    <a:pt x="94157" y="24358"/>
                  </a:lnTo>
                  <a:close/>
                </a:path>
                <a:path w="492759" h="325119">
                  <a:moveTo>
                    <a:pt x="100431" y="15557"/>
                  </a:moveTo>
                  <a:lnTo>
                    <a:pt x="99174" y="14630"/>
                  </a:lnTo>
                  <a:lnTo>
                    <a:pt x="98107" y="13474"/>
                  </a:lnTo>
                  <a:lnTo>
                    <a:pt x="96126" y="13474"/>
                  </a:lnTo>
                  <a:lnTo>
                    <a:pt x="95008" y="14630"/>
                  </a:lnTo>
                  <a:lnTo>
                    <a:pt x="93941" y="15557"/>
                  </a:lnTo>
                  <a:lnTo>
                    <a:pt x="93941" y="17360"/>
                  </a:lnTo>
                  <a:lnTo>
                    <a:pt x="95084" y="18605"/>
                  </a:lnTo>
                  <a:lnTo>
                    <a:pt x="96126" y="19685"/>
                  </a:lnTo>
                  <a:lnTo>
                    <a:pt x="98107" y="19685"/>
                  </a:lnTo>
                  <a:lnTo>
                    <a:pt x="99174" y="18516"/>
                  </a:lnTo>
                  <a:lnTo>
                    <a:pt x="100431" y="17360"/>
                  </a:lnTo>
                  <a:lnTo>
                    <a:pt x="100431" y="15557"/>
                  </a:lnTo>
                  <a:close/>
                </a:path>
                <a:path w="492759" h="325119">
                  <a:moveTo>
                    <a:pt x="106845" y="10795"/>
                  </a:moveTo>
                  <a:lnTo>
                    <a:pt x="105765" y="9817"/>
                  </a:lnTo>
                  <a:lnTo>
                    <a:pt x="104559" y="8572"/>
                  </a:lnTo>
                  <a:lnTo>
                    <a:pt x="102730" y="8572"/>
                  </a:lnTo>
                  <a:lnTo>
                    <a:pt x="101536" y="9817"/>
                  </a:lnTo>
                  <a:lnTo>
                    <a:pt x="100457" y="10795"/>
                  </a:lnTo>
                  <a:lnTo>
                    <a:pt x="100457" y="12661"/>
                  </a:lnTo>
                  <a:lnTo>
                    <a:pt x="101536" y="13906"/>
                  </a:lnTo>
                  <a:lnTo>
                    <a:pt x="102730" y="14859"/>
                  </a:lnTo>
                  <a:lnTo>
                    <a:pt x="104559" y="14859"/>
                  </a:lnTo>
                  <a:lnTo>
                    <a:pt x="105765" y="13906"/>
                  </a:lnTo>
                  <a:lnTo>
                    <a:pt x="106845" y="12661"/>
                  </a:lnTo>
                  <a:lnTo>
                    <a:pt x="106845" y="10795"/>
                  </a:lnTo>
                  <a:close/>
                </a:path>
                <a:path w="492759" h="325119">
                  <a:moveTo>
                    <a:pt x="114452" y="12128"/>
                  </a:moveTo>
                  <a:lnTo>
                    <a:pt x="113347" y="10960"/>
                  </a:lnTo>
                  <a:lnTo>
                    <a:pt x="112191" y="9906"/>
                  </a:lnTo>
                  <a:lnTo>
                    <a:pt x="110337" y="9906"/>
                  </a:lnTo>
                  <a:lnTo>
                    <a:pt x="109321" y="10960"/>
                  </a:lnTo>
                  <a:lnTo>
                    <a:pt x="108089" y="12128"/>
                  </a:lnTo>
                  <a:lnTo>
                    <a:pt x="108216" y="13995"/>
                  </a:lnTo>
                  <a:lnTo>
                    <a:pt x="110464" y="16052"/>
                  </a:lnTo>
                  <a:lnTo>
                    <a:pt x="112318" y="16052"/>
                  </a:lnTo>
                  <a:lnTo>
                    <a:pt x="113347" y="15024"/>
                  </a:lnTo>
                  <a:lnTo>
                    <a:pt x="114452" y="13995"/>
                  </a:lnTo>
                  <a:lnTo>
                    <a:pt x="114452" y="12128"/>
                  </a:lnTo>
                  <a:close/>
                </a:path>
                <a:path w="492759" h="325119">
                  <a:moveTo>
                    <a:pt x="118529" y="23126"/>
                  </a:moveTo>
                  <a:lnTo>
                    <a:pt x="114071" y="23393"/>
                  </a:lnTo>
                  <a:lnTo>
                    <a:pt x="115328" y="25158"/>
                  </a:lnTo>
                  <a:lnTo>
                    <a:pt x="115722" y="25984"/>
                  </a:lnTo>
                  <a:lnTo>
                    <a:pt x="115836" y="27457"/>
                  </a:lnTo>
                  <a:lnTo>
                    <a:pt x="115011" y="27051"/>
                  </a:lnTo>
                  <a:lnTo>
                    <a:pt x="113855" y="26162"/>
                  </a:lnTo>
                  <a:lnTo>
                    <a:pt x="112826" y="24726"/>
                  </a:lnTo>
                  <a:lnTo>
                    <a:pt x="112941" y="26162"/>
                  </a:lnTo>
                  <a:lnTo>
                    <a:pt x="113042" y="27457"/>
                  </a:lnTo>
                  <a:lnTo>
                    <a:pt x="113157" y="28829"/>
                  </a:lnTo>
                  <a:lnTo>
                    <a:pt x="113258" y="30035"/>
                  </a:lnTo>
                  <a:lnTo>
                    <a:pt x="113322" y="30848"/>
                  </a:lnTo>
                  <a:lnTo>
                    <a:pt x="113398" y="31127"/>
                  </a:lnTo>
                  <a:lnTo>
                    <a:pt x="114071" y="30035"/>
                  </a:lnTo>
                  <a:lnTo>
                    <a:pt x="114198" y="29908"/>
                  </a:lnTo>
                  <a:lnTo>
                    <a:pt x="114782" y="29235"/>
                  </a:lnTo>
                  <a:lnTo>
                    <a:pt x="115836" y="28829"/>
                  </a:lnTo>
                  <a:lnTo>
                    <a:pt x="115722" y="31127"/>
                  </a:lnTo>
                  <a:lnTo>
                    <a:pt x="115608" y="33248"/>
                  </a:lnTo>
                  <a:lnTo>
                    <a:pt x="113855" y="34925"/>
                  </a:lnTo>
                  <a:lnTo>
                    <a:pt x="112318" y="35242"/>
                  </a:lnTo>
                  <a:lnTo>
                    <a:pt x="111023" y="35496"/>
                  </a:lnTo>
                  <a:lnTo>
                    <a:pt x="110426" y="35496"/>
                  </a:lnTo>
                  <a:lnTo>
                    <a:pt x="109093" y="34429"/>
                  </a:lnTo>
                  <a:lnTo>
                    <a:pt x="109029" y="34036"/>
                  </a:lnTo>
                  <a:lnTo>
                    <a:pt x="108940" y="33528"/>
                  </a:lnTo>
                  <a:lnTo>
                    <a:pt x="108889" y="33248"/>
                  </a:lnTo>
                  <a:lnTo>
                    <a:pt x="108775" y="32537"/>
                  </a:lnTo>
                  <a:lnTo>
                    <a:pt x="108534" y="31127"/>
                  </a:lnTo>
                  <a:lnTo>
                    <a:pt x="108915" y="30848"/>
                  </a:lnTo>
                  <a:lnTo>
                    <a:pt x="110197" y="29908"/>
                  </a:lnTo>
                  <a:lnTo>
                    <a:pt x="112014" y="31648"/>
                  </a:lnTo>
                  <a:lnTo>
                    <a:pt x="112039" y="31369"/>
                  </a:lnTo>
                  <a:lnTo>
                    <a:pt x="112153" y="29908"/>
                  </a:lnTo>
                  <a:lnTo>
                    <a:pt x="112191" y="29489"/>
                  </a:lnTo>
                  <a:lnTo>
                    <a:pt x="112204" y="29235"/>
                  </a:lnTo>
                  <a:lnTo>
                    <a:pt x="112318" y="27774"/>
                  </a:lnTo>
                  <a:lnTo>
                    <a:pt x="109004" y="27774"/>
                  </a:lnTo>
                  <a:lnTo>
                    <a:pt x="107619" y="29235"/>
                  </a:lnTo>
                  <a:lnTo>
                    <a:pt x="109321" y="25615"/>
                  </a:lnTo>
                  <a:lnTo>
                    <a:pt x="109207" y="25158"/>
                  </a:lnTo>
                  <a:lnTo>
                    <a:pt x="109080" y="24726"/>
                  </a:lnTo>
                  <a:lnTo>
                    <a:pt x="109029" y="24561"/>
                  </a:lnTo>
                  <a:lnTo>
                    <a:pt x="108597" y="22974"/>
                  </a:lnTo>
                  <a:lnTo>
                    <a:pt x="105181" y="21132"/>
                  </a:lnTo>
                  <a:lnTo>
                    <a:pt x="102971" y="24561"/>
                  </a:lnTo>
                  <a:lnTo>
                    <a:pt x="103035" y="24726"/>
                  </a:lnTo>
                  <a:lnTo>
                    <a:pt x="103911" y="27051"/>
                  </a:lnTo>
                  <a:lnTo>
                    <a:pt x="106489" y="29489"/>
                  </a:lnTo>
                  <a:lnTo>
                    <a:pt x="103911" y="28333"/>
                  </a:lnTo>
                  <a:lnTo>
                    <a:pt x="101536" y="30492"/>
                  </a:lnTo>
                  <a:lnTo>
                    <a:pt x="103911" y="33528"/>
                  </a:lnTo>
                  <a:lnTo>
                    <a:pt x="103962" y="33248"/>
                  </a:lnTo>
                  <a:lnTo>
                    <a:pt x="104432" y="30848"/>
                  </a:lnTo>
                  <a:lnTo>
                    <a:pt x="106730" y="31369"/>
                  </a:lnTo>
                  <a:lnTo>
                    <a:pt x="106794" y="31648"/>
                  </a:lnTo>
                  <a:lnTo>
                    <a:pt x="107632" y="35242"/>
                  </a:lnTo>
                  <a:lnTo>
                    <a:pt x="105879" y="37414"/>
                  </a:lnTo>
                  <a:lnTo>
                    <a:pt x="99047" y="39535"/>
                  </a:lnTo>
                  <a:lnTo>
                    <a:pt x="98971" y="39382"/>
                  </a:lnTo>
                  <a:lnTo>
                    <a:pt x="97599" y="36906"/>
                  </a:lnTo>
                  <a:lnTo>
                    <a:pt x="96939" y="35496"/>
                  </a:lnTo>
                  <a:lnTo>
                    <a:pt x="96824" y="35242"/>
                  </a:lnTo>
                  <a:lnTo>
                    <a:pt x="96672" y="34925"/>
                  </a:lnTo>
                  <a:lnTo>
                    <a:pt x="96710" y="34683"/>
                  </a:lnTo>
                  <a:lnTo>
                    <a:pt x="97485" y="34188"/>
                  </a:lnTo>
                  <a:lnTo>
                    <a:pt x="99631" y="34429"/>
                  </a:lnTo>
                  <a:lnTo>
                    <a:pt x="101879" y="35737"/>
                  </a:lnTo>
                  <a:lnTo>
                    <a:pt x="102006" y="35737"/>
                  </a:lnTo>
                  <a:lnTo>
                    <a:pt x="101930" y="35496"/>
                  </a:lnTo>
                  <a:lnTo>
                    <a:pt x="101854" y="35242"/>
                  </a:lnTo>
                  <a:lnTo>
                    <a:pt x="101739" y="34925"/>
                  </a:lnTo>
                  <a:lnTo>
                    <a:pt x="101663" y="34683"/>
                  </a:lnTo>
                  <a:lnTo>
                    <a:pt x="101574" y="34429"/>
                  </a:lnTo>
                  <a:lnTo>
                    <a:pt x="101180" y="33248"/>
                  </a:lnTo>
                  <a:lnTo>
                    <a:pt x="99936" y="29489"/>
                  </a:lnTo>
                  <a:lnTo>
                    <a:pt x="99174" y="31648"/>
                  </a:lnTo>
                  <a:lnTo>
                    <a:pt x="98005" y="32537"/>
                  </a:lnTo>
                  <a:lnTo>
                    <a:pt x="98285" y="32537"/>
                  </a:lnTo>
                  <a:lnTo>
                    <a:pt x="96304" y="33248"/>
                  </a:lnTo>
                  <a:lnTo>
                    <a:pt x="96037" y="33248"/>
                  </a:lnTo>
                  <a:lnTo>
                    <a:pt x="96113" y="30848"/>
                  </a:lnTo>
                  <a:lnTo>
                    <a:pt x="97243" y="27774"/>
                  </a:lnTo>
                  <a:lnTo>
                    <a:pt x="89408" y="30848"/>
                  </a:lnTo>
                  <a:lnTo>
                    <a:pt x="92862" y="32537"/>
                  </a:lnTo>
                  <a:lnTo>
                    <a:pt x="93573" y="33248"/>
                  </a:lnTo>
                  <a:lnTo>
                    <a:pt x="94259" y="34036"/>
                  </a:lnTo>
                  <a:lnTo>
                    <a:pt x="94500" y="34036"/>
                  </a:lnTo>
                  <a:lnTo>
                    <a:pt x="92570" y="34683"/>
                  </a:lnTo>
                  <a:lnTo>
                    <a:pt x="91084" y="34925"/>
                  </a:lnTo>
                  <a:lnTo>
                    <a:pt x="88684" y="34036"/>
                  </a:lnTo>
                  <a:lnTo>
                    <a:pt x="91757" y="39992"/>
                  </a:lnTo>
                  <a:lnTo>
                    <a:pt x="91871" y="39535"/>
                  </a:lnTo>
                  <a:lnTo>
                    <a:pt x="91986" y="39103"/>
                  </a:lnTo>
                  <a:lnTo>
                    <a:pt x="92049" y="38862"/>
                  </a:lnTo>
                  <a:lnTo>
                    <a:pt x="92138" y="38557"/>
                  </a:lnTo>
                  <a:lnTo>
                    <a:pt x="92252" y="38125"/>
                  </a:lnTo>
                  <a:lnTo>
                    <a:pt x="92303" y="37922"/>
                  </a:lnTo>
                  <a:lnTo>
                    <a:pt x="92506" y="37134"/>
                  </a:lnTo>
                  <a:lnTo>
                    <a:pt x="93941" y="35496"/>
                  </a:lnTo>
                  <a:lnTo>
                    <a:pt x="95008" y="35496"/>
                  </a:lnTo>
                  <a:lnTo>
                    <a:pt x="95097" y="35737"/>
                  </a:lnTo>
                  <a:lnTo>
                    <a:pt x="96672" y="40513"/>
                  </a:lnTo>
                  <a:lnTo>
                    <a:pt x="92227" y="42557"/>
                  </a:lnTo>
                  <a:lnTo>
                    <a:pt x="91262" y="43154"/>
                  </a:lnTo>
                  <a:lnTo>
                    <a:pt x="90538" y="43548"/>
                  </a:lnTo>
                  <a:lnTo>
                    <a:pt x="89154" y="43548"/>
                  </a:lnTo>
                  <a:lnTo>
                    <a:pt x="87363" y="43307"/>
                  </a:lnTo>
                  <a:lnTo>
                    <a:pt x="87274" y="43154"/>
                  </a:lnTo>
                  <a:lnTo>
                    <a:pt x="86436" y="41821"/>
                  </a:lnTo>
                  <a:lnTo>
                    <a:pt x="85953" y="41008"/>
                  </a:lnTo>
                  <a:lnTo>
                    <a:pt x="85356" y="39992"/>
                  </a:lnTo>
                  <a:lnTo>
                    <a:pt x="85864" y="39103"/>
                  </a:lnTo>
                  <a:lnTo>
                    <a:pt x="86169" y="38557"/>
                  </a:lnTo>
                  <a:lnTo>
                    <a:pt x="86525" y="37922"/>
                  </a:lnTo>
                  <a:lnTo>
                    <a:pt x="88760" y="39535"/>
                  </a:lnTo>
                  <a:lnTo>
                    <a:pt x="88722" y="39103"/>
                  </a:lnTo>
                  <a:lnTo>
                    <a:pt x="88607" y="37922"/>
                  </a:lnTo>
                  <a:lnTo>
                    <a:pt x="88506" y="36906"/>
                  </a:lnTo>
                  <a:lnTo>
                    <a:pt x="88392" y="35737"/>
                  </a:lnTo>
                  <a:lnTo>
                    <a:pt x="85039" y="35737"/>
                  </a:lnTo>
                  <a:lnTo>
                    <a:pt x="84124" y="38557"/>
                  </a:lnTo>
                  <a:lnTo>
                    <a:pt x="84226" y="34683"/>
                  </a:lnTo>
                  <a:lnTo>
                    <a:pt x="83185" y="32537"/>
                  </a:lnTo>
                  <a:lnTo>
                    <a:pt x="79006" y="31369"/>
                  </a:lnTo>
                  <a:lnTo>
                    <a:pt x="78930" y="31648"/>
                  </a:lnTo>
                  <a:lnTo>
                    <a:pt x="78193" y="34429"/>
                  </a:lnTo>
                  <a:lnTo>
                    <a:pt x="78130" y="35496"/>
                  </a:lnTo>
                  <a:lnTo>
                    <a:pt x="79324" y="37414"/>
                  </a:lnTo>
                  <a:lnTo>
                    <a:pt x="83261" y="39103"/>
                  </a:lnTo>
                  <a:lnTo>
                    <a:pt x="81038" y="38862"/>
                  </a:lnTo>
                  <a:lnTo>
                    <a:pt x="78663" y="41008"/>
                  </a:lnTo>
                  <a:lnTo>
                    <a:pt x="81686" y="43548"/>
                  </a:lnTo>
                  <a:lnTo>
                    <a:pt x="81686" y="41351"/>
                  </a:lnTo>
                  <a:lnTo>
                    <a:pt x="83705" y="41008"/>
                  </a:lnTo>
                  <a:lnTo>
                    <a:pt x="84886" y="42557"/>
                  </a:lnTo>
                  <a:lnTo>
                    <a:pt x="85572" y="43548"/>
                  </a:lnTo>
                  <a:lnTo>
                    <a:pt x="85572" y="44246"/>
                  </a:lnTo>
                  <a:lnTo>
                    <a:pt x="85432" y="45504"/>
                  </a:lnTo>
                  <a:lnTo>
                    <a:pt x="83934" y="46558"/>
                  </a:lnTo>
                  <a:lnTo>
                    <a:pt x="82905" y="47244"/>
                  </a:lnTo>
                  <a:lnTo>
                    <a:pt x="80149" y="47244"/>
                  </a:lnTo>
                  <a:lnTo>
                    <a:pt x="76949" y="44246"/>
                  </a:lnTo>
                  <a:lnTo>
                    <a:pt x="77609" y="43967"/>
                  </a:lnTo>
                  <a:lnTo>
                    <a:pt x="78574" y="43967"/>
                  </a:lnTo>
                  <a:lnTo>
                    <a:pt x="79921" y="44246"/>
                  </a:lnTo>
                  <a:lnTo>
                    <a:pt x="80289" y="44246"/>
                  </a:lnTo>
                  <a:lnTo>
                    <a:pt x="80048" y="43967"/>
                  </a:lnTo>
                  <a:lnTo>
                    <a:pt x="79349" y="43154"/>
                  </a:lnTo>
                  <a:lnTo>
                    <a:pt x="76631" y="39992"/>
                  </a:lnTo>
                  <a:lnTo>
                    <a:pt x="76136" y="39535"/>
                  </a:lnTo>
                  <a:lnTo>
                    <a:pt x="76200" y="42557"/>
                  </a:lnTo>
                  <a:lnTo>
                    <a:pt x="75831" y="43154"/>
                  </a:lnTo>
                  <a:lnTo>
                    <a:pt x="74396" y="39992"/>
                  </a:lnTo>
                  <a:lnTo>
                    <a:pt x="74269" y="39382"/>
                  </a:lnTo>
                  <a:lnTo>
                    <a:pt x="71056" y="42075"/>
                  </a:lnTo>
                  <a:lnTo>
                    <a:pt x="70827" y="42075"/>
                  </a:lnTo>
                  <a:lnTo>
                    <a:pt x="74041" y="43967"/>
                  </a:lnTo>
                  <a:lnTo>
                    <a:pt x="77660" y="46913"/>
                  </a:lnTo>
                  <a:lnTo>
                    <a:pt x="81965" y="52768"/>
                  </a:lnTo>
                  <a:lnTo>
                    <a:pt x="86372" y="49885"/>
                  </a:lnTo>
                  <a:lnTo>
                    <a:pt x="92011" y="47244"/>
                  </a:lnTo>
                  <a:lnTo>
                    <a:pt x="94424" y="46113"/>
                  </a:lnTo>
                  <a:lnTo>
                    <a:pt x="99644" y="43967"/>
                  </a:lnTo>
                  <a:lnTo>
                    <a:pt x="100736" y="43548"/>
                  </a:lnTo>
                  <a:lnTo>
                    <a:pt x="104559" y="42075"/>
                  </a:lnTo>
                  <a:lnTo>
                    <a:pt x="112534" y="39535"/>
                  </a:lnTo>
                  <a:lnTo>
                    <a:pt x="113017" y="39382"/>
                  </a:lnTo>
                  <a:lnTo>
                    <a:pt x="118211" y="38125"/>
                  </a:lnTo>
                  <a:lnTo>
                    <a:pt x="118097" y="37414"/>
                  </a:lnTo>
                  <a:lnTo>
                    <a:pt x="118021" y="36906"/>
                  </a:lnTo>
                  <a:lnTo>
                    <a:pt x="117805" y="35496"/>
                  </a:lnTo>
                  <a:lnTo>
                    <a:pt x="117678" y="34683"/>
                  </a:lnTo>
                  <a:lnTo>
                    <a:pt x="117576" y="34036"/>
                  </a:lnTo>
                  <a:lnTo>
                    <a:pt x="117462" y="33248"/>
                  </a:lnTo>
                  <a:lnTo>
                    <a:pt x="117348" y="32537"/>
                  </a:lnTo>
                  <a:lnTo>
                    <a:pt x="117208" y="31648"/>
                  </a:lnTo>
                  <a:lnTo>
                    <a:pt x="117271" y="30035"/>
                  </a:lnTo>
                  <a:lnTo>
                    <a:pt x="117335" y="29489"/>
                  </a:lnTo>
                  <a:lnTo>
                    <a:pt x="117424" y="28829"/>
                  </a:lnTo>
                  <a:lnTo>
                    <a:pt x="117487" y="28333"/>
                  </a:lnTo>
                  <a:lnTo>
                    <a:pt x="117602" y="27457"/>
                  </a:lnTo>
                  <a:lnTo>
                    <a:pt x="117690" y="26771"/>
                  </a:lnTo>
                  <a:lnTo>
                    <a:pt x="118529" y="23126"/>
                  </a:lnTo>
                  <a:close/>
                </a:path>
                <a:path w="492759" h="325119">
                  <a:moveTo>
                    <a:pt x="119253" y="18161"/>
                  </a:moveTo>
                  <a:lnTo>
                    <a:pt x="118110" y="16916"/>
                  </a:lnTo>
                  <a:lnTo>
                    <a:pt x="116979" y="15887"/>
                  </a:lnTo>
                  <a:lnTo>
                    <a:pt x="115150" y="15887"/>
                  </a:lnTo>
                  <a:lnTo>
                    <a:pt x="113944" y="16916"/>
                  </a:lnTo>
                  <a:lnTo>
                    <a:pt x="112903" y="18161"/>
                  </a:lnTo>
                  <a:lnTo>
                    <a:pt x="112903" y="20040"/>
                  </a:lnTo>
                  <a:lnTo>
                    <a:pt x="113944" y="21145"/>
                  </a:lnTo>
                  <a:lnTo>
                    <a:pt x="115150" y="22085"/>
                  </a:lnTo>
                  <a:lnTo>
                    <a:pt x="116979" y="22085"/>
                  </a:lnTo>
                  <a:lnTo>
                    <a:pt x="118110" y="21031"/>
                  </a:lnTo>
                  <a:lnTo>
                    <a:pt x="119253" y="20040"/>
                  </a:lnTo>
                  <a:lnTo>
                    <a:pt x="119253" y="18161"/>
                  </a:lnTo>
                  <a:close/>
                </a:path>
                <a:path w="492759" h="325119">
                  <a:moveTo>
                    <a:pt x="179311" y="207314"/>
                  </a:moveTo>
                  <a:lnTo>
                    <a:pt x="176161" y="206044"/>
                  </a:lnTo>
                  <a:lnTo>
                    <a:pt x="177507" y="202234"/>
                  </a:lnTo>
                  <a:lnTo>
                    <a:pt x="178765" y="199694"/>
                  </a:lnTo>
                  <a:lnTo>
                    <a:pt x="174840" y="197154"/>
                  </a:lnTo>
                  <a:lnTo>
                    <a:pt x="172885" y="195884"/>
                  </a:lnTo>
                  <a:lnTo>
                    <a:pt x="171792" y="188264"/>
                  </a:lnTo>
                  <a:lnTo>
                    <a:pt x="171602" y="186994"/>
                  </a:lnTo>
                  <a:lnTo>
                    <a:pt x="172186" y="183184"/>
                  </a:lnTo>
                  <a:lnTo>
                    <a:pt x="167233" y="176834"/>
                  </a:lnTo>
                  <a:lnTo>
                    <a:pt x="162941" y="173024"/>
                  </a:lnTo>
                  <a:lnTo>
                    <a:pt x="161518" y="171754"/>
                  </a:lnTo>
                  <a:lnTo>
                    <a:pt x="139700" y="147624"/>
                  </a:lnTo>
                  <a:lnTo>
                    <a:pt x="144119" y="147624"/>
                  </a:lnTo>
                  <a:lnTo>
                    <a:pt x="147243" y="150164"/>
                  </a:lnTo>
                  <a:lnTo>
                    <a:pt x="149161" y="151434"/>
                  </a:lnTo>
                  <a:lnTo>
                    <a:pt x="152844" y="155244"/>
                  </a:lnTo>
                  <a:lnTo>
                    <a:pt x="156222" y="159054"/>
                  </a:lnTo>
                  <a:lnTo>
                    <a:pt x="159893" y="150164"/>
                  </a:lnTo>
                  <a:lnTo>
                    <a:pt x="161569" y="147624"/>
                  </a:lnTo>
                  <a:lnTo>
                    <a:pt x="164096" y="143814"/>
                  </a:lnTo>
                  <a:lnTo>
                    <a:pt x="168948" y="136194"/>
                  </a:lnTo>
                  <a:lnTo>
                    <a:pt x="174599" y="129844"/>
                  </a:lnTo>
                  <a:lnTo>
                    <a:pt x="176682" y="127304"/>
                  </a:lnTo>
                  <a:lnTo>
                    <a:pt x="177685" y="126034"/>
                  </a:lnTo>
                  <a:lnTo>
                    <a:pt x="174777" y="127304"/>
                  </a:lnTo>
                  <a:lnTo>
                    <a:pt x="170154" y="127304"/>
                  </a:lnTo>
                  <a:lnTo>
                    <a:pt x="167678" y="129844"/>
                  </a:lnTo>
                  <a:lnTo>
                    <a:pt x="167678" y="120954"/>
                  </a:lnTo>
                  <a:lnTo>
                    <a:pt x="164338" y="117144"/>
                  </a:lnTo>
                  <a:lnTo>
                    <a:pt x="164617" y="112064"/>
                  </a:lnTo>
                  <a:lnTo>
                    <a:pt x="162864" y="105714"/>
                  </a:lnTo>
                  <a:lnTo>
                    <a:pt x="160858" y="103174"/>
                  </a:lnTo>
                  <a:lnTo>
                    <a:pt x="157873" y="99364"/>
                  </a:lnTo>
                  <a:lnTo>
                    <a:pt x="148463" y="91744"/>
                  </a:lnTo>
                  <a:lnTo>
                    <a:pt x="156654" y="94284"/>
                  </a:lnTo>
                  <a:lnTo>
                    <a:pt x="161404" y="100634"/>
                  </a:lnTo>
                  <a:lnTo>
                    <a:pt x="167678" y="95554"/>
                  </a:lnTo>
                  <a:lnTo>
                    <a:pt x="164160" y="93014"/>
                  </a:lnTo>
                  <a:lnTo>
                    <a:pt x="163182" y="91744"/>
                  </a:lnTo>
                  <a:lnTo>
                    <a:pt x="160274" y="87934"/>
                  </a:lnTo>
                  <a:lnTo>
                    <a:pt x="153619" y="81584"/>
                  </a:lnTo>
                  <a:lnTo>
                    <a:pt x="141795" y="73964"/>
                  </a:lnTo>
                  <a:lnTo>
                    <a:pt x="147332" y="75234"/>
                  </a:lnTo>
                  <a:lnTo>
                    <a:pt x="152666" y="79044"/>
                  </a:lnTo>
                  <a:lnTo>
                    <a:pt x="158229" y="80314"/>
                  </a:lnTo>
                  <a:lnTo>
                    <a:pt x="164477" y="79044"/>
                  </a:lnTo>
                  <a:lnTo>
                    <a:pt x="158902" y="75234"/>
                  </a:lnTo>
                  <a:lnTo>
                    <a:pt x="157619" y="73964"/>
                  </a:lnTo>
                  <a:lnTo>
                    <a:pt x="156337" y="72694"/>
                  </a:lnTo>
                  <a:lnTo>
                    <a:pt x="149948" y="66344"/>
                  </a:lnTo>
                  <a:lnTo>
                    <a:pt x="147408" y="63804"/>
                  </a:lnTo>
                  <a:lnTo>
                    <a:pt x="145084" y="62534"/>
                  </a:lnTo>
                  <a:lnTo>
                    <a:pt x="138137" y="58724"/>
                  </a:lnTo>
                  <a:lnTo>
                    <a:pt x="143268" y="58724"/>
                  </a:lnTo>
                  <a:lnTo>
                    <a:pt x="148755" y="61264"/>
                  </a:lnTo>
                  <a:lnTo>
                    <a:pt x="151015" y="58724"/>
                  </a:lnTo>
                  <a:lnTo>
                    <a:pt x="153276" y="56184"/>
                  </a:lnTo>
                  <a:lnTo>
                    <a:pt x="148082" y="56184"/>
                  </a:lnTo>
                  <a:lnTo>
                    <a:pt x="144868" y="52374"/>
                  </a:lnTo>
                  <a:lnTo>
                    <a:pt x="139280" y="51104"/>
                  </a:lnTo>
                  <a:lnTo>
                    <a:pt x="140144" y="48564"/>
                  </a:lnTo>
                  <a:lnTo>
                    <a:pt x="141439" y="44754"/>
                  </a:lnTo>
                  <a:lnTo>
                    <a:pt x="140919" y="40944"/>
                  </a:lnTo>
                  <a:lnTo>
                    <a:pt x="138633" y="37134"/>
                  </a:lnTo>
                  <a:lnTo>
                    <a:pt x="134658" y="37134"/>
                  </a:lnTo>
                  <a:lnTo>
                    <a:pt x="130771" y="38404"/>
                  </a:lnTo>
                  <a:lnTo>
                    <a:pt x="127990" y="40741"/>
                  </a:lnTo>
                  <a:lnTo>
                    <a:pt x="127990" y="99364"/>
                  </a:lnTo>
                  <a:lnTo>
                    <a:pt x="122453" y="100634"/>
                  </a:lnTo>
                  <a:lnTo>
                    <a:pt x="117322" y="103174"/>
                  </a:lnTo>
                  <a:lnTo>
                    <a:pt x="113169" y="99364"/>
                  </a:lnTo>
                  <a:lnTo>
                    <a:pt x="112522" y="96824"/>
                  </a:lnTo>
                  <a:lnTo>
                    <a:pt x="112191" y="95554"/>
                  </a:lnTo>
                  <a:lnTo>
                    <a:pt x="111137" y="93014"/>
                  </a:lnTo>
                  <a:lnTo>
                    <a:pt x="110350" y="90474"/>
                  </a:lnTo>
                  <a:lnTo>
                    <a:pt x="113868" y="86664"/>
                  </a:lnTo>
                  <a:lnTo>
                    <a:pt x="114452" y="85394"/>
                  </a:lnTo>
                  <a:lnTo>
                    <a:pt x="113880" y="84124"/>
                  </a:lnTo>
                  <a:lnTo>
                    <a:pt x="112750" y="81584"/>
                  </a:lnTo>
                  <a:lnTo>
                    <a:pt x="111620" y="79044"/>
                  </a:lnTo>
                  <a:lnTo>
                    <a:pt x="108216" y="81584"/>
                  </a:lnTo>
                  <a:lnTo>
                    <a:pt x="104571" y="81584"/>
                  </a:lnTo>
                  <a:lnTo>
                    <a:pt x="106286" y="79044"/>
                  </a:lnTo>
                  <a:lnTo>
                    <a:pt x="106362" y="76504"/>
                  </a:lnTo>
                  <a:lnTo>
                    <a:pt x="104127" y="76504"/>
                  </a:lnTo>
                  <a:lnTo>
                    <a:pt x="101358" y="77774"/>
                  </a:lnTo>
                  <a:lnTo>
                    <a:pt x="101358" y="81584"/>
                  </a:lnTo>
                  <a:lnTo>
                    <a:pt x="99771" y="81584"/>
                  </a:lnTo>
                  <a:lnTo>
                    <a:pt x="98336" y="80314"/>
                  </a:lnTo>
                  <a:lnTo>
                    <a:pt x="99148" y="77774"/>
                  </a:lnTo>
                  <a:lnTo>
                    <a:pt x="99148" y="75234"/>
                  </a:lnTo>
                  <a:lnTo>
                    <a:pt x="100431" y="73964"/>
                  </a:lnTo>
                  <a:lnTo>
                    <a:pt x="102184" y="73964"/>
                  </a:lnTo>
                  <a:lnTo>
                    <a:pt x="108242" y="71424"/>
                  </a:lnTo>
                  <a:lnTo>
                    <a:pt x="117322" y="67614"/>
                  </a:lnTo>
                  <a:lnTo>
                    <a:pt x="119253" y="67614"/>
                  </a:lnTo>
                  <a:lnTo>
                    <a:pt x="120573" y="66344"/>
                  </a:lnTo>
                  <a:lnTo>
                    <a:pt x="121945" y="67614"/>
                  </a:lnTo>
                  <a:lnTo>
                    <a:pt x="122872" y="68884"/>
                  </a:lnTo>
                  <a:lnTo>
                    <a:pt x="125285" y="70154"/>
                  </a:lnTo>
                  <a:lnTo>
                    <a:pt x="124701" y="71424"/>
                  </a:lnTo>
                  <a:lnTo>
                    <a:pt x="123837" y="72694"/>
                  </a:lnTo>
                  <a:lnTo>
                    <a:pt x="120573" y="70154"/>
                  </a:lnTo>
                  <a:lnTo>
                    <a:pt x="116611" y="72694"/>
                  </a:lnTo>
                  <a:lnTo>
                    <a:pt x="118198" y="73964"/>
                  </a:lnTo>
                  <a:lnTo>
                    <a:pt x="121640" y="75234"/>
                  </a:lnTo>
                  <a:lnTo>
                    <a:pt x="118351" y="77774"/>
                  </a:lnTo>
                  <a:lnTo>
                    <a:pt x="114795" y="79044"/>
                  </a:lnTo>
                  <a:lnTo>
                    <a:pt x="115938" y="81584"/>
                  </a:lnTo>
                  <a:lnTo>
                    <a:pt x="116979" y="84124"/>
                  </a:lnTo>
                  <a:lnTo>
                    <a:pt x="118605" y="85394"/>
                  </a:lnTo>
                  <a:lnTo>
                    <a:pt x="123444" y="85394"/>
                  </a:lnTo>
                  <a:lnTo>
                    <a:pt x="124701" y="87934"/>
                  </a:lnTo>
                  <a:lnTo>
                    <a:pt x="126047" y="90474"/>
                  </a:lnTo>
                  <a:lnTo>
                    <a:pt x="127508" y="94284"/>
                  </a:lnTo>
                  <a:lnTo>
                    <a:pt x="127635" y="95554"/>
                  </a:lnTo>
                  <a:lnTo>
                    <a:pt x="127749" y="96824"/>
                  </a:lnTo>
                  <a:lnTo>
                    <a:pt x="127990" y="99364"/>
                  </a:lnTo>
                  <a:lnTo>
                    <a:pt x="127990" y="40741"/>
                  </a:lnTo>
                  <a:lnTo>
                    <a:pt x="127812" y="40881"/>
                  </a:lnTo>
                  <a:lnTo>
                    <a:pt x="127812" y="48564"/>
                  </a:lnTo>
                  <a:lnTo>
                    <a:pt x="123837" y="54914"/>
                  </a:lnTo>
                  <a:lnTo>
                    <a:pt x="126466" y="57454"/>
                  </a:lnTo>
                  <a:lnTo>
                    <a:pt x="123317" y="59994"/>
                  </a:lnTo>
                  <a:lnTo>
                    <a:pt x="119341" y="62534"/>
                  </a:lnTo>
                  <a:lnTo>
                    <a:pt x="113868" y="59994"/>
                  </a:lnTo>
                  <a:lnTo>
                    <a:pt x="111506" y="56184"/>
                  </a:lnTo>
                  <a:lnTo>
                    <a:pt x="123444" y="51104"/>
                  </a:lnTo>
                  <a:lnTo>
                    <a:pt x="127812" y="48564"/>
                  </a:lnTo>
                  <a:lnTo>
                    <a:pt x="127812" y="40881"/>
                  </a:lnTo>
                  <a:lnTo>
                    <a:pt x="127304" y="37134"/>
                  </a:lnTo>
                  <a:lnTo>
                    <a:pt x="120103" y="37134"/>
                  </a:lnTo>
                  <a:lnTo>
                    <a:pt x="120370" y="38404"/>
                  </a:lnTo>
                  <a:lnTo>
                    <a:pt x="121107" y="40944"/>
                  </a:lnTo>
                  <a:lnTo>
                    <a:pt x="116611" y="40944"/>
                  </a:lnTo>
                  <a:lnTo>
                    <a:pt x="107657" y="43484"/>
                  </a:lnTo>
                  <a:lnTo>
                    <a:pt x="100787" y="45999"/>
                  </a:lnTo>
                  <a:lnTo>
                    <a:pt x="100787" y="65074"/>
                  </a:lnTo>
                  <a:lnTo>
                    <a:pt x="98907" y="71424"/>
                  </a:lnTo>
                  <a:lnTo>
                    <a:pt x="89750" y="71424"/>
                  </a:lnTo>
                  <a:lnTo>
                    <a:pt x="89852" y="67614"/>
                  </a:lnTo>
                  <a:lnTo>
                    <a:pt x="82880" y="66344"/>
                  </a:lnTo>
                  <a:lnTo>
                    <a:pt x="87757" y="65074"/>
                  </a:lnTo>
                  <a:lnTo>
                    <a:pt x="99771" y="61264"/>
                  </a:lnTo>
                  <a:lnTo>
                    <a:pt x="100787" y="65074"/>
                  </a:lnTo>
                  <a:lnTo>
                    <a:pt x="100787" y="45999"/>
                  </a:lnTo>
                  <a:lnTo>
                    <a:pt x="93726" y="48564"/>
                  </a:lnTo>
                  <a:lnTo>
                    <a:pt x="85864" y="53644"/>
                  </a:lnTo>
                  <a:lnTo>
                    <a:pt x="82118" y="56184"/>
                  </a:lnTo>
                  <a:lnTo>
                    <a:pt x="80949" y="53644"/>
                  </a:lnTo>
                  <a:lnTo>
                    <a:pt x="80086" y="53644"/>
                  </a:lnTo>
                  <a:lnTo>
                    <a:pt x="77660" y="54914"/>
                  </a:lnTo>
                  <a:lnTo>
                    <a:pt x="75184" y="57454"/>
                  </a:lnTo>
                  <a:lnTo>
                    <a:pt x="77101" y="59994"/>
                  </a:lnTo>
                  <a:lnTo>
                    <a:pt x="73152" y="61264"/>
                  </a:lnTo>
                  <a:lnTo>
                    <a:pt x="68872" y="61264"/>
                  </a:lnTo>
                  <a:lnTo>
                    <a:pt x="65252" y="65074"/>
                  </a:lnTo>
                  <a:lnTo>
                    <a:pt x="65252" y="68884"/>
                  </a:lnTo>
                  <a:lnTo>
                    <a:pt x="69011" y="72694"/>
                  </a:lnTo>
                  <a:lnTo>
                    <a:pt x="74536" y="75234"/>
                  </a:lnTo>
                  <a:lnTo>
                    <a:pt x="70332" y="82854"/>
                  </a:lnTo>
                  <a:lnTo>
                    <a:pt x="69583" y="89204"/>
                  </a:lnTo>
                  <a:lnTo>
                    <a:pt x="69481" y="90474"/>
                  </a:lnTo>
                  <a:lnTo>
                    <a:pt x="69367" y="91744"/>
                  </a:lnTo>
                  <a:lnTo>
                    <a:pt x="69265" y="93014"/>
                  </a:lnTo>
                  <a:lnTo>
                    <a:pt x="69151" y="94284"/>
                  </a:lnTo>
                  <a:lnTo>
                    <a:pt x="69037" y="95554"/>
                  </a:lnTo>
                  <a:lnTo>
                    <a:pt x="65455" y="100634"/>
                  </a:lnTo>
                  <a:lnTo>
                    <a:pt x="71932" y="99364"/>
                  </a:lnTo>
                  <a:lnTo>
                    <a:pt x="75272" y="93014"/>
                  </a:lnTo>
                  <a:lnTo>
                    <a:pt x="77533" y="87934"/>
                  </a:lnTo>
                  <a:lnTo>
                    <a:pt x="80759" y="84124"/>
                  </a:lnTo>
                  <a:lnTo>
                    <a:pt x="79476" y="90474"/>
                  </a:lnTo>
                  <a:lnTo>
                    <a:pt x="77114" y="95554"/>
                  </a:lnTo>
                  <a:lnTo>
                    <a:pt x="74841" y="100634"/>
                  </a:lnTo>
                  <a:lnTo>
                    <a:pt x="73825" y="108254"/>
                  </a:lnTo>
                  <a:lnTo>
                    <a:pt x="73825" y="114604"/>
                  </a:lnTo>
                  <a:lnTo>
                    <a:pt x="77812" y="122224"/>
                  </a:lnTo>
                  <a:lnTo>
                    <a:pt x="74371" y="126034"/>
                  </a:lnTo>
                  <a:lnTo>
                    <a:pt x="79641" y="120954"/>
                  </a:lnTo>
                  <a:lnTo>
                    <a:pt x="82283" y="112064"/>
                  </a:lnTo>
                  <a:lnTo>
                    <a:pt x="84251" y="103174"/>
                  </a:lnTo>
                  <a:lnTo>
                    <a:pt x="87490" y="96824"/>
                  </a:lnTo>
                  <a:lnTo>
                    <a:pt x="88582" y="99364"/>
                  </a:lnTo>
                  <a:lnTo>
                    <a:pt x="87820" y="103174"/>
                  </a:lnTo>
                  <a:lnTo>
                    <a:pt x="86588" y="106984"/>
                  </a:lnTo>
                  <a:lnTo>
                    <a:pt x="85166" y="114604"/>
                  </a:lnTo>
                  <a:lnTo>
                    <a:pt x="85077" y="117144"/>
                  </a:lnTo>
                  <a:lnTo>
                    <a:pt x="85026" y="118414"/>
                  </a:lnTo>
                  <a:lnTo>
                    <a:pt x="84937" y="120954"/>
                  </a:lnTo>
                  <a:lnTo>
                    <a:pt x="84886" y="122224"/>
                  </a:lnTo>
                  <a:lnTo>
                    <a:pt x="84785" y="123494"/>
                  </a:lnTo>
                  <a:lnTo>
                    <a:pt x="84670" y="124764"/>
                  </a:lnTo>
                  <a:lnTo>
                    <a:pt x="84569" y="126034"/>
                  </a:lnTo>
                  <a:lnTo>
                    <a:pt x="84467" y="127304"/>
                  </a:lnTo>
                  <a:lnTo>
                    <a:pt x="84353" y="128574"/>
                  </a:lnTo>
                  <a:lnTo>
                    <a:pt x="84251" y="129844"/>
                  </a:lnTo>
                  <a:lnTo>
                    <a:pt x="81749" y="134924"/>
                  </a:lnTo>
                  <a:lnTo>
                    <a:pt x="87782" y="131114"/>
                  </a:lnTo>
                  <a:lnTo>
                    <a:pt x="91973" y="124764"/>
                  </a:lnTo>
                  <a:lnTo>
                    <a:pt x="95834" y="118414"/>
                  </a:lnTo>
                  <a:lnTo>
                    <a:pt x="100863" y="112064"/>
                  </a:lnTo>
                  <a:lnTo>
                    <a:pt x="95580" y="124764"/>
                  </a:lnTo>
                  <a:lnTo>
                    <a:pt x="89928" y="141274"/>
                  </a:lnTo>
                  <a:lnTo>
                    <a:pt x="83604" y="157784"/>
                  </a:lnTo>
                  <a:lnTo>
                    <a:pt x="54737" y="203504"/>
                  </a:lnTo>
                  <a:lnTo>
                    <a:pt x="34188" y="220014"/>
                  </a:lnTo>
                  <a:lnTo>
                    <a:pt x="27292" y="220014"/>
                  </a:lnTo>
                  <a:lnTo>
                    <a:pt x="22275" y="216204"/>
                  </a:lnTo>
                  <a:lnTo>
                    <a:pt x="22275" y="207314"/>
                  </a:lnTo>
                  <a:lnTo>
                    <a:pt x="29210" y="189534"/>
                  </a:lnTo>
                  <a:lnTo>
                    <a:pt x="59677" y="156514"/>
                  </a:lnTo>
                  <a:lnTo>
                    <a:pt x="66611" y="137464"/>
                  </a:lnTo>
                  <a:lnTo>
                    <a:pt x="66611" y="126034"/>
                  </a:lnTo>
                  <a:lnTo>
                    <a:pt x="56540" y="122224"/>
                  </a:lnTo>
                  <a:lnTo>
                    <a:pt x="46024" y="122224"/>
                  </a:lnTo>
                  <a:lnTo>
                    <a:pt x="41008" y="123494"/>
                  </a:lnTo>
                  <a:lnTo>
                    <a:pt x="36728" y="127304"/>
                  </a:lnTo>
                  <a:lnTo>
                    <a:pt x="34886" y="126034"/>
                  </a:lnTo>
                  <a:lnTo>
                    <a:pt x="31457" y="126034"/>
                  </a:lnTo>
                  <a:lnTo>
                    <a:pt x="22860" y="129844"/>
                  </a:lnTo>
                  <a:lnTo>
                    <a:pt x="18186" y="140004"/>
                  </a:lnTo>
                  <a:lnTo>
                    <a:pt x="13868" y="148894"/>
                  </a:lnTo>
                  <a:lnTo>
                    <a:pt x="6350" y="152704"/>
                  </a:lnTo>
                  <a:lnTo>
                    <a:pt x="11036" y="153974"/>
                  </a:lnTo>
                  <a:lnTo>
                    <a:pt x="16459" y="151434"/>
                  </a:lnTo>
                  <a:lnTo>
                    <a:pt x="21882" y="147624"/>
                  </a:lnTo>
                  <a:lnTo>
                    <a:pt x="26606" y="142544"/>
                  </a:lnTo>
                  <a:lnTo>
                    <a:pt x="21170" y="152704"/>
                  </a:lnTo>
                  <a:lnTo>
                    <a:pt x="11671" y="159054"/>
                  </a:lnTo>
                  <a:lnTo>
                    <a:pt x="2984" y="165404"/>
                  </a:lnTo>
                  <a:lnTo>
                    <a:pt x="0" y="176834"/>
                  </a:lnTo>
                  <a:lnTo>
                    <a:pt x="8699" y="167944"/>
                  </a:lnTo>
                  <a:lnTo>
                    <a:pt x="24218" y="160324"/>
                  </a:lnTo>
                  <a:lnTo>
                    <a:pt x="39052" y="151434"/>
                  </a:lnTo>
                  <a:lnTo>
                    <a:pt x="43256" y="142544"/>
                  </a:lnTo>
                  <a:lnTo>
                    <a:pt x="45656" y="137464"/>
                  </a:lnTo>
                  <a:lnTo>
                    <a:pt x="45656" y="134924"/>
                  </a:lnTo>
                  <a:lnTo>
                    <a:pt x="44043" y="132384"/>
                  </a:lnTo>
                  <a:lnTo>
                    <a:pt x="42037" y="129844"/>
                  </a:lnTo>
                  <a:lnTo>
                    <a:pt x="45161" y="128574"/>
                  </a:lnTo>
                  <a:lnTo>
                    <a:pt x="48094" y="127304"/>
                  </a:lnTo>
                  <a:lnTo>
                    <a:pt x="55829" y="127304"/>
                  </a:lnTo>
                  <a:lnTo>
                    <a:pt x="60401" y="131114"/>
                  </a:lnTo>
                  <a:lnTo>
                    <a:pt x="60401" y="138734"/>
                  </a:lnTo>
                  <a:lnTo>
                    <a:pt x="53543" y="155244"/>
                  </a:lnTo>
                  <a:lnTo>
                    <a:pt x="23368" y="188264"/>
                  </a:lnTo>
                  <a:lnTo>
                    <a:pt x="16510" y="207314"/>
                  </a:lnTo>
                  <a:lnTo>
                    <a:pt x="16510" y="212394"/>
                  </a:lnTo>
                  <a:lnTo>
                    <a:pt x="17830" y="216204"/>
                  </a:lnTo>
                  <a:lnTo>
                    <a:pt x="20078" y="218744"/>
                  </a:lnTo>
                  <a:lnTo>
                    <a:pt x="16992" y="220014"/>
                  </a:lnTo>
                  <a:lnTo>
                    <a:pt x="13716" y="220014"/>
                  </a:lnTo>
                  <a:lnTo>
                    <a:pt x="11137" y="217474"/>
                  </a:lnTo>
                  <a:lnTo>
                    <a:pt x="11036" y="220014"/>
                  </a:lnTo>
                  <a:lnTo>
                    <a:pt x="10947" y="222554"/>
                  </a:lnTo>
                  <a:lnTo>
                    <a:pt x="10896" y="223824"/>
                  </a:lnTo>
                  <a:lnTo>
                    <a:pt x="21221" y="228904"/>
                  </a:lnTo>
                  <a:lnTo>
                    <a:pt x="27800" y="225094"/>
                  </a:lnTo>
                  <a:lnTo>
                    <a:pt x="29210" y="225094"/>
                  </a:lnTo>
                  <a:lnTo>
                    <a:pt x="30848" y="226364"/>
                  </a:lnTo>
                  <a:lnTo>
                    <a:pt x="32397" y="226364"/>
                  </a:lnTo>
                  <a:lnTo>
                    <a:pt x="30403" y="231444"/>
                  </a:lnTo>
                  <a:lnTo>
                    <a:pt x="23749" y="232714"/>
                  </a:lnTo>
                  <a:lnTo>
                    <a:pt x="20078" y="232714"/>
                  </a:lnTo>
                  <a:lnTo>
                    <a:pt x="29337" y="235254"/>
                  </a:lnTo>
                  <a:lnTo>
                    <a:pt x="38938" y="232714"/>
                  </a:lnTo>
                  <a:lnTo>
                    <a:pt x="46266" y="227634"/>
                  </a:lnTo>
                  <a:lnTo>
                    <a:pt x="47091" y="225094"/>
                  </a:lnTo>
                  <a:lnTo>
                    <a:pt x="48755" y="220014"/>
                  </a:lnTo>
                  <a:lnTo>
                    <a:pt x="54610" y="214934"/>
                  </a:lnTo>
                  <a:lnTo>
                    <a:pt x="59690" y="207314"/>
                  </a:lnTo>
                  <a:lnTo>
                    <a:pt x="69011" y="194614"/>
                  </a:lnTo>
                  <a:lnTo>
                    <a:pt x="68592" y="195884"/>
                  </a:lnTo>
                  <a:lnTo>
                    <a:pt x="67957" y="199694"/>
                  </a:lnTo>
                  <a:lnTo>
                    <a:pt x="63398" y="208584"/>
                  </a:lnTo>
                  <a:lnTo>
                    <a:pt x="59321" y="216204"/>
                  </a:lnTo>
                  <a:lnTo>
                    <a:pt x="56083" y="225094"/>
                  </a:lnTo>
                  <a:lnTo>
                    <a:pt x="54038" y="236524"/>
                  </a:lnTo>
                  <a:lnTo>
                    <a:pt x="52171" y="245414"/>
                  </a:lnTo>
                  <a:lnTo>
                    <a:pt x="48602" y="251764"/>
                  </a:lnTo>
                  <a:lnTo>
                    <a:pt x="43611" y="258114"/>
                  </a:lnTo>
                  <a:lnTo>
                    <a:pt x="37465" y="259384"/>
                  </a:lnTo>
                  <a:lnTo>
                    <a:pt x="35496" y="259384"/>
                  </a:lnTo>
                  <a:lnTo>
                    <a:pt x="32232" y="256844"/>
                  </a:lnTo>
                  <a:lnTo>
                    <a:pt x="30746" y="258114"/>
                  </a:lnTo>
                  <a:lnTo>
                    <a:pt x="27901" y="260654"/>
                  </a:lnTo>
                  <a:lnTo>
                    <a:pt x="30543" y="263194"/>
                  </a:lnTo>
                  <a:lnTo>
                    <a:pt x="30543" y="268274"/>
                  </a:lnTo>
                  <a:lnTo>
                    <a:pt x="23749" y="272084"/>
                  </a:lnTo>
                  <a:lnTo>
                    <a:pt x="23749" y="288594"/>
                  </a:lnTo>
                  <a:lnTo>
                    <a:pt x="26606" y="293674"/>
                  </a:lnTo>
                  <a:lnTo>
                    <a:pt x="25463" y="297484"/>
                  </a:lnTo>
                  <a:lnTo>
                    <a:pt x="28359" y="296214"/>
                  </a:lnTo>
                  <a:lnTo>
                    <a:pt x="32156" y="291134"/>
                  </a:lnTo>
                  <a:lnTo>
                    <a:pt x="33616" y="284784"/>
                  </a:lnTo>
                  <a:lnTo>
                    <a:pt x="33667" y="286054"/>
                  </a:lnTo>
                  <a:lnTo>
                    <a:pt x="33782" y="288594"/>
                  </a:lnTo>
                  <a:lnTo>
                    <a:pt x="33896" y="291134"/>
                  </a:lnTo>
                  <a:lnTo>
                    <a:pt x="34010" y="293674"/>
                  </a:lnTo>
                  <a:lnTo>
                    <a:pt x="32435" y="298754"/>
                  </a:lnTo>
                  <a:lnTo>
                    <a:pt x="31559" y="303834"/>
                  </a:lnTo>
                  <a:lnTo>
                    <a:pt x="34061" y="311454"/>
                  </a:lnTo>
                  <a:lnTo>
                    <a:pt x="34886" y="307644"/>
                  </a:lnTo>
                  <a:lnTo>
                    <a:pt x="39166" y="305104"/>
                  </a:lnTo>
                  <a:lnTo>
                    <a:pt x="41821" y="307644"/>
                  </a:lnTo>
                  <a:lnTo>
                    <a:pt x="44538" y="308914"/>
                  </a:lnTo>
                  <a:lnTo>
                    <a:pt x="43256" y="310184"/>
                  </a:lnTo>
                  <a:lnTo>
                    <a:pt x="41325" y="312724"/>
                  </a:lnTo>
                  <a:lnTo>
                    <a:pt x="39331" y="313994"/>
                  </a:lnTo>
                  <a:lnTo>
                    <a:pt x="37553" y="324154"/>
                  </a:lnTo>
                  <a:lnTo>
                    <a:pt x="46456" y="322884"/>
                  </a:lnTo>
                  <a:lnTo>
                    <a:pt x="44729" y="321614"/>
                  </a:lnTo>
                  <a:lnTo>
                    <a:pt x="44615" y="319074"/>
                  </a:lnTo>
                  <a:lnTo>
                    <a:pt x="49085" y="319074"/>
                  </a:lnTo>
                  <a:lnTo>
                    <a:pt x="55181" y="317804"/>
                  </a:lnTo>
                  <a:lnTo>
                    <a:pt x="57010" y="320344"/>
                  </a:lnTo>
                  <a:lnTo>
                    <a:pt x="67665" y="320344"/>
                  </a:lnTo>
                  <a:lnTo>
                    <a:pt x="68122" y="317804"/>
                  </a:lnTo>
                  <a:lnTo>
                    <a:pt x="68592" y="315264"/>
                  </a:lnTo>
                  <a:lnTo>
                    <a:pt x="75107" y="315264"/>
                  </a:lnTo>
                  <a:lnTo>
                    <a:pt x="75107" y="317804"/>
                  </a:lnTo>
                  <a:lnTo>
                    <a:pt x="73964" y="319074"/>
                  </a:lnTo>
                  <a:lnTo>
                    <a:pt x="79070" y="317804"/>
                  </a:lnTo>
                  <a:lnTo>
                    <a:pt x="80035" y="315264"/>
                  </a:lnTo>
                  <a:lnTo>
                    <a:pt x="80035" y="310184"/>
                  </a:lnTo>
                  <a:lnTo>
                    <a:pt x="77660" y="307644"/>
                  </a:lnTo>
                  <a:lnTo>
                    <a:pt x="79451" y="306374"/>
                  </a:lnTo>
                  <a:lnTo>
                    <a:pt x="81305" y="305104"/>
                  </a:lnTo>
                  <a:lnTo>
                    <a:pt x="87312" y="306374"/>
                  </a:lnTo>
                  <a:lnTo>
                    <a:pt x="84874" y="311454"/>
                  </a:lnTo>
                  <a:lnTo>
                    <a:pt x="87934" y="311454"/>
                  </a:lnTo>
                  <a:lnTo>
                    <a:pt x="89611" y="308914"/>
                  </a:lnTo>
                  <a:lnTo>
                    <a:pt x="89611" y="305104"/>
                  </a:lnTo>
                  <a:lnTo>
                    <a:pt x="89611" y="302564"/>
                  </a:lnTo>
                  <a:lnTo>
                    <a:pt x="89611" y="301294"/>
                  </a:lnTo>
                  <a:lnTo>
                    <a:pt x="87490" y="300024"/>
                  </a:lnTo>
                  <a:lnTo>
                    <a:pt x="85369" y="298754"/>
                  </a:lnTo>
                  <a:lnTo>
                    <a:pt x="81305" y="300024"/>
                  </a:lnTo>
                  <a:lnTo>
                    <a:pt x="80645" y="297484"/>
                  </a:lnTo>
                  <a:lnTo>
                    <a:pt x="77177" y="296214"/>
                  </a:lnTo>
                  <a:lnTo>
                    <a:pt x="66738" y="296214"/>
                  </a:lnTo>
                  <a:lnTo>
                    <a:pt x="67792" y="302564"/>
                  </a:lnTo>
                  <a:lnTo>
                    <a:pt x="62826" y="302564"/>
                  </a:lnTo>
                  <a:lnTo>
                    <a:pt x="47180" y="274624"/>
                  </a:lnTo>
                  <a:lnTo>
                    <a:pt x="47180" y="265734"/>
                  </a:lnTo>
                  <a:lnTo>
                    <a:pt x="57175" y="263194"/>
                  </a:lnTo>
                  <a:lnTo>
                    <a:pt x="64363" y="260654"/>
                  </a:lnTo>
                  <a:lnTo>
                    <a:pt x="66408" y="259384"/>
                  </a:lnTo>
                  <a:lnTo>
                    <a:pt x="70510" y="256844"/>
                  </a:lnTo>
                  <a:lnTo>
                    <a:pt x="77673" y="253034"/>
                  </a:lnTo>
                  <a:lnTo>
                    <a:pt x="84912" y="246684"/>
                  </a:lnTo>
                  <a:lnTo>
                    <a:pt x="91262" y="237794"/>
                  </a:lnTo>
                  <a:lnTo>
                    <a:pt x="94653" y="230174"/>
                  </a:lnTo>
                  <a:lnTo>
                    <a:pt x="96367" y="222554"/>
                  </a:lnTo>
                  <a:lnTo>
                    <a:pt x="96443" y="221284"/>
                  </a:lnTo>
                  <a:lnTo>
                    <a:pt x="96532" y="220014"/>
                  </a:lnTo>
                  <a:lnTo>
                    <a:pt x="96596" y="206044"/>
                  </a:lnTo>
                  <a:lnTo>
                    <a:pt x="106603" y="211124"/>
                  </a:lnTo>
                  <a:lnTo>
                    <a:pt x="107657" y="218744"/>
                  </a:lnTo>
                  <a:lnTo>
                    <a:pt x="107657" y="232714"/>
                  </a:lnTo>
                  <a:lnTo>
                    <a:pt x="103619" y="235254"/>
                  </a:lnTo>
                  <a:lnTo>
                    <a:pt x="100457" y="236524"/>
                  </a:lnTo>
                  <a:lnTo>
                    <a:pt x="97840" y="237794"/>
                  </a:lnTo>
                  <a:lnTo>
                    <a:pt x="96926" y="237794"/>
                  </a:lnTo>
                  <a:lnTo>
                    <a:pt x="96685" y="239064"/>
                  </a:lnTo>
                  <a:lnTo>
                    <a:pt x="96278" y="241604"/>
                  </a:lnTo>
                  <a:lnTo>
                    <a:pt x="97612" y="242874"/>
                  </a:lnTo>
                  <a:lnTo>
                    <a:pt x="98793" y="242874"/>
                  </a:lnTo>
                  <a:lnTo>
                    <a:pt x="102425" y="245414"/>
                  </a:lnTo>
                  <a:lnTo>
                    <a:pt x="101536" y="247954"/>
                  </a:lnTo>
                  <a:lnTo>
                    <a:pt x="102679" y="251764"/>
                  </a:lnTo>
                  <a:lnTo>
                    <a:pt x="103619" y="255574"/>
                  </a:lnTo>
                  <a:lnTo>
                    <a:pt x="107010" y="260654"/>
                  </a:lnTo>
                  <a:lnTo>
                    <a:pt x="112610" y="265734"/>
                  </a:lnTo>
                  <a:lnTo>
                    <a:pt x="113144" y="263194"/>
                  </a:lnTo>
                  <a:lnTo>
                    <a:pt x="113017" y="259384"/>
                  </a:lnTo>
                  <a:lnTo>
                    <a:pt x="112915" y="258114"/>
                  </a:lnTo>
                  <a:lnTo>
                    <a:pt x="112814" y="256844"/>
                  </a:lnTo>
                  <a:lnTo>
                    <a:pt x="112712" y="255574"/>
                  </a:lnTo>
                  <a:lnTo>
                    <a:pt x="112610" y="254304"/>
                  </a:lnTo>
                  <a:lnTo>
                    <a:pt x="116344" y="259384"/>
                  </a:lnTo>
                  <a:lnTo>
                    <a:pt x="118135" y="265734"/>
                  </a:lnTo>
                  <a:lnTo>
                    <a:pt x="121272" y="270814"/>
                  </a:lnTo>
                  <a:lnTo>
                    <a:pt x="129095" y="273354"/>
                  </a:lnTo>
                  <a:lnTo>
                    <a:pt x="126403" y="272084"/>
                  </a:lnTo>
                  <a:lnTo>
                    <a:pt x="127088" y="268274"/>
                  </a:lnTo>
                  <a:lnTo>
                    <a:pt x="128651" y="268274"/>
                  </a:lnTo>
                  <a:lnTo>
                    <a:pt x="130251" y="267004"/>
                  </a:lnTo>
                  <a:lnTo>
                    <a:pt x="132194" y="268274"/>
                  </a:lnTo>
                  <a:lnTo>
                    <a:pt x="135178" y="272084"/>
                  </a:lnTo>
                  <a:lnTo>
                    <a:pt x="138023" y="275894"/>
                  </a:lnTo>
                  <a:lnTo>
                    <a:pt x="151409" y="275894"/>
                  </a:lnTo>
                  <a:lnTo>
                    <a:pt x="148082" y="273354"/>
                  </a:lnTo>
                  <a:lnTo>
                    <a:pt x="155600" y="273354"/>
                  </a:lnTo>
                  <a:lnTo>
                    <a:pt x="155498" y="275894"/>
                  </a:lnTo>
                  <a:lnTo>
                    <a:pt x="155397" y="278434"/>
                  </a:lnTo>
                  <a:lnTo>
                    <a:pt x="153352" y="280974"/>
                  </a:lnTo>
                  <a:lnTo>
                    <a:pt x="159702" y="279704"/>
                  </a:lnTo>
                  <a:lnTo>
                    <a:pt x="161594" y="274624"/>
                  </a:lnTo>
                  <a:lnTo>
                    <a:pt x="161061" y="273354"/>
                  </a:lnTo>
                  <a:lnTo>
                    <a:pt x="159461" y="269544"/>
                  </a:lnTo>
                  <a:lnTo>
                    <a:pt x="164973" y="267004"/>
                  </a:lnTo>
                  <a:lnTo>
                    <a:pt x="167970" y="270814"/>
                  </a:lnTo>
                  <a:lnTo>
                    <a:pt x="168694" y="273354"/>
                  </a:lnTo>
                  <a:lnTo>
                    <a:pt x="174205" y="268274"/>
                  </a:lnTo>
                  <a:lnTo>
                    <a:pt x="173101" y="267004"/>
                  </a:lnTo>
                  <a:lnTo>
                    <a:pt x="168694" y="261924"/>
                  </a:lnTo>
                  <a:lnTo>
                    <a:pt x="164477" y="261924"/>
                  </a:lnTo>
                  <a:lnTo>
                    <a:pt x="164477" y="260654"/>
                  </a:lnTo>
                  <a:lnTo>
                    <a:pt x="164477" y="259384"/>
                  </a:lnTo>
                  <a:lnTo>
                    <a:pt x="162674" y="258114"/>
                  </a:lnTo>
                  <a:lnTo>
                    <a:pt x="158038" y="256844"/>
                  </a:lnTo>
                  <a:lnTo>
                    <a:pt x="150787" y="256844"/>
                  </a:lnTo>
                  <a:lnTo>
                    <a:pt x="149288" y="260654"/>
                  </a:lnTo>
                  <a:lnTo>
                    <a:pt x="146304" y="260654"/>
                  </a:lnTo>
                  <a:lnTo>
                    <a:pt x="118516" y="237794"/>
                  </a:lnTo>
                  <a:lnTo>
                    <a:pt x="121272" y="232714"/>
                  </a:lnTo>
                  <a:lnTo>
                    <a:pt x="127317" y="227634"/>
                  </a:lnTo>
                  <a:lnTo>
                    <a:pt x="133362" y="221284"/>
                  </a:lnTo>
                  <a:lnTo>
                    <a:pt x="136105" y="214934"/>
                  </a:lnTo>
                  <a:lnTo>
                    <a:pt x="133959" y="206044"/>
                  </a:lnTo>
                  <a:lnTo>
                    <a:pt x="133654" y="204774"/>
                  </a:lnTo>
                  <a:lnTo>
                    <a:pt x="127330" y="198424"/>
                  </a:lnTo>
                  <a:lnTo>
                    <a:pt x="122161" y="194614"/>
                  </a:lnTo>
                  <a:lnTo>
                    <a:pt x="118706" y="192074"/>
                  </a:lnTo>
                  <a:lnTo>
                    <a:pt x="109321" y="185724"/>
                  </a:lnTo>
                  <a:lnTo>
                    <a:pt x="113931" y="183184"/>
                  </a:lnTo>
                  <a:lnTo>
                    <a:pt x="120421" y="181914"/>
                  </a:lnTo>
                  <a:lnTo>
                    <a:pt x="127457" y="181914"/>
                  </a:lnTo>
                  <a:lnTo>
                    <a:pt x="133756" y="183184"/>
                  </a:lnTo>
                  <a:lnTo>
                    <a:pt x="133985" y="181914"/>
                  </a:lnTo>
                  <a:lnTo>
                    <a:pt x="134442" y="179374"/>
                  </a:lnTo>
                  <a:lnTo>
                    <a:pt x="137185" y="180644"/>
                  </a:lnTo>
                  <a:lnTo>
                    <a:pt x="137350" y="179374"/>
                  </a:lnTo>
                  <a:lnTo>
                    <a:pt x="138137" y="173024"/>
                  </a:lnTo>
                  <a:lnTo>
                    <a:pt x="140690" y="179374"/>
                  </a:lnTo>
                  <a:lnTo>
                    <a:pt x="138023" y="184454"/>
                  </a:lnTo>
                  <a:lnTo>
                    <a:pt x="140690" y="186994"/>
                  </a:lnTo>
                  <a:lnTo>
                    <a:pt x="142824" y="184454"/>
                  </a:lnTo>
                  <a:lnTo>
                    <a:pt x="148082" y="184454"/>
                  </a:lnTo>
                  <a:lnTo>
                    <a:pt x="148018" y="183184"/>
                  </a:lnTo>
                  <a:lnTo>
                    <a:pt x="147942" y="181914"/>
                  </a:lnTo>
                  <a:lnTo>
                    <a:pt x="147878" y="180644"/>
                  </a:lnTo>
                  <a:lnTo>
                    <a:pt x="147815" y="179374"/>
                  </a:lnTo>
                  <a:lnTo>
                    <a:pt x="147688" y="176834"/>
                  </a:lnTo>
                  <a:lnTo>
                    <a:pt x="149288" y="181914"/>
                  </a:lnTo>
                  <a:lnTo>
                    <a:pt x="145732" y="189534"/>
                  </a:lnTo>
                  <a:lnTo>
                    <a:pt x="149288" y="192074"/>
                  </a:lnTo>
                  <a:lnTo>
                    <a:pt x="149948" y="188264"/>
                  </a:lnTo>
                  <a:lnTo>
                    <a:pt x="155397" y="188264"/>
                  </a:lnTo>
                  <a:lnTo>
                    <a:pt x="156654" y="189534"/>
                  </a:lnTo>
                  <a:lnTo>
                    <a:pt x="156654" y="197154"/>
                  </a:lnTo>
                  <a:lnTo>
                    <a:pt x="149428" y="194614"/>
                  </a:lnTo>
                  <a:lnTo>
                    <a:pt x="149428" y="203504"/>
                  </a:lnTo>
                  <a:lnTo>
                    <a:pt x="152920" y="204774"/>
                  </a:lnTo>
                  <a:lnTo>
                    <a:pt x="152920" y="208584"/>
                  </a:lnTo>
                  <a:lnTo>
                    <a:pt x="150025" y="211124"/>
                  </a:lnTo>
                  <a:lnTo>
                    <a:pt x="146532" y="208584"/>
                  </a:lnTo>
                  <a:lnTo>
                    <a:pt x="147586" y="211124"/>
                  </a:lnTo>
                  <a:lnTo>
                    <a:pt x="149948" y="213664"/>
                  </a:lnTo>
                  <a:lnTo>
                    <a:pt x="156222" y="213664"/>
                  </a:lnTo>
                  <a:lnTo>
                    <a:pt x="159702" y="211124"/>
                  </a:lnTo>
                  <a:lnTo>
                    <a:pt x="161112" y="207314"/>
                  </a:lnTo>
                  <a:lnTo>
                    <a:pt x="162674" y="212394"/>
                  </a:lnTo>
                  <a:lnTo>
                    <a:pt x="161404" y="216204"/>
                  </a:lnTo>
                  <a:lnTo>
                    <a:pt x="158419" y="217474"/>
                  </a:lnTo>
                  <a:lnTo>
                    <a:pt x="161645" y="218744"/>
                  </a:lnTo>
                  <a:lnTo>
                    <a:pt x="169303" y="217474"/>
                  </a:lnTo>
                  <a:lnTo>
                    <a:pt x="169202" y="216204"/>
                  </a:lnTo>
                  <a:lnTo>
                    <a:pt x="169100" y="214934"/>
                  </a:lnTo>
                  <a:lnTo>
                    <a:pt x="168998" y="213664"/>
                  </a:lnTo>
                  <a:lnTo>
                    <a:pt x="168897" y="212394"/>
                  </a:lnTo>
                  <a:lnTo>
                    <a:pt x="168795" y="211124"/>
                  </a:lnTo>
                  <a:lnTo>
                    <a:pt x="168490" y="207314"/>
                  </a:lnTo>
                  <a:lnTo>
                    <a:pt x="172745" y="208584"/>
                  </a:lnTo>
                  <a:lnTo>
                    <a:pt x="175107" y="211124"/>
                  </a:lnTo>
                  <a:lnTo>
                    <a:pt x="172478" y="216204"/>
                  </a:lnTo>
                  <a:lnTo>
                    <a:pt x="176034" y="214934"/>
                  </a:lnTo>
                  <a:lnTo>
                    <a:pt x="179311" y="213664"/>
                  </a:lnTo>
                  <a:lnTo>
                    <a:pt x="179311" y="207314"/>
                  </a:lnTo>
                  <a:close/>
                </a:path>
                <a:path w="492759" h="325119">
                  <a:moveTo>
                    <a:pt x="351866" y="173456"/>
                  </a:moveTo>
                  <a:lnTo>
                    <a:pt x="351332" y="171704"/>
                  </a:lnTo>
                  <a:lnTo>
                    <a:pt x="350418" y="169164"/>
                  </a:lnTo>
                  <a:lnTo>
                    <a:pt x="348843" y="167652"/>
                  </a:lnTo>
                  <a:lnTo>
                    <a:pt x="348843" y="174574"/>
                  </a:lnTo>
                  <a:lnTo>
                    <a:pt x="348145" y="175653"/>
                  </a:lnTo>
                  <a:lnTo>
                    <a:pt x="347700" y="176771"/>
                  </a:lnTo>
                  <a:lnTo>
                    <a:pt x="346570" y="177380"/>
                  </a:lnTo>
                  <a:lnTo>
                    <a:pt x="344220" y="178257"/>
                  </a:lnTo>
                  <a:lnTo>
                    <a:pt x="342074" y="178079"/>
                  </a:lnTo>
                  <a:lnTo>
                    <a:pt x="340004" y="177050"/>
                  </a:lnTo>
                  <a:lnTo>
                    <a:pt x="337032" y="175653"/>
                  </a:lnTo>
                  <a:lnTo>
                    <a:pt x="336943" y="175488"/>
                  </a:lnTo>
                  <a:lnTo>
                    <a:pt x="335330" y="172554"/>
                  </a:lnTo>
                  <a:lnTo>
                    <a:pt x="336499" y="170218"/>
                  </a:lnTo>
                  <a:lnTo>
                    <a:pt x="337032" y="169011"/>
                  </a:lnTo>
                  <a:lnTo>
                    <a:pt x="338061" y="168389"/>
                  </a:lnTo>
                  <a:lnTo>
                    <a:pt x="338759" y="168249"/>
                  </a:lnTo>
                  <a:lnTo>
                    <a:pt x="340410" y="167627"/>
                  </a:lnTo>
                  <a:lnTo>
                    <a:pt x="342531" y="167830"/>
                  </a:lnTo>
                  <a:lnTo>
                    <a:pt x="346265" y="169519"/>
                  </a:lnTo>
                  <a:lnTo>
                    <a:pt x="347700" y="171145"/>
                  </a:lnTo>
                  <a:lnTo>
                    <a:pt x="348259" y="172707"/>
                  </a:lnTo>
                  <a:lnTo>
                    <a:pt x="348576" y="173456"/>
                  </a:lnTo>
                  <a:lnTo>
                    <a:pt x="348843" y="174574"/>
                  </a:lnTo>
                  <a:lnTo>
                    <a:pt x="348843" y="167652"/>
                  </a:lnTo>
                  <a:lnTo>
                    <a:pt x="348399" y="167233"/>
                  </a:lnTo>
                  <a:lnTo>
                    <a:pt x="345757" y="165989"/>
                  </a:lnTo>
                  <a:lnTo>
                    <a:pt x="343179" y="164680"/>
                  </a:lnTo>
                  <a:lnTo>
                    <a:pt x="331622" y="172707"/>
                  </a:lnTo>
                  <a:lnTo>
                    <a:pt x="334048" y="177711"/>
                  </a:lnTo>
                  <a:lnTo>
                    <a:pt x="338696" y="179946"/>
                  </a:lnTo>
                  <a:lnTo>
                    <a:pt x="341477" y="181203"/>
                  </a:lnTo>
                  <a:lnTo>
                    <a:pt x="344398" y="181483"/>
                  </a:lnTo>
                  <a:lnTo>
                    <a:pt x="346989" y="180555"/>
                  </a:lnTo>
                  <a:lnTo>
                    <a:pt x="348843" y="179946"/>
                  </a:lnTo>
                  <a:lnTo>
                    <a:pt x="350418" y="178689"/>
                  </a:lnTo>
                  <a:lnTo>
                    <a:pt x="350583" y="178257"/>
                  </a:lnTo>
                  <a:lnTo>
                    <a:pt x="350659" y="178079"/>
                  </a:lnTo>
                  <a:lnTo>
                    <a:pt x="351066" y="177050"/>
                  </a:lnTo>
                  <a:lnTo>
                    <a:pt x="351815" y="175653"/>
                  </a:lnTo>
                  <a:lnTo>
                    <a:pt x="351866" y="173456"/>
                  </a:lnTo>
                  <a:close/>
                </a:path>
                <a:path w="492759" h="325119">
                  <a:moveTo>
                    <a:pt x="357720" y="116687"/>
                  </a:moveTo>
                  <a:lnTo>
                    <a:pt x="357682" y="116166"/>
                  </a:lnTo>
                  <a:lnTo>
                    <a:pt x="357593" y="115912"/>
                  </a:lnTo>
                  <a:lnTo>
                    <a:pt x="357212" y="114719"/>
                  </a:lnTo>
                  <a:lnTo>
                    <a:pt x="356565" y="113868"/>
                  </a:lnTo>
                  <a:lnTo>
                    <a:pt x="355180" y="112064"/>
                  </a:lnTo>
                  <a:lnTo>
                    <a:pt x="354393" y="111607"/>
                  </a:lnTo>
                  <a:lnTo>
                    <a:pt x="354393" y="116166"/>
                  </a:lnTo>
                  <a:lnTo>
                    <a:pt x="354317" y="118237"/>
                  </a:lnTo>
                  <a:lnTo>
                    <a:pt x="354253" y="118579"/>
                  </a:lnTo>
                  <a:lnTo>
                    <a:pt x="354126" y="119329"/>
                  </a:lnTo>
                  <a:lnTo>
                    <a:pt x="353199" y="120853"/>
                  </a:lnTo>
                  <a:lnTo>
                    <a:pt x="349351" y="123799"/>
                  </a:lnTo>
                  <a:lnTo>
                    <a:pt x="346049" y="123799"/>
                  </a:lnTo>
                  <a:lnTo>
                    <a:pt x="344779" y="122135"/>
                  </a:lnTo>
                  <a:lnTo>
                    <a:pt x="344258" y="121551"/>
                  </a:lnTo>
                  <a:lnTo>
                    <a:pt x="344106" y="120853"/>
                  </a:lnTo>
                  <a:lnTo>
                    <a:pt x="344106" y="118579"/>
                  </a:lnTo>
                  <a:lnTo>
                    <a:pt x="345046" y="116687"/>
                  </a:lnTo>
                  <a:lnTo>
                    <a:pt x="346684" y="115493"/>
                  </a:lnTo>
                  <a:lnTo>
                    <a:pt x="348157" y="114376"/>
                  </a:lnTo>
                  <a:lnTo>
                    <a:pt x="349910" y="113868"/>
                  </a:lnTo>
                  <a:lnTo>
                    <a:pt x="351091" y="113868"/>
                  </a:lnTo>
                  <a:lnTo>
                    <a:pt x="352069" y="114147"/>
                  </a:lnTo>
                  <a:lnTo>
                    <a:pt x="352793" y="114376"/>
                  </a:lnTo>
                  <a:lnTo>
                    <a:pt x="352971" y="114376"/>
                  </a:lnTo>
                  <a:lnTo>
                    <a:pt x="354393" y="116166"/>
                  </a:lnTo>
                  <a:lnTo>
                    <a:pt x="354393" y="111607"/>
                  </a:lnTo>
                  <a:lnTo>
                    <a:pt x="353745" y="111213"/>
                  </a:lnTo>
                  <a:lnTo>
                    <a:pt x="351853" y="110947"/>
                  </a:lnTo>
                  <a:lnTo>
                    <a:pt x="349351" y="110642"/>
                  </a:lnTo>
                  <a:lnTo>
                    <a:pt x="346887" y="111417"/>
                  </a:lnTo>
                  <a:lnTo>
                    <a:pt x="344779" y="113106"/>
                  </a:lnTo>
                  <a:lnTo>
                    <a:pt x="340868" y="115912"/>
                  </a:lnTo>
                  <a:lnTo>
                    <a:pt x="340753" y="116433"/>
                  </a:lnTo>
                  <a:lnTo>
                    <a:pt x="340690" y="116687"/>
                  </a:lnTo>
                  <a:lnTo>
                    <a:pt x="339750" y="120853"/>
                  </a:lnTo>
                  <a:lnTo>
                    <a:pt x="340207" y="121551"/>
                  </a:lnTo>
                  <a:lnTo>
                    <a:pt x="342188" y="124028"/>
                  </a:lnTo>
                  <a:lnTo>
                    <a:pt x="344779" y="127152"/>
                  </a:lnTo>
                  <a:lnTo>
                    <a:pt x="349770" y="127355"/>
                  </a:lnTo>
                  <a:lnTo>
                    <a:pt x="353745" y="124383"/>
                  </a:lnTo>
                  <a:lnTo>
                    <a:pt x="354495" y="123799"/>
                  </a:lnTo>
                  <a:lnTo>
                    <a:pt x="355828" y="122758"/>
                  </a:lnTo>
                  <a:lnTo>
                    <a:pt x="357212" y="120586"/>
                  </a:lnTo>
                  <a:lnTo>
                    <a:pt x="357263" y="120091"/>
                  </a:lnTo>
                  <a:lnTo>
                    <a:pt x="357365" y="119329"/>
                  </a:lnTo>
                  <a:lnTo>
                    <a:pt x="357454" y="118579"/>
                  </a:lnTo>
                  <a:lnTo>
                    <a:pt x="357555" y="117805"/>
                  </a:lnTo>
                  <a:lnTo>
                    <a:pt x="357720" y="116687"/>
                  </a:lnTo>
                  <a:close/>
                </a:path>
                <a:path w="492759" h="325119">
                  <a:moveTo>
                    <a:pt x="411416" y="274193"/>
                  </a:moveTo>
                  <a:lnTo>
                    <a:pt x="411353" y="268147"/>
                  </a:lnTo>
                  <a:lnTo>
                    <a:pt x="411264" y="267804"/>
                  </a:lnTo>
                  <a:lnTo>
                    <a:pt x="410921" y="266509"/>
                  </a:lnTo>
                  <a:lnTo>
                    <a:pt x="409473" y="264642"/>
                  </a:lnTo>
                  <a:lnTo>
                    <a:pt x="408432" y="263271"/>
                  </a:lnTo>
                  <a:lnTo>
                    <a:pt x="408432" y="267804"/>
                  </a:lnTo>
                  <a:lnTo>
                    <a:pt x="408393" y="273164"/>
                  </a:lnTo>
                  <a:lnTo>
                    <a:pt x="408012" y="274193"/>
                  </a:lnTo>
                  <a:lnTo>
                    <a:pt x="407657" y="275056"/>
                  </a:lnTo>
                  <a:lnTo>
                    <a:pt x="405765" y="276860"/>
                  </a:lnTo>
                  <a:lnTo>
                    <a:pt x="404761" y="277533"/>
                  </a:lnTo>
                  <a:lnTo>
                    <a:pt x="402107" y="277533"/>
                  </a:lnTo>
                  <a:lnTo>
                    <a:pt x="401269" y="276860"/>
                  </a:lnTo>
                  <a:lnTo>
                    <a:pt x="400685" y="276263"/>
                  </a:lnTo>
                  <a:lnTo>
                    <a:pt x="399554" y="275056"/>
                  </a:lnTo>
                  <a:lnTo>
                    <a:pt x="398767" y="273164"/>
                  </a:lnTo>
                  <a:lnTo>
                    <a:pt x="398830" y="268909"/>
                  </a:lnTo>
                  <a:lnTo>
                    <a:pt x="408432" y="267804"/>
                  </a:lnTo>
                  <a:lnTo>
                    <a:pt x="408432" y="263271"/>
                  </a:lnTo>
                  <a:lnTo>
                    <a:pt x="408051" y="262763"/>
                  </a:lnTo>
                  <a:lnTo>
                    <a:pt x="405574" y="261569"/>
                  </a:lnTo>
                  <a:lnTo>
                    <a:pt x="401942" y="261569"/>
                  </a:lnTo>
                  <a:lnTo>
                    <a:pt x="400138" y="262356"/>
                  </a:lnTo>
                  <a:lnTo>
                    <a:pt x="398703" y="263702"/>
                  </a:lnTo>
                  <a:lnTo>
                    <a:pt x="396824" y="265417"/>
                  </a:lnTo>
                  <a:lnTo>
                    <a:pt x="395719" y="268147"/>
                  </a:lnTo>
                  <a:lnTo>
                    <a:pt x="395681" y="274193"/>
                  </a:lnTo>
                  <a:lnTo>
                    <a:pt x="396621" y="276593"/>
                  </a:lnTo>
                  <a:lnTo>
                    <a:pt x="398424" y="278396"/>
                  </a:lnTo>
                  <a:lnTo>
                    <a:pt x="399783" y="279844"/>
                  </a:lnTo>
                  <a:lnTo>
                    <a:pt x="401637" y="280606"/>
                  </a:lnTo>
                  <a:lnTo>
                    <a:pt x="405472" y="280606"/>
                  </a:lnTo>
                  <a:lnTo>
                    <a:pt x="407136" y="279984"/>
                  </a:lnTo>
                  <a:lnTo>
                    <a:pt x="409778" y="277533"/>
                  </a:lnTo>
                  <a:lnTo>
                    <a:pt x="410514" y="276860"/>
                  </a:lnTo>
                  <a:lnTo>
                    <a:pt x="410603" y="276593"/>
                  </a:lnTo>
                  <a:lnTo>
                    <a:pt x="410718" y="276263"/>
                  </a:lnTo>
                  <a:lnTo>
                    <a:pt x="411416" y="274193"/>
                  </a:lnTo>
                  <a:close/>
                </a:path>
                <a:path w="492759" h="325119">
                  <a:moveTo>
                    <a:pt x="430123" y="287591"/>
                  </a:moveTo>
                  <a:lnTo>
                    <a:pt x="428066" y="285229"/>
                  </a:lnTo>
                  <a:lnTo>
                    <a:pt x="426478" y="283413"/>
                  </a:lnTo>
                  <a:lnTo>
                    <a:pt x="426262" y="283375"/>
                  </a:lnTo>
                  <a:lnTo>
                    <a:pt x="426262" y="288366"/>
                  </a:lnTo>
                  <a:lnTo>
                    <a:pt x="426161" y="291312"/>
                  </a:lnTo>
                  <a:lnTo>
                    <a:pt x="426046" y="291884"/>
                  </a:lnTo>
                  <a:lnTo>
                    <a:pt x="425627" y="293827"/>
                  </a:lnTo>
                  <a:lnTo>
                    <a:pt x="422427" y="295465"/>
                  </a:lnTo>
                  <a:lnTo>
                    <a:pt x="418896" y="294805"/>
                  </a:lnTo>
                  <a:lnTo>
                    <a:pt x="415340" y="294170"/>
                  </a:lnTo>
                  <a:lnTo>
                    <a:pt x="412915" y="291528"/>
                  </a:lnTo>
                  <a:lnTo>
                    <a:pt x="412953" y="291312"/>
                  </a:lnTo>
                  <a:lnTo>
                    <a:pt x="413054" y="290677"/>
                  </a:lnTo>
                  <a:lnTo>
                    <a:pt x="413321" y="289064"/>
                  </a:lnTo>
                  <a:lnTo>
                    <a:pt x="413626" y="287769"/>
                  </a:lnTo>
                  <a:lnTo>
                    <a:pt x="414350" y="286893"/>
                  </a:lnTo>
                  <a:lnTo>
                    <a:pt x="415112" y="286575"/>
                  </a:lnTo>
                  <a:lnTo>
                    <a:pt x="416623" y="285572"/>
                  </a:lnTo>
                  <a:lnTo>
                    <a:pt x="418553" y="285229"/>
                  </a:lnTo>
                  <a:lnTo>
                    <a:pt x="423900" y="286118"/>
                  </a:lnTo>
                  <a:lnTo>
                    <a:pt x="426262" y="288366"/>
                  </a:lnTo>
                  <a:lnTo>
                    <a:pt x="426262" y="283375"/>
                  </a:lnTo>
                  <a:lnTo>
                    <a:pt x="421208" y="282422"/>
                  </a:lnTo>
                  <a:lnTo>
                    <a:pt x="418249" y="281952"/>
                  </a:lnTo>
                  <a:lnTo>
                    <a:pt x="415340" y="282422"/>
                  </a:lnTo>
                  <a:lnTo>
                    <a:pt x="413321" y="284035"/>
                  </a:lnTo>
                  <a:lnTo>
                    <a:pt x="411556" y="285038"/>
                  </a:lnTo>
                  <a:lnTo>
                    <a:pt x="411441" y="285229"/>
                  </a:lnTo>
                  <a:lnTo>
                    <a:pt x="410578" y="286575"/>
                  </a:lnTo>
                  <a:lnTo>
                    <a:pt x="410476" y="286893"/>
                  </a:lnTo>
                  <a:lnTo>
                    <a:pt x="409765" y="290677"/>
                  </a:lnTo>
                  <a:lnTo>
                    <a:pt x="410527" y="292798"/>
                  </a:lnTo>
                  <a:lnTo>
                    <a:pt x="412127" y="294525"/>
                  </a:lnTo>
                  <a:lnTo>
                    <a:pt x="413626" y="296316"/>
                  </a:lnTo>
                  <a:lnTo>
                    <a:pt x="415937" y="297421"/>
                  </a:lnTo>
                  <a:lnTo>
                    <a:pt x="418249" y="297865"/>
                  </a:lnTo>
                  <a:lnTo>
                    <a:pt x="420916" y="298284"/>
                  </a:lnTo>
                  <a:lnTo>
                    <a:pt x="423964" y="297865"/>
                  </a:lnTo>
                  <a:lnTo>
                    <a:pt x="423545" y="297865"/>
                  </a:lnTo>
                  <a:lnTo>
                    <a:pt x="425348" y="296913"/>
                  </a:lnTo>
                  <a:lnTo>
                    <a:pt x="429285" y="291884"/>
                  </a:lnTo>
                  <a:lnTo>
                    <a:pt x="429399" y="291312"/>
                  </a:lnTo>
                  <a:lnTo>
                    <a:pt x="429526" y="290677"/>
                  </a:lnTo>
                  <a:lnTo>
                    <a:pt x="430123" y="287591"/>
                  </a:lnTo>
                  <a:close/>
                </a:path>
                <a:path w="492759" h="325119">
                  <a:moveTo>
                    <a:pt x="484619" y="266001"/>
                  </a:moveTo>
                  <a:lnTo>
                    <a:pt x="482269" y="263702"/>
                  </a:lnTo>
                  <a:lnTo>
                    <a:pt x="481469" y="262928"/>
                  </a:lnTo>
                  <a:lnTo>
                    <a:pt x="481469" y="267804"/>
                  </a:lnTo>
                  <a:lnTo>
                    <a:pt x="481469" y="277698"/>
                  </a:lnTo>
                  <a:lnTo>
                    <a:pt x="477342" y="281800"/>
                  </a:lnTo>
                  <a:lnTo>
                    <a:pt x="466966" y="281800"/>
                  </a:lnTo>
                  <a:lnTo>
                    <a:pt x="462940" y="277698"/>
                  </a:lnTo>
                  <a:lnTo>
                    <a:pt x="462940" y="267804"/>
                  </a:lnTo>
                  <a:lnTo>
                    <a:pt x="466966" y="263702"/>
                  </a:lnTo>
                  <a:lnTo>
                    <a:pt x="477342" y="263702"/>
                  </a:lnTo>
                  <a:lnTo>
                    <a:pt x="481469" y="267804"/>
                  </a:lnTo>
                  <a:lnTo>
                    <a:pt x="481469" y="262928"/>
                  </a:lnTo>
                  <a:lnTo>
                    <a:pt x="479031" y="260540"/>
                  </a:lnTo>
                  <a:lnTo>
                    <a:pt x="465429" y="260540"/>
                  </a:lnTo>
                  <a:lnTo>
                    <a:pt x="459765" y="266001"/>
                  </a:lnTo>
                  <a:lnTo>
                    <a:pt x="459765" y="279412"/>
                  </a:lnTo>
                  <a:lnTo>
                    <a:pt x="465429" y="284886"/>
                  </a:lnTo>
                  <a:lnTo>
                    <a:pt x="479031" y="284886"/>
                  </a:lnTo>
                  <a:lnTo>
                    <a:pt x="482180" y="281800"/>
                  </a:lnTo>
                  <a:lnTo>
                    <a:pt x="484619" y="279412"/>
                  </a:lnTo>
                  <a:lnTo>
                    <a:pt x="484619" y="266001"/>
                  </a:lnTo>
                  <a:close/>
                </a:path>
                <a:path w="492759" h="325119">
                  <a:moveTo>
                    <a:pt x="492290" y="184150"/>
                  </a:moveTo>
                  <a:lnTo>
                    <a:pt x="490448" y="175260"/>
                  </a:lnTo>
                  <a:lnTo>
                    <a:pt x="482346" y="170180"/>
                  </a:lnTo>
                  <a:lnTo>
                    <a:pt x="473278" y="163830"/>
                  </a:lnTo>
                  <a:lnTo>
                    <a:pt x="472706" y="162560"/>
                  </a:lnTo>
                  <a:lnTo>
                    <a:pt x="468541" y="152400"/>
                  </a:lnTo>
                  <a:lnTo>
                    <a:pt x="472757" y="162560"/>
                  </a:lnTo>
                  <a:lnTo>
                    <a:pt x="480745" y="166370"/>
                  </a:lnTo>
                  <a:lnTo>
                    <a:pt x="486765" y="163830"/>
                  </a:lnTo>
                  <a:lnTo>
                    <a:pt x="480288" y="160020"/>
                  </a:lnTo>
                  <a:lnTo>
                    <a:pt x="478434" y="152400"/>
                  </a:lnTo>
                  <a:lnTo>
                    <a:pt x="478129" y="151130"/>
                  </a:lnTo>
                  <a:lnTo>
                    <a:pt x="475221" y="143510"/>
                  </a:lnTo>
                  <a:lnTo>
                    <a:pt x="469404" y="140970"/>
                  </a:lnTo>
                  <a:lnTo>
                    <a:pt x="466496" y="139700"/>
                  </a:lnTo>
                  <a:lnTo>
                    <a:pt x="463778" y="139700"/>
                  </a:lnTo>
                  <a:lnTo>
                    <a:pt x="460679" y="137160"/>
                  </a:lnTo>
                  <a:lnTo>
                    <a:pt x="457301" y="135890"/>
                  </a:lnTo>
                  <a:lnTo>
                    <a:pt x="452170" y="135890"/>
                  </a:lnTo>
                  <a:lnTo>
                    <a:pt x="445808" y="137160"/>
                  </a:lnTo>
                  <a:lnTo>
                    <a:pt x="439178" y="140970"/>
                  </a:lnTo>
                  <a:lnTo>
                    <a:pt x="433959" y="147320"/>
                  </a:lnTo>
                  <a:lnTo>
                    <a:pt x="431838" y="157480"/>
                  </a:lnTo>
                  <a:lnTo>
                    <a:pt x="437680" y="176530"/>
                  </a:lnTo>
                  <a:lnTo>
                    <a:pt x="463359" y="201930"/>
                  </a:lnTo>
                  <a:lnTo>
                    <a:pt x="469201" y="219710"/>
                  </a:lnTo>
                  <a:lnTo>
                    <a:pt x="469201" y="227330"/>
                  </a:lnTo>
                  <a:lnTo>
                    <a:pt x="462864" y="232410"/>
                  </a:lnTo>
                  <a:lnTo>
                    <a:pt x="449491" y="232410"/>
                  </a:lnTo>
                  <a:lnTo>
                    <a:pt x="444500" y="224790"/>
                  </a:lnTo>
                  <a:lnTo>
                    <a:pt x="440537" y="217170"/>
                  </a:lnTo>
                  <a:lnTo>
                    <a:pt x="439216" y="214630"/>
                  </a:lnTo>
                  <a:lnTo>
                    <a:pt x="437349" y="210820"/>
                  </a:lnTo>
                  <a:lnTo>
                    <a:pt x="436727" y="209550"/>
                  </a:lnTo>
                  <a:lnTo>
                    <a:pt x="431253" y="201930"/>
                  </a:lnTo>
                  <a:lnTo>
                    <a:pt x="429983" y="200507"/>
                  </a:lnTo>
                  <a:lnTo>
                    <a:pt x="429983" y="217170"/>
                  </a:lnTo>
                  <a:lnTo>
                    <a:pt x="425983" y="222250"/>
                  </a:lnTo>
                  <a:lnTo>
                    <a:pt x="422414" y="223520"/>
                  </a:lnTo>
                  <a:lnTo>
                    <a:pt x="417893" y="220980"/>
                  </a:lnTo>
                  <a:lnTo>
                    <a:pt x="417830" y="219710"/>
                  </a:lnTo>
                  <a:lnTo>
                    <a:pt x="417703" y="217170"/>
                  </a:lnTo>
                  <a:lnTo>
                    <a:pt x="421906" y="212090"/>
                  </a:lnTo>
                  <a:lnTo>
                    <a:pt x="425196" y="210820"/>
                  </a:lnTo>
                  <a:lnTo>
                    <a:pt x="427583" y="212090"/>
                  </a:lnTo>
                  <a:lnTo>
                    <a:pt x="429895" y="213360"/>
                  </a:lnTo>
                  <a:lnTo>
                    <a:pt x="429983" y="217170"/>
                  </a:lnTo>
                  <a:lnTo>
                    <a:pt x="429983" y="200507"/>
                  </a:lnTo>
                  <a:lnTo>
                    <a:pt x="425627" y="195580"/>
                  </a:lnTo>
                  <a:lnTo>
                    <a:pt x="427202" y="196850"/>
                  </a:lnTo>
                  <a:lnTo>
                    <a:pt x="434835" y="196850"/>
                  </a:lnTo>
                  <a:lnTo>
                    <a:pt x="436270" y="195580"/>
                  </a:lnTo>
                  <a:lnTo>
                    <a:pt x="437692" y="194310"/>
                  </a:lnTo>
                  <a:lnTo>
                    <a:pt x="438391" y="191770"/>
                  </a:lnTo>
                  <a:lnTo>
                    <a:pt x="438518" y="187960"/>
                  </a:lnTo>
                  <a:lnTo>
                    <a:pt x="437299" y="185420"/>
                  </a:lnTo>
                  <a:lnTo>
                    <a:pt x="435508" y="182880"/>
                  </a:lnTo>
                  <a:lnTo>
                    <a:pt x="435292" y="182626"/>
                  </a:lnTo>
                  <a:lnTo>
                    <a:pt x="435292" y="187960"/>
                  </a:lnTo>
                  <a:lnTo>
                    <a:pt x="435229" y="190500"/>
                  </a:lnTo>
                  <a:lnTo>
                    <a:pt x="435038" y="191770"/>
                  </a:lnTo>
                  <a:lnTo>
                    <a:pt x="434035" y="193040"/>
                  </a:lnTo>
                  <a:lnTo>
                    <a:pt x="433108" y="194310"/>
                  </a:lnTo>
                  <a:lnTo>
                    <a:pt x="429450" y="194310"/>
                  </a:lnTo>
                  <a:lnTo>
                    <a:pt x="427443" y="193040"/>
                  </a:lnTo>
                  <a:lnTo>
                    <a:pt x="424751" y="190500"/>
                  </a:lnTo>
                  <a:lnTo>
                    <a:pt x="424332" y="189230"/>
                  </a:lnTo>
                  <a:lnTo>
                    <a:pt x="423913" y="187960"/>
                  </a:lnTo>
                  <a:lnTo>
                    <a:pt x="423989" y="186690"/>
                  </a:lnTo>
                  <a:lnTo>
                    <a:pt x="424116" y="184150"/>
                  </a:lnTo>
                  <a:lnTo>
                    <a:pt x="425170" y="184150"/>
                  </a:lnTo>
                  <a:lnTo>
                    <a:pt x="425996" y="182880"/>
                  </a:lnTo>
                  <a:lnTo>
                    <a:pt x="429793" y="182880"/>
                  </a:lnTo>
                  <a:lnTo>
                    <a:pt x="431685" y="184150"/>
                  </a:lnTo>
                  <a:lnTo>
                    <a:pt x="433108" y="185420"/>
                  </a:lnTo>
                  <a:lnTo>
                    <a:pt x="434479" y="186690"/>
                  </a:lnTo>
                  <a:lnTo>
                    <a:pt x="435292" y="187960"/>
                  </a:lnTo>
                  <a:lnTo>
                    <a:pt x="435292" y="182626"/>
                  </a:lnTo>
                  <a:lnTo>
                    <a:pt x="433425" y="180340"/>
                  </a:lnTo>
                  <a:lnTo>
                    <a:pt x="430631" y="179070"/>
                  </a:lnTo>
                  <a:lnTo>
                    <a:pt x="426173" y="179070"/>
                  </a:lnTo>
                  <a:lnTo>
                    <a:pt x="424205" y="180340"/>
                  </a:lnTo>
                  <a:lnTo>
                    <a:pt x="422960" y="181610"/>
                  </a:lnTo>
                  <a:lnTo>
                    <a:pt x="421614" y="182880"/>
                  </a:lnTo>
                  <a:lnTo>
                    <a:pt x="420916" y="184150"/>
                  </a:lnTo>
                  <a:lnTo>
                    <a:pt x="420839" y="188506"/>
                  </a:lnTo>
                  <a:lnTo>
                    <a:pt x="415556" y="181610"/>
                  </a:lnTo>
                  <a:lnTo>
                    <a:pt x="415340" y="181343"/>
                  </a:lnTo>
                  <a:lnTo>
                    <a:pt x="415340" y="240030"/>
                  </a:lnTo>
                  <a:lnTo>
                    <a:pt x="413334" y="242570"/>
                  </a:lnTo>
                  <a:lnTo>
                    <a:pt x="411175" y="245110"/>
                  </a:lnTo>
                  <a:lnTo>
                    <a:pt x="407771" y="246380"/>
                  </a:lnTo>
                  <a:lnTo>
                    <a:pt x="403326" y="243840"/>
                  </a:lnTo>
                  <a:lnTo>
                    <a:pt x="403237" y="242570"/>
                  </a:lnTo>
                  <a:lnTo>
                    <a:pt x="403161" y="241300"/>
                  </a:lnTo>
                  <a:lnTo>
                    <a:pt x="403072" y="240030"/>
                  </a:lnTo>
                  <a:lnTo>
                    <a:pt x="405117" y="237490"/>
                  </a:lnTo>
                  <a:lnTo>
                    <a:pt x="407123" y="233680"/>
                  </a:lnTo>
                  <a:lnTo>
                    <a:pt x="410603" y="233680"/>
                  </a:lnTo>
                  <a:lnTo>
                    <a:pt x="412915" y="234950"/>
                  </a:lnTo>
                  <a:lnTo>
                    <a:pt x="415150" y="236220"/>
                  </a:lnTo>
                  <a:lnTo>
                    <a:pt x="415277" y="238760"/>
                  </a:lnTo>
                  <a:lnTo>
                    <a:pt x="415340" y="240030"/>
                  </a:lnTo>
                  <a:lnTo>
                    <a:pt x="415340" y="181343"/>
                  </a:lnTo>
                  <a:lnTo>
                    <a:pt x="410591" y="175260"/>
                  </a:lnTo>
                  <a:lnTo>
                    <a:pt x="407136" y="168910"/>
                  </a:lnTo>
                  <a:lnTo>
                    <a:pt x="405841" y="163830"/>
                  </a:lnTo>
                  <a:lnTo>
                    <a:pt x="405841" y="158750"/>
                  </a:lnTo>
                  <a:lnTo>
                    <a:pt x="409321" y="154940"/>
                  </a:lnTo>
                  <a:lnTo>
                    <a:pt x="411429" y="152400"/>
                  </a:lnTo>
                  <a:lnTo>
                    <a:pt x="413537" y="149860"/>
                  </a:lnTo>
                  <a:lnTo>
                    <a:pt x="414972" y="149860"/>
                  </a:lnTo>
                  <a:lnTo>
                    <a:pt x="416052" y="148590"/>
                  </a:lnTo>
                  <a:lnTo>
                    <a:pt x="417576" y="147320"/>
                  </a:lnTo>
                  <a:lnTo>
                    <a:pt x="420776" y="144780"/>
                  </a:lnTo>
                  <a:lnTo>
                    <a:pt x="427202" y="137160"/>
                  </a:lnTo>
                  <a:lnTo>
                    <a:pt x="427443" y="137160"/>
                  </a:lnTo>
                  <a:lnTo>
                    <a:pt x="429209" y="135890"/>
                  </a:lnTo>
                  <a:lnTo>
                    <a:pt x="425996" y="132956"/>
                  </a:lnTo>
                  <a:lnTo>
                    <a:pt x="425996" y="135890"/>
                  </a:lnTo>
                  <a:lnTo>
                    <a:pt x="418261" y="143510"/>
                  </a:lnTo>
                  <a:lnTo>
                    <a:pt x="414566" y="147320"/>
                  </a:lnTo>
                  <a:lnTo>
                    <a:pt x="410083" y="144780"/>
                  </a:lnTo>
                  <a:lnTo>
                    <a:pt x="362991" y="118110"/>
                  </a:lnTo>
                  <a:lnTo>
                    <a:pt x="368033" y="102870"/>
                  </a:lnTo>
                  <a:lnTo>
                    <a:pt x="373672" y="105410"/>
                  </a:lnTo>
                  <a:lnTo>
                    <a:pt x="372059" y="105410"/>
                  </a:lnTo>
                  <a:lnTo>
                    <a:pt x="370001" y="106680"/>
                  </a:lnTo>
                  <a:lnTo>
                    <a:pt x="368211" y="109220"/>
                  </a:lnTo>
                  <a:lnTo>
                    <a:pt x="371894" y="109220"/>
                  </a:lnTo>
                  <a:lnTo>
                    <a:pt x="373405" y="107950"/>
                  </a:lnTo>
                  <a:lnTo>
                    <a:pt x="371182" y="114300"/>
                  </a:lnTo>
                  <a:lnTo>
                    <a:pt x="370611" y="113030"/>
                  </a:lnTo>
                  <a:lnTo>
                    <a:pt x="368973" y="111760"/>
                  </a:lnTo>
                  <a:lnTo>
                    <a:pt x="367385" y="110490"/>
                  </a:lnTo>
                  <a:lnTo>
                    <a:pt x="366268" y="115570"/>
                  </a:lnTo>
                  <a:lnTo>
                    <a:pt x="369189" y="116840"/>
                  </a:lnTo>
                  <a:lnTo>
                    <a:pt x="371182" y="118110"/>
                  </a:lnTo>
                  <a:lnTo>
                    <a:pt x="374700" y="119380"/>
                  </a:lnTo>
                  <a:lnTo>
                    <a:pt x="376859" y="119380"/>
                  </a:lnTo>
                  <a:lnTo>
                    <a:pt x="377825" y="118110"/>
                  </a:lnTo>
                  <a:lnTo>
                    <a:pt x="378917" y="116840"/>
                  </a:lnTo>
                  <a:lnTo>
                    <a:pt x="377799" y="115570"/>
                  </a:lnTo>
                  <a:lnTo>
                    <a:pt x="376694" y="114300"/>
                  </a:lnTo>
                  <a:lnTo>
                    <a:pt x="373773" y="115570"/>
                  </a:lnTo>
                  <a:lnTo>
                    <a:pt x="373646" y="114300"/>
                  </a:lnTo>
                  <a:lnTo>
                    <a:pt x="373519" y="113030"/>
                  </a:lnTo>
                  <a:lnTo>
                    <a:pt x="373405" y="111760"/>
                  </a:lnTo>
                  <a:lnTo>
                    <a:pt x="375069" y="110490"/>
                  </a:lnTo>
                  <a:lnTo>
                    <a:pt x="378625" y="110490"/>
                  </a:lnTo>
                  <a:lnTo>
                    <a:pt x="379857" y="111760"/>
                  </a:lnTo>
                  <a:lnTo>
                    <a:pt x="380326" y="114300"/>
                  </a:lnTo>
                  <a:lnTo>
                    <a:pt x="380263" y="113030"/>
                  </a:lnTo>
                  <a:lnTo>
                    <a:pt x="380149" y="110490"/>
                  </a:lnTo>
                  <a:lnTo>
                    <a:pt x="380085" y="109220"/>
                  </a:lnTo>
                  <a:lnTo>
                    <a:pt x="380834" y="107950"/>
                  </a:lnTo>
                  <a:lnTo>
                    <a:pt x="382320" y="105410"/>
                  </a:lnTo>
                  <a:lnTo>
                    <a:pt x="386626" y="104140"/>
                  </a:lnTo>
                  <a:lnTo>
                    <a:pt x="388315" y="109220"/>
                  </a:lnTo>
                  <a:lnTo>
                    <a:pt x="386981" y="111760"/>
                  </a:lnTo>
                  <a:lnTo>
                    <a:pt x="383514" y="115570"/>
                  </a:lnTo>
                  <a:lnTo>
                    <a:pt x="385419" y="114300"/>
                  </a:lnTo>
                  <a:lnTo>
                    <a:pt x="387464" y="114300"/>
                  </a:lnTo>
                  <a:lnTo>
                    <a:pt x="388200" y="115570"/>
                  </a:lnTo>
                  <a:lnTo>
                    <a:pt x="389394" y="116840"/>
                  </a:lnTo>
                  <a:lnTo>
                    <a:pt x="388988" y="119380"/>
                  </a:lnTo>
                  <a:lnTo>
                    <a:pt x="386334" y="120650"/>
                  </a:lnTo>
                  <a:lnTo>
                    <a:pt x="385762" y="118110"/>
                  </a:lnTo>
                  <a:lnTo>
                    <a:pt x="382193" y="118110"/>
                  </a:lnTo>
                  <a:lnTo>
                    <a:pt x="381190" y="119380"/>
                  </a:lnTo>
                  <a:lnTo>
                    <a:pt x="380085" y="121920"/>
                  </a:lnTo>
                  <a:lnTo>
                    <a:pt x="381762" y="123190"/>
                  </a:lnTo>
                  <a:lnTo>
                    <a:pt x="384835" y="125730"/>
                  </a:lnTo>
                  <a:lnTo>
                    <a:pt x="388493" y="127000"/>
                  </a:lnTo>
                  <a:lnTo>
                    <a:pt x="391490" y="125730"/>
                  </a:lnTo>
                  <a:lnTo>
                    <a:pt x="392480" y="124460"/>
                  </a:lnTo>
                  <a:lnTo>
                    <a:pt x="393484" y="123190"/>
                  </a:lnTo>
                  <a:lnTo>
                    <a:pt x="392277" y="121920"/>
                  </a:lnTo>
                  <a:lnTo>
                    <a:pt x="390169" y="123190"/>
                  </a:lnTo>
                  <a:lnTo>
                    <a:pt x="388175" y="124460"/>
                  </a:lnTo>
                  <a:lnTo>
                    <a:pt x="390042" y="120650"/>
                  </a:lnTo>
                  <a:lnTo>
                    <a:pt x="391909" y="116840"/>
                  </a:lnTo>
                  <a:lnTo>
                    <a:pt x="392137" y="118110"/>
                  </a:lnTo>
                  <a:lnTo>
                    <a:pt x="392696" y="119380"/>
                  </a:lnTo>
                  <a:lnTo>
                    <a:pt x="394398" y="120650"/>
                  </a:lnTo>
                  <a:lnTo>
                    <a:pt x="395706" y="116840"/>
                  </a:lnTo>
                  <a:lnTo>
                    <a:pt x="394614" y="114300"/>
                  </a:lnTo>
                  <a:lnTo>
                    <a:pt x="402628" y="119380"/>
                  </a:lnTo>
                  <a:lnTo>
                    <a:pt x="399910" y="119380"/>
                  </a:lnTo>
                  <a:lnTo>
                    <a:pt x="396963" y="121920"/>
                  </a:lnTo>
                  <a:lnTo>
                    <a:pt x="398780" y="123190"/>
                  </a:lnTo>
                  <a:lnTo>
                    <a:pt x="400685" y="123190"/>
                  </a:lnTo>
                  <a:lnTo>
                    <a:pt x="401726" y="121920"/>
                  </a:lnTo>
                  <a:lnTo>
                    <a:pt x="397535" y="129540"/>
                  </a:lnTo>
                  <a:lnTo>
                    <a:pt x="397535" y="127000"/>
                  </a:lnTo>
                  <a:lnTo>
                    <a:pt x="396608" y="124460"/>
                  </a:lnTo>
                  <a:lnTo>
                    <a:pt x="395706" y="124460"/>
                  </a:lnTo>
                  <a:lnTo>
                    <a:pt x="393954" y="127000"/>
                  </a:lnTo>
                  <a:lnTo>
                    <a:pt x="394398" y="130810"/>
                  </a:lnTo>
                  <a:lnTo>
                    <a:pt x="398043" y="132080"/>
                  </a:lnTo>
                  <a:lnTo>
                    <a:pt x="401104" y="134620"/>
                  </a:lnTo>
                  <a:lnTo>
                    <a:pt x="403466" y="134620"/>
                  </a:lnTo>
                  <a:lnTo>
                    <a:pt x="404698" y="133350"/>
                  </a:lnTo>
                  <a:lnTo>
                    <a:pt x="405917" y="130810"/>
                  </a:lnTo>
                  <a:lnTo>
                    <a:pt x="404914" y="129540"/>
                  </a:lnTo>
                  <a:lnTo>
                    <a:pt x="403910" y="128270"/>
                  </a:lnTo>
                  <a:lnTo>
                    <a:pt x="400900" y="129540"/>
                  </a:lnTo>
                  <a:lnTo>
                    <a:pt x="400799" y="125730"/>
                  </a:lnTo>
                  <a:lnTo>
                    <a:pt x="402551" y="124460"/>
                  </a:lnTo>
                  <a:lnTo>
                    <a:pt x="406069" y="124460"/>
                  </a:lnTo>
                  <a:lnTo>
                    <a:pt x="407250" y="127000"/>
                  </a:lnTo>
                  <a:lnTo>
                    <a:pt x="407504" y="128270"/>
                  </a:lnTo>
                  <a:lnTo>
                    <a:pt x="408660" y="124460"/>
                  </a:lnTo>
                  <a:lnTo>
                    <a:pt x="410730" y="121920"/>
                  </a:lnTo>
                  <a:lnTo>
                    <a:pt x="415582" y="120650"/>
                  </a:lnTo>
                  <a:lnTo>
                    <a:pt x="416623" y="124460"/>
                  </a:lnTo>
                  <a:lnTo>
                    <a:pt x="414439" y="128270"/>
                  </a:lnTo>
                  <a:lnTo>
                    <a:pt x="412305" y="129540"/>
                  </a:lnTo>
                  <a:lnTo>
                    <a:pt x="412076" y="129540"/>
                  </a:lnTo>
                  <a:lnTo>
                    <a:pt x="410184" y="130810"/>
                  </a:lnTo>
                  <a:lnTo>
                    <a:pt x="412178" y="129616"/>
                  </a:lnTo>
                  <a:lnTo>
                    <a:pt x="414058" y="130810"/>
                  </a:lnTo>
                  <a:lnTo>
                    <a:pt x="414769" y="132080"/>
                  </a:lnTo>
                  <a:lnTo>
                    <a:pt x="415798" y="133350"/>
                  </a:lnTo>
                  <a:lnTo>
                    <a:pt x="415150" y="135890"/>
                  </a:lnTo>
                  <a:lnTo>
                    <a:pt x="412483" y="137160"/>
                  </a:lnTo>
                  <a:lnTo>
                    <a:pt x="411975" y="133350"/>
                  </a:lnTo>
                  <a:lnTo>
                    <a:pt x="408571" y="133350"/>
                  </a:lnTo>
                  <a:lnTo>
                    <a:pt x="406476" y="137160"/>
                  </a:lnTo>
                  <a:lnTo>
                    <a:pt x="407873" y="138430"/>
                  </a:lnTo>
                  <a:lnTo>
                    <a:pt x="411111" y="140970"/>
                  </a:lnTo>
                  <a:lnTo>
                    <a:pt x="413105" y="142240"/>
                  </a:lnTo>
                  <a:lnTo>
                    <a:pt x="416026" y="143510"/>
                  </a:lnTo>
                  <a:lnTo>
                    <a:pt x="419328" y="139700"/>
                  </a:lnTo>
                  <a:lnTo>
                    <a:pt x="418261" y="138430"/>
                  </a:lnTo>
                  <a:lnTo>
                    <a:pt x="414680" y="138430"/>
                  </a:lnTo>
                  <a:lnTo>
                    <a:pt x="415607" y="137160"/>
                  </a:lnTo>
                  <a:lnTo>
                    <a:pt x="418414" y="133350"/>
                  </a:lnTo>
                  <a:lnTo>
                    <a:pt x="418338" y="134620"/>
                  </a:lnTo>
                  <a:lnTo>
                    <a:pt x="418261" y="135890"/>
                  </a:lnTo>
                  <a:lnTo>
                    <a:pt x="419557" y="137160"/>
                  </a:lnTo>
                  <a:lnTo>
                    <a:pt x="420687" y="138430"/>
                  </a:lnTo>
                  <a:lnTo>
                    <a:pt x="421297" y="135890"/>
                  </a:lnTo>
                  <a:lnTo>
                    <a:pt x="421398" y="134620"/>
                  </a:lnTo>
                  <a:lnTo>
                    <a:pt x="421500" y="133350"/>
                  </a:lnTo>
                  <a:lnTo>
                    <a:pt x="421297" y="132080"/>
                  </a:lnTo>
                  <a:lnTo>
                    <a:pt x="425996" y="135890"/>
                  </a:lnTo>
                  <a:lnTo>
                    <a:pt x="425996" y="132956"/>
                  </a:lnTo>
                  <a:lnTo>
                    <a:pt x="425043" y="132080"/>
                  </a:lnTo>
                  <a:lnTo>
                    <a:pt x="426173" y="129540"/>
                  </a:lnTo>
                  <a:lnTo>
                    <a:pt x="427062" y="127000"/>
                  </a:lnTo>
                  <a:lnTo>
                    <a:pt x="427685" y="124460"/>
                  </a:lnTo>
                  <a:lnTo>
                    <a:pt x="428993" y="129540"/>
                  </a:lnTo>
                  <a:lnTo>
                    <a:pt x="431685" y="133350"/>
                  </a:lnTo>
                  <a:lnTo>
                    <a:pt x="435292" y="132080"/>
                  </a:lnTo>
                  <a:lnTo>
                    <a:pt x="434594" y="127000"/>
                  </a:lnTo>
                  <a:lnTo>
                    <a:pt x="434898" y="124460"/>
                  </a:lnTo>
                  <a:lnTo>
                    <a:pt x="435216" y="121920"/>
                  </a:lnTo>
                  <a:lnTo>
                    <a:pt x="435305" y="120650"/>
                  </a:lnTo>
                  <a:lnTo>
                    <a:pt x="435406" y="119380"/>
                  </a:lnTo>
                  <a:lnTo>
                    <a:pt x="435521" y="114300"/>
                  </a:lnTo>
                  <a:lnTo>
                    <a:pt x="434568" y="106680"/>
                  </a:lnTo>
                  <a:lnTo>
                    <a:pt x="437692" y="111760"/>
                  </a:lnTo>
                  <a:lnTo>
                    <a:pt x="441985" y="114300"/>
                  </a:lnTo>
                  <a:lnTo>
                    <a:pt x="445135" y="113030"/>
                  </a:lnTo>
                  <a:lnTo>
                    <a:pt x="441909" y="107950"/>
                  </a:lnTo>
                  <a:lnTo>
                    <a:pt x="441921" y="106680"/>
                  </a:lnTo>
                  <a:lnTo>
                    <a:pt x="441871" y="97790"/>
                  </a:lnTo>
                  <a:lnTo>
                    <a:pt x="441756" y="95250"/>
                  </a:lnTo>
                  <a:lnTo>
                    <a:pt x="441706" y="93980"/>
                  </a:lnTo>
                  <a:lnTo>
                    <a:pt x="441591" y="91440"/>
                  </a:lnTo>
                  <a:lnTo>
                    <a:pt x="436968" y="81280"/>
                  </a:lnTo>
                  <a:lnTo>
                    <a:pt x="440359" y="82550"/>
                  </a:lnTo>
                  <a:lnTo>
                    <a:pt x="442785" y="81280"/>
                  </a:lnTo>
                  <a:lnTo>
                    <a:pt x="444207" y="80010"/>
                  </a:lnTo>
                  <a:lnTo>
                    <a:pt x="439000" y="77470"/>
                  </a:lnTo>
                  <a:lnTo>
                    <a:pt x="435749" y="72390"/>
                  </a:lnTo>
                  <a:lnTo>
                    <a:pt x="431101" y="66040"/>
                  </a:lnTo>
                  <a:lnTo>
                    <a:pt x="421741" y="60960"/>
                  </a:lnTo>
                  <a:lnTo>
                    <a:pt x="425996" y="60960"/>
                  </a:lnTo>
                  <a:lnTo>
                    <a:pt x="428498" y="58420"/>
                  </a:lnTo>
                  <a:lnTo>
                    <a:pt x="428218" y="57150"/>
                  </a:lnTo>
                  <a:lnTo>
                    <a:pt x="427926" y="55880"/>
                  </a:lnTo>
                  <a:lnTo>
                    <a:pt x="424446" y="57150"/>
                  </a:lnTo>
                  <a:lnTo>
                    <a:pt x="420065" y="54610"/>
                  </a:lnTo>
                  <a:lnTo>
                    <a:pt x="413753" y="52070"/>
                  </a:lnTo>
                  <a:lnTo>
                    <a:pt x="404418" y="50800"/>
                  </a:lnTo>
                  <a:lnTo>
                    <a:pt x="404037" y="48260"/>
                  </a:lnTo>
                  <a:lnTo>
                    <a:pt x="403466" y="44450"/>
                  </a:lnTo>
                  <a:lnTo>
                    <a:pt x="398322" y="39370"/>
                  </a:lnTo>
                  <a:lnTo>
                    <a:pt x="392404" y="36830"/>
                  </a:lnTo>
                  <a:lnTo>
                    <a:pt x="393496" y="40640"/>
                  </a:lnTo>
                  <a:lnTo>
                    <a:pt x="392557" y="44450"/>
                  </a:lnTo>
                  <a:lnTo>
                    <a:pt x="391464" y="48260"/>
                  </a:lnTo>
                  <a:lnTo>
                    <a:pt x="388200" y="45110"/>
                  </a:lnTo>
                  <a:lnTo>
                    <a:pt x="388200" y="64770"/>
                  </a:lnTo>
                  <a:lnTo>
                    <a:pt x="382524" y="66040"/>
                  </a:lnTo>
                  <a:lnTo>
                    <a:pt x="377151" y="67310"/>
                  </a:lnTo>
                  <a:lnTo>
                    <a:pt x="373011" y="69850"/>
                  </a:lnTo>
                  <a:lnTo>
                    <a:pt x="374700" y="66040"/>
                  </a:lnTo>
                  <a:lnTo>
                    <a:pt x="373011" y="60960"/>
                  </a:lnTo>
                  <a:lnTo>
                    <a:pt x="382143" y="60960"/>
                  </a:lnTo>
                  <a:lnTo>
                    <a:pt x="384708" y="64770"/>
                  </a:lnTo>
                  <a:lnTo>
                    <a:pt x="388200" y="64770"/>
                  </a:lnTo>
                  <a:lnTo>
                    <a:pt x="388200" y="45110"/>
                  </a:lnTo>
                  <a:lnTo>
                    <a:pt x="342785" y="1270"/>
                  </a:lnTo>
                  <a:lnTo>
                    <a:pt x="341261" y="0"/>
                  </a:lnTo>
                  <a:lnTo>
                    <a:pt x="339813" y="0"/>
                  </a:lnTo>
                  <a:lnTo>
                    <a:pt x="339813" y="1270"/>
                  </a:lnTo>
                  <a:lnTo>
                    <a:pt x="340626" y="2540"/>
                  </a:lnTo>
                  <a:lnTo>
                    <a:pt x="382524" y="53340"/>
                  </a:lnTo>
                  <a:lnTo>
                    <a:pt x="379323" y="54610"/>
                  </a:lnTo>
                  <a:lnTo>
                    <a:pt x="376212" y="55880"/>
                  </a:lnTo>
                  <a:lnTo>
                    <a:pt x="370916" y="57150"/>
                  </a:lnTo>
                  <a:lnTo>
                    <a:pt x="369354" y="59690"/>
                  </a:lnTo>
                  <a:lnTo>
                    <a:pt x="369354" y="62230"/>
                  </a:lnTo>
                  <a:lnTo>
                    <a:pt x="361581" y="66040"/>
                  </a:lnTo>
                  <a:lnTo>
                    <a:pt x="354990" y="71005"/>
                  </a:lnTo>
                  <a:lnTo>
                    <a:pt x="348843" y="76200"/>
                  </a:lnTo>
                  <a:lnTo>
                    <a:pt x="346748" y="76200"/>
                  </a:lnTo>
                  <a:lnTo>
                    <a:pt x="349072" y="81280"/>
                  </a:lnTo>
                  <a:lnTo>
                    <a:pt x="349910" y="83820"/>
                  </a:lnTo>
                  <a:lnTo>
                    <a:pt x="347179" y="88900"/>
                  </a:lnTo>
                  <a:lnTo>
                    <a:pt x="357212" y="82550"/>
                  </a:lnTo>
                  <a:lnTo>
                    <a:pt x="366268" y="77470"/>
                  </a:lnTo>
                  <a:lnTo>
                    <a:pt x="367614" y="81280"/>
                  </a:lnTo>
                  <a:lnTo>
                    <a:pt x="368338" y="82550"/>
                  </a:lnTo>
                  <a:lnTo>
                    <a:pt x="363918" y="83820"/>
                  </a:lnTo>
                  <a:lnTo>
                    <a:pt x="360781" y="85090"/>
                  </a:lnTo>
                  <a:lnTo>
                    <a:pt x="357759" y="86360"/>
                  </a:lnTo>
                  <a:lnTo>
                    <a:pt x="354418" y="88900"/>
                  </a:lnTo>
                  <a:lnTo>
                    <a:pt x="355396" y="91440"/>
                  </a:lnTo>
                  <a:lnTo>
                    <a:pt x="357886" y="90170"/>
                  </a:lnTo>
                  <a:lnTo>
                    <a:pt x="357962" y="91440"/>
                  </a:lnTo>
                  <a:lnTo>
                    <a:pt x="358178" y="92710"/>
                  </a:lnTo>
                  <a:lnTo>
                    <a:pt x="359092" y="93980"/>
                  </a:lnTo>
                  <a:lnTo>
                    <a:pt x="361581" y="93980"/>
                  </a:lnTo>
                  <a:lnTo>
                    <a:pt x="363143" y="91440"/>
                  </a:lnTo>
                  <a:lnTo>
                    <a:pt x="364058" y="92710"/>
                  </a:lnTo>
                  <a:lnTo>
                    <a:pt x="365112" y="92710"/>
                  </a:lnTo>
                  <a:lnTo>
                    <a:pt x="363677" y="99060"/>
                  </a:lnTo>
                  <a:lnTo>
                    <a:pt x="362623" y="100330"/>
                  </a:lnTo>
                  <a:lnTo>
                    <a:pt x="367385" y="99060"/>
                  </a:lnTo>
                  <a:lnTo>
                    <a:pt x="370344" y="95250"/>
                  </a:lnTo>
                  <a:lnTo>
                    <a:pt x="370408" y="93980"/>
                  </a:lnTo>
                  <a:lnTo>
                    <a:pt x="370535" y="91440"/>
                  </a:lnTo>
                  <a:lnTo>
                    <a:pt x="370560" y="90170"/>
                  </a:lnTo>
                  <a:lnTo>
                    <a:pt x="370611" y="87630"/>
                  </a:lnTo>
                  <a:lnTo>
                    <a:pt x="371627" y="87630"/>
                  </a:lnTo>
                  <a:lnTo>
                    <a:pt x="372338" y="86360"/>
                  </a:lnTo>
                  <a:lnTo>
                    <a:pt x="373100" y="86360"/>
                  </a:lnTo>
                  <a:lnTo>
                    <a:pt x="373913" y="90170"/>
                  </a:lnTo>
                  <a:lnTo>
                    <a:pt x="373011" y="92710"/>
                  </a:lnTo>
                  <a:lnTo>
                    <a:pt x="375475" y="92710"/>
                  </a:lnTo>
                  <a:lnTo>
                    <a:pt x="378079" y="88900"/>
                  </a:lnTo>
                  <a:lnTo>
                    <a:pt x="377977" y="87630"/>
                  </a:lnTo>
                  <a:lnTo>
                    <a:pt x="377888" y="86360"/>
                  </a:lnTo>
                  <a:lnTo>
                    <a:pt x="377799" y="85090"/>
                  </a:lnTo>
                  <a:lnTo>
                    <a:pt x="377710" y="83820"/>
                  </a:lnTo>
                  <a:lnTo>
                    <a:pt x="378917" y="82550"/>
                  </a:lnTo>
                  <a:lnTo>
                    <a:pt x="380263" y="81280"/>
                  </a:lnTo>
                  <a:lnTo>
                    <a:pt x="382739" y="81280"/>
                  </a:lnTo>
                  <a:lnTo>
                    <a:pt x="385991" y="86360"/>
                  </a:lnTo>
                  <a:lnTo>
                    <a:pt x="398703" y="86360"/>
                  </a:lnTo>
                  <a:lnTo>
                    <a:pt x="402399" y="81280"/>
                  </a:lnTo>
                  <a:lnTo>
                    <a:pt x="403326" y="80010"/>
                  </a:lnTo>
                  <a:lnTo>
                    <a:pt x="403669" y="77470"/>
                  </a:lnTo>
                  <a:lnTo>
                    <a:pt x="404177" y="73660"/>
                  </a:lnTo>
                  <a:lnTo>
                    <a:pt x="404075" y="72390"/>
                  </a:lnTo>
                  <a:lnTo>
                    <a:pt x="403860" y="71005"/>
                  </a:lnTo>
                  <a:lnTo>
                    <a:pt x="402628" y="69850"/>
                  </a:lnTo>
                  <a:lnTo>
                    <a:pt x="405561" y="72390"/>
                  </a:lnTo>
                  <a:lnTo>
                    <a:pt x="406476" y="74930"/>
                  </a:lnTo>
                  <a:lnTo>
                    <a:pt x="406476" y="78740"/>
                  </a:lnTo>
                  <a:lnTo>
                    <a:pt x="403123" y="86360"/>
                  </a:lnTo>
                  <a:lnTo>
                    <a:pt x="395097" y="91440"/>
                  </a:lnTo>
                  <a:lnTo>
                    <a:pt x="385483" y="97790"/>
                  </a:lnTo>
                  <a:lnTo>
                    <a:pt x="377329" y="102870"/>
                  </a:lnTo>
                  <a:lnTo>
                    <a:pt x="376936" y="102870"/>
                  </a:lnTo>
                  <a:lnTo>
                    <a:pt x="376694" y="104140"/>
                  </a:lnTo>
                  <a:lnTo>
                    <a:pt x="376389" y="104140"/>
                  </a:lnTo>
                  <a:lnTo>
                    <a:pt x="373164" y="102870"/>
                  </a:lnTo>
                  <a:lnTo>
                    <a:pt x="366687" y="100330"/>
                  </a:lnTo>
                  <a:lnTo>
                    <a:pt x="365912" y="102870"/>
                  </a:lnTo>
                  <a:lnTo>
                    <a:pt x="365467" y="104140"/>
                  </a:lnTo>
                  <a:lnTo>
                    <a:pt x="364401" y="107950"/>
                  </a:lnTo>
                  <a:lnTo>
                    <a:pt x="362356" y="114300"/>
                  </a:lnTo>
                  <a:lnTo>
                    <a:pt x="360972" y="118110"/>
                  </a:lnTo>
                  <a:lnTo>
                    <a:pt x="360451" y="119380"/>
                  </a:lnTo>
                  <a:lnTo>
                    <a:pt x="361327" y="120650"/>
                  </a:lnTo>
                  <a:lnTo>
                    <a:pt x="357263" y="125730"/>
                  </a:lnTo>
                  <a:lnTo>
                    <a:pt x="353860" y="132080"/>
                  </a:lnTo>
                  <a:lnTo>
                    <a:pt x="351345" y="138430"/>
                  </a:lnTo>
                  <a:lnTo>
                    <a:pt x="349910" y="144780"/>
                  </a:lnTo>
                  <a:lnTo>
                    <a:pt x="347560" y="142240"/>
                  </a:lnTo>
                  <a:lnTo>
                    <a:pt x="345998" y="140970"/>
                  </a:lnTo>
                  <a:lnTo>
                    <a:pt x="342849" y="138430"/>
                  </a:lnTo>
                  <a:lnTo>
                    <a:pt x="343115" y="137160"/>
                  </a:lnTo>
                  <a:lnTo>
                    <a:pt x="343255" y="137160"/>
                  </a:lnTo>
                  <a:lnTo>
                    <a:pt x="343344" y="135890"/>
                  </a:lnTo>
                  <a:lnTo>
                    <a:pt x="343433" y="134620"/>
                  </a:lnTo>
                  <a:lnTo>
                    <a:pt x="343535" y="133350"/>
                  </a:lnTo>
                  <a:lnTo>
                    <a:pt x="342709" y="130810"/>
                  </a:lnTo>
                  <a:lnTo>
                    <a:pt x="341071" y="129540"/>
                  </a:lnTo>
                  <a:lnTo>
                    <a:pt x="340283" y="128651"/>
                  </a:lnTo>
                  <a:lnTo>
                    <a:pt x="340283" y="133350"/>
                  </a:lnTo>
                  <a:lnTo>
                    <a:pt x="340169" y="134620"/>
                  </a:lnTo>
                  <a:lnTo>
                    <a:pt x="340042" y="137160"/>
                  </a:lnTo>
                  <a:lnTo>
                    <a:pt x="339242" y="138430"/>
                  </a:lnTo>
                  <a:lnTo>
                    <a:pt x="338289" y="139700"/>
                  </a:lnTo>
                  <a:lnTo>
                    <a:pt x="337769" y="139700"/>
                  </a:lnTo>
                  <a:lnTo>
                    <a:pt x="336931" y="140970"/>
                  </a:lnTo>
                  <a:lnTo>
                    <a:pt x="333756" y="140970"/>
                  </a:lnTo>
                  <a:lnTo>
                    <a:pt x="332130" y="138430"/>
                  </a:lnTo>
                  <a:lnTo>
                    <a:pt x="332244" y="133350"/>
                  </a:lnTo>
                  <a:lnTo>
                    <a:pt x="332892" y="132080"/>
                  </a:lnTo>
                  <a:lnTo>
                    <a:pt x="334556" y="130810"/>
                  </a:lnTo>
                  <a:lnTo>
                    <a:pt x="335470" y="129540"/>
                  </a:lnTo>
                  <a:lnTo>
                    <a:pt x="337464" y="129540"/>
                  </a:lnTo>
                  <a:lnTo>
                    <a:pt x="338340" y="130810"/>
                  </a:lnTo>
                  <a:lnTo>
                    <a:pt x="338759" y="130810"/>
                  </a:lnTo>
                  <a:lnTo>
                    <a:pt x="339813" y="132080"/>
                  </a:lnTo>
                  <a:lnTo>
                    <a:pt x="340283" y="133350"/>
                  </a:lnTo>
                  <a:lnTo>
                    <a:pt x="340283" y="128651"/>
                  </a:lnTo>
                  <a:lnTo>
                    <a:pt x="339953" y="128270"/>
                  </a:lnTo>
                  <a:lnTo>
                    <a:pt x="338340" y="127000"/>
                  </a:lnTo>
                  <a:lnTo>
                    <a:pt x="333248" y="127000"/>
                  </a:lnTo>
                  <a:lnTo>
                    <a:pt x="331546" y="128270"/>
                  </a:lnTo>
                  <a:lnTo>
                    <a:pt x="330987" y="129540"/>
                  </a:lnTo>
                  <a:lnTo>
                    <a:pt x="330352" y="128270"/>
                  </a:lnTo>
                  <a:lnTo>
                    <a:pt x="330085" y="128270"/>
                  </a:lnTo>
                  <a:lnTo>
                    <a:pt x="326758" y="125730"/>
                  </a:lnTo>
                  <a:lnTo>
                    <a:pt x="322948" y="123190"/>
                  </a:lnTo>
                  <a:lnTo>
                    <a:pt x="320459" y="120650"/>
                  </a:lnTo>
                  <a:lnTo>
                    <a:pt x="319417" y="119380"/>
                  </a:lnTo>
                  <a:lnTo>
                    <a:pt x="309676" y="119380"/>
                  </a:lnTo>
                  <a:lnTo>
                    <a:pt x="308051" y="121920"/>
                  </a:lnTo>
                  <a:lnTo>
                    <a:pt x="307073" y="121920"/>
                  </a:lnTo>
                  <a:lnTo>
                    <a:pt x="304977" y="124460"/>
                  </a:lnTo>
                  <a:lnTo>
                    <a:pt x="302539" y="125730"/>
                  </a:lnTo>
                  <a:lnTo>
                    <a:pt x="303682" y="127000"/>
                  </a:lnTo>
                  <a:lnTo>
                    <a:pt x="304761" y="128270"/>
                  </a:lnTo>
                  <a:lnTo>
                    <a:pt x="305917" y="129540"/>
                  </a:lnTo>
                  <a:lnTo>
                    <a:pt x="306628" y="129540"/>
                  </a:lnTo>
                  <a:lnTo>
                    <a:pt x="307822" y="130810"/>
                  </a:lnTo>
                  <a:lnTo>
                    <a:pt x="309486" y="130810"/>
                  </a:lnTo>
                  <a:lnTo>
                    <a:pt x="310553" y="129540"/>
                  </a:lnTo>
                  <a:lnTo>
                    <a:pt x="316103" y="129540"/>
                  </a:lnTo>
                  <a:lnTo>
                    <a:pt x="317347" y="132080"/>
                  </a:lnTo>
                  <a:lnTo>
                    <a:pt x="318185" y="133350"/>
                  </a:lnTo>
                  <a:lnTo>
                    <a:pt x="326174" y="143510"/>
                  </a:lnTo>
                  <a:lnTo>
                    <a:pt x="332574" y="149860"/>
                  </a:lnTo>
                  <a:lnTo>
                    <a:pt x="331876" y="151130"/>
                  </a:lnTo>
                  <a:lnTo>
                    <a:pt x="330479" y="151130"/>
                  </a:lnTo>
                  <a:lnTo>
                    <a:pt x="327837" y="152400"/>
                  </a:lnTo>
                  <a:lnTo>
                    <a:pt x="318655" y="152400"/>
                  </a:lnTo>
                  <a:lnTo>
                    <a:pt x="315899" y="151130"/>
                  </a:lnTo>
                  <a:lnTo>
                    <a:pt x="315328" y="151130"/>
                  </a:lnTo>
                  <a:lnTo>
                    <a:pt x="311848" y="156210"/>
                  </a:lnTo>
                  <a:lnTo>
                    <a:pt x="310819" y="157480"/>
                  </a:lnTo>
                  <a:lnTo>
                    <a:pt x="309841" y="158750"/>
                  </a:lnTo>
                  <a:lnTo>
                    <a:pt x="309206" y="160020"/>
                  </a:lnTo>
                  <a:lnTo>
                    <a:pt x="313931" y="167640"/>
                  </a:lnTo>
                  <a:lnTo>
                    <a:pt x="317512" y="173990"/>
                  </a:lnTo>
                  <a:lnTo>
                    <a:pt x="321005" y="180340"/>
                  </a:lnTo>
                  <a:lnTo>
                    <a:pt x="323545" y="185420"/>
                  </a:lnTo>
                  <a:lnTo>
                    <a:pt x="325793" y="191770"/>
                  </a:lnTo>
                  <a:lnTo>
                    <a:pt x="328752" y="193040"/>
                  </a:lnTo>
                  <a:lnTo>
                    <a:pt x="337769" y="195580"/>
                  </a:lnTo>
                  <a:lnTo>
                    <a:pt x="345617" y="200660"/>
                  </a:lnTo>
                  <a:lnTo>
                    <a:pt x="346468" y="201930"/>
                  </a:lnTo>
                  <a:lnTo>
                    <a:pt x="346583" y="199390"/>
                  </a:lnTo>
                  <a:lnTo>
                    <a:pt x="346684" y="196850"/>
                  </a:lnTo>
                  <a:lnTo>
                    <a:pt x="345465" y="195580"/>
                  </a:lnTo>
                  <a:lnTo>
                    <a:pt x="341071" y="194310"/>
                  </a:lnTo>
                  <a:lnTo>
                    <a:pt x="339407" y="193040"/>
                  </a:lnTo>
                  <a:lnTo>
                    <a:pt x="341223" y="193040"/>
                  </a:lnTo>
                  <a:lnTo>
                    <a:pt x="346684" y="194310"/>
                  </a:lnTo>
                  <a:lnTo>
                    <a:pt x="350608" y="195580"/>
                  </a:lnTo>
                  <a:lnTo>
                    <a:pt x="349770" y="193040"/>
                  </a:lnTo>
                  <a:lnTo>
                    <a:pt x="349351" y="191770"/>
                  </a:lnTo>
                  <a:lnTo>
                    <a:pt x="345313" y="186690"/>
                  </a:lnTo>
                  <a:lnTo>
                    <a:pt x="342849" y="184150"/>
                  </a:lnTo>
                  <a:lnTo>
                    <a:pt x="339509" y="182880"/>
                  </a:lnTo>
                  <a:lnTo>
                    <a:pt x="336245" y="182880"/>
                  </a:lnTo>
                  <a:lnTo>
                    <a:pt x="334848" y="184150"/>
                  </a:lnTo>
                  <a:lnTo>
                    <a:pt x="335064" y="185420"/>
                  </a:lnTo>
                  <a:lnTo>
                    <a:pt x="334340" y="186690"/>
                  </a:lnTo>
                  <a:lnTo>
                    <a:pt x="331749" y="186690"/>
                  </a:lnTo>
                  <a:lnTo>
                    <a:pt x="330898" y="185420"/>
                  </a:lnTo>
                  <a:lnTo>
                    <a:pt x="331749" y="182880"/>
                  </a:lnTo>
                  <a:lnTo>
                    <a:pt x="333616" y="182880"/>
                  </a:lnTo>
                  <a:lnTo>
                    <a:pt x="333248" y="180340"/>
                  </a:lnTo>
                  <a:lnTo>
                    <a:pt x="332828" y="177800"/>
                  </a:lnTo>
                  <a:lnTo>
                    <a:pt x="329666" y="177800"/>
                  </a:lnTo>
                  <a:lnTo>
                    <a:pt x="327837" y="176530"/>
                  </a:lnTo>
                  <a:lnTo>
                    <a:pt x="324878" y="172720"/>
                  </a:lnTo>
                  <a:lnTo>
                    <a:pt x="321818" y="167640"/>
                  </a:lnTo>
                  <a:lnTo>
                    <a:pt x="320255" y="165100"/>
                  </a:lnTo>
                  <a:lnTo>
                    <a:pt x="318858" y="162560"/>
                  </a:lnTo>
                  <a:lnTo>
                    <a:pt x="320776" y="160020"/>
                  </a:lnTo>
                  <a:lnTo>
                    <a:pt x="323126" y="158750"/>
                  </a:lnTo>
                  <a:lnTo>
                    <a:pt x="328142" y="161290"/>
                  </a:lnTo>
                  <a:lnTo>
                    <a:pt x="337921" y="162560"/>
                  </a:lnTo>
                  <a:lnTo>
                    <a:pt x="350177" y="162560"/>
                  </a:lnTo>
                  <a:lnTo>
                    <a:pt x="351904" y="171450"/>
                  </a:lnTo>
                  <a:lnTo>
                    <a:pt x="355638" y="179070"/>
                  </a:lnTo>
                  <a:lnTo>
                    <a:pt x="362140" y="184150"/>
                  </a:lnTo>
                  <a:lnTo>
                    <a:pt x="372186" y="187960"/>
                  </a:lnTo>
                  <a:lnTo>
                    <a:pt x="379857" y="190500"/>
                  </a:lnTo>
                  <a:lnTo>
                    <a:pt x="387934" y="195580"/>
                  </a:lnTo>
                  <a:lnTo>
                    <a:pt x="390728" y="203200"/>
                  </a:lnTo>
                  <a:lnTo>
                    <a:pt x="371500" y="205740"/>
                  </a:lnTo>
                  <a:lnTo>
                    <a:pt x="360311" y="210820"/>
                  </a:lnTo>
                  <a:lnTo>
                    <a:pt x="355104" y="218440"/>
                  </a:lnTo>
                  <a:lnTo>
                    <a:pt x="353822" y="226060"/>
                  </a:lnTo>
                  <a:lnTo>
                    <a:pt x="355574" y="233680"/>
                  </a:lnTo>
                  <a:lnTo>
                    <a:pt x="359435" y="238760"/>
                  </a:lnTo>
                  <a:lnTo>
                    <a:pt x="363296" y="242570"/>
                  </a:lnTo>
                  <a:lnTo>
                    <a:pt x="365048" y="248920"/>
                  </a:lnTo>
                  <a:lnTo>
                    <a:pt x="360730" y="254000"/>
                  </a:lnTo>
                  <a:lnTo>
                    <a:pt x="350647" y="257810"/>
                  </a:lnTo>
                  <a:lnTo>
                    <a:pt x="339013" y="260350"/>
                  </a:lnTo>
                  <a:lnTo>
                    <a:pt x="330085" y="261620"/>
                  </a:lnTo>
                  <a:lnTo>
                    <a:pt x="323126" y="262890"/>
                  </a:lnTo>
                  <a:lnTo>
                    <a:pt x="319354" y="264160"/>
                  </a:lnTo>
                  <a:lnTo>
                    <a:pt x="315937" y="267970"/>
                  </a:lnTo>
                  <a:lnTo>
                    <a:pt x="312686" y="270510"/>
                  </a:lnTo>
                  <a:lnTo>
                    <a:pt x="303352" y="279400"/>
                  </a:lnTo>
                  <a:lnTo>
                    <a:pt x="305917" y="280670"/>
                  </a:lnTo>
                  <a:lnTo>
                    <a:pt x="308483" y="280670"/>
                  </a:lnTo>
                  <a:lnTo>
                    <a:pt x="313067" y="274320"/>
                  </a:lnTo>
                  <a:lnTo>
                    <a:pt x="314350" y="273050"/>
                  </a:lnTo>
                  <a:lnTo>
                    <a:pt x="315328" y="270510"/>
                  </a:lnTo>
                  <a:lnTo>
                    <a:pt x="316166" y="271780"/>
                  </a:lnTo>
                  <a:lnTo>
                    <a:pt x="317119" y="271780"/>
                  </a:lnTo>
                  <a:lnTo>
                    <a:pt x="315429" y="274320"/>
                  </a:lnTo>
                  <a:lnTo>
                    <a:pt x="311670" y="280670"/>
                  </a:lnTo>
                  <a:lnTo>
                    <a:pt x="327406" y="281940"/>
                  </a:lnTo>
                  <a:lnTo>
                    <a:pt x="328422" y="276860"/>
                  </a:lnTo>
                  <a:lnTo>
                    <a:pt x="328422" y="271780"/>
                  </a:lnTo>
                  <a:lnTo>
                    <a:pt x="324472" y="270510"/>
                  </a:lnTo>
                  <a:lnTo>
                    <a:pt x="326758" y="267970"/>
                  </a:lnTo>
                  <a:lnTo>
                    <a:pt x="329120" y="266700"/>
                  </a:lnTo>
                  <a:lnTo>
                    <a:pt x="330987" y="267970"/>
                  </a:lnTo>
                  <a:lnTo>
                    <a:pt x="334632" y="271780"/>
                  </a:lnTo>
                  <a:lnTo>
                    <a:pt x="335203" y="274320"/>
                  </a:lnTo>
                  <a:lnTo>
                    <a:pt x="339598" y="271780"/>
                  </a:lnTo>
                  <a:lnTo>
                    <a:pt x="353187" y="266700"/>
                  </a:lnTo>
                  <a:lnTo>
                    <a:pt x="370166" y="260350"/>
                  </a:lnTo>
                  <a:lnTo>
                    <a:pt x="375221" y="257810"/>
                  </a:lnTo>
                  <a:lnTo>
                    <a:pt x="378282" y="256540"/>
                  </a:lnTo>
                  <a:lnTo>
                    <a:pt x="382143" y="255270"/>
                  </a:lnTo>
                  <a:lnTo>
                    <a:pt x="381000" y="252730"/>
                  </a:lnTo>
                  <a:lnTo>
                    <a:pt x="378625" y="251460"/>
                  </a:lnTo>
                  <a:lnTo>
                    <a:pt x="376212" y="248920"/>
                  </a:lnTo>
                  <a:lnTo>
                    <a:pt x="375666" y="246380"/>
                  </a:lnTo>
                  <a:lnTo>
                    <a:pt x="375666" y="232410"/>
                  </a:lnTo>
                  <a:lnTo>
                    <a:pt x="381927" y="228600"/>
                  </a:lnTo>
                  <a:lnTo>
                    <a:pt x="393192" y="228600"/>
                  </a:lnTo>
                  <a:lnTo>
                    <a:pt x="392696" y="232410"/>
                  </a:lnTo>
                  <a:lnTo>
                    <a:pt x="392696" y="233680"/>
                  </a:lnTo>
                  <a:lnTo>
                    <a:pt x="396659" y="245110"/>
                  </a:lnTo>
                  <a:lnTo>
                    <a:pt x="405841" y="255270"/>
                  </a:lnTo>
                  <a:lnTo>
                    <a:pt x="416255" y="262890"/>
                  </a:lnTo>
                  <a:lnTo>
                    <a:pt x="423913" y="265430"/>
                  </a:lnTo>
                  <a:lnTo>
                    <a:pt x="426872" y="265430"/>
                  </a:lnTo>
                  <a:lnTo>
                    <a:pt x="430911" y="262890"/>
                  </a:lnTo>
                  <a:lnTo>
                    <a:pt x="431025" y="267970"/>
                  </a:lnTo>
                  <a:lnTo>
                    <a:pt x="431139" y="273050"/>
                  </a:lnTo>
                  <a:lnTo>
                    <a:pt x="431253" y="279400"/>
                  </a:lnTo>
                  <a:lnTo>
                    <a:pt x="432803" y="284480"/>
                  </a:lnTo>
                  <a:lnTo>
                    <a:pt x="430110" y="300990"/>
                  </a:lnTo>
                  <a:lnTo>
                    <a:pt x="427685" y="302260"/>
                  </a:lnTo>
                  <a:lnTo>
                    <a:pt x="417766" y="309880"/>
                  </a:lnTo>
                  <a:lnTo>
                    <a:pt x="413105" y="320040"/>
                  </a:lnTo>
                  <a:lnTo>
                    <a:pt x="411048" y="322580"/>
                  </a:lnTo>
                  <a:lnTo>
                    <a:pt x="413207" y="323850"/>
                  </a:lnTo>
                  <a:lnTo>
                    <a:pt x="415505" y="323850"/>
                  </a:lnTo>
                  <a:lnTo>
                    <a:pt x="417347" y="318770"/>
                  </a:lnTo>
                  <a:lnTo>
                    <a:pt x="419049" y="313690"/>
                  </a:lnTo>
                  <a:lnTo>
                    <a:pt x="420776" y="311150"/>
                  </a:lnTo>
                  <a:lnTo>
                    <a:pt x="422656" y="309880"/>
                  </a:lnTo>
                  <a:lnTo>
                    <a:pt x="420687" y="314960"/>
                  </a:lnTo>
                  <a:lnTo>
                    <a:pt x="419328" y="321310"/>
                  </a:lnTo>
                  <a:lnTo>
                    <a:pt x="418261" y="323850"/>
                  </a:lnTo>
                  <a:lnTo>
                    <a:pt x="424751" y="325120"/>
                  </a:lnTo>
                  <a:lnTo>
                    <a:pt x="434784" y="320040"/>
                  </a:lnTo>
                  <a:lnTo>
                    <a:pt x="434784" y="311150"/>
                  </a:lnTo>
                  <a:lnTo>
                    <a:pt x="431253" y="311150"/>
                  </a:lnTo>
                  <a:lnTo>
                    <a:pt x="431253" y="309880"/>
                  </a:lnTo>
                  <a:lnTo>
                    <a:pt x="431253" y="307340"/>
                  </a:lnTo>
                  <a:lnTo>
                    <a:pt x="432841" y="306070"/>
                  </a:lnTo>
                  <a:lnTo>
                    <a:pt x="437273" y="306070"/>
                  </a:lnTo>
                  <a:lnTo>
                    <a:pt x="439216" y="307340"/>
                  </a:lnTo>
                  <a:lnTo>
                    <a:pt x="439331" y="308610"/>
                  </a:lnTo>
                  <a:lnTo>
                    <a:pt x="441998" y="307340"/>
                  </a:lnTo>
                  <a:lnTo>
                    <a:pt x="442925" y="306070"/>
                  </a:lnTo>
                  <a:lnTo>
                    <a:pt x="443839" y="304800"/>
                  </a:lnTo>
                  <a:lnTo>
                    <a:pt x="443814" y="302260"/>
                  </a:lnTo>
                  <a:lnTo>
                    <a:pt x="443699" y="290830"/>
                  </a:lnTo>
                  <a:lnTo>
                    <a:pt x="444119" y="290830"/>
                  </a:lnTo>
                  <a:lnTo>
                    <a:pt x="445274" y="293370"/>
                  </a:lnTo>
                  <a:lnTo>
                    <a:pt x="447344" y="294640"/>
                  </a:lnTo>
                  <a:lnTo>
                    <a:pt x="454558" y="294640"/>
                  </a:lnTo>
                  <a:lnTo>
                    <a:pt x="456590" y="292100"/>
                  </a:lnTo>
                  <a:lnTo>
                    <a:pt x="458990" y="290830"/>
                  </a:lnTo>
                  <a:lnTo>
                    <a:pt x="460717" y="288290"/>
                  </a:lnTo>
                  <a:lnTo>
                    <a:pt x="461416" y="285750"/>
                  </a:lnTo>
                  <a:lnTo>
                    <a:pt x="461416" y="283210"/>
                  </a:lnTo>
                  <a:lnTo>
                    <a:pt x="461124" y="281940"/>
                  </a:lnTo>
                  <a:lnTo>
                    <a:pt x="460336" y="280670"/>
                  </a:lnTo>
                  <a:lnTo>
                    <a:pt x="459333" y="279400"/>
                  </a:lnTo>
                  <a:lnTo>
                    <a:pt x="458419" y="278714"/>
                  </a:lnTo>
                  <a:lnTo>
                    <a:pt x="458419" y="283210"/>
                  </a:lnTo>
                  <a:lnTo>
                    <a:pt x="458279" y="284480"/>
                  </a:lnTo>
                  <a:lnTo>
                    <a:pt x="458101" y="285750"/>
                  </a:lnTo>
                  <a:lnTo>
                    <a:pt x="457771" y="287020"/>
                  </a:lnTo>
                  <a:lnTo>
                    <a:pt x="456590" y="289560"/>
                  </a:lnTo>
                  <a:lnTo>
                    <a:pt x="454875" y="289560"/>
                  </a:lnTo>
                  <a:lnTo>
                    <a:pt x="451815" y="292100"/>
                  </a:lnTo>
                  <a:lnTo>
                    <a:pt x="448259" y="292100"/>
                  </a:lnTo>
                  <a:lnTo>
                    <a:pt x="447535" y="290830"/>
                  </a:lnTo>
                  <a:lnTo>
                    <a:pt x="446811" y="289560"/>
                  </a:lnTo>
                  <a:lnTo>
                    <a:pt x="445973" y="288290"/>
                  </a:lnTo>
                  <a:lnTo>
                    <a:pt x="446062" y="287020"/>
                  </a:lnTo>
                  <a:lnTo>
                    <a:pt x="446227" y="287020"/>
                  </a:lnTo>
                  <a:lnTo>
                    <a:pt x="446392" y="285750"/>
                  </a:lnTo>
                  <a:lnTo>
                    <a:pt x="446557" y="284480"/>
                  </a:lnTo>
                  <a:lnTo>
                    <a:pt x="447903" y="283210"/>
                  </a:lnTo>
                  <a:lnTo>
                    <a:pt x="449491" y="281940"/>
                  </a:lnTo>
                  <a:lnTo>
                    <a:pt x="451345" y="280670"/>
                  </a:lnTo>
                  <a:lnTo>
                    <a:pt x="455129" y="280670"/>
                  </a:lnTo>
                  <a:lnTo>
                    <a:pt x="457060" y="281940"/>
                  </a:lnTo>
                  <a:lnTo>
                    <a:pt x="457644" y="283210"/>
                  </a:lnTo>
                  <a:lnTo>
                    <a:pt x="458419" y="283210"/>
                  </a:lnTo>
                  <a:lnTo>
                    <a:pt x="458419" y="278714"/>
                  </a:lnTo>
                  <a:lnTo>
                    <a:pt x="457644" y="278130"/>
                  </a:lnTo>
                  <a:lnTo>
                    <a:pt x="455764" y="278130"/>
                  </a:lnTo>
                  <a:lnTo>
                    <a:pt x="453199" y="276860"/>
                  </a:lnTo>
                  <a:lnTo>
                    <a:pt x="450265" y="278130"/>
                  </a:lnTo>
                  <a:lnTo>
                    <a:pt x="445681" y="280670"/>
                  </a:lnTo>
                  <a:lnTo>
                    <a:pt x="443839" y="283210"/>
                  </a:lnTo>
                  <a:lnTo>
                    <a:pt x="443280" y="285750"/>
                  </a:lnTo>
                  <a:lnTo>
                    <a:pt x="443217" y="284480"/>
                  </a:lnTo>
                  <a:lnTo>
                    <a:pt x="443141" y="283210"/>
                  </a:lnTo>
                  <a:lnTo>
                    <a:pt x="443064" y="281940"/>
                  </a:lnTo>
                  <a:lnTo>
                    <a:pt x="443001" y="280670"/>
                  </a:lnTo>
                  <a:lnTo>
                    <a:pt x="442925" y="279400"/>
                  </a:lnTo>
                  <a:lnTo>
                    <a:pt x="442849" y="278130"/>
                  </a:lnTo>
                  <a:lnTo>
                    <a:pt x="442785" y="276860"/>
                  </a:lnTo>
                  <a:lnTo>
                    <a:pt x="441998" y="269240"/>
                  </a:lnTo>
                  <a:lnTo>
                    <a:pt x="442125" y="267970"/>
                  </a:lnTo>
                  <a:lnTo>
                    <a:pt x="442252" y="266700"/>
                  </a:lnTo>
                  <a:lnTo>
                    <a:pt x="442366" y="265430"/>
                  </a:lnTo>
                  <a:lnTo>
                    <a:pt x="442468" y="264160"/>
                  </a:lnTo>
                  <a:lnTo>
                    <a:pt x="442569" y="262890"/>
                  </a:lnTo>
                  <a:lnTo>
                    <a:pt x="442671" y="261620"/>
                  </a:lnTo>
                  <a:lnTo>
                    <a:pt x="442785" y="260350"/>
                  </a:lnTo>
                  <a:lnTo>
                    <a:pt x="442925" y="257810"/>
                  </a:lnTo>
                  <a:lnTo>
                    <a:pt x="441325" y="257810"/>
                  </a:lnTo>
                  <a:lnTo>
                    <a:pt x="439623" y="256540"/>
                  </a:lnTo>
                  <a:lnTo>
                    <a:pt x="437781" y="260350"/>
                  </a:lnTo>
                  <a:lnTo>
                    <a:pt x="432930" y="260350"/>
                  </a:lnTo>
                  <a:lnTo>
                    <a:pt x="425742" y="252730"/>
                  </a:lnTo>
                  <a:lnTo>
                    <a:pt x="425742" y="246380"/>
                  </a:lnTo>
                  <a:lnTo>
                    <a:pt x="426923" y="241300"/>
                  </a:lnTo>
                  <a:lnTo>
                    <a:pt x="429983" y="233680"/>
                  </a:lnTo>
                  <a:lnTo>
                    <a:pt x="431977" y="228600"/>
                  </a:lnTo>
                  <a:lnTo>
                    <a:pt x="432612" y="223520"/>
                  </a:lnTo>
                  <a:lnTo>
                    <a:pt x="432930" y="220980"/>
                  </a:lnTo>
                  <a:lnTo>
                    <a:pt x="432841" y="218440"/>
                  </a:lnTo>
                  <a:lnTo>
                    <a:pt x="434682" y="217170"/>
                  </a:lnTo>
                  <a:lnTo>
                    <a:pt x="437299" y="222250"/>
                  </a:lnTo>
                  <a:lnTo>
                    <a:pt x="439470" y="227330"/>
                  </a:lnTo>
                  <a:lnTo>
                    <a:pt x="442785" y="231140"/>
                  </a:lnTo>
                  <a:lnTo>
                    <a:pt x="443852" y="238760"/>
                  </a:lnTo>
                  <a:lnTo>
                    <a:pt x="448995" y="245110"/>
                  </a:lnTo>
                  <a:lnTo>
                    <a:pt x="456577" y="248920"/>
                  </a:lnTo>
                  <a:lnTo>
                    <a:pt x="462165" y="246380"/>
                  </a:lnTo>
                  <a:lnTo>
                    <a:pt x="464959" y="245110"/>
                  </a:lnTo>
                  <a:lnTo>
                    <a:pt x="459587" y="246380"/>
                  </a:lnTo>
                  <a:lnTo>
                    <a:pt x="455790" y="241300"/>
                  </a:lnTo>
                  <a:lnTo>
                    <a:pt x="453402" y="236220"/>
                  </a:lnTo>
                  <a:lnTo>
                    <a:pt x="454355" y="236220"/>
                  </a:lnTo>
                  <a:lnTo>
                    <a:pt x="457974" y="237490"/>
                  </a:lnTo>
                  <a:lnTo>
                    <a:pt x="461835" y="241300"/>
                  </a:lnTo>
                  <a:lnTo>
                    <a:pt x="474002" y="241300"/>
                  </a:lnTo>
                  <a:lnTo>
                    <a:pt x="475411" y="236220"/>
                  </a:lnTo>
                  <a:lnTo>
                    <a:pt x="476110" y="233680"/>
                  </a:lnTo>
                  <a:lnTo>
                    <a:pt x="477164" y="229870"/>
                  </a:lnTo>
                  <a:lnTo>
                    <a:pt x="475043" y="232410"/>
                  </a:lnTo>
                  <a:lnTo>
                    <a:pt x="470611" y="233680"/>
                  </a:lnTo>
                  <a:lnTo>
                    <a:pt x="467575" y="233680"/>
                  </a:lnTo>
                  <a:lnTo>
                    <a:pt x="469087" y="232410"/>
                  </a:lnTo>
                  <a:lnTo>
                    <a:pt x="472109" y="229870"/>
                  </a:lnTo>
                  <a:lnTo>
                    <a:pt x="474484" y="224790"/>
                  </a:lnTo>
                  <a:lnTo>
                    <a:pt x="474484" y="218440"/>
                  </a:lnTo>
                  <a:lnTo>
                    <a:pt x="468680" y="199390"/>
                  </a:lnTo>
                  <a:lnTo>
                    <a:pt x="443090" y="173990"/>
                  </a:lnTo>
                  <a:lnTo>
                    <a:pt x="437273" y="157480"/>
                  </a:lnTo>
                  <a:lnTo>
                    <a:pt x="437273" y="147320"/>
                  </a:lnTo>
                  <a:lnTo>
                    <a:pt x="446354" y="140970"/>
                  </a:lnTo>
                  <a:lnTo>
                    <a:pt x="455129" y="140970"/>
                  </a:lnTo>
                  <a:lnTo>
                    <a:pt x="456984" y="142240"/>
                  </a:lnTo>
                  <a:lnTo>
                    <a:pt x="458419" y="142240"/>
                  </a:lnTo>
                  <a:lnTo>
                    <a:pt x="456082" y="144780"/>
                  </a:lnTo>
                  <a:lnTo>
                    <a:pt x="454748" y="148590"/>
                  </a:lnTo>
                  <a:lnTo>
                    <a:pt x="454875" y="153670"/>
                  </a:lnTo>
                  <a:lnTo>
                    <a:pt x="461048" y="165100"/>
                  </a:lnTo>
                  <a:lnTo>
                    <a:pt x="473748" y="172720"/>
                  </a:lnTo>
                  <a:lnTo>
                    <a:pt x="486371" y="177800"/>
                  </a:lnTo>
                  <a:lnTo>
                    <a:pt x="492290" y="184150"/>
                  </a:lnTo>
                  <a:close/>
                </a:path>
              </a:pathLst>
            </a:custGeom>
            <a:solidFill>
              <a:srgbClr val="FFFFFF"/>
            </a:solidFill>
          </p:spPr>
          <p:txBody>
            <a:bodyPr wrap="square" lIns="0" tIns="0" rIns="0" bIns="0" rtlCol="0"/>
            <a:lstStyle/>
            <a:p>
              <a:endParaRPr/>
            </a:p>
          </p:txBody>
        </p:sp>
        <p:pic>
          <p:nvPicPr>
            <p:cNvPr id="65" name="object 11">
              <a:extLst>
                <a:ext uri="{FF2B5EF4-FFF2-40B4-BE49-F238E27FC236}">
                  <a16:creationId xmlns:a16="http://schemas.microsoft.com/office/drawing/2014/main" id="{D196C8F0-EC47-616F-12D3-2AC1A40DE17B}"/>
                </a:ext>
              </a:extLst>
            </p:cNvPr>
            <p:cNvPicPr/>
            <p:nvPr/>
          </p:nvPicPr>
          <p:blipFill>
            <a:blip r:embed="rId5" cstate="print"/>
            <a:stretch>
              <a:fillRect/>
            </a:stretch>
          </p:blipFill>
          <p:spPr>
            <a:xfrm>
              <a:off x="723307" y="1028083"/>
              <a:ext cx="162182" cy="202135"/>
            </a:xfrm>
            <a:prstGeom prst="rect">
              <a:avLst/>
            </a:prstGeom>
          </p:spPr>
        </p:pic>
        <p:pic>
          <p:nvPicPr>
            <p:cNvPr id="66" name="object 12">
              <a:extLst>
                <a:ext uri="{FF2B5EF4-FFF2-40B4-BE49-F238E27FC236}">
                  <a16:creationId xmlns:a16="http://schemas.microsoft.com/office/drawing/2014/main" id="{88DE6DE0-3916-8960-8623-EE9B0C6CE2F9}"/>
                </a:ext>
              </a:extLst>
            </p:cNvPr>
            <p:cNvPicPr/>
            <p:nvPr/>
          </p:nvPicPr>
          <p:blipFill>
            <a:blip r:embed="rId6" cstate="print"/>
            <a:stretch>
              <a:fillRect/>
            </a:stretch>
          </p:blipFill>
          <p:spPr>
            <a:xfrm>
              <a:off x="928447" y="1028087"/>
              <a:ext cx="167248" cy="197425"/>
            </a:xfrm>
            <a:prstGeom prst="rect">
              <a:avLst/>
            </a:prstGeom>
          </p:spPr>
        </p:pic>
        <p:sp>
          <p:nvSpPr>
            <p:cNvPr id="67" name="object 13">
              <a:extLst>
                <a:ext uri="{FF2B5EF4-FFF2-40B4-BE49-F238E27FC236}">
                  <a16:creationId xmlns:a16="http://schemas.microsoft.com/office/drawing/2014/main" id="{0B7A6002-892C-71E5-BE5C-1F48B63C8101}"/>
                </a:ext>
              </a:extLst>
            </p:cNvPr>
            <p:cNvSpPr/>
            <p:nvPr/>
          </p:nvSpPr>
          <p:spPr>
            <a:xfrm>
              <a:off x="1195451" y="1028089"/>
              <a:ext cx="160020" cy="197485"/>
            </a:xfrm>
            <a:custGeom>
              <a:avLst/>
              <a:gdLst/>
              <a:ahLst/>
              <a:cxnLst/>
              <a:rect l="l" t="t" r="r" b="b"/>
              <a:pathLst>
                <a:path w="160019" h="197484">
                  <a:moveTo>
                    <a:pt x="159918" y="0"/>
                  </a:moveTo>
                  <a:lnTo>
                    <a:pt x="133070" y="0"/>
                  </a:lnTo>
                  <a:lnTo>
                    <a:pt x="133070" y="85432"/>
                  </a:lnTo>
                  <a:lnTo>
                    <a:pt x="26835" y="85432"/>
                  </a:lnTo>
                  <a:lnTo>
                    <a:pt x="26835" y="0"/>
                  </a:lnTo>
                  <a:lnTo>
                    <a:pt x="0" y="0"/>
                  </a:lnTo>
                  <a:lnTo>
                    <a:pt x="0" y="85432"/>
                  </a:lnTo>
                  <a:lnTo>
                    <a:pt x="0" y="106794"/>
                  </a:lnTo>
                  <a:lnTo>
                    <a:pt x="0" y="197243"/>
                  </a:lnTo>
                  <a:lnTo>
                    <a:pt x="26835" y="197243"/>
                  </a:lnTo>
                  <a:lnTo>
                    <a:pt x="26835" y="106794"/>
                  </a:lnTo>
                  <a:lnTo>
                    <a:pt x="133070" y="106794"/>
                  </a:lnTo>
                  <a:lnTo>
                    <a:pt x="133070" y="197243"/>
                  </a:lnTo>
                  <a:lnTo>
                    <a:pt x="159918" y="197243"/>
                  </a:lnTo>
                  <a:lnTo>
                    <a:pt x="159918" y="106794"/>
                  </a:lnTo>
                  <a:lnTo>
                    <a:pt x="159918" y="85432"/>
                  </a:lnTo>
                  <a:lnTo>
                    <a:pt x="159918" y="0"/>
                  </a:lnTo>
                  <a:close/>
                </a:path>
              </a:pathLst>
            </a:custGeom>
            <a:solidFill>
              <a:srgbClr val="FFFFFF"/>
            </a:solidFill>
          </p:spPr>
          <p:txBody>
            <a:bodyPr wrap="square" lIns="0" tIns="0" rIns="0" bIns="0" rtlCol="0"/>
            <a:lstStyle/>
            <a:p>
              <a:endParaRPr/>
            </a:p>
          </p:txBody>
        </p:sp>
        <p:pic>
          <p:nvPicPr>
            <p:cNvPr id="68" name="object 14">
              <a:extLst>
                <a:ext uri="{FF2B5EF4-FFF2-40B4-BE49-F238E27FC236}">
                  <a16:creationId xmlns:a16="http://schemas.microsoft.com/office/drawing/2014/main" id="{D4130AC7-0A37-E7A1-631B-8F110EFA7D65}"/>
                </a:ext>
              </a:extLst>
            </p:cNvPr>
            <p:cNvPicPr/>
            <p:nvPr/>
          </p:nvPicPr>
          <p:blipFill>
            <a:blip r:embed="rId7" cstate="print"/>
            <a:stretch>
              <a:fillRect/>
            </a:stretch>
          </p:blipFill>
          <p:spPr>
            <a:xfrm>
              <a:off x="1387592" y="1079243"/>
              <a:ext cx="289038" cy="149587"/>
            </a:xfrm>
            <a:prstGeom prst="rect">
              <a:avLst/>
            </a:prstGeom>
          </p:spPr>
        </p:pic>
        <p:sp>
          <p:nvSpPr>
            <p:cNvPr id="69" name="object 15">
              <a:extLst>
                <a:ext uri="{FF2B5EF4-FFF2-40B4-BE49-F238E27FC236}">
                  <a16:creationId xmlns:a16="http://schemas.microsoft.com/office/drawing/2014/main" id="{2F7A2AD1-3001-927C-D32A-26569B1EB1FC}"/>
                </a:ext>
              </a:extLst>
            </p:cNvPr>
            <p:cNvSpPr/>
            <p:nvPr/>
          </p:nvSpPr>
          <p:spPr>
            <a:xfrm>
              <a:off x="1700362" y="1028087"/>
              <a:ext cx="24130" cy="197485"/>
            </a:xfrm>
            <a:custGeom>
              <a:avLst/>
              <a:gdLst/>
              <a:ahLst/>
              <a:cxnLst/>
              <a:rect l="l" t="t" r="r" b="b"/>
              <a:pathLst>
                <a:path w="24130" h="197484">
                  <a:moveTo>
                    <a:pt x="24017" y="197425"/>
                  </a:moveTo>
                  <a:lnTo>
                    <a:pt x="0" y="197425"/>
                  </a:lnTo>
                  <a:lnTo>
                    <a:pt x="0" y="0"/>
                  </a:lnTo>
                  <a:lnTo>
                    <a:pt x="24017" y="0"/>
                  </a:lnTo>
                  <a:lnTo>
                    <a:pt x="24017" y="197425"/>
                  </a:lnTo>
                  <a:close/>
                </a:path>
              </a:pathLst>
            </a:custGeom>
            <a:solidFill>
              <a:srgbClr val="FFFFFF"/>
            </a:solidFill>
          </p:spPr>
          <p:txBody>
            <a:bodyPr wrap="square" lIns="0" tIns="0" rIns="0" bIns="0" rtlCol="0"/>
            <a:lstStyle/>
            <a:p>
              <a:endParaRPr/>
            </a:p>
          </p:txBody>
        </p:sp>
        <p:pic>
          <p:nvPicPr>
            <p:cNvPr id="70" name="object 16">
              <a:extLst>
                <a:ext uri="{FF2B5EF4-FFF2-40B4-BE49-F238E27FC236}">
                  <a16:creationId xmlns:a16="http://schemas.microsoft.com/office/drawing/2014/main" id="{3D00E31D-FCD8-E2A2-D229-003FDBB6F948}"/>
                </a:ext>
              </a:extLst>
            </p:cNvPr>
            <p:cNvPicPr/>
            <p:nvPr/>
          </p:nvPicPr>
          <p:blipFill>
            <a:blip r:embed="rId8" cstate="print"/>
            <a:stretch>
              <a:fillRect/>
            </a:stretch>
          </p:blipFill>
          <p:spPr>
            <a:xfrm>
              <a:off x="1746146" y="1039702"/>
              <a:ext cx="77972" cy="185820"/>
            </a:xfrm>
            <a:prstGeom prst="rect">
              <a:avLst/>
            </a:prstGeom>
          </p:spPr>
        </p:pic>
        <p:pic>
          <p:nvPicPr>
            <p:cNvPr id="71" name="object 17">
              <a:extLst>
                <a:ext uri="{FF2B5EF4-FFF2-40B4-BE49-F238E27FC236}">
                  <a16:creationId xmlns:a16="http://schemas.microsoft.com/office/drawing/2014/main" id="{18FEF52E-423E-CD76-7D7B-00C3B5A35B69}"/>
                </a:ext>
              </a:extLst>
            </p:cNvPr>
            <p:cNvPicPr/>
            <p:nvPr/>
          </p:nvPicPr>
          <p:blipFill>
            <a:blip r:embed="rId9" cstate="print"/>
            <a:stretch>
              <a:fillRect/>
            </a:stretch>
          </p:blipFill>
          <p:spPr>
            <a:xfrm>
              <a:off x="1850678" y="1028087"/>
              <a:ext cx="120924" cy="197425"/>
            </a:xfrm>
            <a:prstGeom prst="rect">
              <a:avLst/>
            </a:prstGeom>
          </p:spPr>
        </p:pic>
        <p:pic>
          <p:nvPicPr>
            <p:cNvPr id="72" name="object 18">
              <a:extLst>
                <a:ext uri="{FF2B5EF4-FFF2-40B4-BE49-F238E27FC236}">
                  <a16:creationId xmlns:a16="http://schemas.microsoft.com/office/drawing/2014/main" id="{9F8FDE13-5B8E-9DA6-FE93-05CECE2327DD}"/>
                </a:ext>
              </a:extLst>
            </p:cNvPr>
            <p:cNvPicPr/>
            <p:nvPr/>
          </p:nvPicPr>
          <p:blipFill>
            <a:blip r:embed="rId10" cstate="print"/>
            <a:stretch>
              <a:fillRect/>
            </a:stretch>
          </p:blipFill>
          <p:spPr>
            <a:xfrm>
              <a:off x="712861" y="1314126"/>
              <a:ext cx="162182" cy="206814"/>
            </a:xfrm>
            <a:prstGeom prst="rect">
              <a:avLst/>
            </a:prstGeom>
          </p:spPr>
        </p:pic>
        <p:pic>
          <p:nvPicPr>
            <p:cNvPr id="73" name="object 19">
              <a:extLst>
                <a:ext uri="{FF2B5EF4-FFF2-40B4-BE49-F238E27FC236}">
                  <a16:creationId xmlns:a16="http://schemas.microsoft.com/office/drawing/2014/main" id="{268C44C6-4120-A7E5-4696-EC4E44427F74}"/>
                </a:ext>
              </a:extLst>
            </p:cNvPr>
            <p:cNvPicPr/>
            <p:nvPr/>
          </p:nvPicPr>
          <p:blipFill>
            <a:blip r:embed="rId11" cstate="print"/>
            <a:stretch>
              <a:fillRect/>
            </a:stretch>
          </p:blipFill>
          <p:spPr>
            <a:xfrm>
              <a:off x="895674" y="1369975"/>
              <a:ext cx="284513" cy="149595"/>
            </a:xfrm>
            <a:prstGeom prst="rect">
              <a:avLst/>
            </a:prstGeom>
          </p:spPr>
        </p:pic>
        <p:pic>
          <p:nvPicPr>
            <p:cNvPr id="74" name="object 20">
              <a:extLst>
                <a:ext uri="{FF2B5EF4-FFF2-40B4-BE49-F238E27FC236}">
                  <a16:creationId xmlns:a16="http://schemas.microsoft.com/office/drawing/2014/main" id="{55BD587C-35D4-DFBD-30C1-DE1BB700B1D7}"/>
                </a:ext>
              </a:extLst>
            </p:cNvPr>
            <p:cNvPicPr/>
            <p:nvPr/>
          </p:nvPicPr>
          <p:blipFill>
            <a:blip r:embed="rId12" cstate="print"/>
            <a:stretch>
              <a:fillRect/>
            </a:stretch>
          </p:blipFill>
          <p:spPr>
            <a:xfrm>
              <a:off x="1207038" y="1373286"/>
              <a:ext cx="120924" cy="146279"/>
            </a:xfrm>
            <a:prstGeom prst="rect">
              <a:avLst/>
            </a:prstGeom>
          </p:spPr>
        </p:pic>
        <p:pic>
          <p:nvPicPr>
            <p:cNvPr id="75" name="object 21">
              <a:extLst>
                <a:ext uri="{FF2B5EF4-FFF2-40B4-BE49-F238E27FC236}">
                  <a16:creationId xmlns:a16="http://schemas.microsoft.com/office/drawing/2014/main" id="{229A62E1-04EB-DF4C-9355-3E19F671677D}"/>
                </a:ext>
              </a:extLst>
            </p:cNvPr>
            <p:cNvPicPr/>
            <p:nvPr/>
          </p:nvPicPr>
          <p:blipFill>
            <a:blip r:embed="rId13" cstate="print"/>
            <a:stretch>
              <a:fillRect/>
            </a:stretch>
          </p:blipFill>
          <p:spPr>
            <a:xfrm>
              <a:off x="1363291" y="1369976"/>
              <a:ext cx="76848" cy="146279"/>
            </a:xfrm>
            <a:prstGeom prst="rect">
              <a:avLst/>
            </a:prstGeom>
          </p:spPr>
        </p:pic>
        <p:sp>
          <p:nvSpPr>
            <p:cNvPr id="76" name="object 22">
              <a:extLst>
                <a:ext uri="{FF2B5EF4-FFF2-40B4-BE49-F238E27FC236}">
                  <a16:creationId xmlns:a16="http://schemas.microsoft.com/office/drawing/2014/main" id="{F2878912-760D-7800-86CD-951BFC53AB84}"/>
                </a:ext>
              </a:extLst>
            </p:cNvPr>
            <p:cNvSpPr/>
            <p:nvPr/>
          </p:nvSpPr>
          <p:spPr>
            <a:xfrm>
              <a:off x="1459636" y="1318843"/>
              <a:ext cx="24130" cy="197485"/>
            </a:xfrm>
            <a:custGeom>
              <a:avLst/>
              <a:gdLst/>
              <a:ahLst/>
              <a:cxnLst/>
              <a:rect l="l" t="t" r="r" b="b"/>
              <a:pathLst>
                <a:path w="24130" h="197484">
                  <a:moveTo>
                    <a:pt x="24015" y="54457"/>
                  </a:moveTo>
                  <a:lnTo>
                    <a:pt x="0" y="54457"/>
                  </a:lnTo>
                  <a:lnTo>
                    <a:pt x="0" y="197421"/>
                  </a:lnTo>
                  <a:lnTo>
                    <a:pt x="24015" y="197421"/>
                  </a:lnTo>
                  <a:lnTo>
                    <a:pt x="24015" y="54457"/>
                  </a:lnTo>
                  <a:close/>
                </a:path>
                <a:path w="24130" h="197484">
                  <a:moveTo>
                    <a:pt x="24015" y="0"/>
                  </a:moveTo>
                  <a:lnTo>
                    <a:pt x="0" y="0"/>
                  </a:lnTo>
                  <a:lnTo>
                    <a:pt x="0" y="28752"/>
                  </a:lnTo>
                  <a:lnTo>
                    <a:pt x="24015" y="28752"/>
                  </a:lnTo>
                  <a:lnTo>
                    <a:pt x="24015" y="0"/>
                  </a:lnTo>
                  <a:close/>
                </a:path>
              </a:pathLst>
            </a:custGeom>
            <a:solidFill>
              <a:srgbClr val="FFFFFF"/>
            </a:solidFill>
          </p:spPr>
          <p:txBody>
            <a:bodyPr wrap="square" lIns="0" tIns="0" rIns="0" bIns="0" rtlCol="0"/>
            <a:lstStyle/>
            <a:p>
              <a:endParaRPr/>
            </a:p>
          </p:txBody>
        </p:sp>
        <p:pic>
          <p:nvPicPr>
            <p:cNvPr id="78" name="object 23">
              <a:extLst>
                <a:ext uri="{FF2B5EF4-FFF2-40B4-BE49-F238E27FC236}">
                  <a16:creationId xmlns:a16="http://schemas.microsoft.com/office/drawing/2014/main" id="{4F74F8E9-2BC9-FE6C-8BA2-2182BE59DF2C}"/>
                </a:ext>
              </a:extLst>
            </p:cNvPr>
            <p:cNvPicPr/>
            <p:nvPr/>
          </p:nvPicPr>
          <p:blipFill>
            <a:blip r:embed="rId14" cstate="print"/>
            <a:stretch>
              <a:fillRect/>
            </a:stretch>
          </p:blipFill>
          <p:spPr>
            <a:xfrm>
              <a:off x="1505414" y="1330435"/>
              <a:ext cx="225455" cy="243047"/>
            </a:xfrm>
            <a:prstGeom prst="rect">
              <a:avLst/>
            </a:prstGeom>
          </p:spPr>
        </p:pic>
        <p:pic>
          <p:nvPicPr>
            <p:cNvPr id="79" name="object 24">
              <a:extLst>
                <a:ext uri="{FF2B5EF4-FFF2-40B4-BE49-F238E27FC236}">
                  <a16:creationId xmlns:a16="http://schemas.microsoft.com/office/drawing/2014/main" id="{DD74BF13-1CFC-49A2-EC98-42FB6D5EDA39}"/>
                </a:ext>
              </a:extLst>
            </p:cNvPr>
            <p:cNvPicPr/>
            <p:nvPr/>
          </p:nvPicPr>
          <p:blipFill>
            <a:blip r:embed="rId15" cstate="print"/>
            <a:stretch>
              <a:fillRect/>
            </a:stretch>
          </p:blipFill>
          <p:spPr>
            <a:xfrm>
              <a:off x="700430" y="1609553"/>
              <a:ext cx="329161" cy="255481"/>
            </a:xfrm>
            <a:prstGeom prst="rect">
              <a:avLst/>
            </a:prstGeom>
          </p:spPr>
        </p:pic>
        <p:pic>
          <p:nvPicPr>
            <p:cNvPr id="80" name="object 25">
              <a:extLst>
                <a:ext uri="{FF2B5EF4-FFF2-40B4-BE49-F238E27FC236}">
                  <a16:creationId xmlns:a16="http://schemas.microsoft.com/office/drawing/2014/main" id="{ECC88D82-8256-5D04-E76E-533B49944348}"/>
                </a:ext>
              </a:extLst>
            </p:cNvPr>
            <p:cNvPicPr/>
            <p:nvPr/>
          </p:nvPicPr>
          <p:blipFill>
            <a:blip r:embed="rId16" cstate="print"/>
            <a:stretch>
              <a:fillRect/>
            </a:stretch>
          </p:blipFill>
          <p:spPr>
            <a:xfrm>
              <a:off x="1217495" y="1660710"/>
              <a:ext cx="120924" cy="146263"/>
            </a:xfrm>
            <a:prstGeom prst="rect">
              <a:avLst/>
            </a:prstGeom>
          </p:spPr>
        </p:pic>
        <p:pic>
          <p:nvPicPr>
            <p:cNvPr id="81" name="object 26">
              <a:extLst>
                <a:ext uri="{FF2B5EF4-FFF2-40B4-BE49-F238E27FC236}">
                  <a16:creationId xmlns:a16="http://schemas.microsoft.com/office/drawing/2014/main" id="{C4921A20-EB00-BEAB-6D43-6B470B590801}"/>
                </a:ext>
              </a:extLst>
            </p:cNvPr>
            <p:cNvPicPr/>
            <p:nvPr/>
          </p:nvPicPr>
          <p:blipFill>
            <a:blip r:embed="rId17" cstate="print"/>
            <a:stretch>
              <a:fillRect/>
            </a:stretch>
          </p:blipFill>
          <p:spPr>
            <a:xfrm>
              <a:off x="1057859" y="1660702"/>
              <a:ext cx="134761" cy="149579"/>
            </a:xfrm>
            <a:prstGeom prst="rect">
              <a:avLst/>
            </a:prstGeom>
          </p:spPr>
        </p:pic>
        <p:pic>
          <p:nvPicPr>
            <p:cNvPr id="82" name="object 27">
              <a:extLst>
                <a:ext uri="{FF2B5EF4-FFF2-40B4-BE49-F238E27FC236}">
                  <a16:creationId xmlns:a16="http://schemas.microsoft.com/office/drawing/2014/main" id="{254724F8-15F8-7A76-3A00-5F5B12A16879}"/>
                </a:ext>
              </a:extLst>
            </p:cNvPr>
            <p:cNvPicPr/>
            <p:nvPr/>
          </p:nvPicPr>
          <p:blipFill>
            <a:blip r:embed="rId18" cstate="print"/>
            <a:stretch>
              <a:fillRect/>
            </a:stretch>
          </p:blipFill>
          <p:spPr>
            <a:xfrm>
              <a:off x="1366679" y="1660701"/>
              <a:ext cx="280563" cy="203500"/>
            </a:xfrm>
            <a:prstGeom prst="rect">
              <a:avLst/>
            </a:prstGeom>
          </p:spPr>
        </p:pic>
      </p:grpSp>
    </p:spTree>
    <p:extLst>
      <p:ext uri="{BB962C8B-B14F-4D97-AF65-F5344CB8AC3E}">
        <p14:creationId xmlns:p14="http://schemas.microsoft.com/office/powerpoint/2010/main" val="17904169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a:grpSpLocks noGrp="1" noUngrp="1" noRot="1" noMove="1" noResize="1"/>
          </p:cNvGrpSpPr>
          <p:nvPr/>
        </p:nvGrpSpPr>
        <p:grpSpPr>
          <a:xfrm>
            <a:off x="0" y="0"/>
            <a:ext cx="17348200" cy="9753600"/>
            <a:chOff x="0" y="0"/>
            <a:chExt cx="17348200" cy="9753600"/>
          </a:xfrm>
        </p:grpSpPr>
        <p:sp>
          <p:nvSpPr>
            <p:cNvPr id="3" name="object 3"/>
            <p:cNvSpPr>
              <a:spLocks noGrp="1" noRot="1" noMove="1" noResize="1" noEditPoints="1" noAdjustHandles="1" noChangeArrowheads="1" noChangeShapeType="1"/>
            </p:cNvSpPr>
            <p:nvPr/>
          </p:nvSpPr>
          <p:spPr>
            <a:xfrm>
              <a:off x="580440" y="535698"/>
              <a:ext cx="431165" cy="1273810"/>
            </a:xfrm>
            <a:custGeom>
              <a:avLst/>
              <a:gdLst/>
              <a:ahLst/>
              <a:cxnLst/>
              <a:rect l="l" t="t" r="r" b="b"/>
              <a:pathLst>
                <a:path w="431165" h="1273810">
                  <a:moveTo>
                    <a:pt x="23545" y="0"/>
                  </a:moveTo>
                  <a:lnTo>
                    <a:pt x="0" y="0"/>
                  </a:lnTo>
                  <a:lnTo>
                    <a:pt x="0" y="1273492"/>
                  </a:lnTo>
                  <a:lnTo>
                    <a:pt x="23545" y="1273492"/>
                  </a:lnTo>
                  <a:lnTo>
                    <a:pt x="23545" y="0"/>
                  </a:lnTo>
                  <a:close/>
                </a:path>
                <a:path w="431165" h="1273810">
                  <a:moveTo>
                    <a:pt x="300494" y="65722"/>
                  </a:moveTo>
                  <a:lnTo>
                    <a:pt x="298564" y="63982"/>
                  </a:lnTo>
                  <a:lnTo>
                    <a:pt x="294246" y="63982"/>
                  </a:lnTo>
                  <a:lnTo>
                    <a:pt x="292481" y="65722"/>
                  </a:lnTo>
                  <a:lnTo>
                    <a:pt x="292481" y="70129"/>
                  </a:lnTo>
                  <a:lnTo>
                    <a:pt x="294246" y="71729"/>
                  </a:lnTo>
                  <a:lnTo>
                    <a:pt x="298564" y="71729"/>
                  </a:lnTo>
                  <a:lnTo>
                    <a:pt x="300494" y="70129"/>
                  </a:lnTo>
                  <a:lnTo>
                    <a:pt x="300494" y="67830"/>
                  </a:lnTo>
                  <a:lnTo>
                    <a:pt x="300494" y="65722"/>
                  </a:lnTo>
                  <a:close/>
                </a:path>
                <a:path w="431165" h="1273810">
                  <a:moveTo>
                    <a:pt x="301802" y="56197"/>
                  </a:moveTo>
                  <a:lnTo>
                    <a:pt x="299999" y="54305"/>
                  </a:lnTo>
                  <a:lnTo>
                    <a:pt x="295567" y="54305"/>
                  </a:lnTo>
                  <a:lnTo>
                    <a:pt x="293725" y="56197"/>
                  </a:lnTo>
                  <a:lnTo>
                    <a:pt x="293725" y="60490"/>
                  </a:lnTo>
                  <a:lnTo>
                    <a:pt x="295567" y="62318"/>
                  </a:lnTo>
                  <a:lnTo>
                    <a:pt x="297764" y="62318"/>
                  </a:lnTo>
                  <a:lnTo>
                    <a:pt x="299999" y="62318"/>
                  </a:lnTo>
                  <a:lnTo>
                    <a:pt x="301802" y="60490"/>
                  </a:lnTo>
                  <a:lnTo>
                    <a:pt x="301802" y="56197"/>
                  </a:lnTo>
                  <a:close/>
                </a:path>
                <a:path w="431165" h="1273810">
                  <a:moveTo>
                    <a:pt x="302501" y="75171"/>
                  </a:moveTo>
                  <a:lnTo>
                    <a:pt x="300659" y="73393"/>
                  </a:lnTo>
                  <a:lnTo>
                    <a:pt x="296202" y="73393"/>
                  </a:lnTo>
                  <a:lnTo>
                    <a:pt x="294335" y="75171"/>
                  </a:lnTo>
                  <a:lnTo>
                    <a:pt x="294335" y="79565"/>
                  </a:lnTo>
                  <a:lnTo>
                    <a:pt x="296202" y="81343"/>
                  </a:lnTo>
                  <a:lnTo>
                    <a:pt x="300659" y="81343"/>
                  </a:lnTo>
                  <a:lnTo>
                    <a:pt x="302501" y="79565"/>
                  </a:lnTo>
                  <a:lnTo>
                    <a:pt x="302501" y="77470"/>
                  </a:lnTo>
                  <a:lnTo>
                    <a:pt x="302501" y="75171"/>
                  </a:lnTo>
                  <a:close/>
                </a:path>
                <a:path w="431165" h="1273810">
                  <a:moveTo>
                    <a:pt x="306197" y="47142"/>
                  </a:moveTo>
                  <a:lnTo>
                    <a:pt x="304342" y="45440"/>
                  </a:lnTo>
                  <a:lnTo>
                    <a:pt x="299999" y="45440"/>
                  </a:lnTo>
                  <a:lnTo>
                    <a:pt x="298157" y="47142"/>
                  </a:lnTo>
                  <a:lnTo>
                    <a:pt x="298157" y="51600"/>
                  </a:lnTo>
                  <a:lnTo>
                    <a:pt x="299999" y="53225"/>
                  </a:lnTo>
                  <a:lnTo>
                    <a:pt x="302221" y="53225"/>
                  </a:lnTo>
                  <a:lnTo>
                    <a:pt x="304342" y="53225"/>
                  </a:lnTo>
                  <a:lnTo>
                    <a:pt x="306197" y="51600"/>
                  </a:lnTo>
                  <a:lnTo>
                    <a:pt x="306197" y="47142"/>
                  </a:lnTo>
                  <a:close/>
                </a:path>
                <a:path w="431165" h="1273810">
                  <a:moveTo>
                    <a:pt x="314058" y="40386"/>
                  </a:moveTo>
                  <a:lnTo>
                    <a:pt x="312254" y="38684"/>
                  </a:lnTo>
                  <a:lnTo>
                    <a:pt x="307848" y="38684"/>
                  </a:lnTo>
                  <a:lnTo>
                    <a:pt x="305968" y="40386"/>
                  </a:lnTo>
                  <a:lnTo>
                    <a:pt x="305968" y="44856"/>
                  </a:lnTo>
                  <a:lnTo>
                    <a:pt x="307848" y="46507"/>
                  </a:lnTo>
                  <a:lnTo>
                    <a:pt x="309994" y="46507"/>
                  </a:lnTo>
                  <a:lnTo>
                    <a:pt x="312254" y="46507"/>
                  </a:lnTo>
                  <a:lnTo>
                    <a:pt x="314058" y="44856"/>
                  </a:lnTo>
                  <a:lnTo>
                    <a:pt x="314058" y="40386"/>
                  </a:lnTo>
                  <a:close/>
                </a:path>
                <a:path w="431165" h="1273810">
                  <a:moveTo>
                    <a:pt x="324015" y="37541"/>
                  </a:moveTo>
                  <a:lnTo>
                    <a:pt x="322148" y="35699"/>
                  </a:lnTo>
                  <a:lnTo>
                    <a:pt x="317741" y="35699"/>
                  </a:lnTo>
                  <a:lnTo>
                    <a:pt x="316001" y="37541"/>
                  </a:lnTo>
                  <a:lnTo>
                    <a:pt x="316001" y="41694"/>
                  </a:lnTo>
                  <a:lnTo>
                    <a:pt x="317741" y="43586"/>
                  </a:lnTo>
                  <a:lnTo>
                    <a:pt x="320052" y="43586"/>
                  </a:lnTo>
                  <a:lnTo>
                    <a:pt x="322148" y="43586"/>
                  </a:lnTo>
                  <a:lnTo>
                    <a:pt x="324015" y="41694"/>
                  </a:lnTo>
                  <a:lnTo>
                    <a:pt x="324015" y="37541"/>
                  </a:lnTo>
                  <a:close/>
                </a:path>
                <a:path w="431165" h="1273810">
                  <a:moveTo>
                    <a:pt x="334505" y="38442"/>
                  </a:moveTo>
                  <a:lnTo>
                    <a:pt x="332587" y="36753"/>
                  </a:lnTo>
                  <a:lnTo>
                    <a:pt x="328358" y="36753"/>
                  </a:lnTo>
                  <a:lnTo>
                    <a:pt x="326504" y="38442"/>
                  </a:lnTo>
                  <a:lnTo>
                    <a:pt x="326504" y="42710"/>
                  </a:lnTo>
                  <a:lnTo>
                    <a:pt x="328358" y="44526"/>
                  </a:lnTo>
                  <a:lnTo>
                    <a:pt x="330403" y="44526"/>
                  </a:lnTo>
                  <a:lnTo>
                    <a:pt x="332587" y="44526"/>
                  </a:lnTo>
                  <a:lnTo>
                    <a:pt x="334505" y="42710"/>
                  </a:lnTo>
                  <a:lnTo>
                    <a:pt x="334505" y="38442"/>
                  </a:lnTo>
                  <a:close/>
                </a:path>
                <a:path w="431165" h="1273810">
                  <a:moveTo>
                    <a:pt x="337553" y="77203"/>
                  </a:moveTo>
                  <a:lnTo>
                    <a:pt x="337032" y="71132"/>
                  </a:lnTo>
                  <a:lnTo>
                    <a:pt x="332727" y="66992"/>
                  </a:lnTo>
                  <a:lnTo>
                    <a:pt x="331863" y="64820"/>
                  </a:lnTo>
                  <a:lnTo>
                    <a:pt x="329653" y="69037"/>
                  </a:lnTo>
                  <a:lnTo>
                    <a:pt x="327596" y="71640"/>
                  </a:lnTo>
                  <a:lnTo>
                    <a:pt x="327914" y="74891"/>
                  </a:lnTo>
                  <a:lnTo>
                    <a:pt x="328345" y="78308"/>
                  </a:lnTo>
                  <a:lnTo>
                    <a:pt x="331863" y="80645"/>
                  </a:lnTo>
                  <a:lnTo>
                    <a:pt x="333540" y="84035"/>
                  </a:lnTo>
                  <a:lnTo>
                    <a:pt x="335064" y="80149"/>
                  </a:lnTo>
                  <a:lnTo>
                    <a:pt x="337553" y="77203"/>
                  </a:lnTo>
                  <a:close/>
                </a:path>
                <a:path w="431165" h="1273810">
                  <a:moveTo>
                    <a:pt x="344360" y="41186"/>
                  </a:moveTo>
                  <a:lnTo>
                    <a:pt x="342633" y="39420"/>
                  </a:lnTo>
                  <a:lnTo>
                    <a:pt x="338074" y="39420"/>
                  </a:lnTo>
                  <a:lnTo>
                    <a:pt x="336359" y="41186"/>
                  </a:lnTo>
                  <a:lnTo>
                    <a:pt x="336359" y="45580"/>
                  </a:lnTo>
                  <a:lnTo>
                    <a:pt x="338074" y="47307"/>
                  </a:lnTo>
                  <a:lnTo>
                    <a:pt x="340296" y="47307"/>
                  </a:lnTo>
                  <a:lnTo>
                    <a:pt x="342633" y="47307"/>
                  </a:lnTo>
                  <a:lnTo>
                    <a:pt x="344360" y="45580"/>
                  </a:lnTo>
                  <a:lnTo>
                    <a:pt x="344360" y="41186"/>
                  </a:lnTo>
                  <a:close/>
                </a:path>
                <a:path w="431165" h="1273810">
                  <a:moveTo>
                    <a:pt x="353720" y="45440"/>
                  </a:moveTo>
                  <a:lnTo>
                    <a:pt x="351980" y="43878"/>
                  </a:lnTo>
                  <a:lnTo>
                    <a:pt x="347649" y="43878"/>
                  </a:lnTo>
                  <a:lnTo>
                    <a:pt x="345732" y="45440"/>
                  </a:lnTo>
                  <a:lnTo>
                    <a:pt x="345732" y="49872"/>
                  </a:lnTo>
                  <a:lnTo>
                    <a:pt x="347649" y="51689"/>
                  </a:lnTo>
                  <a:lnTo>
                    <a:pt x="349656" y="51689"/>
                  </a:lnTo>
                  <a:lnTo>
                    <a:pt x="351980" y="51689"/>
                  </a:lnTo>
                  <a:lnTo>
                    <a:pt x="353720" y="49872"/>
                  </a:lnTo>
                  <a:lnTo>
                    <a:pt x="353720" y="45440"/>
                  </a:lnTo>
                  <a:close/>
                </a:path>
                <a:path w="431165" h="1273810">
                  <a:moveTo>
                    <a:pt x="358990" y="22199"/>
                  </a:moveTo>
                  <a:lnTo>
                    <a:pt x="353961" y="23253"/>
                  </a:lnTo>
                  <a:lnTo>
                    <a:pt x="350113" y="27165"/>
                  </a:lnTo>
                  <a:lnTo>
                    <a:pt x="349097" y="32194"/>
                  </a:lnTo>
                  <a:lnTo>
                    <a:pt x="358990" y="32194"/>
                  </a:lnTo>
                  <a:lnTo>
                    <a:pt x="358990" y="22199"/>
                  </a:lnTo>
                  <a:close/>
                </a:path>
                <a:path w="431165" h="1273810">
                  <a:moveTo>
                    <a:pt x="359194" y="52082"/>
                  </a:moveTo>
                  <a:lnTo>
                    <a:pt x="357606" y="51841"/>
                  </a:lnTo>
                  <a:lnTo>
                    <a:pt x="356069" y="51346"/>
                  </a:lnTo>
                  <a:lnTo>
                    <a:pt x="354660" y="50787"/>
                  </a:lnTo>
                  <a:lnTo>
                    <a:pt x="354660" y="68884"/>
                  </a:lnTo>
                  <a:lnTo>
                    <a:pt x="359194" y="68884"/>
                  </a:lnTo>
                  <a:lnTo>
                    <a:pt x="359194" y="52082"/>
                  </a:lnTo>
                  <a:close/>
                </a:path>
                <a:path w="431165" h="1273810">
                  <a:moveTo>
                    <a:pt x="368490" y="50774"/>
                  </a:moveTo>
                  <a:lnTo>
                    <a:pt x="367004" y="51346"/>
                  </a:lnTo>
                  <a:lnTo>
                    <a:pt x="365569" y="51828"/>
                  </a:lnTo>
                  <a:lnTo>
                    <a:pt x="363855" y="52082"/>
                  </a:lnTo>
                  <a:lnTo>
                    <a:pt x="363855" y="68872"/>
                  </a:lnTo>
                  <a:lnTo>
                    <a:pt x="368490" y="68872"/>
                  </a:lnTo>
                  <a:lnTo>
                    <a:pt x="368490" y="50774"/>
                  </a:lnTo>
                  <a:close/>
                </a:path>
                <a:path w="431165" h="1273810">
                  <a:moveTo>
                    <a:pt x="372084" y="4114"/>
                  </a:moveTo>
                  <a:lnTo>
                    <a:pt x="369938" y="6832"/>
                  </a:lnTo>
                  <a:lnTo>
                    <a:pt x="366166" y="9245"/>
                  </a:lnTo>
                  <a:lnTo>
                    <a:pt x="362978" y="9880"/>
                  </a:lnTo>
                  <a:lnTo>
                    <a:pt x="363347" y="6400"/>
                  </a:lnTo>
                  <a:lnTo>
                    <a:pt x="365455" y="3568"/>
                  </a:lnTo>
                  <a:lnTo>
                    <a:pt x="368274" y="0"/>
                  </a:lnTo>
                  <a:lnTo>
                    <a:pt x="354850" y="0"/>
                  </a:lnTo>
                  <a:lnTo>
                    <a:pt x="357619" y="3568"/>
                  </a:lnTo>
                  <a:lnTo>
                    <a:pt x="359740" y="6400"/>
                  </a:lnTo>
                  <a:lnTo>
                    <a:pt x="360172" y="9880"/>
                  </a:lnTo>
                  <a:lnTo>
                    <a:pt x="356920" y="9245"/>
                  </a:lnTo>
                  <a:lnTo>
                    <a:pt x="353174" y="6832"/>
                  </a:lnTo>
                  <a:lnTo>
                    <a:pt x="351015" y="4114"/>
                  </a:lnTo>
                  <a:lnTo>
                    <a:pt x="351015" y="17754"/>
                  </a:lnTo>
                  <a:lnTo>
                    <a:pt x="353174" y="14846"/>
                  </a:lnTo>
                  <a:lnTo>
                    <a:pt x="356844" y="12395"/>
                  </a:lnTo>
                  <a:lnTo>
                    <a:pt x="360172" y="11925"/>
                  </a:lnTo>
                  <a:lnTo>
                    <a:pt x="359702" y="15367"/>
                  </a:lnTo>
                  <a:lnTo>
                    <a:pt x="357352" y="18453"/>
                  </a:lnTo>
                  <a:lnTo>
                    <a:pt x="354571" y="20612"/>
                  </a:lnTo>
                  <a:lnTo>
                    <a:pt x="368490" y="20612"/>
                  </a:lnTo>
                  <a:lnTo>
                    <a:pt x="365645" y="18453"/>
                  </a:lnTo>
                  <a:lnTo>
                    <a:pt x="363448" y="15367"/>
                  </a:lnTo>
                  <a:lnTo>
                    <a:pt x="362978" y="11925"/>
                  </a:lnTo>
                  <a:lnTo>
                    <a:pt x="366293" y="12395"/>
                  </a:lnTo>
                  <a:lnTo>
                    <a:pt x="369938" y="14846"/>
                  </a:lnTo>
                  <a:lnTo>
                    <a:pt x="372084" y="17754"/>
                  </a:lnTo>
                  <a:lnTo>
                    <a:pt x="372084" y="4114"/>
                  </a:lnTo>
                  <a:close/>
                </a:path>
                <a:path w="431165" h="1273810">
                  <a:moveTo>
                    <a:pt x="373849" y="37109"/>
                  </a:moveTo>
                  <a:lnTo>
                    <a:pt x="349224" y="37109"/>
                  </a:lnTo>
                  <a:lnTo>
                    <a:pt x="350507" y="42595"/>
                  </a:lnTo>
                  <a:lnTo>
                    <a:pt x="355485" y="46570"/>
                  </a:lnTo>
                  <a:lnTo>
                    <a:pt x="367588" y="46570"/>
                  </a:lnTo>
                  <a:lnTo>
                    <a:pt x="372643" y="42595"/>
                  </a:lnTo>
                  <a:lnTo>
                    <a:pt x="373849" y="37109"/>
                  </a:lnTo>
                  <a:close/>
                </a:path>
                <a:path w="431165" h="1273810">
                  <a:moveTo>
                    <a:pt x="374015" y="32194"/>
                  </a:moveTo>
                  <a:lnTo>
                    <a:pt x="373087" y="27165"/>
                  </a:lnTo>
                  <a:lnTo>
                    <a:pt x="369163" y="23380"/>
                  </a:lnTo>
                  <a:lnTo>
                    <a:pt x="364197" y="22199"/>
                  </a:lnTo>
                  <a:lnTo>
                    <a:pt x="364197" y="32194"/>
                  </a:lnTo>
                  <a:lnTo>
                    <a:pt x="374015" y="32194"/>
                  </a:lnTo>
                  <a:close/>
                </a:path>
                <a:path w="431165" h="1273810">
                  <a:moveTo>
                    <a:pt x="377444" y="45427"/>
                  </a:moveTo>
                  <a:lnTo>
                    <a:pt x="375589" y="43865"/>
                  </a:lnTo>
                  <a:lnTo>
                    <a:pt x="371144" y="43865"/>
                  </a:lnTo>
                  <a:lnTo>
                    <a:pt x="369366" y="45427"/>
                  </a:lnTo>
                  <a:lnTo>
                    <a:pt x="369366" y="47663"/>
                  </a:lnTo>
                  <a:lnTo>
                    <a:pt x="369366" y="49872"/>
                  </a:lnTo>
                  <a:lnTo>
                    <a:pt x="371144" y="51689"/>
                  </a:lnTo>
                  <a:lnTo>
                    <a:pt x="375589" y="51689"/>
                  </a:lnTo>
                  <a:lnTo>
                    <a:pt x="377444" y="49872"/>
                  </a:lnTo>
                  <a:lnTo>
                    <a:pt x="377444" y="45427"/>
                  </a:lnTo>
                  <a:close/>
                </a:path>
                <a:path w="431165" h="1273810">
                  <a:moveTo>
                    <a:pt x="386740" y="41186"/>
                  </a:moveTo>
                  <a:lnTo>
                    <a:pt x="384873" y="39420"/>
                  </a:lnTo>
                  <a:lnTo>
                    <a:pt x="380593" y="39420"/>
                  </a:lnTo>
                  <a:lnTo>
                    <a:pt x="378726" y="41186"/>
                  </a:lnTo>
                  <a:lnTo>
                    <a:pt x="378726" y="45580"/>
                  </a:lnTo>
                  <a:lnTo>
                    <a:pt x="380593" y="47307"/>
                  </a:lnTo>
                  <a:lnTo>
                    <a:pt x="382701" y="47307"/>
                  </a:lnTo>
                  <a:lnTo>
                    <a:pt x="384873" y="47307"/>
                  </a:lnTo>
                  <a:lnTo>
                    <a:pt x="386740" y="45580"/>
                  </a:lnTo>
                  <a:lnTo>
                    <a:pt x="386740" y="41186"/>
                  </a:lnTo>
                  <a:close/>
                </a:path>
                <a:path w="431165" h="1273810">
                  <a:moveTo>
                    <a:pt x="395592" y="71640"/>
                  </a:moveTo>
                  <a:lnTo>
                    <a:pt x="393585" y="69037"/>
                  </a:lnTo>
                  <a:lnTo>
                    <a:pt x="391363" y="64820"/>
                  </a:lnTo>
                  <a:lnTo>
                    <a:pt x="390550" y="66992"/>
                  </a:lnTo>
                  <a:lnTo>
                    <a:pt x="386181" y="71132"/>
                  </a:lnTo>
                  <a:lnTo>
                    <a:pt x="385559" y="77203"/>
                  </a:lnTo>
                  <a:lnTo>
                    <a:pt x="388239" y="80149"/>
                  </a:lnTo>
                  <a:lnTo>
                    <a:pt x="389712" y="84035"/>
                  </a:lnTo>
                  <a:lnTo>
                    <a:pt x="391363" y="80645"/>
                  </a:lnTo>
                  <a:lnTo>
                    <a:pt x="394995" y="78308"/>
                  </a:lnTo>
                  <a:lnTo>
                    <a:pt x="395592" y="71640"/>
                  </a:lnTo>
                  <a:close/>
                </a:path>
                <a:path w="431165" h="1273810">
                  <a:moveTo>
                    <a:pt x="396595" y="38442"/>
                  </a:moveTo>
                  <a:lnTo>
                    <a:pt x="394919" y="36753"/>
                  </a:lnTo>
                  <a:lnTo>
                    <a:pt x="390410" y="36753"/>
                  </a:lnTo>
                  <a:lnTo>
                    <a:pt x="388632" y="38442"/>
                  </a:lnTo>
                  <a:lnTo>
                    <a:pt x="388632" y="42710"/>
                  </a:lnTo>
                  <a:lnTo>
                    <a:pt x="390410" y="44526"/>
                  </a:lnTo>
                  <a:lnTo>
                    <a:pt x="392633" y="44526"/>
                  </a:lnTo>
                  <a:lnTo>
                    <a:pt x="394919" y="44526"/>
                  </a:lnTo>
                  <a:lnTo>
                    <a:pt x="396595" y="42710"/>
                  </a:lnTo>
                  <a:lnTo>
                    <a:pt x="396595" y="38442"/>
                  </a:lnTo>
                  <a:close/>
                </a:path>
                <a:path w="431165" h="1273810">
                  <a:moveTo>
                    <a:pt x="407123" y="37541"/>
                  </a:moveTo>
                  <a:lnTo>
                    <a:pt x="405218" y="35699"/>
                  </a:lnTo>
                  <a:lnTo>
                    <a:pt x="400888" y="35699"/>
                  </a:lnTo>
                  <a:lnTo>
                    <a:pt x="399161" y="37541"/>
                  </a:lnTo>
                  <a:lnTo>
                    <a:pt x="399161" y="41694"/>
                  </a:lnTo>
                  <a:lnTo>
                    <a:pt x="400888" y="43586"/>
                  </a:lnTo>
                  <a:lnTo>
                    <a:pt x="403199" y="43586"/>
                  </a:lnTo>
                  <a:lnTo>
                    <a:pt x="405218" y="43586"/>
                  </a:lnTo>
                  <a:lnTo>
                    <a:pt x="407123" y="41694"/>
                  </a:lnTo>
                  <a:lnTo>
                    <a:pt x="407123" y="37541"/>
                  </a:lnTo>
                  <a:close/>
                </a:path>
                <a:path w="431165" h="1273810">
                  <a:moveTo>
                    <a:pt x="417156" y="40386"/>
                  </a:moveTo>
                  <a:lnTo>
                    <a:pt x="415315" y="38684"/>
                  </a:lnTo>
                  <a:lnTo>
                    <a:pt x="410819" y="38684"/>
                  </a:lnTo>
                  <a:lnTo>
                    <a:pt x="409079" y="40386"/>
                  </a:lnTo>
                  <a:lnTo>
                    <a:pt x="409079" y="44856"/>
                  </a:lnTo>
                  <a:lnTo>
                    <a:pt x="410819" y="46507"/>
                  </a:lnTo>
                  <a:lnTo>
                    <a:pt x="413131" y="46507"/>
                  </a:lnTo>
                  <a:lnTo>
                    <a:pt x="415315" y="46507"/>
                  </a:lnTo>
                  <a:lnTo>
                    <a:pt x="417156" y="44856"/>
                  </a:lnTo>
                  <a:lnTo>
                    <a:pt x="417156" y="40386"/>
                  </a:lnTo>
                  <a:close/>
                </a:path>
                <a:path w="431165" h="1273810">
                  <a:moveTo>
                    <a:pt x="424954" y="47142"/>
                  </a:moveTo>
                  <a:lnTo>
                    <a:pt x="423075" y="45440"/>
                  </a:lnTo>
                  <a:lnTo>
                    <a:pt x="418706" y="45440"/>
                  </a:lnTo>
                  <a:lnTo>
                    <a:pt x="416941" y="47142"/>
                  </a:lnTo>
                  <a:lnTo>
                    <a:pt x="416941" y="51600"/>
                  </a:lnTo>
                  <a:lnTo>
                    <a:pt x="418706" y="53225"/>
                  </a:lnTo>
                  <a:lnTo>
                    <a:pt x="421005" y="53225"/>
                  </a:lnTo>
                  <a:lnTo>
                    <a:pt x="423075" y="53225"/>
                  </a:lnTo>
                  <a:lnTo>
                    <a:pt x="424954" y="51600"/>
                  </a:lnTo>
                  <a:lnTo>
                    <a:pt x="424954" y="47142"/>
                  </a:lnTo>
                  <a:close/>
                </a:path>
                <a:path w="431165" h="1273810">
                  <a:moveTo>
                    <a:pt x="428637" y="75158"/>
                  </a:moveTo>
                  <a:lnTo>
                    <a:pt x="426923" y="73393"/>
                  </a:lnTo>
                  <a:lnTo>
                    <a:pt x="424726" y="73393"/>
                  </a:lnTo>
                  <a:lnTo>
                    <a:pt x="422478" y="73393"/>
                  </a:lnTo>
                  <a:lnTo>
                    <a:pt x="420598" y="75158"/>
                  </a:lnTo>
                  <a:lnTo>
                    <a:pt x="420598" y="79552"/>
                  </a:lnTo>
                  <a:lnTo>
                    <a:pt x="422478" y="81330"/>
                  </a:lnTo>
                  <a:lnTo>
                    <a:pt x="426923" y="81330"/>
                  </a:lnTo>
                  <a:lnTo>
                    <a:pt x="428637" y="79552"/>
                  </a:lnTo>
                  <a:lnTo>
                    <a:pt x="428637" y="75158"/>
                  </a:lnTo>
                  <a:close/>
                </a:path>
                <a:path w="431165" h="1273810">
                  <a:moveTo>
                    <a:pt x="429285" y="56184"/>
                  </a:moveTo>
                  <a:lnTo>
                    <a:pt x="427507" y="54317"/>
                  </a:lnTo>
                  <a:lnTo>
                    <a:pt x="423075" y="54317"/>
                  </a:lnTo>
                  <a:lnTo>
                    <a:pt x="421360" y="56184"/>
                  </a:lnTo>
                  <a:lnTo>
                    <a:pt x="421360" y="58331"/>
                  </a:lnTo>
                  <a:lnTo>
                    <a:pt x="421360" y="60502"/>
                  </a:lnTo>
                  <a:lnTo>
                    <a:pt x="423075" y="62306"/>
                  </a:lnTo>
                  <a:lnTo>
                    <a:pt x="427507" y="62306"/>
                  </a:lnTo>
                  <a:lnTo>
                    <a:pt x="429285" y="60502"/>
                  </a:lnTo>
                  <a:lnTo>
                    <a:pt x="429285" y="56184"/>
                  </a:lnTo>
                  <a:close/>
                </a:path>
                <a:path w="431165" h="1273810">
                  <a:moveTo>
                    <a:pt x="430644" y="65735"/>
                  </a:moveTo>
                  <a:lnTo>
                    <a:pt x="428879" y="63995"/>
                  </a:lnTo>
                  <a:lnTo>
                    <a:pt x="426631" y="63995"/>
                  </a:lnTo>
                  <a:lnTo>
                    <a:pt x="424510" y="63995"/>
                  </a:lnTo>
                  <a:lnTo>
                    <a:pt x="422579" y="65735"/>
                  </a:lnTo>
                  <a:lnTo>
                    <a:pt x="422579" y="70129"/>
                  </a:lnTo>
                  <a:lnTo>
                    <a:pt x="424510" y="71742"/>
                  </a:lnTo>
                  <a:lnTo>
                    <a:pt x="428879" y="71742"/>
                  </a:lnTo>
                  <a:lnTo>
                    <a:pt x="430644" y="70129"/>
                  </a:lnTo>
                  <a:lnTo>
                    <a:pt x="430644" y="65735"/>
                  </a:lnTo>
                  <a:close/>
                </a:path>
              </a:pathLst>
            </a:custGeom>
            <a:solidFill>
              <a:srgbClr val="FFFFFF"/>
            </a:solidFill>
          </p:spPr>
          <p:txBody>
            <a:bodyPr wrap="square" lIns="0" tIns="0" rIns="0" bIns="0" rtlCol="0"/>
            <a:lstStyle/>
            <a:p>
              <a:endParaRPr/>
            </a:p>
          </p:txBody>
        </p:sp>
        <p:pic>
          <p:nvPicPr>
            <p:cNvPr id="4" name="object 4"/>
            <p:cNvPicPr>
              <a:picLocks noGrp="1" noRot="1" noMove="1" noResize="1" noEditPoints="1" noAdjustHandles="1" noChangeArrowheads="1" noChangeShapeType="1" noCrop="1"/>
            </p:cNvPicPr>
            <p:nvPr/>
          </p:nvPicPr>
          <p:blipFill>
            <a:blip r:embed="rId3" cstate="print"/>
            <a:stretch>
              <a:fillRect/>
            </a:stretch>
          </p:blipFill>
          <p:spPr>
            <a:xfrm>
              <a:off x="859313" y="758855"/>
              <a:ext cx="127684" cy="138549"/>
            </a:xfrm>
            <a:prstGeom prst="rect">
              <a:avLst/>
            </a:prstGeom>
          </p:spPr>
        </p:pic>
        <p:sp>
          <p:nvSpPr>
            <p:cNvPr id="5" name="object 5"/>
            <p:cNvSpPr>
              <a:spLocks noGrp="1" noRot="1" noMove="1" noResize="1" noEditPoints="1" noAdjustHandles="1" noChangeArrowheads="1" noChangeShapeType="1"/>
            </p:cNvSpPr>
            <p:nvPr/>
          </p:nvSpPr>
          <p:spPr>
            <a:xfrm>
              <a:off x="750720" y="833538"/>
              <a:ext cx="382905" cy="100965"/>
            </a:xfrm>
            <a:custGeom>
              <a:avLst/>
              <a:gdLst/>
              <a:ahLst/>
              <a:cxnLst/>
              <a:rect l="l" t="t" r="r" b="b"/>
              <a:pathLst>
                <a:path w="382905" h="100965">
                  <a:moveTo>
                    <a:pt x="191296" y="100680"/>
                  </a:moveTo>
                  <a:lnTo>
                    <a:pt x="141980" y="95797"/>
                  </a:lnTo>
                  <a:lnTo>
                    <a:pt x="116222" y="66004"/>
                  </a:lnTo>
                  <a:lnTo>
                    <a:pt x="108211" y="49550"/>
                  </a:lnTo>
                  <a:lnTo>
                    <a:pt x="108211" y="38518"/>
                  </a:lnTo>
                  <a:lnTo>
                    <a:pt x="119910" y="28106"/>
                  </a:lnTo>
                  <a:lnTo>
                    <a:pt x="109483" y="30361"/>
                  </a:lnTo>
                  <a:lnTo>
                    <a:pt x="98933" y="35024"/>
                  </a:lnTo>
                  <a:lnTo>
                    <a:pt x="88336" y="41244"/>
                  </a:lnTo>
                  <a:lnTo>
                    <a:pt x="61533" y="58575"/>
                  </a:lnTo>
                  <a:lnTo>
                    <a:pt x="47923" y="65679"/>
                  </a:lnTo>
                  <a:lnTo>
                    <a:pt x="41178" y="67616"/>
                  </a:lnTo>
                  <a:lnTo>
                    <a:pt x="28212" y="67616"/>
                  </a:lnTo>
                  <a:lnTo>
                    <a:pt x="6506" y="51161"/>
                  </a:lnTo>
                  <a:lnTo>
                    <a:pt x="348" y="48403"/>
                  </a:lnTo>
                  <a:lnTo>
                    <a:pt x="0" y="47551"/>
                  </a:lnTo>
                  <a:lnTo>
                    <a:pt x="522" y="45924"/>
                  </a:lnTo>
                  <a:lnTo>
                    <a:pt x="1409" y="45521"/>
                  </a:lnTo>
                  <a:lnTo>
                    <a:pt x="2216" y="45769"/>
                  </a:lnTo>
                  <a:lnTo>
                    <a:pt x="16212" y="46242"/>
                  </a:lnTo>
                  <a:lnTo>
                    <a:pt x="31341" y="41314"/>
                  </a:lnTo>
                  <a:lnTo>
                    <a:pt x="47137" y="32831"/>
                  </a:lnTo>
                  <a:lnTo>
                    <a:pt x="76300" y="14203"/>
                  </a:lnTo>
                  <a:lnTo>
                    <a:pt x="88981" y="6966"/>
                  </a:lnTo>
                  <a:lnTo>
                    <a:pt x="101041" y="1905"/>
                  </a:lnTo>
                  <a:lnTo>
                    <a:pt x="112343" y="0"/>
                  </a:lnTo>
                  <a:lnTo>
                    <a:pt x="117662" y="0"/>
                  </a:lnTo>
                  <a:lnTo>
                    <a:pt x="122364" y="1146"/>
                  </a:lnTo>
                  <a:lnTo>
                    <a:pt x="131531" y="5965"/>
                  </a:lnTo>
                  <a:lnTo>
                    <a:pt x="135346" y="10365"/>
                  </a:lnTo>
                  <a:lnTo>
                    <a:pt x="140223" y="21846"/>
                  </a:lnTo>
                  <a:lnTo>
                    <a:pt x="148946" y="35527"/>
                  </a:lnTo>
                  <a:lnTo>
                    <a:pt x="148946" y="41756"/>
                  </a:lnTo>
                  <a:lnTo>
                    <a:pt x="147870" y="44080"/>
                  </a:lnTo>
                  <a:lnTo>
                    <a:pt x="143136" y="48171"/>
                  </a:lnTo>
                  <a:lnTo>
                    <a:pt x="127526" y="56026"/>
                  </a:lnTo>
                  <a:lnTo>
                    <a:pt x="127272" y="58908"/>
                  </a:lnTo>
                  <a:lnTo>
                    <a:pt x="171766" y="68448"/>
                  </a:lnTo>
                  <a:lnTo>
                    <a:pt x="191296" y="69242"/>
                  </a:lnTo>
                  <a:lnTo>
                    <a:pt x="201286" y="69039"/>
                  </a:lnTo>
                  <a:lnTo>
                    <a:pt x="243526" y="63080"/>
                  </a:lnTo>
                  <a:lnTo>
                    <a:pt x="255511" y="59016"/>
                  </a:lnTo>
                  <a:lnTo>
                    <a:pt x="255020" y="57064"/>
                  </a:lnTo>
                  <a:lnTo>
                    <a:pt x="242307" y="50650"/>
                  </a:lnTo>
                  <a:lnTo>
                    <a:pt x="239441" y="48682"/>
                  </a:lnTo>
                  <a:lnTo>
                    <a:pt x="234945" y="44251"/>
                  </a:lnTo>
                  <a:lnTo>
                    <a:pt x="233726" y="41756"/>
                  </a:lnTo>
                  <a:lnTo>
                    <a:pt x="233726" y="35527"/>
                  </a:lnTo>
                  <a:lnTo>
                    <a:pt x="242560" y="21846"/>
                  </a:lnTo>
                  <a:lnTo>
                    <a:pt x="247389" y="10365"/>
                  </a:lnTo>
                  <a:lnTo>
                    <a:pt x="251236" y="5965"/>
                  </a:lnTo>
                  <a:lnTo>
                    <a:pt x="256096" y="3176"/>
                  </a:lnTo>
                  <a:lnTo>
                    <a:pt x="260260" y="1146"/>
                  </a:lnTo>
                  <a:lnTo>
                    <a:pt x="264962" y="0"/>
                  </a:lnTo>
                  <a:lnTo>
                    <a:pt x="270424" y="0"/>
                  </a:lnTo>
                  <a:lnTo>
                    <a:pt x="281660" y="1905"/>
                  </a:lnTo>
                  <a:lnTo>
                    <a:pt x="293697" y="6966"/>
                  </a:lnTo>
                  <a:lnTo>
                    <a:pt x="306376" y="14203"/>
                  </a:lnTo>
                  <a:lnTo>
                    <a:pt x="335500" y="32831"/>
                  </a:lnTo>
                  <a:lnTo>
                    <a:pt x="351306" y="41314"/>
                  </a:lnTo>
                  <a:lnTo>
                    <a:pt x="366475" y="46242"/>
                  </a:lnTo>
                  <a:lnTo>
                    <a:pt x="380535" y="45769"/>
                  </a:lnTo>
                  <a:lnTo>
                    <a:pt x="381311" y="45521"/>
                  </a:lnTo>
                  <a:lnTo>
                    <a:pt x="382182" y="45924"/>
                  </a:lnTo>
                  <a:lnTo>
                    <a:pt x="382467" y="46683"/>
                  </a:lnTo>
                  <a:lnTo>
                    <a:pt x="382688" y="47551"/>
                  </a:lnTo>
                  <a:lnTo>
                    <a:pt x="382324" y="48403"/>
                  </a:lnTo>
                  <a:lnTo>
                    <a:pt x="376166" y="51083"/>
                  </a:lnTo>
                  <a:lnTo>
                    <a:pt x="354460" y="67616"/>
                  </a:lnTo>
                  <a:lnTo>
                    <a:pt x="341510" y="67616"/>
                  </a:lnTo>
                  <a:lnTo>
                    <a:pt x="334860" y="65679"/>
                  </a:lnTo>
                  <a:lnTo>
                    <a:pt x="319456" y="57715"/>
                  </a:lnTo>
                  <a:lnTo>
                    <a:pt x="294434" y="41212"/>
                  </a:lnTo>
                  <a:lnTo>
                    <a:pt x="283777" y="34995"/>
                  </a:lnTo>
                  <a:lnTo>
                    <a:pt x="273188" y="30350"/>
                  </a:lnTo>
                  <a:lnTo>
                    <a:pt x="262746" y="28106"/>
                  </a:lnTo>
                  <a:lnTo>
                    <a:pt x="274968" y="38936"/>
                  </a:lnTo>
                  <a:lnTo>
                    <a:pt x="274968" y="49704"/>
                  </a:lnTo>
                  <a:lnTo>
                    <a:pt x="271216" y="56599"/>
                  </a:lnTo>
                  <a:lnTo>
                    <a:pt x="266593" y="66004"/>
                  </a:lnTo>
                  <a:lnTo>
                    <a:pt x="261099" y="86999"/>
                  </a:lnTo>
                  <a:lnTo>
                    <a:pt x="251078" y="92034"/>
                  </a:lnTo>
                  <a:lnTo>
                    <a:pt x="240766" y="95797"/>
                  </a:lnTo>
                  <a:lnTo>
                    <a:pt x="227326" y="98501"/>
                  </a:lnTo>
                  <a:lnTo>
                    <a:pt x="210816" y="100133"/>
                  </a:lnTo>
                  <a:lnTo>
                    <a:pt x="191296" y="100680"/>
                  </a:lnTo>
                  <a:close/>
                </a:path>
              </a:pathLst>
            </a:custGeom>
            <a:solidFill>
              <a:srgbClr val="FFFFFF"/>
            </a:solidFill>
          </p:spPr>
          <p:txBody>
            <a:bodyPr wrap="square" lIns="0" tIns="0" rIns="0" bIns="0" rtlCol="0"/>
            <a:lstStyle/>
            <a:p>
              <a:endParaRPr/>
            </a:p>
          </p:txBody>
        </p:sp>
        <p:pic>
          <p:nvPicPr>
            <p:cNvPr id="6" name="object 6"/>
            <p:cNvPicPr>
              <a:picLocks noGrp="1" noRot="1" noMove="1" noResize="1" noEditPoints="1" noAdjustHandles="1" noChangeArrowheads="1" noChangeShapeType="1" noCrop="1"/>
            </p:cNvPicPr>
            <p:nvPr/>
          </p:nvPicPr>
          <p:blipFill>
            <a:blip r:embed="rId4" cstate="print"/>
            <a:stretch>
              <a:fillRect/>
            </a:stretch>
          </p:blipFill>
          <p:spPr>
            <a:xfrm>
              <a:off x="864000" y="607992"/>
              <a:ext cx="162906" cy="217170"/>
            </a:xfrm>
            <a:prstGeom prst="rect">
              <a:avLst/>
            </a:prstGeom>
          </p:spPr>
        </p:pic>
        <p:sp>
          <p:nvSpPr>
            <p:cNvPr id="7" name="object 7"/>
            <p:cNvSpPr>
              <a:spLocks noGrp="1" noRot="1" noMove="1" noResize="1" noEditPoints="1" noAdjustHandles="1" noChangeArrowheads="1" noChangeShapeType="1"/>
            </p:cNvSpPr>
            <p:nvPr/>
          </p:nvSpPr>
          <p:spPr>
            <a:xfrm>
              <a:off x="702043" y="546036"/>
              <a:ext cx="492759" cy="325120"/>
            </a:xfrm>
            <a:custGeom>
              <a:avLst/>
              <a:gdLst/>
              <a:ahLst/>
              <a:cxnLst/>
              <a:rect l="l" t="t" r="r" b="b"/>
              <a:pathLst>
                <a:path w="492759" h="325119">
                  <a:moveTo>
                    <a:pt x="71945" y="28511"/>
                  </a:moveTo>
                  <a:lnTo>
                    <a:pt x="70612" y="27266"/>
                  </a:lnTo>
                  <a:lnTo>
                    <a:pt x="67449" y="27266"/>
                  </a:lnTo>
                  <a:lnTo>
                    <a:pt x="66065" y="28511"/>
                  </a:lnTo>
                  <a:lnTo>
                    <a:pt x="66065" y="31661"/>
                  </a:lnTo>
                  <a:lnTo>
                    <a:pt x="67449" y="32893"/>
                  </a:lnTo>
                  <a:lnTo>
                    <a:pt x="70612" y="32893"/>
                  </a:lnTo>
                  <a:lnTo>
                    <a:pt x="71945" y="31661"/>
                  </a:lnTo>
                  <a:lnTo>
                    <a:pt x="71945" y="30048"/>
                  </a:lnTo>
                  <a:lnTo>
                    <a:pt x="71945" y="28511"/>
                  </a:lnTo>
                  <a:close/>
                </a:path>
                <a:path w="492759" h="325119">
                  <a:moveTo>
                    <a:pt x="73012" y="36055"/>
                  </a:moveTo>
                  <a:lnTo>
                    <a:pt x="71653" y="34772"/>
                  </a:lnTo>
                  <a:lnTo>
                    <a:pt x="68478" y="34772"/>
                  </a:lnTo>
                  <a:lnTo>
                    <a:pt x="67106" y="36055"/>
                  </a:lnTo>
                  <a:lnTo>
                    <a:pt x="67106" y="39103"/>
                  </a:lnTo>
                  <a:lnTo>
                    <a:pt x="68478" y="40513"/>
                  </a:lnTo>
                  <a:lnTo>
                    <a:pt x="71653" y="40513"/>
                  </a:lnTo>
                  <a:lnTo>
                    <a:pt x="73012" y="39103"/>
                  </a:lnTo>
                  <a:lnTo>
                    <a:pt x="73012" y="37490"/>
                  </a:lnTo>
                  <a:lnTo>
                    <a:pt x="73012" y="36055"/>
                  </a:lnTo>
                  <a:close/>
                </a:path>
                <a:path w="492759" h="325119">
                  <a:moveTo>
                    <a:pt x="76466" y="22326"/>
                  </a:moveTo>
                  <a:lnTo>
                    <a:pt x="75107" y="21132"/>
                  </a:lnTo>
                  <a:lnTo>
                    <a:pt x="71945" y="21132"/>
                  </a:lnTo>
                  <a:lnTo>
                    <a:pt x="70688" y="22326"/>
                  </a:lnTo>
                  <a:lnTo>
                    <a:pt x="70688" y="25438"/>
                  </a:lnTo>
                  <a:lnTo>
                    <a:pt x="71945" y="26771"/>
                  </a:lnTo>
                  <a:lnTo>
                    <a:pt x="73596" y="26771"/>
                  </a:lnTo>
                  <a:lnTo>
                    <a:pt x="75107" y="26771"/>
                  </a:lnTo>
                  <a:lnTo>
                    <a:pt x="76466" y="25438"/>
                  </a:lnTo>
                  <a:lnTo>
                    <a:pt x="76466" y="22326"/>
                  </a:lnTo>
                  <a:close/>
                </a:path>
                <a:path w="492759" h="325119">
                  <a:moveTo>
                    <a:pt x="84124" y="21856"/>
                  </a:moveTo>
                  <a:lnTo>
                    <a:pt x="82880" y="20637"/>
                  </a:lnTo>
                  <a:lnTo>
                    <a:pt x="79679" y="20637"/>
                  </a:lnTo>
                  <a:lnTo>
                    <a:pt x="78409" y="21856"/>
                  </a:lnTo>
                  <a:lnTo>
                    <a:pt x="78409" y="24993"/>
                  </a:lnTo>
                  <a:lnTo>
                    <a:pt x="79679" y="26327"/>
                  </a:lnTo>
                  <a:lnTo>
                    <a:pt x="81229" y="26327"/>
                  </a:lnTo>
                  <a:lnTo>
                    <a:pt x="82880" y="26327"/>
                  </a:lnTo>
                  <a:lnTo>
                    <a:pt x="84124" y="24993"/>
                  </a:lnTo>
                  <a:lnTo>
                    <a:pt x="84124" y="21856"/>
                  </a:lnTo>
                  <a:close/>
                </a:path>
                <a:path w="492759" h="325119">
                  <a:moveTo>
                    <a:pt x="94157" y="24358"/>
                  </a:moveTo>
                  <a:lnTo>
                    <a:pt x="94043" y="20967"/>
                  </a:lnTo>
                  <a:lnTo>
                    <a:pt x="93319" y="19939"/>
                  </a:lnTo>
                  <a:lnTo>
                    <a:pt x="92087" y="19316"/>
                  </a:lnTo>
                  <a:lnTo>
                    <a:pt x="90779" y="18237"/>
                  </a:lnTo>
                  <a:lnTo>
                    <a:pt x="89103" y="16637"/>
                  </a:lnTo>
                  <a:lnTo>
                    <a:pt x="88595" y="16052"/>
                  </a:lnTo>
                  <a:lnTo>
                    <a:pt x="88112" y="15494"/>
                  </a:lnTo>
                  <a:lnTo>
                    <a:pt x="88163" y="15341"/>
                  </a:lnTo>
                  <a:lnTo>
                    <a:pt x="88265" y="15113"/>
                  </a:lnTo>
                  <a:lnTo>
                    <a:pt x="93243" y="15494"/>
                  </a:lnTo>
                  <a:lnTo>
                    <a:pt x="93179" y="15341"/>
                  </a:lnTo>
                  <a:lnTo>
                    <a:pt x="93091" y="15113"/>
                  </a:lnTo>
                  <a:lnTo>
                    <a:pt x="92456" y="13474"/>
                  </a:lnTo>
                  <a:lnTo>
                    <a:pt x="91262" y="10426"/>
                  </a:lnTo>
                  <a:lnTo>
                    <a:pt x="87731" y="13474"/>
                  </a:lnTo>
                  <a:lnTo>
                    <a:pt x="87363" y="13474"/>
                  </a:lnTo>
                  <a:lnTo>
                    <a:pt x="87083" y="8115"/>
                  </a:lnTo>
                  <a:lnTo>
                    <a:pt x="82042" y="9906"/>
                  </a:lnTo>
                  <a:lnTo>
                    <a:pt x="85382" y="13995"/>
                  </a:lnTo>
                  <a:lnTo>
                    <a:pt x="85242" y="14224"/>
                  </a:lnTo>
                  <a:lnTo>
                    <a:pt x="85242" y="14376"/>
                  </a:lnTo>
                  <a:lnTo>
                    <a:pt x="80759" y="14630"/>
                  </a:lnTo>
                  <a:lnTo>
                    <a:pt x="83185" y="19697"/>
                  </a:lnTo>
                  <a:lnTo>
                    <a:pt x="86080" y="16052"/>
                  </a:lnTo>
                  <a:lnTo>
                    <a:pt x="86220" y="16052"/>
                  </a:lnTo>
                  <a:lnTo>
                    <a:pt x="86347" y="16637"/>
                  </a:lnTo>
                  <a:lnTo>
                    <a:pt x="86588" y="17881"/>
                  </a:lnTo>
                  <a:lnTo>
                    <a:pt x="86715" y="19697"/>
                  </a:lnTo>
                  <a:lnTo>
                    <a:pt x="86791" y="24358"/>
                  </a:lnTo>
                  <a:lnTo>
                    <a:pt x="88392" y="26060"/>
                  </a:lnTo>
                  <a:lnTo>
                    <a:pt x="92506" y="26060"/>
                  </a:lnTo>
                  <a:lnTo>
                    <a:pt x="94157" y="24358"/>
                  </a:lnTo>
                  <a:close/>
                </a:path>
                <a:path w="492759" h="325119">
                  <a:moveTo>
                    <a:pt x="100431" y="15557"/>
                  </a:moveTo>
                  <a:lnTo>
                    <a:pt x="99174" y="14630"/>
                  </a:lnTo>
                  <a:lnTo>
                    <a:pt x="98107" y="13474"/>
                  </a:lnTo>
                  <a:lnTo>
                    <a:pt x="96126" y="13474"/>
                  </a:lnTo>
                  <a:lnTo>
                    <a:pt x="95008" y="14630"/>
                  </a:lnTo>
                  <a:lnTo>
                    <a:pt x="93941" y="15557"/>
                  </a:lnTo>
                  <a:lnTo>
                    <a:pt x="93941" y="17360"/>
                  </a:lnTo>
                  <a:lnTo>
                    <a:pt x="95084" y="18605"/>
                  </a:lnTo>
                  <a:lnTo>
                    <a:pt x="96126" y="19685"/>
                  </a:lnTo>
                  <a:lnTo>
                    <a:pt x="98107" y="19685"/>
                  </a:lnTo>
                  <a:lnTo>
                    <a:pt x="99174" y="18516"/>
                  </a:lnTo>
                  <a:lnTo>
                    <a:pt x="100431" y="17360"/>
                  </a:lnTo>
                  <a:lnTo>
                    <a:pt x="100431" y="15557"/>
                  </a:lnTo>
                  <a:close/>
                </a:path>
                <a:path w="492759" h="325119">
                  <a:moveTo>
                    <a:pt x="106845" y="10795"/>
                  </a:moveTo>
                  <a:lnTo>
                    <a:pt x="105765" y="9817"/>
                  </a:lnTo>
                  <a:lnTo>
                    <a:pt x="104559" y="8572"/>
                  </a:lnTo>
                  <a:lnTo>
                    <a:pt x="102730" y="8572"/>
                  </a:lnTo>
                  <a:lnTo>
                    <a:pt x="101536" y="9817"/>
                  </a:lnTo>
                  <a:lnTo>
                    <a:pt x="100457" y="10795"/>
                  </a:lnTo>
                  <a:lnTo>
                    <a:pt x="100457" y="12661"/>
                  </a:lnTo>
                  <a:lnTo>
                    <a:pt x="101536" y="13906"/>
                  </a:lnTo>
                  <a:lnTo>
                    <a:pt x="102730" y="14859"/>
                  </a:lnTo>
                  <a:lnTo>
                    <a:pt x="104559" y="14859"/>
                  </a:lnTo>
                  <a:lnTo>
                    <a:pt x="105765" y="13906"/>
                  </a:lnTo>
                  <a:lnTo>
                    <a:pt x="106845" y="12661"/>
                  </a:lnTo>
                  <a:lnTo>
                    <a:pt x="106845" y="10795"/>
                  </a:lnTo>
                  <a:close/>
                </a:path>
                <a:path w="492759" h="325119">
                  <a:moveTo>
                    <a:pt x="114452" y="12128"/>
                  </a:moveTo>
                  <a:lnTo>
                    <a:pt x="113347" y="10960"/>
                  </a:lnTo>
                  <a:lnTo>
                    <a:pt x="112191" y="9906"/>
                  </a:lnTo>
                  <a:lnTo>
                    <a:pt x="110337" y="9906"/>
                  </a:lnTo>
                  <a:lnTo>
                    <a:pt x="109321" y="10960"/>
                  </a:lnTo>
                  <a:lnTo>
                    <a:pt x="108089" y="12128"/>
                  </a:lnTo>
                  <a:lnTo>
                    <a:pt x="108216" y="13995"/>
                  </a:lnTo>
                  <a:lnTo>
                    <a:pt x="110464" y="16052"/>
                  </a:lnTo>
                  <a:lnTo>
                    <a:pt x="112318" y="16052"/>
                  </a:lnTo>
                  <a:lnTo>
                    <a:pt x="113347" y="15024"/>
                  </a:lnTo>
                  <a:lnTo>
                    <a:pt x="114452" y="13995"/>
                  </a:lnTo>
                  <a:lnTo>
                    <a:pt x="114452" y="12128"/>
                  </a:lnTo>
                  <a:close/>
                </a:path>
                <a:path w="492759" h="325119">
                  <a:moveTo>
                    <a:pt x="118529" y="23126"/>
                  </a:moveTo>
                  <a:lnTo>
                    <a:pt x="114071" y="23393"/>
                  </a:lnTo>
                  <a:lnTo>
                    <a:pt x="115328" y="25158"/>
                  </a:lnTo>
                  <a:lnTo>
                    <a:pt x="115722" y="25984"/>
                  </a:lnTo>
                  <a:lnTo>
                    <a:pt x="115836" y="27457"/>
                  </a:lnTo>
                  <a:lnTo>
                    <a:pt x="115011" y="27051"/>
                  </a:lnTo>
                  <a:lnTo>
                    <a:pt x="113855" y="26162"/>
                  </a:lnTo>
                  <a:lnTo>
                    <a:pt x="112826" y="24726"/>
                  </a:lnTo>
                  <a:lnTo>
                    <a:pt x="112941" y="26162"/>
                  </a:lnTo>
                  <a:lnTo>
                    <a:pt x="113042" y="27457"/>
                  </a:lnTo>
                  <a:lnTo>
                    <a:pt x="113157" y="28829"/>
                  </a:lnTo>
                  <a:lnTo>
                    <a:pt x="113258" y="30035"/>
                  </a:lnTo>
                  <a:lnTo>
                    <a:pt x="113322" y="30848"/>
                  </a:lnTo>
                  <a:lnTo>
                    <a:pt x="113398" y="31127"/>
                  </a:lnTo>
                  <a:lnTo>
                    <a:pt x="114071" y="30035"/>
                  </a:lnTo>
                  <a:lnTo>
                    <a:pt x="114198" y="29908"/>
                  </a:lnTo>
                  <a:lnTo>
                    <a:pt x="114782" y="29235"/>
                  </a:lnTo>
                  <a:lnTo>
                    <a:pt x="115836" y="28829"/>
                  </a:lnTo>
                  <a:lnTo>
                    <a:pt x="115722" y="31127"/>
                  </a:lnTo>
                  <a:lnTo>
                    <a:pt x="115608" y="33248"/>
                  </a:lnTo>
                  <a:lnTo>
                    <a:pt x="113855" y="34925"/>
                  </a:lnTo>
                  <a:lnTo>
                    <a:pt x="112318" y="35242"/>
                  </a:lnTo>
                  <a:lnTo>
                    <a:pt x="111023" y="35496"/>
                  </a:lnTo>
                  <a:lnTo>
                    <a:pt x="110426" y="35496"/>
                  </a:lnTo>
                  <a:lnTo>
                    <a:pt x="109093" y="34429"/>
                  </a:lnTo>
                  <a:lnTo>
                    <a:pt x="109029" y="34036"/>
                  </a:lnTo>
                  <a:lnTo>
                    <a:pt x="108940" y="33528"/>
                  </a:lnTo>
                  <a:lnTo>
                    <a:pt x="108889" y="33248"/>
                  </a:lnTo>
                  <a:lnTo>
                    <a:pt x="108775" y="32537"/>
                  </a:lnTo>
                  <a:lnTo>
                    <a:pt x="108534" y="31127"/>
                  </a:lnTo>
                  <a:lnTo>
                    <a:pt x="108915" y="30848"/>
                  </a:lnTo>
                  <a:lnTo>
                    <a:pt x="110197" y="29908"/>
                  </a:lnTo>
                  <a:lnTo>
                    <a:pt x="112014" y="31648"/>
                  </a:lnTo>
                  <a:lnTo>
                    <a:pt x="112039" y="31369"/>
                  </a:lnTo>
                  <a:lnTo>
                    <a:pt x="112153" y="29908"/>
                  </a:lnTo>
                  <a:lnTo>
                    <a:pt x="112191" y="29489"/>
                  </a:lnTo>
                  <a:lnTo>
                    <a:pt x="112204" y="29235"/>
                  </a:lnTo>
                  <a:lnTo>
                    <a:pt x="112318" y="27774"/>
                  </a:lnTo>
                  <a:lnTo>
                    <a:pt x="109004" y="27774"/>
                  </a:lnTo>
                  <a:lnTo>
                    <a:pt x="107619" y="29235"/>
                  </a:lnTo>
                  <a:lnTo>
                    <a:pt x="109321" y="25615"/>
                  </a:lnTo>
                  <a:lnTo>
                    <a:pt x="109207" y="25158"/>
                  </a:lnTo>
                  <a:lnTo>
                    <a:pt x="109080" y="24726"/>
                  </a:lnTo>
                  <a:lnTo>
                    <a:pt x="109029" y="24561"/>
                  </a:lnTo>
                  <a:lnTo>
                    <a:pt x="108597" y="22974"/>
                  </a:lnTo>
                  <a:lnTo>
                    <a:pt x="105181" y="21132"/>
                  </a:lnTo>
                  <a:lnTo>
                    <a:pt x="102971" y="24561"/>
                  </a:lnTo>
                  <a:lnTo>
                    <a:pt x="103035" y="24726"/>
                  </a:lnTo>
                  <a:lnTo>
                    <a:pt x="103911" y="27051"/>
                  </a:lnTo>
                  <a:lnTo>
                    <a:pt x="106489" y="29489"/>
                  </a:lnTo>
                  <a:lnTo>
                    <a:pt x="103911" y="28333"/>
                  </a:lnTo>
                  <a:lnTo>
                    <a:pt x="101536" y="30492"/>
                  </a:lnTo>
                  <a:lnTo>
                    <a:pt x="103911" y="33528"/>
                  </a:lnTo>
                  <a:lnTo>
                    <a:pt x="103962" y="33248"/>
                  </a:lnTo>
                  <a:lnTo>
                    <a:pt x="104432" y="30848"/>
                  </a:lnTo>
                  <a:lnTo>
                    <a:pt x="106730" y="31369"/>
                  </a:lnTo>
                  <a:lnTo>
                    <a:pt x="106794" y="31648"/>
                  </a:lnTo>
                  <a:lnTo>
                    <a:pt x="107632" y="35242"/>
                  </a:lnTo>
                  <a:lnTo>
                    <a:pt x="105879" y="37414"/>
                  </a:lnTo>
                  <a:lnTo>
                    <a:pt x="99047" y="39535"/>
                  </a:lnTo>
                  <a:lnTo>
                    <a:pt x="98971" y="39382"/>
                  </a:lnTo>
                  <a:lnTo>
                    <a:pt x="97599" y="36906"/>
                  </a:lnTo>
                  <a:lnTo>
                    <a:pt x="96939" y="35496"/>
                  </a:lnTo>
                  <a:lnTo>
                    <a:pt x="96824" y="35242"/>
                  </a:lnTo>
                  <a:lnTo>
                    <a:pt x="96672" y="34925"/>
                  </a:lnTo>
                  <a:lnTo>
                    <a:pt x="96710" y="34683"/>
                  </a:lnTo>
                  <a:lnTo>
                    <a:pt x="97485" y="34188"/>
                  </a:lnTo>
                  <a:lnTo>
                    <a:pt x="99631" y="34429"/>
                  </a:lnTo>
                  <a:lnTo>
                    <a:pt x="101879" y="35737"/>
                  </a:lnTo>
                  <a:lnTo>
                    <a:pt x="102006" y="35737"/>
                  </a:lnTo>
                  <a:lnTo>
                    <a:pt x="101930" y="35496"/>
                  </a:lnTo>
                  <a:lnTo>
                    <a:pt x="101854" y="35242"/>
                  </a:lnTo>
                  <a:lnTo>
                    <a:pt x="101739" y="34925"/>
                  </a:lnTo>
                  <a:lnTo>
                    <a:pt x="101663" y="34683"/>
                  </a:lnTo>
                  <a:lnTo>
                    <a:pt x="101574" y="34429"/>
                  </a:lnTo>
                  <a:lnTo>
                    <a:pt x="101180" y="33248"/>
                  </a:lnTo>
                  <a:lnTo>
                    <a:pt x="99936" y="29489"/>
                  </a:lnTo>
                  <a:lnTo>
                    <a:pt x="99174" y="31648"/>
                  </a:lnTo>
                  <a:lnTo>
                    <a:pt x="98005" y="32537"/>
                  </a:lnTo>
                  <a:lnTo>
                    <a:pt x="98285" y="32537"/>
                  </a:lnTo>
                  <a:lnTo>
                    <a:pt x="96304" y="33248"/>
                  </a:lnTo>
                  <a:lnTo>
                    <a:pt x="96037" y="33248"/>
                  </a:lnTo>
                  <a:lnTo>
                    <a:pt x="96113" y="30848"/>
                  </a:lnTo>
                  <a:lnTo>
                    <a:pt x="97243" y="27774"/>
                  </a:lnTo>
                  <a:lnTo>
                    <a:pt x="89408" y="30848"/>
                  </a:lnTo>
                  <a:lnTo>
                    <a:pt x="92862" y="32537"/>
                  </a:lnTo>
                  <a:lnTo>
                    <a:pt x="93573" y="33248"/>
                  </a:lnTo>
                  <a:lnTo>
                    <a:pt x="94259" y="34036"/>
                  </a:lnTo>
                  <a:lnTo>
                    <a:pt x="94500" y="34036"/>
                  </a:lnTo>
                  <a:lnTo>
                    <a:pt x="92570" y="34683"/>
                  </a:lnTo>
                  <a:lnTo>
                    <a:pt x="91084" y="34925"/>
                  </a:lnTo>
                  <a:lnTo>
                    <a:pt x="88684" y="34036"/>
                  </a:lnTo>
                  <a:lnTo>
                    <a:pt x="91757" y="39992"/>
                  </a:lnTo>
                  <a:lnTo>
                    <a:pt x="91871" y="39535"/>
                  </a:lnTo>
                  <a:lnTo>
                    <a:pt x="91986" y="39103"/>
                  </a:lnTo>
                  <a:lnTo>
                    <a:pt x="92049" y="38862"/>
                  </a:lnTo>
                  <a:lnTo>
                    <a:pt x="92138" y="38557"/>
                  </a:lnTo>
                  <a:lnTo>
                    <a:pt x="92252" y="38125"/>
                  </a:lnTo>
                  <a:lnTo>
                    <a:pt x="92303" y="37922"/>
                  </a:lnTo>
                  <a:lnTo>
                    <a:pt x="92506" y="37134"/>
                  </a:lnTo>
                  <a:lnTo>
                    <a:pt x="93941" y="35496"/>
                  </a:lnTo>
                  <a:lnTo>
                    <a:pt x="95008" y="35496"/>
                  </a:lnTo>
                  <a:lnTo>
                    <a:pt x="95097" y="35737"/>
                  </a:lnTo>
                  <a:lnTo>
                    <a:pt x="96672" y="40513"/>
                  </a:lnTo>
                  <a:lnTo>
                    <a:pt x="92227" y="42557"/>
                  </a:lnTo>
                  <a:lnTo>
                    <a:pt x="91262" y="43154"/>
                  </a:lnTo>
                  <a:lnTo>
                    <a:pt x="90538" y="43548"/>
                  </a:lnTo>
                  <a:lnTo>
                    <a:pt x="89154" y="43548"/>
                  </a:lnTo>
                  <a:lnTo>
                    <a:pt x="87363" y="43307"/>
                  </a:lnTo>
                  <a:lnTo>
                    <a:pt x="87274" y="43154"/>
                  </a:lnTo>
                  <a:lnTo>
                    <a:pt x="86436" y="41821"/>
                  </a:lnTo>
                  <a:lnTo>
                    <a:pt x="85953" y="41008"/>
                  </a:lnTo>
                  <a:lnTo>
                    <a:pt x="85356" y="39992"/>
                  </a:lnTo>
                  <a:lnTo>
                    <a:pt x="85864" y="39103"/>
                  </a:lnTo>
                  <a:lnTo>
                    <a:pt x="86169" y="38557"/>
                  </a:lnTo>
                  <a:lnTo>
                    <a:pt x="86525" y="37922"/>
                  </a:lnTo>
                  <a:lnTo>
                    <a:pt x="88760" y="39535"/>
                  </a:lnTo>
                  <a:lnTo>
                    <a:pt x="88722" y="39103"/>
                  </a:lnTo>
                  <a:lnTo>
                    <a:pt x="88607" y="37922"/>
                  </a:lnTo>
                  <a:lnTo>
                    <a:pt x="88506" y="36906"/>
                  </a:lnTo>
                  <a:lnTo>
                    <a:pt x="88392" y="35737"/>
                  </a:lnTo>
                  <a:lnTo>
                    <a:pt x="85039" y="35737"/>
                  </a:lnTo>
                  <a:lnTo>
                    <a:pt x="84124" y="38557"/>
                  </a:lnTo>
                  <a:lnTo>
                    <a:pt x="84226" y="34683"/>
                  </a:lnTo>
                  <a:lnTo>
                    <a:pt x="83185" y="32537"/>
                  </a:lnTo>
                  <a:lnTo>
                    <a:pt x="79006" y="31369"/>
                  </a:lnTo>
                  <a:lnTo>
                    <a:pt x="78930" y="31648"/>
                  </a:lnTo>
                  <a:lnTo>
                    <a:pt x="78193" y="34429"/>
                  </a:lnTo>
                  <a:lnTo>
                    <a:pt x="78130" y="35496"/>
                  </a:lnTo>
                  <a:lnTo>
                    <a:pt x="79324" y="37414"/>
                  </a:lnTo>
                  <a:lnTo>
                    <a:pt x="83261" y="39103"/>
                  </a:lnTo>
                  <a:lnTo>
                    <a:pt x="81038" y="38862"/>
                  </a:lnTo>
                  <a:lnTo>
                    <a:pt x="78663" y="41008"/>
                  </a:lnTo>
                  <a:lnTo>
                    <a:pt x="81686" y="43548"/>
                  </a:lnTo>
                  <a:lnTo>
                    <a:pt x="81686" y="41351"/>
                  </a:lnTo>
                  <a:lnTo>
                    <a:pt x="83705" y="41008"/>
                  </a:lnTo>
                  <a:lnTo>
                    <a:pt x="84886" y="42557"/>
                  </a:lnTo>
                  <a:lnTo>
                    <a:pt x="85572" y="43548"/>
                  </a:lnTo>
                  <a:lnTo>
                    <a:pt x="85572" y="44246"/>
                  </a:lnTo>
                  <a:lnTo>
                    <a:pt x="85432" y="45504"/>
                  </a:lnTo>
                  <a:lnTo>
                    <a:pt x="83934" y="46558"/>
                  </a:lnTo>
                  <a:lnTo>
                    <a:pt x="82905" y="47244"/>
                  </a:lnTo>
                  <a:lnTo>
                    <a:pt x="80149" y="47244"/>
                  </a:lnTo>
                  <a:lnTo>
                    <a:pt x="76949" y="44246"/>
                  </a:lnTo>
                  <a:lnTo>
                    <a:pt x="77609" y="43967"/>
                  </a:lnTo>
                  <a:lnTo>
                    <a:pt x="78574" y="43967"/>
                  </a:lnTo>
                  <a:lnTo>
                    <a:pt x="79921" y="44246"/>
                  </a:lnTo>
                  <a:lnTo>
                    <a:pt x="80289" y="44246"/>
                  </a:lnTo>
                  <a:lnTo>
                    <a:pt x="80048" y="43967"/>
                  </a:lnTo>
                  <a:lnTo>
                    <a:pt x="79349" y="43154"/>
                  </a:lnTo>
                  <a:lnTo>
                    <a:pt x="76631" y="39992"/>
                  </a:lnTo>
                  <a:lnTo>
                    <a:pt x="76136" y="39535"/>
                  </a:lnTo>
                  <a:lnTo>
                    <a:pt x="76200" y="42557"/>
                  </a:lnTo>
                  <a:lnTo>
                    <a:pt x="75831" y="43154"/>
                  </a:lnTo>
                  <a:lnTo>
                    <a:pt x="74396" y="39992"/>
                  </a:lnTo>
                  <a:lnTo>
                    <a:pt x="74269" y="39382"/>
                  </a:lnTo>
                  <a:lnTo>
                    <a:pt x="71056" y="42075"/>
                  </a:lnTo>
                  <a:lnTo>
                    <a:pt x="70827" y="42075"/>
                  </a:lnTo>
                  <a:lnTo>
                    <a:pt x="74041" y="43967"/>
                  </a:lnTo>
                  <a:lnTo>
                    <a:pt x="77660" y="46913"/>
                  </a:lnTo>
                  <a:lnTo>
                    <a:pt x="81965" y="52768"/>
                  </a:lnTo>
                  <a:lnTo>
                    <a:pt x="86372" y="49885"/>
                  </a:lnTo>
                  <a:lnTo>
                    <a:pt x="92011" y="47244"/>
                  </a:lnTo>
                  <a:lnTo>
                    <a:pt x="94424" y="46113"/>
                  </a:lnTo>
                  <a:lnTo>
                    <a:pt x="99644" y="43967"/>
                  </a:lnTo>
                  <a:lnTo>
                    <a:pt x="100736" y="43548"/>
                  </a:lnTo>
                  <a:lnTo>
                    <a:pt x="104559" y="42075"/>
                  </a:lnTo>
                  <a:lnTo>
                    <a:pt x="112534" y="39535"/>
                  </a:lnTo>
                  <a:lnTo>
                    <a:pt x="113017" y="39382"/>
                  </a:lnTo>
                  <a:lnTo>
                    <a:pt x="118211" y="38125"/>
                  </a:lnTo>
                  <a:lnTo>
                    <a:pt x="118097" y="37414"/>
                  </a:lnTo>
                  <a:lnTo>
                    <a:pt x="118021" y="36906"/>
                  </a:lnTo>
                  <a:lnTo>
                    <a:pt x="117805" y="35496"/>
                  </a:lnTo>
                  <a:lnTo>
                    <a:pt x="117678" y="34683"/>
                  </a:lnTo>
                  <a:lnTo>
                    <a:pt x="117576" y="34036"/>
                  </a:lnTo>
                  <a:lnTo>
                    <a:pt x="117462" y="33248"/>
                  </a:lnTo>
                  <a:lnTo>
                    <a:pt x="117348" y="32537"/>
                  </a:lnTo>
                  <a:lnTo>
                    <a:pt x="117208" y="31648"/>
                  </a:lnTo>
                  <a:lnTo>
                    <a:pt x="117271" y="30035"/>
                  </a:lnTo>
                  <a:lnTo>
                    <a:pt x="117335" y="29489"/>
                  </a:lnTo>
                  <a:lnTo>
                    <a:pt x="117424" y="28829"/>
                  </a:lnTo>
                  <a:lnTo>
                    <a:pt x="117487" y="28333"/>
                  </a:lnTo>
                  <a:lnTo>
                    <a:pt x="117602" y="27457"/>
                  </a:lnTo>
                  <a:lnTo>
                    <a:pt x="117690" y="26771"/>
                  </a:lnTo>
                  <a:lnTo>
                    <a:pt x="118529" y="23126"/>
                  </a:lnTo>
                  <a:close/>
                </a:path>
                <a:path w="492759" h="325119">
                  <a:moveTo>
                    <a:pt x="119253" y="18161"/>
                  </a:moveTo>
                  <a:lnTo>
                    <a:pt x="118110" y="16916"/>
                  </a:lnTo>
                  <a:lnTo>
                    <a:pt x="116979" y="15887"/>
                  </a:lnTo>
                  <a:lnTo>
                    <a:pt x="115150" y="15887"/>
                  </a:lnTo>
                  <a:lnTo>
                    <a:pt x="113944" y="16916"/>
                  </a:lnTo>
                  <a:lnTo>
                    <a:pt x="112903" y="18161"/>
                  </a:lnTo>
                  <a:lnTo>
                    <a:pt x="112903" y="20040"/>
                  </a:lnTo>
                  <a:lnTo>
                    <a:pt x="113944" y="21145"/>
                  </a:lnTo>
                  <a:lnTo>
                    <a:pt x="115150" y="22085"/>
                  </a:lnTo>
                  <a:lnTo>
                    <a:pt x="116979" y="22085"/>
                  </a:lnTo>
                  <a:lnTo>
                    <a:pt x="118110" y="21031"/>
                  </a:lnTo>
                  <a:lnTo>
                    <a:pt x="119253" y="20040"/>
                  </a:lnTo>
                  <a:lnTo>
                    <a:pt x="119253" y="18161"/>
                  </a:lnTo>
                  <a:close/>
                </a:path>
                <a:path w="492759" h="325119">
                  <a:moveTo>
                    <a:pt x="179311" y="207314"/>
                  </a:moveTo>
                  <a:lnTo>
                    <a:pt x="176161" y="206044"/>
                  </a:lnTo>
                  <a:lnTo>
                    <a:pt x="177507" y="202234"/>
                  </a:lnTo>
                  <a:lnTo>
                    <a:pt x="178765" y="199694"/>
                  </a:lnTo>
                  <a:lnTo>
                    <a:pt x="174840" y="197154"/>
                  </a:lnTo>
                  <a:lnTo>
                    <a:pt x="172885" y="195884"/>
                  </a:lnTo>
                  <a:lnTo>
                    <a:pt x="171792" y="188264"/>
                  </a:lnTo>
                  <a:lnTo>
                    <a:pt x="171602" y="186994"/>
                  </a:lnTo>
                  <a:lnTo>
                    <a:pt x="172186" y="183184"/>
                  </a:lnTo>
                  <a:lnTo>
                    <a:pt x="167233" y="176834"/>
                  </a:lnTo>
                  <a:lnTo>
                    <a:pt x="162941" y="173024"/>
                  </a:lnTo>
                  <a:lnTo>
                    <a:pt x="161518" y="171754"/>
                  </a:lnTo>
                  <a:lnTo>
                    <a:pt x="139700" y="147624"/>
                  </a:lnTo>
                  <a:lnTo>
                    <a:pt x="144119" y="147624"/>
                  </a:lnTo>
                  <a:lnTo>
                    <a:pt x="147243" y="150164"/>
                  </a:lnTo>
                  <a:lnTo>
                    <a:pt x="149161" y="151434"/>
                  </a:lnTo>
                  <a:lnTo>
                    <a:pt x="152844" y="155244"/>
                  </a:lnTo>
                  <a:lnTo>
                    <a:pt x="156222" y="159054"/>
                  </a:lnTo>
                  <a:lnTo>
                    <a:pt x="159893" y="150164"/>
                  </a:lnTo>
                  <a:lnTo>
                    <a:pt x="161569" y="147624"/>
                  </a:lnTo>
                  <a:lnTo>
                    <a:pt x="164096" y="143814"/>
                  </a:lnTo>
                  <a:lnTo>
                    <a:pt x="168948" y="136194"/>
                  </a:lnTo>
                  <a:lnTo>
                    <a:pt x="174599" y="129844"/>
                  </a:lnTo>
                  <a:lnTo>
                    <a:pt x="176682" y="127304"/>
                  </a:lnTo>
                  <a:lnTo>
                    <a:pt x="177685" y="126034"/>
                  </a:lnTo>
                  <a:lnTo>
                    <a:pt x="174777" y="127304"/>
                  </a:lnTo>
                  <a:lnTo>
                    <a:pt x="170154" y="127304"/>
                  </a:lnTo>
                  <a:lnTo>
                    <a:pt x="167678" y="129844"/>
                  </a:lnTo>
                  <a:lnTo>
                    <a:pt x="167678" y="120954"/>
                  </a:lnTo>
                  <a:lnTo>
                    <a:pt x="164338" y="117144"/>
                  </a:lnTo>
                  <a:lnTo>
                    <a:pt x="164617" y="112064"/>
                  </a:lnTo>
                  <a:lnTo>
                    <a:pt x="162864" y="105714"/>
                  </a:lnTo>
                  <a:lnTo>
                    <a:pt x="160858" y="103174"/>
                  </a:lnTo>
                  <a:lnTo>
                    <a:pt x="157873" y="99364"/>
                  </a:lnTo>
                  <a:lnTo>
                    <a:pt x="148463" y="91744"/>
                  </a:lnTo>
                  <a:lnTo>
                    <a:pt x="156654" y="94284"/>
                  </a:lnTo>
                  <a:lnTo>
                    <a:pt x="161404" y="100634"/>
                  </a:lnTo>
                  <a:lnTo>
                    <a:pt x="167678" y="95554"/>
                  </a:lnTo>
                  <a:lnTo>
                    <a:pt x="164160" y="93014"/>
                  </a:lnTo>
                  <a:lnTo>
                    <a:pt x="163182" y="91744"/>
                  </a:lnTo>
                  <a:lnTo>
                    <a:pt x="160274" y="87934"/>
                  </a:lnTo>
                  <a:lnTo>
                    <a:pt x="153619" y="81584"/>
                  </a:lnTo>
                  <a:lnTo>
                    <a:pt x="141795" y="73964"/>
                  </a:lnTo>
                  <a:lnTo>
                    <a:pt x="147332" y="75234"/>
                  </a:lnTo>
                  <a:lnTo>
                    <a:pt x="152666" y="79044"/>
                  </a:lnTo>
                  <a:lnTo>
                    <a:pt x="158229" y="80314"/>
                  </a:lnTo>
                  <a:lnTo>
                    <a:pt x="164477" y="79044"/>
                  </a:lnTo>
                  <a:lnTo>
                    <a:pt x="158902" y="75234"/>
                  </a:lnTo>
                  <a:lnTo>
                    <a:pt x="157619" y="73964"/>
                  </a:lnTo>
                  <a:lnTo>
                    <a:pt x="156337" y="72694"/>
                  </a:lnTo>
                  <a:lnTo>
                    <a:pt x="149948" y="66344"/>
                  </a:lnTo>
                  <a:lnTo>
                    <a:pt x="147408" y="63804"/>
                  </a:lnTo>
                  <a:lnTo>
                    <a:pt x="145084" y="62534"/>
                  </a:lnTo>
                  <a:lnTo>
                    <a:pt x="138137" y="58724"/>
                  </a:lnTo>
                  <a:lnTo>
                    <a:pt x="143268" y="58724"/>
                  </a:lnTo>
                  <a:lnTo>
                    <a:pt x="148755" y="61264"/>
                  </a:lnTo>
                  <a:lnTo>
                    <a:pt x="151015" y="58724"/>
                  </a:lnTo>
                  <a:lnTo>
                    <a:pt x="153276" y="56184"/>
                  </a:lnTo>
                  <a:lnTo>
                    <a:pt x="148082" y="56184"/>
                  </a:lnTo>
                  <a:lnTo>
                    <a:pt x="144868" y="52374"/>
                  </a:lnTo>
                  <a:lnTo>
                    <a:pt x="139280" y="51104"/>
                  </a:lnTo>
                  <a:lnTo>
                    <a:pt x="140144" y="48564"/>
                  </a:lnTo>
                  <a:lnTo>
                    <a:pt x="141439" y="44754"/>
                  </a:lnTo>
                  <a:lnTo>
                    <a:pt x="140919" y="40944"/>
                  </a:lnTo>
                  <a:lnTo>
                    <a:pt x="138633" y="37134"/>
                  </a:lnTo>
                  <a:lnTo>
                    <a:pt x="134658" y="37134"/>
                  </a:lnTo>
                  <a:lnTo>
                    <a:pt x="130771" y="38404"/>
                  </a:lnTo>
                  <a:lnTo>
                    <a:pt x="127990" y="40741"/>
                  </a:lnTo>
                  <a:lnTo>
                    <a:pt x="127990" y="99364"/>
                  </a:lnTo>
                  <a:lnTo>
                    <a:pt x="122453" y="100634"/>
                  </a:lnTo>
                  <a:lnTo>
                    <a:pt x="117322" y="103174"/>
                  </a:lnTo>
                  <a:lnTo>
                    <a:pt x="113169" y="99364"/>
                  </a:lnTo>
                  <a:lnTo>
                    <a:pt x="112522" y="96824"/>
                  </a:lnTo>
                  <a:lnTo>
                    <a:pt x="112191" y="95554"/>
                  </a:lnTo>
                  <a:lnTo>
                    <a:pt x="111137" y="93014"/>
                  </a:lnTo>
                  <a:lnTo>
                    <a:pt x="110350" y="90474"/>
                  </a:lnTo>
                  <a:lnTo>
                    <a:pt x="113868" y="86664"/>
                  </a:lnTo>
                  <a:lnTo>
                    <a:pt x="114452" y="85394"/>
                  </a:lnTo>
                  <a:lnTo>
                    <a:pt x="113880" y="84124"/>
                  </a:lnTo>
                  <a:lnTo>
                    <a:pt x="112750" y="81584"/>
                  </a:lnTo>
                  <a:lnTo>
                    <a:pt x="111620" y="79044"/>
                  </a:lnTo>
                  <a:lnTo>
                    <a:pt x="108216" y="81584"/>
                  </a:lnTo>
                  <a:lnTo>
                    <a:pt x="104571" y="81584"/>
                  </a:lnTo>
                  <a:lnTo>
                    <a:pt x="106286" y="79044"/>
                  </a:lnTo>
                  <a:lnTo>
                    <a:pt x="106362" y="76504"/>
                  </a:lnTo>
                  <a:lnTo>
                    <a:pt x="104127" y="76504"/>
                  </a:lnTo>
                  <a:lnTo>
                    <a:pt x="101358" y="77774"/>
                  </a:lnTo>
                  <a:lnTo>
                    <a:pt x="101358" y="81584"/>
                  </a:lnTo>
                  <a:lnTo>
                    <a:pt x="99771" y="81584"/>
                  </a:lnTo>
                  <a:lnTo>
                    <a:pt x="98336" y="80314"/>
                  </a:lnTo>
                  <a:lnTo>
                    <a:pt x="99148" y="77774"/>
                  </a:lnTo>
                  <a:lnTo>
                    <a:pt x="99148" y="75234"/>
                  </a:lnTo>
                  <a:lnTo>
                    <a:pt x="100431" y="73964"/>
                  </a:lnTo>
                  <a:lnTo>
                    <a:pt x="102184" y="73964"/>
                  </a:lnTo>
                  <a:lnTo>
                    <a:pt x="108242" y="71424"/>
                  </a:lnTo>
                  <a:lnTo>
                    <a:pt x="117322" y="67614"/>
                  </a:lnTo>
                  <a:lnTo>
                    <a:pt x="119253" y="67614"/>
                  </a:lnTo>
                  <a:lnTo>
                    <a:pt x="120573" y="66344"/>
                  </a:lnTo>
                  <a:lnTo>
                    <a:pt x="121945" y="67614"/>
                  </a:lnTo>
                  <a:lnTo>
                    <a:pt x="122872" y="68884"/>
                  </a:lnTo>
                  <a:lnTo>
                    <a:pt x="125285" y="70154"/>
                  </a:lnTo>
                  <a:lnTo>
                    <a:pt x="124701" y="71424"/>
                  </a:lnTo>
                  <a:lnTo>
                    <a:pt x="123837" y="72694"/>
                  </a:lnTo>
                  <a:lnTo>
                    <a:pt x="120573" y="70154"/>
                  </a:lnTo>
                  <a:lnTo>
                    <a:pt x="116611" y="72694"/>
                  </a:lnTo>
                  <a:lnTo>
                    <a:pt x="118198" y="73964"/>
                  </a:lnTo>
                  <a:lnTo>
                    <a:pt x="121640" y="75234"/>
                  </a:lnTo>
                  <a:lnTo>
                    <a:pt x="118351" y="77774"/>
                  </a:lnTo>
                  <a:lnTo>
                    <a:pt x="114795" y="79044"/>
                  </a:lnTo>
                  <a:lnTo>
                    <a:pt x="115938" y="81584"/>
                  </a:lnTo>
                  <a:lnTo>
                    <a:pt x="116979" y="84124"/>
                  </a:lnTo>
                  <a:lnTo>
                    <a:pt x="118605" y="85394"/>
                  </a:lnTo>
                  <a:lnTo>
                    <a:pt x="123444" y="85394"/>
                  </a:lnTo>
                  <a:lnTo>
                    <a:pt x="124701" y="87934"/>
                  </a:lnTo>
                  <a:lnTo>
                    <a:pt x="126047" y="90474"/>
                  </a:lnTo>
                  <a:lnTo>
                    <a:pt x="127508" y="94284"/>
                  </a:lnTo>
                  <a:lnTo>
                    <a:pt x="127635" y="95554"/>
                  </a:lnTo>
                  <a:lnTo>
                    <a:pt x="127749" y="96824"/>
                  </a:lnTo>
                  <a:lnTo>
                    <a:pt x="127990" y="99364"/>
                  </a:lnTo>
                  <a:lnTo>
                    <a:pt x="127990" y="40741"/>
                  </a:lnTo>
                  <a:lnTo>
                    <a:pt x="127812" y="40881"/>
                  </a:lnTo>
                  <a:lnTo>
                    <a:pt x="127812" y="48564"/>
                  </a:lnTo>
                  <a:lnTo>
                    <a:pt x="123837" y="54914"/>
                  </a:lnTo>
                  <a:lnTo>
                    <a:pt x="126466" y="57454"/>
                  </a:lnTo>
                  <a:lnTo>
                    <a:pt x="123317" y="59994"/>
                  </a:lnTo>
                  <a:lnTo>
                    <a:pt x="119341" y="62534"/>
                  </a:lnTo>
                  <a:lnTo>
                    <a:pt x="113868" y="59994"/>
                  </a:lnTo>
                  <a:lnTo>
                    <a:pt x="111506" y="56184"/>
                  </a:lnTo>
                  <a:lnTo>
                    <a:pt x="123444" y="51104"/>
                  </a:lnTo>
                  <a:lnTo>
                    <a:pt x="127812" y="48564"/>
                  </a:lnTo>
                  <a:lnTo>
                    <a:pt x="127812" y="40881"/>
                  </a:lnTo>
                  <a:lnTo>
                    <a:pt x="127304" y="37134"/>
                  </a:lnTo>
                  <a:lnTo>
                    <a:pt x="120103" y="37134"/>
                  </a:lnTo>
                  <a:lnTo>
                    <a:pt x="120370" y="38404"/>
                  </a:lnTo>
                  <a:lnTo>
                    <a:pt x="121107" y="40944"/>
                  </a:lnTo>
                  <a:lnTo>
                    <a:pt x="116611" y="40944"/>
                  </a:lnTo>
                  <a:lnTo>
                    <a:pt x="107657" y="43484"/>
                  </a:lnTo>
                  <a:lnTo>
                    <a:pt x="100787" y="45999"/>
                  </a:lnTo>
                  <a:lnTo>
                    <a:pt x="100787" y="65074"/>
                  </a:lnTo>
                  <a:lnTo>
                    <a:pt x="98907" y="71424"/>
                  </a:lnTo>
                  <a:lnTo>
                    <a:pt x="89750" y="71424"/>
                  </a:lnTo>
                  <a:lnTo>
                    <a:pt x="89852" y="67614"/>
                  </a:lnTo>
                  <a:lnTo>
                    <a:pt x="82880" y="66344"/>
                  </a:lnTo>
                  <a:lnTo>
                    <a:pt x="87757" y="65074"/>
                  </a:lnTo>
                  <a:lnTo>
                    <a:pt x="99771" y="61264"/>
                  </a:lnTo>
                  <a:lnTo>
                    <a:pt x="100787" y="65074"/>
                  </a:lnTo>
                  <a:lnTo>
                    <a:pt x="100787" y="45999"/>
                  </a:lnTo>
                  <a:lnTo>
                    <a:pt x="93726" y="48564"/>
                  </a:lnTo>
                  <a:lnTo>
                    <a:pt x="85864" y="53644"/>
                  </a:lnTo>
                  <a:lnTo>
                    <a:pt x="82118" y="56184"/>
                  </a:lnTo>
                  <a:lnTo>
                    <a:pt x="80949" y="53644"/>
                  </a:lnTo>
                  <a:lnTo>
                    <a:pt x="80086" y="53644"/>
                  </a:lnTo>
                  <a:lnTo>
                    <a:pt x="77660" y="54914"/>
                  </a:lnTo>
                  <a:lnTo>
                    <a:pt x="75184" y="57454"/>
                  </a:lnTo>
                  <a:lnTo>
                    <a:pt x="77101" y="59994"/>
                  </a:lnTo>
                  <a:lnTo>
                    <a:pt x="73152" y="61264"/>
                  </a:lnTo>
                  <a:lnTo>
                    <a:pt x="68872" y="61264"/>
                  </a:lnTo>
                  <a:lnTo>
                    <a:pt x="65252" y="65074"/>
                  </a:lnTo>
                  <a:lnTo>
                    <a:pt x="65252" y="68884"/>
                  </a:lnTo>
                  <a:lnTo>
                    <a:pt x="69011" y="72694"/>
                  </a:lnTo>
                  <a:lnTo>
                    <a:pt x="74536" y="75234"/>
                  </a:lnTo>
                  <a:lnTo>
                    <a:pt x="70332" y="82854"/>
                  </a:lnTo>
                  <a:lnTo>
                    <a:pt x="69583" y="89204"/>
                  </a:lnTo>
                  <a:lnTo>
                    <a:pt x="69481" y="90474"/>
                  </a:lnTo>
                  <a:lnTo>
                    <a:pt x="69367" y="91744"/>
                  </a:lnTo>
                  <a:lnTo>
                    <a:pt x="69265" y="93014"/>
                  </a:lnTo>
                  <a:lnTo>
                    <a:pt x="69151" y="94284"/>
                  </a:lnTo>
                  <a:lnTo>
                    <a:pt x="69037" y="95554"/>
                  </a:lnTo>
                  <a:lnTo>
                    <a:pt x="65455" y="100634"/>
                  </a:lnTo>
                  <a:lnTo>
                    <a:pt x="71932" y="99364"/>
                  </a:lnTo>
                  <a:lnTo>
                    <a:pt x="75272" y="93014"/>
                  </a:lnTo>
                  <a:lnTo>
                    <a:pt x="77533" y="87934"/>
                  </a:lnTo>
                  <a:lnTo>
                    <a:pt x="80759" y="84124"/>
                  </a:lnTo>
                  <a:lnTo>
                    <a:pt x="79476" y="90474"/>
                  </a:lnTo>
                  <a:lnTo>
                    <a:pt x="77114" y="95554"/>
                  </a:lnTo>
                  <a:lnTo>
                    <a:pt x="74841" y="100634"/>
                  </a:lnTo>
                  <a:lnTo>
                    <a:pt x="73825" y="108254"/>
                  </a:lnTo>
                  <a:lnTo>
                    <a:pt x="73825" y="114604"/>
                  </a:lnTo>
                  <a:lnTo>
                    <a:pt x="77812" y="122224"/>
                  </a:lnTo>
                  <a:lnTo>
                    <a:pt x="74371" y="126034"/>
                  </a:lnTo>
                  <a:lnTo>
                    <a:pt x="79641" y="120954"/>
                  </a:lnTo>
                  <a:lnTo>
                    <a:pt x="82283" y="112064"/>
                  </a:lnTo>
                  <a:lnTo>
                    <a:pt x="84251" y="103174"/>
                  </a:lnTo>
                  <a:lnTo>
                    <a:pt x="87490" y="96824"/>
                  </a:lnTo>
                  <a:lnTo>
                    <a:pt x="88582" y="99364"/>
                  </a:lnTo>
                  <a:lnTo>
                    <a:pt x="87820" y="103174"/>
                  </a:lnTo>
                  <a:lnTo>
                    <a:pt x="86588" y="106984"/>
                  </a:lnTo>
                  <a:lnTo>
                    <a:pt x="85166" y="114604"/>
                  </a:lnTo>
                  <a:lnTo>
                    <a:pt x="85077" y="117144"/>
                  </a:lnTo>
                  <a:lnTo>
                    <a:pt x="85026" y="118414"/>
                  </a:lnTo>
                  <a:lnTo>
                    <a:pt x="84937" y="120954"/>
                  </a:lnTo>
                  <a:lnTo>
                    <a:pt x="84886" y="122224"/>
                  </a:lnTo>
                  <a:lnTo>
                    <a:pt x="84785" y="123494"/>
                  </a:lnTo>
                  <a:lnTo>
                    <a:pt x="84670" y="124764"/>
                  </a:lnTo>
                  <a:lnTo>
                    <a:pt x="84569" y="126034"/>
                  </a:lnTo>
                  <a:lnTo>
                    <a:pt x="84467" y="127304"/>
                  </a:lnTo>
                  <a:lnTo>
                    <a:pt x="84353" y="128574"/>
                  </a:lnTo>
                  <a:lnTo>
                    <a:pt x="84251" y="129844"/>
                  </a:lnTo>
                  <a:lnTo>
                    <a:pt x="81749" y="134924"/>
                  </a:lnTo>
                  <a:lnTo>
                    <a:pt x="87782" y="131114"/>
                  </a:lnTo>
                  <a:lnTo>
                    <a:pt x="91973" y="124764"/>
                  </a:lnTo>
                  <a:lnTo>
                    <a:pt x="95834" y="118414"/>
                  </a:lnTo>
                  <a:lnTo>
                    <a:pt x="100863" y="112064"/>
                  </a:lnTo>
                  <a:lnTo>
                    <a:pt x="95580" y="124764"/>
                  </a:lnTo>
                  <a:lnTo>
                    <a:pt x="89928" y="141274"/>
                  </a:lnTo>
                  <a:lnTo>
                    <a:pt x="83604" y="157784"/>
                  </a:lnTo>
                  <a:lnTo>
                    <a:pt x="54737" y="203504"/>
                  </a:lnTo>
                  <a:lnTo>
                    <a:pt x="34188" y="220014"/>
                  </a:lnTo>
                  <a:lnTo>
                    <a:pt x="27292" y="220014"/>
                  </a:lnTo>
                  <a:lnTo>
                    <a:pt x="22275" y="216204"/>
                  </a:lnTo>
                  <a:lnTo>
                    <a:pt x="22275" y="207314"/>
                  </a:lnTo>
                  <a:lnTo>
                    <a:pt x="29210" y="189534"/>
                  </a:lnTo>
                  <a:lnTo>
                    <a:pt x="59677" y="156514"/>
                  </a:lnTo>
                  <a:lnTo>
                    <a:pt x="66611" y="137464"/>
                  </a:lnTo>
                  <a:lnTo>
                    <a:pt x="66611" y="126034"/>
                  </a:lnTo>
                  <a:lnTo>
                    <a:pt x="56540" y="122224"/>
                  </a:lnTo>
                  <a:lnTo>
                    <a:pt x="46024" y="122224"/>
                  </a:lnTo>
                  <a:lnTo>
                    <a:pt x="41008" y="123494"/>
                  </a:lnTo>
                  <a:lnTo>
                    <a:pt x="36728" y="127304"/>
                  </a:lnTo>
                  <a:lnTo>
                    <a:pt x="34886" y="126034"/>
                  </a:lnTo>
                  <a:lnTo>
                    <a:pt x="31457" y="126034"/>
                  </a:lnTo>
                  <a:lnTo>
                    <a:pt x="22860" y="129844"/>
                  </a:lnTo>
                  <a:lnTo>
                    <a:pt x="18186" y="140004"/>
                  </a:lnTo>
                  <a:lnTo>
                    <a:pt x="13868" y="148894"/>
                  </a:lnTo>
                  <a:lnTo>
                    <a:pt x="6350" y="152704"/>
                  </a:lnTo>
                  <a:lnTo>
                    <a:pt x="11036" y="153974"/>
                  </a:lnTo>
                  <a:lnTo>
                    <a:pt x="16459" y="151434"/>
                  </a:lnTo>
                  <a:lnTo>
                    <a:pt x="21882" y="147624"/>
                  </a:lnTo>
                  <a:lnTo>
                    <a:pt x="26606" y="142544"/>
                  </a:lnTo>
                  <a:lnTo>
                    <a:pt x="21170" y="152704"/>
                  </a:lnTo>
                  <a:lnTo>
                    <a:pt x="11671" y="159054"/>
                  </a:lnTo>
                  <a:lnTo>
                    <a:pt x="2984" y="165404"/>
                  </a:lnTo>
                  <a:lnTo>
                    <a:pt x="0" y="176834"/>
                  </a:lnTo>
                  <a:lnTo>
                    <a:pt x="8699" y="167944"/>
                  </a:lnTo>
                  <a:lnTo>
                    <a:pt x="24218" y="160324"/>
                  </a:lnTo>
                  <a:lnTo>
                    <a:pt x="39052" y="151434"/>
                  </a:lnTo>
                  <a:lnTo>
                    <a:pt x="43256" y="142544"/>
                  </a:lnTo>
                  <a:lnTo>
                    <a:pt x="45656" y="137464"/>
                  </a:lnTo>
                  <a:lnTo>
                    <a:pt x="45656" y="134924"/>
                  </a:lnTo>
                  <a:lnTo>
                    <a:pt x="44043" y="132384"/>
                  </a:lnTo>
                  <a:lnTo>
                    <a:pt x="42037" y="129844"/>
                  </a:lnTo>
                  <a:lnTo>
                    <a:pt x="45161" y="128574"/>
                  </a:lnTo>
                  <a:lnTo>
                    <a:pt x="48094" y="127304"/>
                  </a:lnTo>
                  <a:lnTo>
                    <a:pt x="55829" y="127304"/>
                  </a:lnTo>
                  <a:lnTo>
                    <a:pt x="60401" y="131114"/>
                  </a:lnTo>
                  <a:lnTo>
                    <a:pt x="60401" y="138734"/>
                  </a:lnTo>
                  <a:lnTo>
                    <a:pt x="53543" y="155244"/>
                  </a:lnTo>
                  <a:lnTo>
                    <a:pt x="23368" y="188264"/>
                  </a:lnTo>
                  <a:lnTo>
                    <a:pt x="16510" y="207314"/>
                  </a:lnTo>
                  <a:lnTo>
                    <a:pt x="16510" y="212394"/>
                  </a:lnTo>
                  <a:lnTo>
                    <a:pt x="17830" y="216204"/>
                  </a:lnTo>
                  <a:lnTo>
                    <a:pt x="20078" y="218744"/>
                  </a:lnTo>
                  <a:lnTo>
                    <a:pt x="16992" y="220014"/>
                  </a:lnTo>
                  <a:lnTo>
                    <a:pt x="13716" y="220014"/>
                  </a:lnTo>
                  <a:lnTo>
                    <a:pt x="11137" y="217474"/>
                  </a:lnTo>
                  <a:lnTo>
                    <a:pt x="11036" y="220014"/>
                  </a:lnTo>
                  <a:lnTo>
                    <a:pt x="10947" y="222554"/>
                  </a:lnTo>
                  <a:lnTo>
                    <a:pt x="10896" y="223824"/>
                  </a:lnTo>
                  <a:lnTo>
                    <a:pt x="21221" y="228904"/>
                  </a:lnTo>
                  <a:lnTo>
                    <a:pt x="27800" y="225094"/>
                  </a:lnTo>
                  <a:lnTo>
                    <a:pt x="29210" y="225094"/>
                  </a:lnTo>
                  <a:lnTo>
                    <a:pt x="30848" y="226364"/>
                  </a:lnTo>
                  <a:lnTo>
                    <a:pt x="32397" y="226364"/>
                  </a:lnTo>
                  <a:lnTo>
                    <a:pt x="30403" y="231444"/>
                  </a:lnTo>
                  <a:lnTo>
                    <a:pt x="23749" y="232714"/>
                  </a:lnTo>
                  <a:lnTo>
                    <a:pt x="20078" y="232714"/>
                  </a:lnTo>
                  <a:lnTo>
                    <a:pt x="29337" y="235254"/>
                  </a:lnTo>
                  <a:lnTo>
                    <a:pt x="38938" y="232714"/>
                  </a:lnTo>
                  <a:lnTo>
                    <a:pt x="46266" y="227634"/>
                  </a:lnTo>
                  <a:lnTo>
                    <a:pt x="47091" y="225094"/>
                  </a:lnTo>
                  <a:lnTo>
                    <a:pt x="48755" y="220014"/>
                  </a:lnTo>
                  <a:lnTo>
                    <a:pt x="54610" y="214934"/>
                  </a:lnTo>
                  <a:lnTo>
                    <a:pt x="59690" y="207314"/>
                  </a:lnTo>
                  <a:lnTo>
                    <a:pt x="69011" y="194614"/>
                  </a:lnTo>
                  <a:lnTo>
                    <a:pt x="68592" y="195884"/>
                  </a:lnTo>
                  <a:lnTo>
                    <a:pt x="67957" y="199694"/>
                  </a:lnTo>
                  <a:lnTo>
                    <a:pt x="63398" y="208584"/>
                  </a:lnTo>
                  <a:lnTo>
                    <a:pt x="59321" y="216204"/>
                  </a:lnTo>
                  <a:lnTo>
                    <a:pt x="56083" y="225094"/>
                  </a:lnTo>
                  <a:lnTo>
                    <a:pt x="54038" y="236524"/>
                  </a:lnTo>
                  <a:lnTo>
                    <a:pt x="52171" y="245414"/>
                  </a:lnTo>
                  <a:lnTo>
                    <a:pt x="48602" y="251764"/>
                  </a:lnTo>
                  <a:lnTo>
                    <a:pt x="43611" y="258114"/>
                  </a:lnTo>
                  <a:lnTo>
                    <a:pt x="37465" y="259384"/>
                  </a:lnTo>
                  <a:lnTo>
                    <a:pt x="35496" y="259384"/>
                  </a:lnTo>
                  <a:lnTo>
                    <a:pt x="32232" y="256844"/>
                  </a:lnTo>
                  <a:lnTo>
                    <a:pt x="30746" y="258114"/>
                  </a:lnTo>
                  <a:lnTo>
                    <a:pt x="27901" y="260654"/>
                  </a:lnTo>
                  <a:lnTo>
                    <a:pt x="30543" y="263194"/>
                  </a:lnTo>
                  <a:lnTo>
                    <a:pt x="30543" y="268274"/>
                  </a:lnTo>
                  <a:lnTo>
                    <a:pt x="23749" y="272084"/>
                  </a:lnTo>
                  <a:lnTo>
                    <a:pt x="23749" y="288594"/>
                  </a:lnTo>
                  <a:lnTo>
                    <a:pt x="26606" y="293674"/>
                  </a:lnTo>
                  <a:lnTo>
                    <a:pt x="25463" y="297484"/>
                  </a:lnTo>
                  <a:lnTo>
                    <a:pt x="28359" y="296214"/>
                  </a:lnTo>
                  <a:lnTo>
                    <a:pt x="32156" y="291134"/>
                  </a:lnTo>
                  <a:lnTo>
                    <a:pt x="33616" y="284784"/>
                  </a:lnTo>
                  <a:lnTo>
                    <a:pt x="33667" y="286054"/>
                  </a:lnTo>
                  <a:lnTo>
                    <a:pt x="33782" y="288594"/>
                  </a:lnTo>
                  <a:lnTo>
                    <a:pt x="33896" y="291134"/>
                  </a:lnTo>
                  <a:lnTo>
                    <a:pt x="34010" y="293674"/>
                  </a:lnTo>
                  <a:lnTo>
                    <a:pt x="32435" y="298754"/>
                  </a:lnTo>
                  <a:lnTo>
                    <a:pt x="31559" y="303834"/>
                  </a:lnTo>
                  <a:lnTo>
                    <a:pt x="34061" y="311454"/>
                  </a:lnTo>
                  <a:lnTo>
                    <a:pt x="34886" y="307644"/>
                  </a:lnTo>
                  <a:lnTo>
                    <a:pt x="39166" y="305104"/>
                  </a:lnTo>
                  <a:lnTo>
                    <a:pt x="41821" y="307644"/>
                  </a:lnTo>
                  <a:lnTo>
                    <a:pt x="44538" y="308914"/>
                  </a:lnTo>
                  <a:lnTo>
                    <a:pt x="43256" y="310184"/>
                  </a:lnTo>
                  <a:lnTo>
                    <a:pt x="41325" y="312724"/>
                  </a:lnTo>
                  <a:lnTo>
                    <a:pt x="39331" y="313994"/>
                  </a:lnTo>
                  <a:lnTo>
                    <a:pt x="37553" y="324154"/>
                  </a:lnTo>
                  <a:lnTo>
                    <a:pt x="46456" y="322884"/>
                  </a:lnTo>
                  <a:lnTo>
                    <a:pt x="44729" y="321614"/>
                  </a:lnTo>
                  <a:lnTo>
                    <a:pt x="44615" y="319074"/>
                  </a:lnTo>
                  <a:lnTo>
                    <a:pt x="49085" y="319074"/>
                  </a:lnTo>
                  <a:lnTo>
                    <a:pt x="55181" y="317804"/>
                  </a:lnTo>
                  <a:lnTo>
                    <a:pt x="57010" y="320344"/>
                  </a:lnTo>
                  <a:lnTo>
                    <a:pt x="67665" y="320344"/>
                  </a:lnTo>
                  <a:lnTo>
                    <a:pt x="68122" y="317804"/>
                  </a:lnTo>
                  <a:lnTo>
                    <a:pt x="68592" y="315264"/>
                  </a:lnTo>
                  <a:lnTo>
                    <a:pt x="75107" y="315264"/>
                  </a:lnTo>
                  <a:lnTo>
                    <a:pt x="75107" y="317804"/>
                  </a:lnTo>
                  <a:lnTo>
                    <a:pt x="73964" y="319074"/>
                  </a:lnTo>
                  <a:lnTo>
                    <a:pt x="79070" y="317804"/>
                  </a:lnTo>
                  <a:lnTo>
                    <a:pt x="80035" y="315264"/>
                  </a:lnTo>
                  <a:lnTo>
                    <a:pt x="80035" y="310184"/>
                  </a:lnTo>
                  <a:lnTo>
                    <a:pt x="77660" y="307644"/>
                  </a:lnTo>
                  <a:lnTo>
                    <a:pt x="79451" y="306374"/>
                  </a:lnTo>
                  <a:lnTo>
                    <a:pt x="81305" y="305104"/>
                  </a:lnTo>
                  <a:lnTo>
                    <a:pt x="87312" y="306374"/>
                  </a:lnTo>
                  <a:lnTo>
                    <a:pt x="84874" y="311454"/>
                  </a:lnTo>
                  <a:lnTo>
                    <a:pt x="87934" y="311454"/>
                  </a:lnTo>
                  <a:lnTo>
                    <a:pt x="89611" y="308914"/>
                  </a:lnTo>
                  <a:lnTo>
                    <a:pt x="89611" y="305104"/>
                  </a:lnTo>
                  <a:lnTo>
                    <a:pt x="89611" y="302564"/>
                  </a:lnTo>
                  <a:lnTo>
                    <a:pt x="89611" y="301294"/>
                  </a:lnTo>
                  <a:lnTo>
                    <a:pt x="87490" y="300024"/>
                  </a:lnTo>
                  <a:lnTo>
                    <a:pt x="85369" y="298754"/>
                  </a:lnTo>
                  <a:lnTo>
                    <a:pt x="81305" y="300024"/>
                  </a:lnTo>
                  <a:lnTo>
                    <a:pt x="80645" y="297484"/>
                  </a:lnTo>
                  <a:lnTo>
                    <a:pt x="77177" y="296214"/>
                  </a:lnTo>
                  <a:lnTo>
                    <a:pt x="66738" y="296214"/>
                  </a:lnTo>
                  <a:lnTo>
                    <a:pt x="67792" y="302564"/>
                  </a:lnTo>
                  <a:lnTo>
                    <a:pt x="62826" y="302564"/>
                  </a:lnTo>
                  <a:lnTo>
                    <a:pt x="47180" y="274624"/>
                  </a:lnTo>
                  <a:lnTo>
                    <a:pt x="47180" y="265734"/>
                  </a:lnTo>
                  <a:lnTo>
                    <a:pt x="57175" y="263194"/>
                  </a:lnTo>
                  <a:lnTo>
                    <a:pt x="64363" y="260654"/>
                  </a:lnTo>
                  <a:lnTo>
                    <a:pt x="66408" y="259384"/>
                  </a:lnTo>
                  <a:lnTo>
                    <a:pt x="70510" y="256844"/>
                  </a:lnTo>
                  <a:lnTo>
                    <a:pt x="77673" y="253034"/>
                  </a:lnTo>
                  <a:lnTo>
                    <a:pt x="84912" y="246684"/>
                  </a:lnTo>
                  <a:lnTo>
                    <a:pt x="91262" y="237794"/>
                  </a:lnTo>
                  <a:lnTo>
                    <a:pt x="94653" y="230174"/>
                  </a:lnTo>
                  <a:lnTo>
                    <a:pt x="96367" y="222554"/>
                  </a:lnTo>
                  <a:lnTo>
                    <a:pt x="96443" y="221284"/>
                  </a:lnTo>
                  <a:lnTo>
                    <a:pt x="96532" y="220014"/>
                  </a:lnTo>
                  <a:lnTo>
                    <a:pt x="96596" y="206044"/>
                  </a:lnTo>
                  <a:lnTo>
                    <a:pt x="106603" y="211124"/>
                  </a:lnTo>
                  <a:lnTo>
                    <a:pt x="107657" y="218744"/>
                  </a:lnTo>
                  <a:lnTo>
                    <a:pt x="107657" y="232714"/>
                  </a:lnTo>
                  <a:lnTo>
                    <a:pt x="103619" y="235254"/>
                  </a:lnTo>
                  <a:lnTo>
                    <a:pt x="100457" y="236524"/>
                  </a:lnTo>
                  <a:lnTo>
                    <a:pt x="97840" y="237794"/>
                  </a:lnTo>
                  <a:lnTo>
                    <a:pt x="96926" y="237794"/>
                  </a:lnTo>
                  <a:lnTo>
                    <a:pt x="96685" y="239064"/>
                  </a:lnTo>
                  <a:lnTo>
                    <a:pt x="96278" y="241604"/>
                  </a:lnTo>
                  <a:lnTo>
                    <a:pt x="97612" y="242874"/>
                  </a:lnTo>
                  <a:lnTo>
                    <a:pt x="98793" y="242874"/>
                  </a:lnTo>
                  <a:lnTo>
                    <a:pt x="102425" y="245414"/>
                  </a:lnTo>
                  <a:lnTo>
                    <a:pt x="101536" y="247954"/>
                  </a:lnTo>
                  <a:lnTo>
                    <a:pt x="102679" y="251764"/>
                  </a:lnTo>
                  <a:lnTo>
                    <a:pt x="103619" y="255574"/>
                  </a:lnTo>
                  <a:lnTo>
                    <a:pt x="107010" y="260654"/>
                  </a:lnTo>
                  <a:lnTo>
                    <a:pt x="112610" y="265734"/>
                  </a:lnTo>
                  <a:lnTo>
                    <a:pt x="113144" y="263194"/>
                  </a:lnTo>
                  <a:lnTo>
                    <a:pt x="113017" y="259384"/>
                  </a:lnTo>
                  <a:lnTo>
                    <a:pt x="112915" y="258114"/>
                  </a:lnTo>
                  <a:lnTo>
                    <a:pt x="112814" y="256844"/>
                  </a:lnTo>
                  <a:lnTo>
                    <a:pt x="112712" y="255574"/>
                  </a:lnTo>
                  <a:lnTo>
                    <a:pt x="112610" y="254304"/>
                  </a:lnTo>
                  <a:lnTo>
                    <a:pt x="116344" y="259384"/>
                  </a:lnTo>
                  <a:lnTo>
                    <a:pt x="118135" y="265734"/>
                  </a:lnTo>
                  <a:lnTo>
                    <a:pt x="121272" y="270814"/>
                  </a:lnTo>
                  <a:lnTo>
                    <a:pt x="129095" y="273354"/>
                  </a:lnTo>
                  <a:lnTo>
                    <a:pt x="126403" y="272084"/>
                  </a:lnTo>
                  <a:lnTo>
                    <a:pt x="127088" y="268274"/>
                  </a:lnTo>
                  <a:lnTo>
                    <a:pt x="128651" y="268274"/>
                  </a:lnTo>
                  <a:lnTo>
                    <a:pt x="130251" y="267004"/>
                  </a:lnTo>
                  <a:lnTo>
                    <a:pt x="132194" y="268274"/>
                  </a:lnTo>
                  <a:lnTo>
                    <a:pt x="135178" y="272084"/>
                  </a:lnTo>
                  <a:lnTo>
                    <a:pt x="138023" y="275894"/>
                  </a:lnTo>
                  <a:lnTo>
                    <a:pt x="151409" y="275894"/>
                  </a:lnTo>
                  <a:lnTo>
                    <a:pt x="148082" y="273354"/>
                  </a:lnTo>
                  <a:lnTo>
                    <a:pt x="155600" y="273354"/>
                  </a:lnTo>
                  <a:lnTo>
                    <a:pt x="155498" y="275894"/>
                  </a:lnTo>
                  <a:lnTo>
                    <a:pt x="155397" y="278434"/>
                  </a:lnTo>
                  <a:lnTo>
                    <a:pt x="153352" y="280974"/>
                  </a:lnTo>
                  <a:lnTo>
                    <a:pt x="159702" y="279704"/>
                  </a:lnTo>
                  <a:lnTo>
                    <a:pt x="161594" y="274624"/>
                  </a:lnTo>
                  <a:lnTo>
                    <a:pt x="161061" y="273354"/>
                  </a:lnTo>
                  <a:lnTo>
                    <a:pt x="159461" y="269544"/>
                  </a:lnTo>
                  <a:lnTo>
                    <a:pt x="164973" y="267004"/>
                  </a:lnTo>
                  <a:lnTo>
                    <a:pt x="167970" y="270814"/>
                  </a:lnTo>
                  <a:lnTo>
                    <a:pt x="168694" y="273354"/>
                  </a:lnTo>
                  <a:lnTo>
                    <a:pt x="174205" y="268274"/>
                  </a:lnTo>
                  <a:lnTo>
                    <a:pt x="173101" y="267004"/>
                  </a:lnTo>
                  <a:lnTo>
                    <a:pt x="168694" y="261924"/>
                  </a:lnTo>
                  <a:lnTo>
                    <a:pt x="164477" y="261924"/>
                  </a:lnTo>
                  <a:lnTo>
                    <a:pt x="164477" y="260654"/>
                  </a:lnTo>
                  <a:lnTo>
                    <a:pt x="164477" y="259384"/>
                  </a:lnTo>
                  <a:lnTo>
                    <a:pt x="162674" y="258114"/>
                  </a:lnTo>
                  <a:lnTo>
                    <a:pt x="158038" y="256844"/>
                  </a:lnTo>
                  <a:lnTo>
                    <a:pt x="150787" y="256844"/>
                  </a:lnTo>
                  <a:lnTo>
                    <a:pt x="149288" y="260654"/>
                  </a:lnTo>
                  <a:lnTo>
                    <a:pt x="146304" y="260654"/>
                  </a:lnTo>
                  <a:lnTo>
                    <a:pt x="118516" y="237794"/>
                  </a:lnTo>
                  <a:lnTo>
                    <a:pt x="121272" y="232714"/>
                  </a:lnTo>
                  <a:lnTo>
                    <a:pt x="127317" y="227634"/>
                  </a:lnTo>
                  <a:lnTo>
                    <a:pt x="133362" y="221284"/>
                  </a:lnTo>
                  <a:lnTo>
                    <a:pt x="136105" y="214934"/>
                  </a:lnTo>
                  <a:lnTo>
                    <a:pt x="133959" y="206044"/>
                  </a:lnTo>
                  <a:lnTo>
                    <a:pt x="133654" y="204774"/>
                  </a:lnTo>
                  <a:lnTo>
                    <a:pt x="127330" y="198424"/>
                  </a:lnTo>
                  <a:lnTo>
                    <a:pt x="122161" y="194614"/>
                  </a:lnTo>
                  <a:lnTo>
                    <a:pt x="118706" y="192074"/>
                  </a:lnTo>
                  <a:lnTo>
                    <a:pt x="109321" y="185724"/>
                  </a:lnTo>
                  <a:lnTo>
                    <a:pt x="113931" y="183184"/>
                  </a:lnTo>
                  <a:lnTo>
                    <a:pt x="120421" y="181914"/>
                  </a:lnTo>
                  <a:lnTo>
                    <a:pt x="127457" y="181914"/>
                  </a:lnTo>
                  <a:lnTo>
                    <a:pt x="133756" y="183184"/>
                  </a:lnTo>
                  <a:lnTo>
                    <a:pt x="133985" y="181914"/>
                  </a:lnTo>
                  <a:lnTo>
                    <a:pt x="134442" y="179374"/>
                  </a:lnTo>
                  <a:lnTo>
                    <a:pt x="137185" y="180644"/>
                  </a:lnTo>
                  <a:lnTo>
                    <a:pt x="137350" y="179374"/>
                  </a:lnTo>
                  <a:lnTo>
                    <a:pt x="138137" y="173024"/>
                  </a:lnTo>
                  <a:lnTo>
                    <a:pt x="140690" y="179374"/>
                  </a:lnTo>
                  <a:lnTo>
                    <a:pt x="138023" y="184454"/>
                  </a:lnTo>
                  <a:lnTo>
                    <a:pt x="140690" y="186994"/>
                  </a:lnTo>
                  <a:lnTo>
                    <a:pt x="142824" y="184454"/>
                  </a:lnTo>
                  <a:lnTo>
                    <a:pt x="148082" y="184454"/>
                  </a:lnTo>
                  <a:lnTo>
                    <a:pt x="148018" y="183184"/>
                  </a:lnTo>
                  <a:lnTo>
                    <a:pt x="147942" y="181914"/>
                  </a:lnTo>
                  <a:lnTo>
                    <a:pt x="147878" y="180644"/>
                  </a:lnTo>
                  <a:lnTo>
                    <a:pt x="147815" y="179374"/>
                  </a:lnTo>
                  <a:lnTo>
                    <a:pt x="147688" y="176834"/>
                  </a:lnTo>
                  <a:lnTo>
                    <a:pt x="149288" y="181914"/>
                  </a:lnTo>
                  <a:lnTo>
                    <a:pt x="145732" y="189534"/>
                  </a:lnTo>
                  <a:lnTo>
                    <a:pt x="149288" y="192074"/>
                  </a:lnTo>
                  <a:lnTo>
                    <a:pt x="149948" y="188264"/>
                  </a:lnTo>
                  <a:lnTo>
                    <a:pt x="155397" y="188264"/>
                  </a:lnTo>
                  <a:lnTo>
                    <a:pt x="156654" y="189534"/>
                  </a:lnTo>
                  <a:lnTo>
                    <a:pt x="156654" y="197154"/>
                  </a:lnTo>
                  <a:lnTo>
                    <a:pt x="149428" y="194614"/>
                  </a:lnTo>
                  <a:lnTo>
                    <a:pt x="149428" y="203504"/>
                  </a:lnTo>
                  <a:lnTo>
                    <a:pt x="152920" y="204774"/>
                  </a:lnTo>
                  <a:lnTo>
                    <a:pt x="152920" y="208584"/>
                  </a:lnTo>
                  <a:lnTo>
                    <a:pt x="150025" y="211124"/>
                  </a:lnTo>
                  <a:lnTo>
                    <a:pt x="146532" y="208584"/>
                  </a:lnTo>
                  <a:lnTo>
                    <a:pt x="147586" y="211124"/>
                  </a:lnTo>
                  <a:lnTo>
                    <a:pt x="149948" y="213664"/>
                  </a:lnTo>
                  <a:lnTo>
                    <a:pt x="156222" y="213664"/>
                  </a:lnTo>
                  <a:lnTo>
                    <a:pt x="159702" y="211124"/>
                  </a:lnTo>
                  <a:lnTo>
                    <a:pt x="161112" y="207314"/>
                  </a:lnTo>
                  <a:lnTo>
                    <a:pt x="162674" y="212394"/>
                  </a:lnTo>
                  <a:lnTo>
                    <a:pt x="161404" y="216204"/>
                  </a:lnTo>
                  <a:lnTo>
                    <a:pt x="158419" y="217474"/>
                  </a:lnTo>
                  <a:lnTo>
                    <a:pt x="161645" y="218744"/>
                  </a:lnTo>
                  <a:lnTo>
                    <a:pt x="169303" y="217474"/>
                  </a:lnTo>
                  <a:lnTo>
                    <a:pt x="169202" y="216204"/>
                  </a:lnTo>
                  <a:lnTo>
                    <a:pt x="169100" y="214934"/>
                  </a:lnTo>
                  <a:lnTo>
                    <a:pt x="168998" y="213664"/>
                  </a:lnTo>
                  <a:lnTo>
                    <a:pt x="168897" y="212394"/>
                  </a:lnTo>
                  <a:lnTo>
                    <a:pt x="168795" y="211124"/>
                  </a:lnTo>
                  <a:lnTo>
                    <a:pt x="168490" y="207314"/>
                  </a:lnTo>
                  <a:lnTo>
                    <a:pt x="172745" y="208584"/>
                  </a:lnTo>
                  <a:lnTo>
                    <a:pt x="175107" y="211124"/>
                  </a:lnTo>
                  <a:lnTo>
                    <a:pt x="172478" y="216204"/>
                  </a:lnTo>
                  <a:lnTo>
                    <a:pt x="176034" y="214934"/>
                  </a:lnTo>
                  <a:lnTo>
                    <a:pt x="179311" y="213664"/>
                  </a:lnTo>
                  <a:lnTo>
                    <a:pt x="179311" y="207314"/>
                  </a:lnTo>
                  <a:close/>
                </a:path>
                <a:path w="492759" h="325119">
                  <a:moveTo>
                    <a:pt x="351866" y="173456"/>
                  </a:moveTo>
                  <a:lnTo>
                    <a:pt x="351332" y="171704"/>
                  </a:lnTo>
                  <a:lnTo>
                    <a:pt x="350418" y="169164"/>
                  </a:lnTo>
                  <a:lnTo>
                    <a:pt x="348843" y="167652"/>
                  </a:lnTo>
                  <a:lnTo>
                    <a:pt x="348843" y="174574"/>
                  </a:lnTo>
                  <a:lnTo>
                    <a:pt x="348145" y="175653"/>
                  </a:lnTo>
                  <a:lnTo>
                    <a:pt x="347700" y="176771"/>
                  </a:lnTo>
                  <a:lnTo>
                    <a:pt x="346570" y="177380"/>
                  </a:lnTo>
                  <a:lnTo>
                    <a:pt x="344220" y="178257"/>
                  </a:lnTo>
                  <a:lnTo>
                    <a:pt x="342074" y="178079"/>
                  </a:lnTo>
                  <a:lnTo>
                    <a:pt x="340004" y="177050"/>
                  </a:lnTo>
                  <a:lnTo>
                    <a:pt x="337032" y="175653"/>
                  </a:lnTo>
                  <a:lnTo>
                    <a:pt x="336943" y="175488"/>
                  </a:lnTo>
                  <a:lnTo>
                    <a:pt x="335330" y="172554"/>
                  </a:lnTo>
                  <a:lnTo>
                    <a:pt x="336499" y="170218"/>
                  </a:lnTo>
                  <a:lnTo>
                    <a:pt x="337032" y="169011"/>
                  </a:lnTo>
                  <a:lnTo>
                    <a:pt x="338061" y="168389"/>
                  </a:lnTo>
                  <a:lnTo>
                    <a:pt x="338759" y="168249"/>
                  </a:lnTo>
                  <a:lnTo>
                    <a:pt x="340410" y="167627"/>
                  </a:lnTo>
                  <a:lnTo>
                    <a:pt x="342531" y="167830"/>
                  </a:lnTo>
                  <a:lnTo>
                    <a:pt x="346265" y="169519"/>
                  </a:lnTo>
                  <a:lnTo>
                    <a:pt x="347700" y="171145"/>
                  </a:lnTo>
                  <a:lnTo>
                    <a:pt x="348259" y="172707"/>
                  </a:lnTo>
                  <a:lnTo>
                    <a:pt x="348576" y="173456"/>
                  </a:lnTo>
                  <a:lnTo>
                    <a:pt x="348843" y="174574"/>
                  </a:lnTo>
                  <a:lnTo>
                    <a:pt x="348843" y="167652"/>
                  </a:lnTo>
                  <a:lnTo>
                    <a:pt x="348399" y="167233"/>
                  </a:lnTo>
                  <a:lnTo>
                    <a:pt x="345757" y="165989"/>
                  </a:lnTo>
                  <a:lnTo>
                    <a:pt x="343179" y="164680"/>
                  </a:lnTo>
                  <a:lnTo>
                    <a:pt x="331622" y="172707"/>
                  </a:lnTo>
                  <a:lnTo>
                    <a:pt x="334048" y="177711"/>
                  </a:lnTo>
                  <a:lnTo>
                    <a:pt x="338696" y="179946"/>
                  </a:lnTo>
                  <a:lnTo>
                    <a:pt x="341477" y="181203"/>
                  </a:lnTo>
                  <a:lnTo>
                    <a:pt x="344398" y="181483"/>
                  </a:lnTo>
                  <a:lnTo>
                    <a:pt x="346989" y="180555"/>
                  </a:lnTo>
                  <a:lnTo>
                    <a:pt x="348843" y="179946"/>
                  </a:lnTo>
                  <a:lnTo>
                    <a:pt x="350418" y="178689"/>
                  </a:lnTo>
                  <a:lnTo>
                    <a:pt x="350583" y="178257"/>
                  </a:lnTo>
                  <a:lnTo>
                    <a:pt x="350659" y="178079"/>
                  </a:lnTo>
                  <a:lnTo>
                    <a:pt x="351066" y="177050"/>
                  </a:lnTo>
                  <a:lnTo>
                    <a:pt x="351815" y="175653"/>
                  </a:lnTo>
                  <a:lnTo>
                    <a:pt x="351866" y="173456"/>
                  </a:lnTo>
                  <a:close/>
                </a:path>
                <a:path w="492759" h="325119">
                  <a:moveTo>
                    <a:pt x="357720" y="116687"/>
                  </a:moveTo>
                  <a:lnTo>
                    <a:pt x="357682" y="116166"/>
                  </a:lnTo>
                  <a:lnTo>
                    <a:pt x="357593" y="115912"/>
                  </a:lnTo>
                  <a:lnTo>
                    <a:pt x="357212" y="114719"/>
                  </a:lnTo>
                  <a:lnTo>
                    <a:pt x="356565" y="113868"/>
                  </a:lnTo>
                  <a:lnTo>
                    <a:pt x="355180" y="112064"/>
                  </a:lnTo>
                  <a:lnTo>
                    <a:pt x="354393" y="111607"/>
                  </a:lnTo>
                  <a:lnTo>
                    <a:pt x="354393" y="116166"/>
                  </a:lnTo>
                  <a:lnTo>
                    <a:pt x="354317" y="118237"/>
                  </a:lnTo>
                  <a:lnTo>
                    <a:pt x="354253" y="118579"/>
                  </a:lnTo>
                  <a:lnTo>
                    <a:pt x="354126" y="119329"/>
                  </a:lnTo>
                  <a:lnTo>
                    <a:pt x="353199" y="120853"/>
                  </a:lnTo>
                  <a:lnTo>
                    <a:pt x="349351" y="123799"/>
                  </a:lnTo>
                  <a:lnTo>
                    <a:pt x="346049" y="123799"/>
                  </a:lnTo>
                  <a:lnTo>
                    <a:pt x="344779" y="122135"/>
                  </a:lnTo>
                  <a:lnTo>
                    <a:pt x="344258" y="121551"/>
                  </a:lnTo>
                  <a:lnTo>
                    <a:pt x="344106" y="120853"/>
                  </a:lnTo>
                  <a:lnTo>
                    <a:pt x="344106" y="118579"/>
                  </a:lnTo>
                  <a:lnTo>
                    <a:pt x="345046" y="116687"/>
                  </a:lnTo>
                  <a:lnTo>
                    <a:pt x="346684" y="115493"/>
                  </a:lnTo>
                  <a:lnTo>
                    <a:pt x="348157" y="114376"/>
                  </a:lnTo>
                  <a:lnTo>
                    <a:pt x="349910" y="113868"/>
                  </a:lnTo>
                  <a:lnTo>
                    <a:pt x="351091" y="113868"/>
                  </a:lnTo>
                  <a:lnTo>
                    <a:pt x="352069" y="114147"/>
                  </a:lnTo>
                  <a:lnTo>
                    <a:pt x="352793" y="114376"/>
                  </a:lnTo>
                  <a:lnTo>
                    <a:pt x="352971" y="114376"/>
                  </a:lnTo>
                  <a:lnTo>
                    <a:pt x="354393" y="116166"/>
                  </a:lnTo>
                  <a:lnTo>
                    <a:pt x="354393" y="111607"/>
                  </a:lnTo>
                  <a:lnTo>
                    <a:pt x="353745" y="111213"/>
                  </a:lnTo>
                  <a:lnTo>
                    <a:pt x="351853" y="110947"/>
                  </a:lnTo>
                  <a:lnTo>
                    <a:pt x="349351" y="110642"/>
                  </a:lnTo>
                  <a:lnTo>
                    <a:pt x="346887" y="111417"/>
                  </a:lnTo>
                  <a:lnTo>
                    <a:pt x="344779" y="113106"/>
                  </a:lnTo>
                  <a:lnTo>
                    <a:pt x="340868" y="115912"/>
                  </a:lnTo>
                  <a:lnTo>
                    <a:pt x="340753" y="116433"/>
                  </a:lnTo>
                  <a:lnTo>
                    <a:pt x="340690" y="116687"/>
                  </a:lnTo>
                  <a:lnTo>
                    <a:pt x="339750" y="120853"/>
                  </a:lnTo>
                  <a:lnTo>
                    <a:pt x="340207" y="121551"/>
                  </a:lnTo>
                  <a:lnTo>
                    <a:pt x="342188" y="124028"/>
                  </a:lnTo>
                  <a:lnTo>
                    <a:pt x="344779" y="127152"/>
                  </a:lnTo>
                  <a:lnTo>
                    <a:pt x="349770" y="127355"/>
                  </a:lnTo>
                  <a:lnTo>
                    <a:pt x="353745" y="124383"/>
                  </a:lnTo>
                  <a:lnTo>
                    <a:pt x="354495" y="123799"/>
                  </a:lnTo>
                  <a:lnTo>
                    <a:pt x="355828" y="122758"/>
                  </a:lnTo>
                  <a:lnTo>
                    <a:pt x="357212" y="120586"/>
                  </a:lnTo>
                  <a:lnTo>
                    <a:pt x="357263" y="120091"/>
                  </a:lnTo>
                  <a:lnTo>
                    <a:pt x="357365" y="119329"/>
                  </a:lnTo>
                  <a:lnTo>
                    <a:pt x="357454" y="118579"/>
                  </a:lnTo>
                  <a:lnTo>
                    <a:pt x="357555" y="117805"/>
                  </a:lnTo>
                  <a:lnTo>
                    <a:pt x="357720" y="116687"/>
                  </a:lnTo>
                  <a:close/>
                </a:path>
                <a:path w="492759" h="325119">
                  <a:moveTo>
                    <a:pt x="411416" y="274193"/>
                  </a:moveTo>
                  <a:lnTo>
                    <a:pt x="411353" y="268147"/>
                  </a:lnTo>
                  <a:lnTo>
                    <a:pt x="411264" y="267804"/>
                  </a:lnTo>
                  <a:lnTo>
                    <a:pt x="410921" y="266509"/>
                  </a:lnTo>
                  <a:lnTo>
                    <a:pt x="409473" y="264642"/>
                  </a:lnTo>
                  <a:lnTo>
                    <a:pt x="408432" y="263271"/>
                  </a:lnTo>
                  <a:lnTo>
                    <a:pt x="408432" y="267804"/>
                  </a:lnTo>
                  <a:lnTo>
                    <a:pt x="408393" y="273164"/>
                  </a:lnTo>
                  <a:lnTo>
                    <a:pt x="408012" y="274193"/>
                  </a:lnTo>
                  <a:lnTo>
                    <a:pt x="407657" y="275056"/>
                  </a:lnTo>
                  <a:lnTo>
                    <a:pt x="405765" y="276860"/>
                  </a:lnTo>
                  <a:lnTo>
                    <a:pt x="404761" y="277533"/>
                  </a:lnTo>
                  <a:lnTo>
                    <a:pt x="402107" y="277533"/>
                  </a:lnTo>
                  <a:lnTo>
                    <a:pt x="401269" y="276860"/>
                  </a:lnTo>
                  <a:lnTo>
                    <a:pt x="400685" y="276263"/>
                  </a:lnTo>
                  <a:lnTo>
                    <a:pt x="399554" y="275056"/>
                  </a:lnTo>
                  <a:lnTo>
                    <a:pt x="398767" y="273164"/>
                  </a:lnTo>
                  <a:lnTo>
                    <a:pt x="398830" y="268909"/>
                  </a:lnTo>
                  <a:lnTo>
                    <a:pt x="408432" y="267804"/>
                  </a:lnTo>
                  <a:lnTo>
                    <a:pt x="408432" y="263271"/>
                  </a:lnTo>
                  <a:lnTo>
                    <a:pt x="408051" y="262763"/>
                  </a:lnTo>
                  <a:lnTo>
                    <a:pt x="405574" y="261569"/>
                  </a:lnTo>
                  <a:lnTo>
                    <a:pt x="401942" y="261569"/>
                  </a:lnTo>
                  <a:lnTo>
                    <a:pt x="400138" y="262356"/>
                  </a:lnTo>
                  <a:lnTo>
                    <a:pt x="398703" y="263702"/>
                  </a:lnTo>
                  <a:lnTo>
                    <a:pt x="396824" y="265417"/>
                  </a:lnTo>
                  <a:lnTo>
                    <a:pt x="395719" y="268147"/>
                  </a:lnTo>
                  <a:lnTo>
                    <a:pt x="395681" y="274193"/>
                  </a:lnTo>
                  <a:lnTo>
                    <a:pt x="396621" y="276593"/>
                  </a:lnTo>
                  <a:lnTo>
                    <a:pt x="398424" y="278396"/>
                  </a:lnTo>
                  <a:lnTo>
                    <a:pt x="399783" y="279844"/>
                  </a:lnTo>
                  <a:lnTo>
                    <a:pt x="401637" y="280606"/>
                  </a:lnTo>
                  <a:lnTo>
                    <a:pt x="405472" y="280606"/>
                  </a:lnTo>
                  <a:lnTo>
                    <a:pt x="407136" y="279984"/>
                  </a:lnTo>
                  <a:lnTo>
                    <a:pt x="409778" y="277533"/>
                  </a:lnTo>
                  <a:lnTo>
                    <a:pt x="410514" y="276860"/>
                  </a:lnTo>
                  <a:lnTo>
                    <a:pt x="410603" y="276593"/>
                  </a:lnTo>
                  <a:lnTo>
                    <a:pt x="410718" y="276263"/>
                  </a:lnTo>
                  <a:lnTo>
                    <a:pt x="411416" y="274193"/>
                  </a:lnTo>
                  <a:close/>
                </a:path>
                <a:path w="492759" h="325119">
                  <a:moveTo>
                    <a:pt x="430123" y="287591"/>
                  </a:moveTo>
                  <a:lnTo>
                    <a:pt x="428066" y="285229"/>
                  </a:lnTo>
                  <a:lnTo>
                    <a:pt x="426478" y="283413"/>
                  </a:lnTo>
                  <a:lnTo>
                    <a:pt x="426262" y="283375"/>
                  </a:lnTo>
                  <a:lnTo>
                    <a:pt x="426262" y="288366"/>
                  </a:lnTo>
                  <a:lnTo>
                    <a:pt x="426161" y="291312"/>
                  </a:lnTo>
                  <a:lnTo>
                    <a:pt x="426046" y="291884"/>
                  </a:lnTo>
                  <a:lnTo>
                    <a:pt x="425627" y="293827"/>
                  </a:lnTo>
                  <a:lnTo>
                    <a:pt x="422427" y="295465"/>
                  </a:lnTo>
                  <a:lnTo>
                    <a:pt x="418896" y="294805"/>
                  </a:lnTo>
                  <a:lnTo>
                    <a:pt x="415340" y="294170"/>
                  </a:lnTo>
                  <a:lnTo>
                    <a:pt x="412915" y="291528"/>
                  </a:lnTo>
                  <a:lnTo>
                    <a:pt x="412953" y="291312"/>
                  </a:lnTo>
                  <a:lnTo>
                    <a:pt x="413054" y="290677"/>
                  </a:lnTo>
                  <a:lnTo>
                    <a:pt x="413321" y="289064"/>
                  </a:lnTo>
                  <a:lnTo>
                    <a:pt x="413626" y="287769"/>
                  </a:lnTo>
                  <a:lnTo>
                    <a:pt x="414350" y="286893"/>
                  </a:lnTo>
                  <a:lnTo>
                    <a:pt x="415112" y="286575"/>
                  </a:lnTo>
                  <a:lnTo>
                    <a:pt x="416623" y="285572"/>
                  </a:lnTo>
                  <a:lnTo>
                    <a:pt x="418553" y="285229"/>
                  </a:lnTo>
                  <a:lnTo>
                    <a:pt x="423900" y="286118"/>
                  </a:lnTo>
                  <a:lnTo>
                    <a:pt x="426262" y="288366"/>
                  </a:lnTo>
                  <a:lnTo>
                    <a:pt x="426262" y="283375"/>
                  </a:lnTo>
                  <a:lnTo>
                    <a:pt x="421208" y="282422"/>
                  </a:lnTo>
                  <a:lnTo>
                    <a:pt x="418249" y="281952"/>
                  </a:lnTo>
                  <a:lnTo>
                    <a:pt x="415340" y="282422"/>
                  </a:lnTo>
                  <a:lnTo>
                    <a:pt x="413321" y="284035"/>
                  </a:lnTo>
                  <a:lnTo>
                    <a:pt x="411556" y="285038"/>
                  </a:lnTo>
                  <a:lnTo>
                    <a:pt x="411441" y="285229"/>
                  </a:lnTo>
                  <a:lnTo>
                    <a:pt x="410578" y="286575"/>
                  </a:lnTo>
                  <a:lnTo>
                    <a:pt x="410476" y="286893"/>
                  </a:lnTo>
                  <a:lnTo>
                    <a:pt x="409765" y="290677"/>
                  </a:lnTo>
                  <a:lnTo>
                    <a:pt x="410527" y="292798"/>
                  </a:lnTo>
                  <a:lnTo>
                    <a:pt x="412127" y="294525"/>
                  </a:lnTo>
                  <a:lnTo>
                    <a:pt x="413626" y="296316"/>
                  </a:lnTo>
                  <a:lnTo>
                    <a:pt x="415937" y="297421"/>
                  </a:lnTo>
                  <a:lnTo>
                    <a:pt x="418249" y="297865"/>
                  </a:lnTo>
                  <a:lnTo>
                    <a:pt x="420916" y="298284"/>
                  </a:lnTo>
                  <a:lnTo>
                    <a:pt x="423964" y="297865"/>
                  </a:lnTo>
                  <a:lnTo>
                    <a:pt x="423545" y="297865"/>
                  </a:lnTo>
                  <a:lnTo>
                    <a:pt x="425348" y="296913"/>
                  </a:lnTo>
                  <a:lnTo>
                    <a:pt x="429285" y="291884"/>
                  </a:lnTo>
                  <a:lnTo>
                    <a:pt x="429399" y="291312"/>
                  </a:lnTo>
                  <a:lnTo>
                    <a:pt x="429526" y="290677"/>
                  </a:lnTo>
                  <a:lnTo>
                    <a:pt x="430123" y="287591"/>
                  </a:lnTo>
                  <a:close/>
                </a:path>
                <a:path w="492759" h="325119">
                  <a:moveTo>
                    <a:pt x="484619" y="266001"/>
                  </a:moveTo>
                  <a:lnTo>
                    <a:pt x="482269" y="263702"/>
                  </a:lnTo>
                  <a:lnTo>
                    <a:pt x="481469" y="262928"/>
                  </a:lnTo>
                  <a:lnTo>
                    <a:pt x="481469" y="267804"/>
                  </a:lnTo>
                  <a:lnTo>
                    <a:pt x="481469" y="277698"/>
                  </a:lnTo>
                  <a:lnTo>
                    <a:pt x="477342" y="281800"/>
                  </a:lnTo>
                  <a:lnTo>
                    <a:pt x="466966" y="281800"/>
                  </a:lnTo>
                  <a:lnTo>
                    <a:pt x="462940" y="277698"/>
                  </a:lnTo>
                  <a:lnTo>
                    <a:pt x="462940" y="267804"/>
                  </a:lnTo>
                  <a:lnTo>
                    <a:pt x="466966" y="263702"/>
                  </a:lnTo>
                  <a:lnTo>
                    <a:pt x="477342" y="263702"/>
                  </a:lnTo>
                  <a:lnTo>
                    <a:pt x="481469" y="267804"/>
                  </a:lnTo>
                  <a:lnTo>
                    <a:pt x="481469" y="262928"/>
                  </a:lnTo>
                  <a:lnTo>
                    <a:pt x="479031" y="260540"/>
                  </a:lnTo>
                  <a:lnTo>
                    <a:pt x="465429" y="260540"/>
                  </a:lnTo>
                  <a:lnTo>
                    <a:pt x="459765" y="266001"/>
                  </a:lnTo>
                  <a:lnTo>
                    <a:pt x="459765" y="279412"/>
                  </a:lnTo>
                  <a:lnTo>
                    <a:pt x="465429" y="284886"/>
                  </a:lnTo>
                  <a:lnTo>
                    <a:pt x="479031" y="284886"/>
                  </a:lnTo>
                  <a:lnTo>
                    <a:pt x="482180" y="281800"/>
                  </a:lnTo>
                  <a:lnTo>
                    <a:pt x="484619" y="279412"/>
                  </a:lnTo>
                  <a:lnTo>
                    <a:pt x="484619" y="266001"/>
                  </a:lnTo>
                  <a:close/>
                </a:path>
                <a:path w="492759" h="325119">
                  <a:moveTo>
                    <a:pt x="492290" y="184150"/>
                  </a:moveTo>
                  <a:lnTo>
                    <a:pt x="490448" y="175260"/>
                  </a:lnTo>
                  <a:lnTo>
                    <a:pt x="482346" y="170180"/>
                  </a:lnTo>
                  <a:lnTo>
                    <a:pt x="473278" y="163830"/>
                  </a:lnTo>
                  <a:lnTo>
                    <a:pt x="472706" y="162560"/>
                  </a:lnTo>
                  <a:lnTo>
                    <a:pt x="468541" y="152400"/>
                  </a:lnTo>
                  <a:lnTo>
                    <a:pt x="472757" y="162560"/>
                  </a:lnTo>
                  <a:lnTo>
                    <a:pt x="480745" y="166370"/>
                  </a:lnTo>
                  <a:lnTo>
                    <a:pt x="486765" y="163830"/>
                  </a:lnTo>
                  <a:lnTo>
                    <a:pt x="480288" y="160020"/>
                  </a:lnTo>
                  <a:lnTo>
                    <a:pt x="478434" y="152400"/>
                  </a:lnTo>
                  <a:lnTo>
                    <a:pt x="478129" y="151130"/>
                  </a:lnTo>
                  <a:lnTo>
                    <a:pt x="475221" y="143510"/>
                  </a:lnTo>
                  <a:lnTo>
                    <a:pt x="469404" y="140970"/>
                  </a:lnTo>
                  <a:lnTo>
                    <a:pt x="466496" y="139700"/>
                  </a:lnTo>
                  <a:lnTo>
                    <a:pt x="463778" y="139700"/>
                  </a:lnTo>
                  <a:lnTo>
                    <a:pt x="460679" y="137160"/>
                  </a:lnTo>
                  <a:lnTo>
                    <a:pt x="457301" y="135890"/>
                  </a:lnTo>
                  <a:lnTo>
                    <a:pt x="452170" y="135890"/>
                  </a:lnTo>
                  <a:lnTo>
                    <a:pt x="445808" y="137160"/>
                  </a:lnTo>
                  <a:lnTo>
                    <a:pt x="439178" y="140970"/>
                  </a:lnTo>
                  <a:lnTo>
                    <a:pt x="433959" y="147320"/>
                  </a:lnTo>
                  <a:lnTo>
                    <a:pt x="431838" y="157480"/>
                  </a:lnTo>
                  <a:lnTo>
                    <a:pt x="437680" y="176530"/>
                  </a:lnTo>
                  <a:lnTo>
                    <a:pt x="463359" y="201930"/>
                  </a:lnTo>
                  <a:lnTo>
                    <a:pt x="469201" y="219710"/>
                  </a:lnTo>
                  <a:lnTo>
                    <a:pt x="469201" y="227330"/>
                  </a:lnTo>
                  <a:lnTo>
                    <a:pt x="462864" y="232410"/>
                  </a:lnTo>
                  <a:lnTo>
                    <a:pt x="449491" y="232410"/>
                  </a:lnTo>
                  <a:lnTo>
                    <a:pt x="444500" y="224790"/>
                  </a:lnTo>
                  <a:lnTo>
                    <a:pt x="440537" y="217170"/>
                  </a:lnTo>
                  <a:lnTo>
                    <a:pt x="439216" y="214630"/>
                  </a:lnTo>
                  <a:lnTo>
                    <a:pt x="437349" y="210820"/>
                  </a:lnTo>
                  <a:lnTo>
                    <a:pt x="436727" y="209550"/>
                  </a:lnTo>
                  <a:lnTo>
                    <a:pt x="431253" y="201930"/>
                  </a:lnTo>
                  <a:lnTo>
                    <a:pt x="429983" y="200507"/>
                  </a:lnTo>
                  <a:lnTo>
                    <a:pt x="429983" y="217170"/>
                  </a:lnTo>
                  <a:lnTo>
                    <a:pt x="425983" y="222250"/>
                  </a:lnTo>
                  <a:lnTo>
                    <a:pt x="422414" y="223520"/>
                  </a:lnTo>
                  <a:lnTo>
                    <a:pt x="417893" y="220980"/>
                  </a:lnTo>
                  <a:lnTo>
                    <a:pt x="417830" y="219710"/>
                  </a:lnTo>
                  <a:lnTo>
                    <a:pt x="417703" y="217170"/>
                  </a:lnTo>
                  <a:lnTo>
                    <a:pt x="421906" y="212090"/>
                  </a:lnTo>
                  <a:lnTo>
                    <a:pt x="425196" y="210820"/>
                  </a:lnTo>
                  <a:lnTo>
                    <a:pt x="427583" y="212090"/>
                  </a:lnTo>
                  <a:lnTo>
                    <a:pt x="429895" y="213360"/>
                  </a:lnTo>
                  <a:lnTo>
                    <a:pt x="429983" y="217170"/>
                  </a:lnTo>
                  <a:lnTo>
                    <a:pt x="429983" y="200507"/>
                  </a:lnTo>
                  <a:lnTo>
                    <a:pt x="425627" y="195580"/>
                  </a:lnTo>
                  <a:lnTo>
                    <a:pt x="427202" y="196850"/>
                  </a:lnTo>
                  <a:lnTo>
                    <a:pt x="434835" y="196850"/>
                  </a:lnTo>
                  <a:lnTo>
                    <a:pt x="436270" y="195580"/>
                  </a:lnTo>
                  <a:lnTo>
                    <a:pt x="437692" y="194310"/>
                  </a:lnTo>
                  <a:lnTo>
                    <a:pt x="438391" y="191770"/>
                  </a:lnTo>
                  <a:lnTo>
                    <a:pt x="438518" y="187960"/>
                  </a:lnTo>
                  <a:lnTo>
                    <a:pt x="437299" y="185420"/>
                  </a:lnTo>
                  <a:lnTo>
                    <a:pt x="435508" y="182880"/>
                  </a:lnTo>
                  <a:lnTo>
                    <a:pt x="435292" y="182626"/>
                  </a:lnTo>
                  <a:lnTo>
                    <a:pt x="435292" y="187960"/>
                  </a:lnTo>
                  <a:lnTo>
                    <a:pt x="435229" y="190500"/>
                  </a:lnTo>
                  <a:lnTo>
                    <a:pt x="435038" y="191770"/>
                  </a:lnTo>
                  <a:lnTo>
                    <a:pt x="434035" y="193040"/>
                  </a:lnTo>
                  <a:lnTo>
                    <a:pt x="433108" y="194310"/>
                  </a:lnTo>
                  <a:lnTo>
                    <a:pt x="429450" y="194310"/>
                  </a:lnTo>
                  <a:lnTo>
                    <a:pt x="427443" y="193040"/>
                  </a:lnTo>
                  <a:lnTo>
                    <a:pt x="424751" y="190500"/>
                  </a:lnTo>
                  <a:lnTo>
                    <a:pt x="424332" y="189230"/>
                  </a:lnTo>
                  <a:lnTo>
                    <a:pt x="423913" y="187960"/>
                  </a:lnTo>
                  <a:lnTo>
                    <a:pt x="423989" y="186690"/>
                  </a:lnTo>
                  <a:lnTo>
                    <a:pt x="424116" y="184150"/>
                  </a:lnTo>
                  <a:lnTo>
                    <a:pt x="425170" y="184150"/>
                  </a:lnTo>
                  <a:lnTo>
                    <a:pt x="425996" y="182880"/>
                  </a:lnTo>
                  <a:lnTo>
                    <a:pt x="429793" y="182880"/>
                  </a:lnTo>
                  <a:lnTo>
                    <a:pt x="431685" y="184150"/>
                  </a:lnTo>
                  <a:lnTo>
                    <a:pt x="433108" y="185420"/>
                  </a:lnTo>
                  <a:lnTo>
                    <a:pt x="434479" y="186690"/>
                  </a:lnTo>
                  <a:lnTo>
                    <a:pt x="435292" y="187960"/>
                  </a:lnTo>
                  <a:lnTo>
                    <a:pt x="435292" y="182626"/>
                  </a:lnTo>
                  <a:lnTo>
                    <a:pt x="433425" y="180340"/>
                  </a:lnTo>
                  <a:lnTo>
                    <a:pt x="430631" y="179070"/>
                  </a:lnTo>
                  <a:lnTo>
                    <a:pt x="426173" y="179070"/>
                  </a:lnTo>
                  <a:lnTo>
                    <a:pt x="424205" y="180340"/>
                  </a:lnTo>
                  <a:lnTo>
                    <a:pt x="422960" y="181610"/>
                  </a:lnTo>
                  <a:lnTo>
                    <a:pt x="421614" y="182880"/>
                  </a:lnTo>
                  <a:lnTo>
                    <a:pt x="420916" y="184150"/>
                  </a:lnTo>
                  <a:lnTo>
                    <a:pt x="420839" y="188506"/>
                  </a:lnTo>
                  <a:lnTo>
                    <a:pt x="415556" y="181610"/>
                  </a:lnTo>
                  <a:lnTo>
                    <a:pt x="415340" y="181343"/>
                  </a:lnTo>
                  <a:lnTo>
                    <a:pt x="415340" y="240030"/>
                  </a:lnTo>
                  <a:lnTo>
                    <a:pt x="413334" y="242570"/>
                  </a:lnTo>
                  <a:lnTo>
                    <a:pt x="411175" y="245110"/>
                  </a:lnTo>
                  <a:lnTo>
                    <a:pt x="407771" y="246380"/>
                  </a:lnTo>
                  <a:lnTo>
                    <a:pt x="403326" y="243840"/>
                  </a:lnTo>
                  <a:lnTo>
                    <a:pt x="403237" y="242570"/>
                  </a:lnTo>
                  <a:lnTo>
                    <a:pt x="403161" y="241300"/>
                  </a:lnTo>
                  <a:lnTo>
                    <a:pt x="403072" y="240030"/>
                  </a:lnTo>
                  <a:lnTo>
                    <a:pt x="405117" y="237490"/>
                  </a:lnTo>
                  <a:lnTo>
                    <a:pt x="407123" y="233680"/>
                  </a:lnTo>
                  <a:lnTo>
                    <a:pt x="410603" y="233680"/>
                  </a:lnTo>
                  <a:lnTo>
                    <a:pt x="412915" y="234950"/>
                  </a:lnTo>
                  <a:lnTo>
                    <a:pt x="415150" y="236220"/>
                  </a:lnTo>
                  <a:lnTo>
                    <a:pt x="415277" y="238760"/>
                  </a:lnTo>
                  <a:lnTo>
                    <a:pt x="415340" y="240030"/>
                  </a:lnTo>
                  <a:lnTo>
                    <a:pt x="415340" y="181343"/>
                  </a:lnTo>
                  <a:lnTo>
                    <a:pt x="410591" y="175260"/>
                  </a:lnTo>
                  <a:lnTo>
                    <a:pt x="407136" y="168910"/>
                  </a:lnTo>
                  <a:lnTo>
                    <a:pt x="405841" y="163830"/>
                  </a:lnTo>
                  <a:lnTo>
                    <a:pt x="405841" y="158750"/>
                  </a:lnTo>
                  <a:lnTo>
                    <a:pt x="409321" y="154940"/>
                  </a:lnTo>
                  <a:lnTo>
                    <a:pt x="411429" y="152400"/>
                  </a:lnTo>
                  <a:lnTo>
                    <a:pt x="413537" y="149860"/>
                  </a:lnTo>
                  <a:lnTo>
                    <a:pt x="414972" y="149860"/>
                  </a:lnTo>
                  <a:lnTo>
                    <a:pt x="416052" y="148590"/>
                  </a:lnTo>
                  <a:lnTo>
                    <a:pt x="417576" y="147320"/>
                  </a:lnTo>
                  <a:lnTo>
                    <a:pt x="420776" y="144780"/>
                  </a:lnTo>
                  <a:lnTo>
                    <a:pt x="427202" y="137160"/>
                  </a:lnTo>
                  <a:lnTo>
                    <a:pt x="427443" y="137160"/>
                  </a:lnTo>
                  <a:lnTo>
                    <a:pt x="429209" y="135890"/>
                  </a:lnTo>
                  <a:lnTo>
                    <a:pt x="425996" y="132956"/>
                  </a:lnTo>
                  <a:lnTo>
                    <a:pt x="425996" y="135890"/>
                  </a:lnTo>
                  <a:lnTo>
                    <a:pt x="418261" y="143510"/>
                  </a:lnTo>
                  <a:lnTo>
                    <a:pt x="414566" y="147320"/>
                  </a:lnTo>
                  <a:lnTo>
                    <a:pt x="410083" y="144780"/>
                  </a:lnTo>
                  <a:lnTo>
                    <a:pt x="362991" y="118110"/>
                  </a:lnTo>
                  <a:lnTo>
                    <a:pt x="368033" y="102870"/>
                  </a:lnTo>
                  <a:lnTo>
                    <a:pt x="373672" y="105410"/>
                  </a:lnTo>
                  <a:lnTo>
                    <a:pt x="372059" y="105410"/>
                  </a:lnTo>
                  <a:lnTo>
                    <a:pt x="370001" y="106680"/>
                  </a:lnTo>
                  <a:lnTo>
                    <a:pt x="368211" y="109220"/>
                  </a:lnTo>
                  <a:lnTo>
                    <a:pt x="371894" y="109220"/>
                  </a:lnTo>
                  <a:lnTo>
                    <a:pt x="373405" y="107950"/>
                  </a:lnTo>
                  <a:lnTo>
                    <a:pt x="371182" y="114300"/>
                  </a:lnTo>
                  <a:lnTo>
                    <a:pt x="370611" y="113030"/>
                  </a:lnTo>
                  <a:lnTo>
                    <a:pt x="368973" y="111760"/>
                  </a:lnTo>
                  <a:lnTo>
                    <a:pt x="367385" y="110490"/>
                  </a:lnTo>
                  <a:lnTo>
                    <a:pt x="366268" y="115570"/>
                  </a:lnTo>
                  <a:lnTo>
                    <a:pt x="369189" y="116840"/>
                  </a:lnTo>
                  <a:lnTo>
                    <a:pt x="371182" y="118110"/>
                  </a:lnTo>
                  <a:lnTo>
                    <a:pt x="374700" y="119380"/>
                  </a:lnTo>
                  <a:lnTo>
                    <a:pt x="376859" y="119380"/>
                  </a:lnTo>
                  <a:lnTo>
                    <a:pt x="377825" y="118110"/>
                  </a:lnTo>
                  <a:lnTo>
                    <a:pt x="378917" y="116840"/>
                  </a:lnTo>
                  <a:lnTo>
                    <a:pt x="377799" y="115570"/>
                  </a:lnTo>
                  <a:lnTo>
                    <a:pt x="376694" y="114300"/>
                  </a:lnTo>
                  <a:lnTo>
                    <a:pt x="373773" y="115570"/>
                  </a:lnTo>
                  <a:lnTo>
                    <a:pt x="373646" y="114300"/>
                  </a:lnTo>
                  <a:lnTo>
                    <a:pt x="373519" y="113030"/>
                  </a:lnTo>
                  <a:lnTo>
                    <a:pt x="373405" y="111760"/>
                  </a:lnTo>
                  <a:lnTo>
                    <a:pt x="375069" y="110490"/>
                  </a:lnTo>
                  <a:lnTo>
                    <a:pt x="378625" y="110490"/>
                  </a:lnTo>
                  <a:lnTo>
                    <a:pt x="379857" y="111760"/>
                  </a:lnTo>
                  <a:lnTo>
                    <a:pt x="380326" y="114300"/>
                  </a:lnTo>
                  <a:lnTo>
                    <a:pt x="380263" y="113030"/>
                  </a:lnTo>
                  <a:lnTo>
                    <a:pt x="380149" y="110490"/>
                  </a:lnTo>
                  <a:lnTo>
                    <a:pt x="380085" y="109220"/>
                  </a:lnTo>
                  <a:lnTo>
                    <a:pt x="380834" y="107950"/>
                  </a:lnTo>
                  <a:lnTo>
                    <a:pt x="382320" y="105410"/>
                  </a:lnTo>
                  <a:lnTo>
                    <a:pt x="386626" y="104140"/>
                  </a:lnTo>
                  <a:lnTo>
                    <a:pt x="388315" y="109220"/>
                  </a:lnTo>
                  <a:lnTo>
                    <a:pt x="386981" y="111760"/>
                  </a:lnTo>
                  <a:lnTo>
                    <a:pt x="383514" y="115570"/>
                  </a:lnTo>
                  <a:lnTo>
                    <a:pt x="385419" y="114300"/>
                  </a:lnTo>
                  <a:lnTo>
                    <a:pt x="387464" y="114300"/>
                  </a:lnTo>
                  <a:lnTo>
                    <a:pt x="388200" y="115570"/>
                  </a:lnTo>
                  <a:lnTo>
                    <a:pt x="389394" y="116840"/>
                  </a:lnTo>
                  <a:lnTo>
                    <a:pt x="388988" y="119380"/>
                  </a:lnTo>
                  <a:lnTo>
                    <a:pt x="386334" y="120650"/>
                  </a:lnTo>
                  <a:lnTo>
                    <a:pt x="385762" y="118110"/>
                  </a:lnTo>
                  <a:lnTo>
                    <a:pt x="382193" y="118110"/>
                  </a:lnTo>
                  <a:lnTo>
                    <a:pt x="381190" y="119380"/>
                  </a:lnTo>
                  <a:lnTo>
                    <a:pt x="380085" y="121920"/>
                  </a:lnTo>
                  <a:lnTo>
                    <a:pt x="381762" y="123190"/>
                  </a:lnTo>
                  <a:lnTo>
                    <a:pt x="384835" y="125730"/>
                  </a:lnTo>
                  <a:lnTo>
                    <a:pt x="388493" y="127000"/>
                  </a:lnTo>
                  <a:lnTo>
                    <a:pt x="391490" y="125730"/>
                  </a:lnTo>
                  <a:lnTo>
                    <a:pt x="392480" y="124460"/>
                  </a:lnTo>
                  <a:lnTo>
                    <a:pt x="393484" y="123190"/>
                  </a:lnTo>
                  <a:lnTo>
                    <a:pt x="392277" y="121920"/>
                  </a:lnTo>
                  <a:lnTo>
                    <a:pt x="390169" y="123190"/>
                  </a:lnTo>
                  <a:lnTo>
                    <a:pt x="388175" y="124460"/>
                  </a:lnTo>
                  <a:lnTo>
                    <a:pt x="390042" y="120650"/>
                  </a:lnTo>
                  <a:lnTo>
                    <a:pt x="391909" y="116840"/>
                  </a:lnTo>
                  <a:lnTo>
                    <a:pt x="392137" y="118110"/>
                  </a:lnTo>
                  <a:lnTo>
                    <a:pt x="392696" y="119380"/>
                  </a:lnTo>
                  <a:lnTo>
                    <a:pt x="394398" y="120650"/>
                  </a:lnTo>
                  <a:lnTo>
                    <a:pt x="395706" y="116840"/>
                  </a:lnTo>
                  <a:lnTo>
                    <a:pt x="394614" y="114300"/>
                  </a:lnTo>
                  <a:lnTo>
                    <a:pt x="402628" y="119380"/>
                  </a:lnTo>
                  <a:lnTo>
                    <a:pt x="399910" y="119380"/>
                  </a:lnTo>
                  <a:lnTo>
                    <a:pt x="396963" y="121920"/>
                  </a:lnTo>
                  <a:lnTo>
                    <a:pt x="398780" y="123190"/>
                  </a:lnTo>
                  <a:lnTo>
                    <a:pt x="400685" y="123190"/>
                  </a:lnTo>
                  <a:lnTo>
                    <a:pt x="401726" y="121920"/>
                  </a:lnTo>
                  <a:lnTo>
                    <a:pt x="397535" y="129540"/>
                  </a:lnTo>
                  <a:lnTo>
                    <a:pt x="397535" y="127000"/>
                  </a:lnTo>
                  <a:lnTo>
                    <a:pt x="396608" y="124460"/>
                  </a:lnTo>
                  <a:lnTo>
                    <a:pt x="395706" y="124460"/>
                  </a:lnTo>
                  <a:lnTo>
                    <a:pt x="393954" y="127000"/>
                  </a:lnTo>
                  <a:lnTo>
                    <a:pt x="394398" y="130810"/>
                  </a:lnTo>
                  <a:lnTo>
                    <a:pt x="398043" y="132080"/>
                  </a:lnTo>
                  <a:lnTo>
                    <a:pt x="401104" y="134620"/>
                  </a:lnTo>
                  <a:lnTo>
                    <a:pt x="403466" y="134620"/>
                  </a:lnTo>
                  <a:lnTo>
                    <a:pt x="404698" y="133350"/>
                  </a:lnTo>
                  <a:lnTo>
                    <a:pt x="405917" y="130810"/>
                  </a:lnTo>
                  <a:lnTo>
                    <a:pt x="404914" y="129540"/>
                  </a:lnTo>
                  <a:lnTo>
                    <a:pt x="403910" y="128270"/>
                  </a:lnTo>
                  <a:lnTo>
                    <a:pt x="400900" y="129540"/>
                  </a:lnTo>
                  <a:lnTo>
                    <a:pt x="400799" y="125730"/>
                  </a:lnTo>
                  <a:lnTo>
                    <a:pt x="402551" y="124460"/>
                  </a:lnTo>
                  <a:lnTo>
                    <a:pt x="406069" y="124460"/>
                  </a:lnTo>
                  <a:lnTo>
                    <a:pt x="407250" y="127000"/>
                  </a:lnTo>
                  <a:lnTo>
                    <a:pt x="407504" y="128270"/>
                  </a:lnTo>
                  <a:lnTo>
                    <a:pt x="408660" y="124460"/>
                  </a:lnTo>
                  <a:lnTo>
                    <a:pt x="410730" y="121920"/>
                  </a:lnTo>
                  <a:lnTo>
                    <a:pt x="415582" y="120650"/>
                  </a:lnTo>
                  <a:lnTo>
                    <a:pt x="416623" y="124460"/>
                  </a:lnTo>
                  <a:lnTo>
                    <a:pt x="414439" y="128270"/>
                  </a:lnTo>
                  <a:lnTo>
                    <a:pt x="412305" y="129540"/>
                  </a:lnTo>
                  <a:lnTo>
                    <a:pt x="412076" y="129540"/>
                  </a:lnTo>
                  <a:lnTo>
                    <a:pt x="410184" y="130810"/>
                  </a:lnTo>
                  <a:lnTo>
                    <a:pt x="412178" y="129616"/>
                  </a:lnTo>
                  <a:lnTo>
                    <a:pt x="414058" y="130810"/>
                  </a:lnTo>
                  <a:lnTo>
                    <a:pt x="414769" y="132080"/>
                  </a:lnTo>
                  <a:lnTo>
                    <a:pt x="415798" y="133350"/>
                  </a:lnTo>
                  <a:lnTo>
                    <a:pt x="415150" y="135890"/>
                  </a:lnTo>
                  <a:lnTo>
                    <a:pt x="412483" y="137160"/>
                  </a:lnTo>
                  <a:lnTo>
                    <a:pt x="411975" y="133350"/>
                  </a:lnTo>
                  <a:lnTo>
                    <a:pt x="408571" y="133350"/>
                  </a:lnTo>
                  <a:lnTo>
                    <a:pt x="406476" y="137160"/>
                  </a:lnTo>
                  <a:lnTo>
                    <a:pt x="407873" y="138430"/>
                  </a:lnTo>
                  <a:lnTo>
                    <a:pt x="411111" y="140970"/>
                  </a:lnTo>
                  <a:lnTo>
                    <a:pt x="413105" y="142240"/>
                  </a:lnTo>
                  <a:lnTo>
                    <a:pt x="416026" y="143510"/>
                  </a:lnTo>
                  <a:lnTo>
                    <a:pt x="419328" y="139700"/>
                  </a:lnTo>
                  <a:lnTo>
                    <a:pt x="418261" y="138430"/>
                  </a:lnTo>
                  <a:lnTo>
                    <a:pt x="414680" y="138430"/>
                  </a:lnTo>
                  <a:lnTo>
                    <a:pt x="415607" y="137160"/>
                  </a:lnTo>
                  <a:lnTo>
                    <a:pt x="418414" y="133350"/>
                  </a:lnTo>
                  <a:lnTo>
                    <a:pt x="418338" y="134620"/>
                  </a:lnTo>
                  <a:lnTo>
                    <a:pt x="418261" y="135890"/>
                  </a:lnTo>
                  <a:lnTo>
                    <a:pt x="419557" y="137160"/>
                  </a:lnTo>
                  <a:lnTo>
                    <a:pt x="420687" y="138430"/>
                  </a:lnTo>
                  <a:lnTo>
                    <a:pt x="421297" y="135890"/>
                  </a:lnTo>
                  <a:lnTo>
                    <a:pt x="421398" y="134620"/>
                  </a:lnTo>
                  <a:lnTo>
                    <a:pt x="421500" y="133350"/>
                  </a:lnTo>
                  <a:lnTo>
                    <a:pt x="421297" y="132080"/>
                  </a:lnTo>
                  <a:lnTo>
                    <a:pt x="425996" y="135890"/>
                  </a:lnTo>
                  <a:lnTo>
                    <a:pt x="425996" y="132956"/>
                  </a:lnTo>
                  <a:lnTo>
                    <a:pt x="425043" y="132080"/>
                  </a:lnTo>
                  <a:lnTo>
                    <a:pt x="426173" y="129540"/>
                  </a:lnTo>
                  <a:lnTo>
                    <a:pt x="427062" y="127000"/>
                  </a:lnTo>
                  <a:lnTo>
                    <a:pt x="427685" y="124460"/>
                  </a:lnTo>
                  <a:lnTo>
                    <a:pt x="428993" y="129540"/>
                  </a:lnTo>
                  <a:lnTo>
                    <a:pt x="431685" y="133350"/>
                  </a:lnTo>
                  <a:lnTo>
                    <a:pt x="435292" y="132080"/>
                  </a:lnTo>
                  <a:lnTo>
                    <a:pt x="434594" y="127000"/>
                  </a:lnTo>
                  <a:lnTo>
                    <a:pt x="434898" y="124460"/>
                  </a:lnTo>
                  <a:lnTo>
                    <a:pt x="435216" y="121920"/>
                  </a:lnTo>
                  <a:lnTo>
                    <a:pt x="435305" y="120650"/>
                  </a:lnTo>
                  <a:lnTo>
                    <a:pt x="435406" y="119380"/>
                  </a:lnTo>
                  <a:lnTo>
                    <a:pt x="435521" y="114300"/>
                  </a:lnTo>
                  <a:lnTo>
                    <a:pt x="434568" y="106680"/>
                  </a:lnTo>
                  <a:lnTo>
                    <a:pt x="437692" y="111760"/>
                  </a:lnTo>
                  <a:lnTo>
                    <a:pt x="441985" y="114300"/>
                  </a:lnTo>
                  <a:lnTo>
                    <a:pt x="445135" y="113030"/>
                  </a:lnTo>
                  <a:lnTo>
                    <a:pt x="441909" y="107950"/>
                  </a:lnTo>
                  <a:lnTo>
                    <a:pt x="441921" y="106680"/>
                  </a:lnTo>
                  <a:lnTo>
                    <a:pt x="441871" y="97790"/>
                  </a:lnTo>
                  <a:lnTo>
                    <a:pt x="441756" y="95250"/>
                  </a:lnTo>
                  <a:lnTo>
                    <a:pt x="441706" y="93980"/>
                  </a:lnTo>
                  <a:lnTo>
                    <a:pt x="441591" y="91440"/>
                  </a:lnTo>
                  <a:lnTo>
                    <a:pt x="436968" y="81280"/>
                  </a:lnTo>
                  <a:lnTo>
                    <a:pt x="440359" y="82550"/>
                  </a:lnTo>
                  <a:lnTo>
                    <a:pt x="442785" y="81280"/>
                  </a:lnTo>
                  <a:lnTo>
                    <a:pt x="444207" y="80010"/>
                  </a:lnTo>
                  <a:lnTo>
                    <a:pt x="439000" y="77470"/>
                  </a:lnTo>
                  <a:lnTo>
                    <a:pt x="435749" y="72390"/>
                  </a:lnTo>
                  <a:lnTo>
                    <a:pt x="431101" y="66040"/>
                  </a:lnTo>
                  <a:lnTo>
                    <a:pt x="421741" y="60960"/>
                  </a:lnTo>
                  <a:lnTo>
                    <a:pt x="425996" y="60960"/>
                  </a:lnTo>
                  <a:lnTo>
                    <a:pt x="428498" y="58420"/>
                  </a:lnTo>
                  <a:lnTo>
                    <a:pt x="428218" y="57150"/>
                  </a:lnTo>
                  <a:lnTo>
                    <a:pt x="427926" y="55880"/>
                  </a:lnTo>
                  <a:lnTo>
                    <a:pt x="424446" y="57150"/>
                  </a:lnTo>
                  <a:lnTo>
                    <a:pt x="420065" y="54610"/>
                  </a:lnTo>
                  <a:lnTo>
                    <a:pt x="413753" y="52070"/>
                  </a:lnTo>
                  <a:lnTo>
                    <a:pt x="404418" y="50800"/>
                  </a:lnTo>
                  <a:lnTo>
                    <a:pt x="404037" y="48260"/>
                  </a:lnTo>
                  <a:lnTo>
                    <a:pt x="403466" y="44450"/>
                  </a:lnTo>
                  <a:lnTo>
                    <a:pt x="398322" y="39370"/>
                  </a:lnTo>
                  <a:lnTo>
                    <a:pt x="392404" y="36830"/>
                  </a:lnTo>
                  <a:lnTo>
                    <a:pt x="393496" y="40640"/>
                  </a:lnTo>
                  <a:lnTo>
                    <a:pt x="392557" y="44450"/>
                  </a:lnTo>
                  <a:lnTo>
                    <a:pt x="391464" y="48260"/>
                  </a:lnTo>
                  <a:lnTo>
                    <a:pt x="388200" y="45110"/>
                  </a:lnTo>
                  <a:lnTo>
                    <a:pt x="388200" y="64770"/>
                  </a:lnTo>
                  <a:lnTo>
                    <a:pt x="382524" y="66040"/>
                  </a:lnTo>
                  <a:lnTo>
                    <a:pt x="377151" y="67310"/>
                  </a:lnTo>
                  <a:lnTo>
                    <a:pt x="373011" y="69850"/>
                  </a:lnTo>
                  <a:lnTo>
                    <a:pt x="374700" y="66040"/>
                  </a:lnTo>
                  <a:lnTo>
                    <a:pt x="373011" y="60960"/>
                  </a:lnTo>
                  <a:lnTo>
                    <a:pt x="382143" y="60960"/>
                  </a:lnTo>
                  <a:lnTo>
                    <a:pt x="384708" y="64770"/>
                  </a:lnTo>
                  <a:lnTo>
                    <a:pt x="388200" y="64770"/>
                  </a:lnTo>
                  <a:lnTo>
                    <a:pt x="388200" y="45110"/>
                  </a:lnTo>
                  <a:lnTo>
                    <a:pt x="342785" y="1270"/>
                  </a:lnTo>
                  <a:lnTo>
                    <a:pt x="341261" y="0"/>
                  </a:lnTo>
                  <a:lnTo>
                    <a:pt x="339813" y="0"/>
                  </a:lnTo>
                  <a:lnTo>
                    <a:pt x="339813" y="1270"/>
                  </a:lnTo>
                  <a:lnTo>
                    <a:pt x="340626" y="2540"/>
                  </a:lnTo>
                  <a:lnTo>
                    <a:pt x="382524" y="53340"/>
                  </a:lnTo>
                  <a:lnTo>
                    <a:pt x="379323" y="54610"/>
                  </a:lnTo>
                  <a:lnTo>
                    <a:pt x="376212" y="55880"/>
                  </a:lnTo>
                  <a:lnTo>
                    <a:pt x="370916" y="57150"/>
                  </a:lnTo>
                  <a:lnTo>
                    <a:pt x="369354" y="59690"/>
                  </a:lnTo>
                  <a:lnTo>
                    <a:pt x="369354" y="62230"/>
                  </a:lnTo>
                  <a:lnTo>
                    <a:pt x="361581" y="66040"/>
                  </a:lnTo>
                  <a:lnTo>
                    <a:pt x="354990" y="71005"/>
                  </a:lnTo>
                  <a:lnTo>
                    <a:pt x="348843" y="76200"/>
                  </a:lnTo>
                  <a:lnTo>
                    <a:pt x="346748" y="76200"/>
                  </a:lnTo>
                  <a:lnTo>
                    <a:pt x="349072" y="81280"/>
                  </a:lnTo>
                  <a:lnTo>
                    <a:pt x="349910" y="83820"/>
                  </a:lnTo>
                  <a:lnTo>
                    <a:pt x="347179" y="88900"/>
                  </a:lnTo>
                  <a:lnTo>
                    <a:pt x="357212" y="82550"/>
                  </a:lnTo>
                  <a:lnTo>
                    <a:pt x="366268" y="77470"/>
                  </a:lnTo>
                  <a:lnTo>
                    <a:pt x="367614" y="81280"/>
                  </a:lnTo>
                  <a:lnTo>
                    <a:pt x="368338" y="82550"/>
                  </a:lnTo>
                  <a:lnTo>
                    <a:pt x="363918" y="83820"/>
                  </a:lnTo>
                  <a:lnTo>
                    <a:pt x="360781" y="85090"/>
                  </a:lnTo>
                  <a:lnTo>
                    <a:pt x="357759" y="86360"/>
                  </a:lnTo>
                  <a:lnTo>
                    <a:pt x="354418" y="88900"/>
                  </a:lnTo>
                  <a:lnTo>
                    <a:pt x="355396" y="91440"/>
                  </a:lnTo>
                  <a:lnTo>
                    <a:pt x="357886" y="90170"/>
                  </a:lnTo>
                  <a:lnTo>
                    <a:pt x="357962" y="91440"/>
                  </a:lnTo>
                  <a:lnTo>
                    <a:pt x="358178" y="92710"/>
                  </a:lnTo>
                  <a:lnTo>
                    <a:pt x="359092" y="93980"/>
                  </a:lnTo>
                  <a:lnTo>
                    <a:pt x="361581" y="93980"/>
                  </a:lnTo>
                  <a:lnTo>
                    <a:pt x="363143" y="91440"/>
                  </a:lnTo>
                  <a:lnTo>
                    <a:pt x="364058" y="92710"/>
                  </a:lnTo>
                  <a:lnTo>
                    <a:pt x="365112" y="92710"/>
                  </a:lnTo>
                  <a:lnTo>
                    <a:pt x="363677" y="99060"/>
                  </a:lnTo>
                  <a:lnTo>
                    <a:pt x="362623" y="100330"/>
                  </a:lnTo>
                  <a:lnTo>
                    <a:pt x="367385" y="99060"/>
                  </a:lnTo>
                  <a:lnTo>
                    <a:pt x="370344" y="95250"/>
                  </a:lnTo>
                  <a:lnTo>
                    <a:pt x="370408" y="93980"/>
                  </a:lnTo>
                  <a:lnTo>
                    <a:pt x="370535" y="91440"/>
                  </a:lnTo>
                  <a:lnTo>
                    <a:pt x="370560" y="90170"/>
                  </a:lnTo>
                  <a:lnTo>
                    <a:pt x="370611" y="87630"/>
                  </a:lnTo>
                  <a:lnTo>
                    <a:pt x="371627" y="87630"/>
                  </a:lnTo>
                  <a:lnTo>
                    <a:pt x="372338" y="86360"/>
                  </a:lnTo>
                  <a:lnTo>
                    <a:pt x="373100" y="86360"/>
                  </a:lnTo>
                  <a:lnTo>
                    <a:pt x="373913" y="90170"/>
                  </a:lnTo>
                  <a:lnTo>
                    <a:pt x="373011" y="92710"/>
                  </a:lnTo>
                  <a:lnTo>
                    <a:pt x="375475" y="92710"/>
                  </a:lnTo>
                  <a:lnTo>
                    <a:pt x="378079" y="88900"/>
                  </a:lnTo>
                  <a:lnTo>
                    <a:pt x="377977" y="87630"/>
                  </a:lnTo>
                  <a:lnTo>
                    <a:pt x="377888" y="86360"/>
                  </a:lnTo>
                  <a:lnTo>
                    <a:pt x="377799" y="85090"/>
                  </a:lnTo>
                  <a:lnTo>
                    <a:pt x="377710" y="83820"/>
                  </a:lnTo>
                  <a:lnTo>
                    <a:pt x="378917" y="82550"/>
                  </a:lnTo>
                  <a:lnTo>
                    <a:pt x="380263" y="81280"/>
                  </a:lnTo>
                  <a:lnTo>
                    <a:pt x="382739" y="81280"/>
                  </a:lnTo>
                  <a:lnTo>
                    <a:pt x="385991" y="86360"/>
                  </a:lnTo>
                  <a:lnTo>
                    <a:pt x="398703" y="86360"/>
                  </a:lnTo>
                  <a:lnTo>
                    <a:pt x="402399" y="81280"/>
                  </a:lnTo>
                  <a:lnTo>
                    <a:pt x="403326" y="80010"/>
                  </a:lnTo>
                  <a:lnTo>
                    <a:pt x="403669" y="77470"/>
                  </a:lnTo>
                  <a:lnTo>
                    <a:pt x="404177" y="73660"/>
                  </a:lnTo>
                  <a:lnTo>
                    <a:pt x="404075" y="72390"/>
                  </a:lnTo>
                  <a:lnTo>
                    <a:pt x="403860" y="71005"/>
                  </a:lnTo>
                  <a:lnTo>
                    <a:pt x="402628" y="69850"/>
                  </a:lnTo>
                  <a:lnTo>
                    <a:pt x="405561" y="72390"/>
                  </a:lnTo>
                  <a:lnTo>
                    <a:pt x="406476" y="74930"/>
                  </a:lnTo>
                  <a:lnTo>
                    <a:pt x="406476" y="78740"/>
                  </a:lnTo>
                  <a:lnTo>
                    <a:pt x="403123" y="86360"/>
                  </a:lnTo>
                  <a:lnTo>
                    <a:pt x="395097" y="91440"/>
                  </a:lnTo>
                  <a:lnTo>
                    <a:pt x="385483" y="97790"/>
                  </a:lnTo>
                  <a:lnTo>
                    <a:pt x="377329" y="102870"/>
                  </a:lnTo>
                  <a:lnTo>
                    <a:pt x="376936" y="102870"/>
                  </a:lnTo>
                  <a:lnTo>
                    <a:pt x="376694" y="104140"/>
                  </a:lnTo>
                  <a:lnTo>
                    <a:pt x="376389" y="104140"/>
                  </a:lnTo>
                  <a:lnTo>
                    <a:pt x="373164" y="102870"/>
                  </a:lnTo>
                  <a:lnTo>
                    <a:pt x="366687" y="100330"/>
                  </a:lnTo>
                  <a:lnTo>
                    <a:pt x="365912" y="102870"/>
                  </a:lnTo>
                  <a:lnTo>
                    <a:pt x="365467" y="104140"/>
                  </a:lnTo>
                  <a:lnTo>
                    <a:pt x="364401" y="107950"/>
                  </a:lnTo>
                  <a:lnTo>
                    <a:pt x="362356" y="114300"/>
                  </a:lnTo>
                  <a:lnTo>
                    <a:pt x="360972" y="118110"/>
                  </a:lnTo>
                  <a:lnTo>
                    <a:pt x="360451" y="119380"/>
                  </a:lnTo>
                  <a:lnTo>
                    <a:pt x="361327" y="120650"/>
                  </a:lnTo>
                  <a:lnTo>
                    <a:pt x="357263" y="125730"/>
                  </a:lnTo>
                  <a:lnTo>
                    <a:pt x="353860" y="132080"/>
                  </a:lnTo>
                  <a:lnTo>
                    <a:pt x="351345" y="138430"/>
                  </a:lnTo>
                  <a:lnTo>
                    <a:pt x="349910" y="144780"/>
                  </a:lnTo>
                  <a:lnTo>
                    <a:pt x="347560" y="142240"/>
                  </a:lnTo>
                  <a:lnTo>
                    <a:pt x="345998" y="140970"/>
                  </a:lnTo>
                  <a:lnTo>
                    <a:pt x="342849" y="138430"/>
                  </a:lnTo>
                  <a:lnTo>
                    <a:pt x="343115" y="137160"/>
                  </a:lnTo>
                  <a:lnTo>
                    <a:pt x="343255" y="137160"/>
                  </a:lnTo>
                  <a:lnTo>
                    <a:pt x="343344" y="135890"/>
                  </a:lnTo>
                  <a:lnTo>
                    <a:pt x="343433" y="134620"/>
                  </a:lnTo>
                  <a:lnTo>
                    <a:pt x="343535" y="133350"/>
                  </a:lnTo>
                  <a:lnTo>
                    <a:pt x="342709" y="130810"/>
                  </a:lnTo>
                  <a:lnTo>
                    <a:pt x="341071" y="129540"/>
                  </a:lnTo>
                  <a:lnTo>
                    <a:pt x="340283" y="128651"/>
                  </a:lnTo>
                  <a:lnTo>
                    <a:pt x="340283" y="133350"/>
                  </a:lnTo>
                  <a:lnTo>
                    <a:pt x="340169" y="134620"/>
                  </a:lnTo>
                  <a:lnTo>
                    <a:pt x="340042" y="137160"/>
                  </a:lnTo>
                  <a:lnTo>
                    <a:pt x="339242" y="138430"/>
                  </a:lnTo>
                  <a:lnTo>
                    <a:pt x="338289" y="139700"/>
                  </a:lnTo>
                  <a:lnTo>
                    <a:pt x="337769" y="139700"/>
                  </a:lnTo>
                  <a:lnTo>
                    <a:pt x="336931" y="140970"/>
                  </a:lnTo>
                  <a:lnTo>
                    <a:pt x="333756" y="140970"/>
                  </a:lnTo>
                  <a:lnTo>
                    <a:pt x="332130" y="138430"/>
                  </a:lnTo>
                  <a:lnTo>
                    <a:pt x="332244" y="133350"/>
                  </a:lnTo>
                  <a:lnTo>
                    <a:pt x="332892" y="132080"/>
                  </a:lnTo>
                  <a:lnTo>
                    <a:pt x="334556" y="130810"/>
                  </a:lnTo>
                  <a:lnTo>
                    <a:pt x="335470" y="129540"/>
                  </a:lnTo>
                  <a:lnTo>
                    <a:pt x="337464" y="129540"/>
                  </a:lnTo>
                  <a:lnTo>
                    <a:pt x="338340" y="130810"/>
                  </a:lnTo>
                  <a:lnTo>
                    <a:pt x="338759" y="130810"/>
                  </a:lnTo>
                  <a:lnTo>
                    <a:pt x="339813" y="132080"/>
                  </a:lnTo>
                  <a:lnTo>
                    <a:pt x="340283" y="133350"/>
                  </a:lnTo>
                  <a:lnTo>
                    <a:pt x="340283" y="128651"/>
                  </a:lnTo>
                  <a:lnTo>
                    <a:pt x="339953" y="128270"/>
                  </a:lnTo>
                  <a:lnTo>
                    <a:pt x="338340" y="127000"/>
                  </a:lnTo>
                  <a:lnTo>
                    <a:pt x="333248" y="127000"/>
                  </a:lnTo>
                  <a:lnTo>
                    <a:pt x="331546" y="128270"/>
                  </a:lnTo>
                  <a:lnTo>
                    <a:pt x="330987" y="129540"/>
                  </a:lnTo>
                  <a:lnTo>
                    <a:pt x="330352" y="128270"/>
                  </a:lnTo>
                  <a:lnTo>
                    <a:pt x="330085" y="128270"/>
                  </a:lnTo>
                  <a:lnTo>
                    <a:pt x="326758" y="125730"/>
                  </a:lnTo>
                  <a:lnTo>
                    <a:pt x="322948" y="123190"/>
                  </a:lnTo>
                  <a:lnTo>
                    <a:pt x="320459" y="120650"/>
                  </a:lnTo>
                  <a:lnTo>
                    <a:pt x="319417" y="119380"/>
                  </a:lnTo>
                  <a:lnTo>
                    <a:pt x="309676" y="119380"/>
                  </a:lnTo>
                  <a:lnTo>
                    <a:pt x="308051" y="121920"/>
                  </a:lnTo>
                  <a:lnTo>
                    <a:pt x="307073" y="121920"/>
                  </a:lnTo>
                  <a:lnTo>
                    <a:pt x="304977" y="124460"/>
                  </a:lnTo>
                  <a:lnTo>
                    <a:pt x="302539" y="125730"/>
                  </a:lnTo>
                  <a:lnTo>
                    <a:pt x="303682" y="127000"/>
                  </a:lnTo>
                  <a:lnTo>
                    <a:pt x="304761" y="128270"/>
                  </a:lnTo>
                  <a:lnTo>
                    <a:pt x="305917" y="129540"/>
                  </a:lnTo>
                  <a:lnTo>
                    <a:pt x="306628" y="129540"/>
                  </a:lnTo>
                  <a:lnTo>
                    <a:pt x="307822" y="130810"/>
                  </a:lnTo>
                  <a:lnTo>
                    <a:pt x="309486" y="130810"/>
                  </a:lnTo>
                  <a:lnTo>
                    <a:pt x="310553" y="129540"/>
                  </a:lnTo>
                  <a:lnTo>
                    <a:pt x="316103" y="129540"/>
                  </a:lnTo>
                  <a:lnTo>
                    <a:pt x="317347" y="132080"/>
                  </a:lnTo>
                  <a:lnTo>
                    <a:pt x="318185" y="133350"/>
                  </a:lnTo>
                  <a:lnTo>
                    <a:pt x="326174" y="143510"/>
                  </a:lnTo>
                  <a:lnTo>
                    <a:pt x="332574" y="149860"/>
                  </a:lnTo>
                  <a:lnTo>
                    <a:pt x="331876" y="151130"/>
                  </a:lnTo>
                  <a:lnTo>
                    <a:pt x="330479" y="151130"/>
                  </a:lnTo>
                  <a:lnTo>
                    <a:pt x="327837" y="152400"/>
                  </a:lnTo>
                  <a:lnTo>
                    <a:pt x="318655" y="152400"/>
                  </a:lnTo>
                  <a:lnTo>
                    <a:pt x="315899" y="151130"/>
                  </a:lnTo>
                  <a:lnTo>
                    <a:pt x="315328" y="151130"/>
                  </a:lnTo>
                  <a:lnTo>
                    <a:pt x="311848" y="156210"/>
                  </a:lnTo>
                  <a:lnTo>
                    <a:pt x="310819" y="157480"/>
                  </a:lnTo>
                  <a:lnTo>
                    <a:pt x="309841" y="158750"/>
                  </a:lnTo>
                  <a:lnTo>
                    <a:pt x="309206" y="160020"/>
                  </a:lnTo>
                  <a:lnTo>
                    <a:pt x="313931" y="167640"/>
                  </a:lnTo>
                  <a:lnTo>
                    <a:pt x="317512" y="173990"/>
                  </a:lnTo>
                  <a:lnTo>
                    <a:pt x="321005" y="180340"/>
                  </a:lnTo>
                  <a:lnTo>
                    <a:pt x="323545" y="185420"/>
                  </a:lnTo>
                  <a:lnTo>
                    <a:pt x="325793" y="191770"/>
                  </a:lnTo>
                  <a:lnTo>
                    <a:pt x="328752" y="193040"/>
                  </a:lnTo>
                  <a:lnTo>
                    <a:pt x="337769" y="195580"/>
                  </a:lnTo>
                  <a:lnTo>
                    <a:pt x="345617" y="200660"/>
                  </a:lnTo>
                  <a:lnTo>
                    <a:pt x="346468" y="201930"/>
                  </a:lnTo>
                  <a:lnTo>
                    <a:pt x="346583" y="199390"/>
                  </a:lnTo>
                  <a:lnTo>
                    <a:pt x="346684" y="196850"/>
                  </a:lnTo>
                  <a:lnTo>
                    <a:pt x="345465" y="195580"/>
                  </a:lnTo>
                  <a:lnTo>
                    <a:pt x="341071" y="194310"/>
                  </a:lnTo>
                  <a:lnTo>
                    <a:pt x="339407" y="193040"/>
                  </a:lnTo>
                  <a:lnTo>
                    <a:pt x="341223" y="193040"/>
                  </a:lnTo>
                  <a:lnTo>
                    <a:pt x="346684" y="194310"/>
                  </a:lnTo>
                  <a:lnTo>
                    <a:pt x="350608" y="195580"/>
                  </a:lnTo>
                  <a:lnTo>
                    <a:pt x="349770" y="193040"/>
                  </a:lnTo>
                  <a:lnTo>
                    <a:pt x="349351" y="191770"/>
                  </a:lnTo>
                  <a:lnTo>
                    <a:pt x="345313" y="186690"/>
                  </a:lnTo>
                  <a:lnTo>
                    <a:pt x="342849" y="184150"/>
                  </a:lnTo>
                  <a:lnTo>
                    <a:pt x="339509" y="182880"/>
                  </a:lnTo>
                  <a:lnTo>
                    <a:pt x="336245" y="182880"/>
                  </a:lnTo>
                  <a:lnTo>
                    <a:pt x="334848" y="184150"/>
                  </a:lnTo>
                  <a:lnTo>
                    <a:pt x="335064" y="185420"/>
                  </a:lnTo>
                  <a:lnTo>
                    <a:pt x="334340" y="186690"/>
                  </a:lnTo>
                  <a:lnTo>
                    <a:pt x="331749" y="186690"/>
                  </a:lnTo>
                  <a:lnTo>
                    <a:pt x="330898" y="185420"/>
                  </a:lnTo>
                  <a:lnTo>
                    <a:pt x="331749" y="182880"/>
                  </a:lnTo>
                  <a:lnTo>
                    <a:pt x="333616" y="182880"/>
                  </a:lnTo>
                  <a:lnTo>
                    <a:pt x="333248" y="180340"/>
                  </a:lnTo>
                  <a:lnTo>
                    <a:pt x="332828" y="177800"/>
                  </a:lnTo>
                  <a:lnTo>
                    <a:pt x="329666" y="177800"/>
                  </a:lnTo>
                  <a:lnTo>
                    <a:pt x="327837" y="176530"/>
                  </a:lnTo>
                  <a:lnTo>
                    <a:pt x="324878" y="172720"/>
                  </a:lnTo>
                  <a:lnTo>
                    <a:pt x="321818" y="167640"/>
                  </a:lnTo>
                  <a:lnTo>
                    <a:pt x="320255" y="165100"/>
                  </a:lnTo>
                  <a:lnTo>
                    <a:pt x="318858" y="162560"/>
                  </a:lnTo>
                  <a:lnTo>
                    <a:pt x="320776" y="160020"/>
                  </a:lnTo>
                  <a:lnTo>
                    <a:pt x="323126" y="158750"/>
                  </a:lnTo>
                  <a:lnTo>
                    <a:pt x="328142" y="161290"/>
                  </a:lnTo>
                  <a:lnTo>
                    <a:pt x="337921" y="162560"/>
                  </a:lnTo>
                  <a:lnTo>
                    <a:pt x="350177" y="162560"/>
                  </a:lnTo>
                  <a:lnTo>
                    <a:pt x="351904" y="171450"/>
                  </a:lnTo>
                  <a:lnTo>
                    <a:pt x="355638" y="179070"/>
                  </a:lnTo>
                  <a:lnTo>
                    <a:pt x="362140" y="184150"/>
                  </a:lnTo>
                  <a:lnTo>
                    <a:pt x="372186" y="187960"/>
                  </a:lnTo>
                  <a:lnTo>
                    <a:pt x="379857" y="190500"/>
                  </a:lnTo>
                  <a:lnTo>
                    <a:pt x="387934" y="195580"/>
                  </a:lnTo>
                  <a:lnTo>
                    <a:pt x="390728" y="203200"/>
                  </a:lnTo>
                  <a:lnTo>
                    <a:pt x="371500" y="205740"/>
                  </a:lnTo>
                  <a:lnTo>
                    <a:pt x="360311" y="210820"/>
                  </a:lnTo>
                  <a:lnTo>
                    <a:pt x="355104" y="218440"/>
                  </a:lnTo>
                  <a:lnTo>
                    <a:pt x="353822" y="226060"/>
                  </a:lnTo>
                  <a:lnTo>
                    <a:pt x="355574" y="233680"/>
                  </a:lnTo>
                  <a:lnTo>
                    <a:pt x="359435" y="238760"/>
                  </a:lnTo>
                  <a:lnTo>
                    <a:pt x="363296" y="242570"/>
                  </a:lnTo>
                  <a:lnTo>
                    <a:pt x="365048" y="248920"/>
                  </a:lnTo>
                  <a:lnTo>
                    <a:pt x="360730" y="254000"/>
                  </a:lnTo>
                  <a:lnTo>
                    <a:pt x="350647" y="257810"/>
                  </a:lnTo>
                  <a:lnTo>
                    <a:pt x="339013" y="260350"/>
                  </a:lnTo>
                  <a:lnTo>
                    <a:pt x="330085" y="261620"/>
                  </a:lnTo>
                  <a:lnTo>
                    <a:pt x="323126" y="262890"/>
                  </a:lnTo>
                  <a:lnTo>
                    <a:pt x="319354" y="264160"/>
                  </a:lnTo>
                  <a:lnTo>
                    <a:pt x="315937" y="267970"/>
                  </a:lnTo>
                  <a:lnTo>
                    <a:pt x="312686" y="270510"/>
                  </a:lnTo>
                  <a:lnTo>
                    <a:pt x="303352" y="279400"/>
                  </a:lnTo>
                  <a:lnTo>
                    <a:pt x="305917" y="280670"/>
                  </a:lnTo>
                  <a:lnTo>
                    <a:pt x="308483" y="280670"/>
                  </a:lnTo>
                  <a:lnTo>
                    <a:pt x="313067" y="274320"/>
                  </a:lnTo>
                  <a:lnTo>
                    <a:pt x="314350" y="273050"/>
                  </a:lnTo>
                  <a:lnTo>
                    <a:pt x="315328" y="270510"/>
                  </a:lnTo>
                  <a:lnTo>
                    <a:pt x="316166" y="271780"/>
                  </a:lnTo>
                  <a:lnTo>
                    <a:pt x="317119" y="271780"/>
                  </a:lnTo>
                  <a:lnTo>
                    <a:pt x="315429" y="274320"/>
                  </a:lnTo>
                  <a:lnTo>
                    <a:pt x="311670" y="280670"/>
                  </a:lnTo>
                  <a:lnTo>
                    <a:pt x="327406" y="281940"/>
                  </a:lnTo>
                  <a:lnTo>
                    <a:pt x="328422" y="276860"/>
                  </a:lnTo>
                  <a:lnTo>
                    <a:pt x="328422" y="271780"/>
                  </a:lnTo>
                  <a:lnTo>
                    <a:pt x="324472" y="270510"/>
                  </a:lnTo>
                  <a:lnTo>
                    <a:pt x="326758" y="267970"/>
                  </a:lnTo>
                  <a:lnTo>
                    <a:pt x="329120" y="266700"/>
                  </a:lnTo>
                  <a:lnTo>
                    <a:pt x="330987" y="267970"/>
                  </a:lnTo>
                  <a:lnTo>
                    <a:pt x="334632" y="271780"/>
                  </a:lnTo>
                  <a:lnTo>
                    <a:pt x="335203" y="274320"/>
                  </a:lnTo>
                  <a:lnTo>
                    <a:pt x="339598" y="271780"/>
                  </a:lnTo>
                  <a:lnTo>
                    <a:pt x="353187" y="266700"/>
                  </a:lnTo>
                  <a:lnTo>
                    <a:pt x="370166" y="260350"/>
                  </a:lnTo>
                  <a:lnTo>
                    <a:pt x="375221" y="257810"/>
                  </a:lnTo>
                  <a:lnTo>
                    <a:pt x="378282" y="256540"/>
                  </a:lnTo>
                  <a:lnTo>
                    <a:pt x="382143" y="255270"/>
                  </a:lnTo>
                  <a:lnTo>
                    <a:pt x="381000" y="252730"/>
                  </a:lnTo>
                  <a:lnTo>
                    <a:pt x="378625" y="251460"/>
                  </a:lnTo>
                  <a:lnTo>
                    <a:pt x="376212" y="248920"/>
                  </a:lnTo>
                  <a:lnTo>
                    <a:pt x="375666" y="246380"/>
                  </a:lnTo>
                  <a:lnTo>
                    <a:pt x="375666" y="232410"/>
                  </a:lnTo>
                  <a:lnTo>
                    <a:pt x="381927" y="228600"/>
                  </a:lnTo>
                  <a:lnTo>
                    <a:pt x="393192" y="228600"/>
                  </a:lnTo>
                  <a:lnTo>
                    <a:pt x="392696" y="232410"/>
                  </a:lnTo>
                  <a:lnTo>
                    <a:pt x="392696" y="233680"/>
                  </a:lnTo>
                  <a:lnTo>
                    <a:pt x="396659" y="245110"/>
                  </a:lnTo>
                  <a:lnTo>
                    <a:pt x="405841" y="255270"/>
                  </a:lnTo>
                  <a:lnTo>
                    <a:pt x="416255" y="262890"/>
                  </a:lnTo>
                  <a:lnTo>
                    <a:pt x="423913" y="265430"/>
                  </a:lnTo>
                  <a:lnTo>
                    <a:pt x="426872" y="265430"/>
                  </a:lnTo>
                  <a:lnTo>
                    <a:pt x="430911" y="262890"/>
                  </a:lnTo>
                  <a:lnTo>
                    <a:pt x="431025" y="267970"/>
                  </a:lnTo>
                  <a:lnTo>
                    <a:pt x="431139" y="273050"/>
                  </a:lnTo>
                  <a:lnTo>
                    <a:pt x="431253" y="279400"/>
                  </a:lnTo>
                  <a:lnTo>
                    <a:pt x="432803" y="284480"/>
                  </a:lnTo>
                  <a:lnTo>
                    <a:pt x="430110" y="300990"/>
                  </a:lnTo>
                  <a:lnTo>
                    <a:pt x="427685" y="302260"/>
                  </a:lnTo>
                  <a:lnTo>
                    <a:pt x="417766" y="309880"/>
                  </a:lnTo>
                  <a:lnTo>
                    <a:pt x="413105" y="320040"/>
                  </a:lnTo>
                  <a:lnTo>
                    <a:pt x="411048" y="322580"/>
                  </a:lnTo>
                  <a:lnTo>
                    <a:pt x="413207" y="323850"/>
                  </a:lnTo>
                  <a:lnTo>
                    <a:pt x="415505" y="323850"/>
                  </a:lnTo>
                  <a:lnTo>
                    <a:pt x="417347" y="318770"/>
                  </a:lnTo>
                  <a:lnTo>
                    <a:pt x="419049" y="313690"/>
                  </a:lnTo>
                  <a:lnTo>
                    <a:pt x="420776" y="311150"/>
                  </a:lnTo>
                  <a:lnTo>
                    <a:pt x="422656" y="309880"/>
                  </a:lnTo>
                  <a:lnTo>
                    <a:pt x="420687" y="314960"/>
                  </a:lnTo>
                  <a:lnTo>
                    <a:pt x="419328" y="321310"/>
                  </a:lnTo>
                  <a:lnTo>
                    <a:pt x="418261" y="323850"/>
                  </a:lnTo>
                  <a:lnTo>
                    <a:pt x="424751" y="325120"/>
                  </a:lnTo>
                  <a:lnTo>
                    <a:pt x="434784" y="320040"/>
                  </a:lnTo>
                  <a:lnTo>
                    <a:pt x="434784" y="311150"/>
                  </a:lnTo>
                  <a:lnTo>
                    <a:pt x="431253" y="311150"/>
                  </a:lnTo>
                  <a:lnTo>
                    <a:pt x="431253" y="309880"/>
                  </a:lnTo>
                  <a:lnTo>
                    <a:pt x="431253" y="307340"/>
                  </a:lnTo>
                  <a:lnTo>
                    <a:pt x="432841" y="306070"/>
                  </a:lnTo>
                  <a:lnTo>
                    <a:pt x="437273" y="306070"/>
                  </a:lnTo>
                  <a:lnTo>
                    <a:pt x="439216" y="307340"/>
                  </a:lnTo>
                  <a:lnTo>
                    <a:pt x="439331" y="308610"/>
                  </a:lnTo>
                  <a:lnTo>
                    <a:pt x="441998" y="307340"/>
                  </a:lnTo>
                  <a:lnTo>
                    <a:pt x="442925" y="306070"/>
                  </a:lnTo>
                  <a:lnTo>
                    <a:pt x="443839" y="304800"/>
                  </a:lnTo>
                  <a:lnTo>
                    <a:pt x="443814" y="302260"/>
                  </a:lnTo>
                  <a:lnTo>
                    <a:pt x="443699" y="290830"/>
                  </a:lnTo>
                  <a:lnTo>
                    <a:pt x="444119" y="290830"/>
                  </a:lnTo>
                  <a:lnTo>
                    <a:pt x="445274" y="293370"/>
                  </a:lnTo>
                  <a:lnTo>
                    <a:pt x="447344" y="294640"/>
                  </a:lnTo>
                  <a:lnTo>
                    <a:pt x="454558" y="294640"/>
                  </a:lnTo>
                  <a:lnTo>
                    <a:pt x="456590" y="292100"/>
                  </a:lnTo>
                  <a:lnTo>
                    <a:pt x="458990" y="290830"/>
                  </a:lnTo>
                  <a:lnTo>
                    <a:pt x="460717" y="288290"/>
                  </a:lnTo>
                  <a:lnTo>
                    <a:pt x="461416" y="285750"/>
                  </a:lnTo>
                  <a:lnTo>
                    <a:pt x="461416" y="283210"/>
                  </a:lnTo>
                  <a:lnTo>
                    <a:pt x="461124" y="281940"/>
                  </a:lnTo>
                  <a:lnTo>
                    <a:pt x="460336" y="280670"/>
                  </a:lnTo>
                  <a:lnTo>
                    <a:pt x="459333" y="279400"/>
                  </a:lnTo>
                  <a:lnTo>
                    <a:pt x="458419" y="278714"/>
                  </a:lnTo>
                  <a:lnTo>
                    <a:pt x="458419" y="283210"/>
                  </a:lnTo>
                  <a:lnTo>
                    <a:pt x="458279" y="284480"/>
                  </a:lnTo>
                  <a:lnTo>
                    <a:pt x="458101" y="285750"/>
                  </a:lnTo>
                  <a:lnTo>
                    <a:pt x="457771" y="287020"/>
                  </a:lnTo>
                  <a:lnTo>
                    <a:pt x="456590" y="289560"/>
                  </a:lnTo>
                  <a:lnTo>
                    <a:pt x="454875" y="289560"/>
                  </a:lnTo>
                  <a:lnTo>
                    <a:pt x="451815" y="292100"/>
                  </a:lnTo>
                  <a:lnTo>
                    <a:pt x="448259" y="292100"/>
                  </a:lnTo>
                  <a:lnTo>
                    <a:pt x="447535" y="290830"/>
                  </a:lnTo>
                  <a:lnTo>
                    <a:pt x="446811" y="289560"/>
                  </a:lnTo>
                  <a:lnTo>
                    <a:pt x="445973" y="288290"/>
                  </a:lnTo>
                  <a:lnTo>
                    <a:pt x="446062" y="287020"/>
                  </a:lnTo>
                  <a:lnTo>
                    <a:pt x="446227" y="287020"/>
                  </a:lnTo>
                  <a:lnTo>
                    <a:pt x="446392" y="285750"/>
                  </a:lnTo>
                  <a:lnTo>
                    <a:pt x="446557" y="284480"/>
                  </a:lnTo>
                  <a:lnTo>
                    <a:pt x="447903" y="283210"/>
                  </a:lnTo>
                  <a:lnTo>
                    <a:pt x="449491" y="281940"/>
                  </a:lnTo>
                  <a:lnTo>
                    <a:pt x="451345" y="280670"/>
                  </a:lnTo>
                  <a:lnTo>
                    <a:pt x="455129" y="280670"/>
                  </a:lnTo>
                  <a:lnTo>
                    <a:pt x="457060" y="281940"/>
                  </a:lnTo>
                  <a:lnTo>
                    <a:pt x="457644" y="283210"/>
                  </a:lnTo>
                  <a:lnTo>
                    <a:pt x="458419" y="283210"/>
                  </a:lnTo>
                  <a:lnTo>
                    <a:pt x="458419" y="278714"/>
                  </a:lnTo>
                  <a:lnTo>
                    <a:pt x="457644" y="278130"/>
                  </a:lnTo>
                  <a:lnTo>
                    <a:pt x="455764" y="278130"/>
                  </a:lnTo>
                  <a:lnTo>
                    <a:pt x="453199" y="276860"/>
                  </a:lnTo>
                  <a:lnTo>
                    <a:pt x="450265" y="278130"/>
                  </a:lnTo>
                  <a:lnTo>
                    <a:pt x="445681" y="280670"/>
                  </a:lnTo>
                  <a:lnTo>
                    <a:pt x="443839" y="283210"/>
                  </a:lnTo>
                  <a:lnTo>
                    <a:pt x="443280" y="285750"/>
                  </a:lnTo>
                  <a:lnTo>
                    <a:pt x="443217" y="284480"/>
                  </a:lnTo>
                  <a:lnTo>
                    <a:pt x="443141" y="283210"/>
                  </a:lnTo>
                  <a:lnTo>
                    <a:pt x="443064" y="281940"/>
                  </a:lnTo>
                  <a:lnTo>
                    <a:pt x="443001" y="280670"/>
                  </a:lnTo>
                  <a:lnTo>
                    <a:pt x="442925" y="279400"/>
                  </a:lnTo>
                  <a:lnTo>
                    <a:pt x="442849" y="278130"/>
                  </a:lnTo>
                  <a:lnTo>
                    <a:pt x="442785" y="276860"/>
                  </a:lnTo>
                  <a:lnTo>
                    <a:pt x="441998" y="269240"/>
                  </a:lnTo>
                  <a:lnTo>
                    <a:pt x="442125" y="267970"/>
                  </a:lnTo>
                  <a:lnTo>
                    <a:pt x="442252" y="266700"/>
                  </a:lnTo>
                  <a:lnTo>
                    <a:pt x="442366" y="265430"/>
                  </a:lnTo>
                  <a:lnTo>
                    <a:pt x="442468" y="264160"/>
                  </a:lnTo>
                  <a:lnTo>
                    <a:pt x="442569" y="262890"/>
                  </a:lnTo>
                  <a:lnTo>
                    <a:pt x="442671" y="261620"/>
                  </a:lnTo>
                  <a:lnTo>
                    <a:pt x="442785" y="260350"/>
                  </a:lnTo>
                  <a:lnTo>
                    <a:pt x="442925" y="257810"/>
                  </a:lnTo>
                  <a:lnTo>
                    <a:pt x="441325" y="257810"/>
                  </a:lnTo>
                  <a:lnTo>
                    <a:pt x="439623" y="256540"/>
                  </a:lnTo>
                  <a:lnTo>
                    <a:pt x="437781" y="260350"/>
                  </a:lnTo>
                  <a:lnTo>
                    <a:pt x="432930" y="260350"/>
                  </a:lnTo>
                  <a:lnTo>
                    <a:pt x="425742" y="252730"/>
                  </a:lnTo>
                  <a:lnTo>
                    <a:pt x="425742" y="246380"/>
                  </a:lnTo>
                  <a:lnTo>
                    <a:pt x="426923" y="241300"/>
                  </a:lnTo>
                  <a:lnTo>
                    <a:pt x="429983" y="233680"/>
                  </a:lnTo>
                  <a:lnTo>
                    <a:pt x="431977" y="228600"/>
                  </a:lnTo>
                  <a:lnTo>
                    <a:pt x="432612" y="223520"/>
                  </a:lnTo>
                  <a:lnTo>
                    <a:pt x="432930" y="220980"/>
                  </a:lnTo>
                  <a:lnTo>
                    <a:pt x="432841" y="218440"/>
                  </a:lnTo>
                  <a:lnTo>
                    <a:pt x="434682" y="217170"/>
                  </a:lnTo>
                  <a:lnTo>
                    <a:pt x="437299" y="222250"/>
                  </a:lnTo>
                  <a:lnTo>
                    <a:pt x="439470" y="227330"/>
                  </a:lnTo>
                  <a:lnTo>
                    <a:pt x="442785" y="231140"/>
                  </a:lnTo>
                  <a:lnTo>
                    <a:pt x="443852" y="238760"/>
                  </a:lnTo>
                  <a:lnTo>
                    <a:pt x="448995" y="245110"/>
                  </a:lnTo>
                  <a:lnTo>
                    <a:pt x="456577" y="248920"/>
                  </a:lnTo>
                  <a:lnTo>
                    <a:pt x="462165" y="246380"/>
                  </a:lnTo>
                  <a:lnTo>
                    <a:pt x="464959" y="245110"/>
                  </a:lnTo>
                  <a:lnTo>
                    <a:pt x="459587" y="246380"/>
                  </a:lnTo>
                  <a:lnTo>
                    <a:pt x="455790" y="241300"/>
                  </a:lnTo>
                  <a:lnTo>
                    <a:pt x="453402" y="236220"/>
                  </a:lnTo>
                  <a:lnTo>
                    <a:pt x="454355" y="236220"/>
                  </a:lnTo>
                  <a:lnTo>
                    <a:pt x="457974" y="237490"/>
                  </a:lnTo>
                  <a:lnTo>
                    <a:pt x="461835" y="241300"/>
                  </a:lnTo>
                  <a:lnTo>
                    <a:pt x="474002" y="241300"/>
                  </a:lnTo>
                  <a:lnTo>
                    <a:pt x="475411" y="236220"/>
                  </a:lnTo>
                  <a:lnTo>
                    <a:pt x="476110" y="233680"/>
                  </a:lnTo>
                  <a:lnTo>
                    <a:pt x="477164" y="229870"/>
                  </a:lnTo>
                  <a:lnTo>
                    <a:pt x="475043" y="232410"/>
                  </a:lnTo>
                  <a:lnTo>
                    <a:pt x="470611" y="233680"/>
                  </a:lnTo>
                  <a:lnTo>
                    <a:pt x="467575" y="233680"/>
                  </a:lnTo>
                  <a:lnTo>
                    <a:pt x="469087" y="232410"/>
                  </a:lnTo>
                  <a:lnTo>
                    <a:pt x="472109" y="229870"/>
                  </a:lnTo>
                  <a:lnTo>
                    <a:pt x="474484" y="224790"/>
                  </a:lnTo>
                  <a:lnTo>
                    <a:pt x="474484" y="218440"/>
                  </a:lnTo>
                  <a:lnTo>
                    <a:pt x="468680" y="199390"/>
                  </a:lnTo>
                  <a:lnTo>
                    <a:pt x="443090" y="173990"/>
                  </a:lnTo>
                  <a:lnTo>
                    <a:pt x="437273" y="157480"/>
                  </a:lnTo>
                  <a:lnTo>
                    <a:pt x="437273" y="147320"/>
                  </a:lnTo>
                  <a:lnTo>
                    <a:pt x="446354" y="140970"/>
                  </a:lnTo>
                  <a:lnTo>
                    <a:pt x="455129" y="140970"/>
                  </a:lnTo>
                  <a:lnTo>
                    <a:pt x="456984" y="142240"/>
                  </a:lnTo>
                  <a:lnTo>
                    <a:pt x="458419" y="142240"/>
                  </a:lnTo>
                  <a:lnTo>
                    <a:pt x="456082" y="144780"/>
                  </a:lnTo>
                  <a:lnTo>
                    <a:pt x="454748" y="148590"/>
                  </a:lnTo>
                  <a:lnTo>
                    <a:pt x="454875" y="153670"/>
                  </a:lnTo>
                  <a:lnTo>
                    <a:pt x="461048" y="165100"/>
                  </a:lnTo>
                  <a:lnTo>
                    <a:pt x="473748" y="172720"/>
                  </a:lnTo>
                  <a:lnTo>
                    <a:pt x="486371" y="177800"/>
                  </a:lnTo>
                  <a:lnTo>
                    <a:pt x="492290" y="184150"/>
                  </a:lnTo>
                  <a:close/>
                </a:path>
              </a:pathLst>
            </a:custGeom>
            <a:solidFill>
              <a:srgbClr val="FFFFFF"/>
            </a:solidFill>
          </p:spPr>
          <p:txBody>
            <a:bodyPr wrap="square" lIns="0" tIns="0" rIns="0" bIns="0" rtlCol="0"/>
            <a:lstStyle/>
            <a:p>
              <a:endParaRPr/>
            </a:p>
          </p:txBody>
        </p:sp>
        <p:pic>
          <p:nvPicPr>
            <p:cNvPr id="8" name="object 8"/>
            <p:cNvPicPr>
              <a:picLocks noGrp="1" noRot="1" noMove="1" noResize="1" noEditPoints="1" noAdjustHandles="1" noChangeArrowheads="1" noChangeShapeType="1" noCrop="1"/>
            </p:cNvPicPr>
            <p:nvPr/>
          </p:nvPicPr>
          <p:blipFill>
            <a:blip r:embed="rId5" cstate="print"/>
            <a:stretch>
              <a:fillRect/>
            </a:stretch>
          </p:blipFill>
          <p:spPr>
            <a:xfrm>
              <a:off x="723307" y="1028083"/>
              <a:ext cx="162182" cy="202135"/>
            </a:xfrm>
            <a:prstGeom prst="rect">
              <a:avLst/>
            </a:prstGeom>
          </p:spPr>
        </p:pic>
        <p:pic>
          <p:nvPicPr>
            <p:cNvPr id="9" name="object 9"/>
            <p:cNvPicPr>
              <a:picLocks noGrp="1" noRot="1" noMove="1" noResize="1" noEditPoints="1" noAdjustHandles="1" noChangeArrowheads="1" noChangeShapeType="1" noCrop="1"/>
            </p:cNvPicPr>
            <p:nvPr/>
          </p:nvPicPr>
          <p:blipFill>
            <a:blip r:embed="rId6" cstate="print"/>
            <a:stretch>
              <a:fillRect/>
            </a:stretch>
          </p:blipFill>
          <p:spPr>
            <a:xfrm>
              <a:off x="928447" y="1028087"/>
              <a:ext cx="167248" cy="197425"/>
            </a:xfrm>
            <a:prstGeom prst="rect">
              <a:avLst/>
            </a:prstGeom>
          </p:spPr>
        </p:pic>
        <p:sp>
          <p:nvSpPr>
            <p:cNvPr id="10" name="object 10"/>
            <p:cNvSpPr>
              <a:spLocks noGrp="1" noRot="1" noMove="1" noResize="1" noEditPoints="1" noAdjustHandles="1" noChangeArrowheads="1" noChangeShapeType="1"/>
            </p:cNvSpPr>
            <p:nvPr/>
          </p:nvSpPr>
          <p:spPr>
            <a:xfrm>
              <a:off x="1195451" y="1028089"/>
              <a:ext cx="160020" cy="197485"/>
            </a:xfrm>
            <a:custGeom>
              <a:avLst/>
              <a:gdLst/>
              <a:ahLst/>
              <a:cxnLst/>
              <a:rect l="l" t="t" r="r" b="b"/>
              <a:pathLst>
                <a:path w="160019" h="197484">
                  <a:moveTo>
                    <a:pt x="159918" y="0"/>
                  </a:moveTo>
                  <a:lnTo>
                    <a:pt x="133070" y="0"/>
                  </a:lnTo>
                  <a:lnTo>
                    <a:pt x="133070" y="85432"/>
                  </a:lnTo>
                  <a:lnTo>
                    <a:pt x="26835" y="85432"/>
                  </a:lnTo>
                  <a:lnTo>
                    <a:pt x="26835" y="0"/>
                  </a:lnTo>
                  <a:lnTo>
                    <a:pt x="0" y="0"/>
                  </a:lnTo>
                  <a:lnTo>
                    <a:pt x="0" y="85432"/>
                  </a:lnTo>
                  <a:lnTo>
                    <a:pt x="0" y="106794"/>
                  </a:lnTo>
                  <a:lnTo>
                    <a:pt x="0" y="197243"/>
                  </a:lnTo>
                  <a:lnTo>
                    <a:pt x="26835" y="197243"/>
                  </a:lnTo>
                  <a:lnTo>
                    <a:pt x="26835" y="106794"/>
                  </a:lnTo>
                  <a:lnTo>
                    <a:pt x="133070" y="106794"/>
                  </a:lnTo>
                  <a:lnTo>
                    <a:pt x="133070" y="197243"/>
                  </a:lnTo>
                  <a:lnTo>
                    <a:pt x="159918" y="197243"/>
                  </a:lnTo>
                  <a:lnTo>
                    <a:pt x="159918" y="106794"/>
                  </a:lnTo>
                  <a:lnTo>
                    <a:pt x="159918" y="85432"/>
                  </a:lnTo>
                  <a:lnTo>
                    <a:pt x="159918" y="0"/>
                  </a:lnTo>
                  <a:close/>
                </a:path>
              </a:pathLst>
            </a:custGeom>
            <a:solidFill>
              <a:srgbClr val="FFFFFF"/>
            </a:solidFill>
          </p:spPr>
          <p:txBody>
            <a:bodyPr wrap="square" lIns="0" tIns="0" rIns="0" bIns="0" rtlCol="0"/>
            <a:lstStyle/>
            <a:p>
              <a:endParaRPr/>
            </a:p>
          </p:txBody>
        </p:sp>
        <p:pic>
          <p:nvPicPr>
            <p:cNvPr id="11" name="object 11"/>
            <p:cNvPicPr>
              <a:picLocks noGrp="1" noRot="1" noMove="1" noResize="1" noEditPoints="1" noAdjustHandles="1" noChangeArrowheads="1" noChangeShapeType="1" noCrop="1"/>
            </p:cNvPicPr>
            <p:nvPr/>
          </p:nvPicPr>
          <p:blipFill>
            <a:blip r:embed="rId7" cstate="print"/>
            <a:stretch>
              <a:fillRect/>
            </a:stretch>
          </p:blipFill>
          <p:spPr>
            <a:xfrm>
              <a:off x="1387592" y="1079243"/>
              <a:ext cx="289038" cy="149587"/>
            </a:xfrm>
            <a:prstGeom prst="rect">
              <a:avLst/>
            </a:prstGeom>
          </p:spPr>
        </p:pic>
        <p:sp>
          <p:nvSpPr>
            <p:cNvPr id="12" name="object 12"/>
            <p:cNvSpPr>
              <a:spLocks noGrp="1" noRot="1" noMove="1" noResize="1" noEditPoints="1" noAdjustHandles="1" noChangeArrowheads="1" noChangeShapeType="1"/>
            </p:cNvSpPr>
            <p:nvPr/>
          </p:nvSpPr>
          <p:spPr>
            <a:xfrm>
              <a:off x="1700362" y="1028087"/>
              <a:ext cx="24130" cy="197485"/>
            </a:xfrm>
            <a:custGeom>
              <a:avLst/>
              <a:gdLst/>
              <a:ahLst/>
              <a:cxnLst/>
              <a:rect l="l" t="t" r="r" b="b"/>
              <a:pathLst>
                <a:path w="24130" h="197484">
                  <a:moveTo>
                    <a:pt x="24017" y="197425"/>
                  </a:moveTo>
                  <a:lnTo>
                    <a:pt x="0" y="197425"/>
                  </a:lnTo>
                  <a:lnTo>
                    <a:pt x="0" y="0"/>
                  </a:lnTo>
                  <a:lnTo>
                    <a:pt x="24017" y="0"/>
                  </a:lnTo>
                  <a:lnTo>
                    <a:pt x="24017" y="197425"/>
                  </a:lnTo>
                  <a:close/>
                </a:path>
              </a:pathLst>
            </a:custGeom>
            <a:solidFill>
              <a:srgbClr val="FFFFFF"/>
            </a:solidFill>
          </p:spPr>
          <p:txBody>
            <a:bodyPr wrap="square" lIns="0" tIns="0" rIns="0" bIns="0" rtlCol="0"/>
            <a:lstStyle/>
            <a:p>
              <a:endParaRPr/>
            </a:p>
          </p:txBody>
        </p:sp>
        <p:pic>
          <p:nvPicPr>
            <p:cNvPr id="13" name="object 13"/>
            <p:cNvPicPr>
              <a:picLocks noGrp="1" noRot="1" noMove="1" noResize="1" noEditPoints="1" noAdjustHandles="1" noChangeArrowheads="1" noChangeShapeType="1" noCrop="1"/>
            </p:cNvPicPr>
            <p:nvPr/>
          </p:nvPicPr>
          <p:blipFill>
            <a:blip r:embed="rId8" cstate="print"/>
            <a:stretch>
              <a:fillRect/>
            </a:stretch>
          </p:blipFill>
          <p:spPr>
            <a:xfrm>
              <a:off x="1746146" y="1039702"/>
              <a:ext cx="77972" cy="185820"/>
            </a:xfrm>
            <a:prstGeom prst="rect">
              <a:avLst/>
            </a:prstGeom>
          </p:spPr>
        </p:pic>
        <p:pic>
          <p:nvPicPr>
            <p:cNvPr id="14" name="object 14"/>
            <p:cNvPicPr>
              <a:picLocks noGrp="1" noRot="1" noMove="1" noResize="1" noEditPoints="1" noAdjustHandles="1" noChangeArrowheads="1" noChangeShapeType="1" noCrop="1"/>
            </p:cNvPicPr>
            <p:nvPr/>
          </p:nvPicPr>
          <p:blipFill>
            <a:blip r:embed="rId9" cstate="print"/>
            <a:stretch>
              <a:fillRect/>
            </a:stretch>
          </p:blipFill>
          <p:spPr>
            <a:xfrm>
              <a:off x="1850678" y="1028087"/>
              <a:ext cx="120924" cy="197425"/>
            </a:xfrm>
            <a:prstGeom prst="rect">
              <a:avLst/>
            </a:prstGeom>
          </p:spPr>
        </p:pic>
        <p:pic>
          <p:nvPicPr>
            <p:cNvPr id="15" name="object 15"/>
            <p:cNvPicPr>
              <a:picLocks noGrp="1" noRot="1" noMove="1" noResize="1" noEditPoints="1" noAdjustHandles="1" noChangeArrowheads="1" noChangeShapeType="1" noCrop="1"/>
            </p:cNvPicPr>
            <p:nvPr/>
          </p:nvPicPr>
          <p:blipFill>
            <a:blip r:embed="rId10" cstate="print"/>
            <a:stretch>
              <a:fillRect/>
            </a:stretch>
          </p:blipFill>
          <p:spPr>
            <a:xfrm>
              <a:off x="712861" y="1314126"/>
              <a:ext cx="162182" cy="206814"/>
            </a:xfrm>
            <a:prstGeom prst="rect">
              <a:avLst/>
            </a:prstGeom>
          </p:spPr>
        </p:pic>
        <p:pic>
          <p:nvPicPr>
            <p:cNvPr id="16" name="object 16"/>
            <p:cNvPicPr>
              <a:picLocks noGrp="1" noRot="1" noMove="1" noResize="1" noEditPoints="1" noAdjustHandles="1" noChangeArrowheads="1" noChangeShapeType="1" noCrop="1"/>
            </p:cNvPicPr>
            <p:nvPr/>
          </p:nvPicPr>
          <p:blipFill>
            <a:blip r:embed="rId11" cstate="print"/>
            <a:stretch>
              <a:fillRect/>
            </a:stretch>
          </p:blipFill>
          <p:spPr>
            <a:xfrm>
              <a:off x="895674" y="1369975"/>
              <a:ext cx="284513" cy="149595"/>
            </a:xfrm>
            <a:prstGeom prst="rect">
              <a:avLst/>
            </a:prstGeom>
          </p:spPr>
        </p:pic>
        <p:pic>
          <p:nvPicPr>
            <p:cNvPr id="17" name="object 17"/>
            <p:cNvPicPr>
              <a:picLocks noGrp="1" noRot="1" noMove="1" noResize="1" noEditPoints="1" noAdjustHandles="1" noChangeArrowheads="1" noChangeShapeType="1" noCrop="1"/>
            </p:cNvPicPr>
            <p:nvPr/>
          </p:nvPicPr>
          <p:blipFill>
            <a:blip r:embed="rId12" cstate="print"/>
            <a:stretch>
              <a:fillRect/>
            </a:stretch>
          </p:blipFill>
          <p:spPr>
            <a:xfrm>
              <a:off x="1207038" y="1373286"/>
              <a:ext cx="120924" cy="146279"/>
            </a:xfrm>
            <a:prstGeom prst="rect">
              <a:avLst/>
            </a:prstGeom>
          </p:spPr>
        </p:pic>
        <p:pic>
          <p:nvPicPr>
            <p:cNvPr id="18" name="object 18"/>
            <p:cNvPicPr>
              <a:picLocks noGrp="1" noRot="1" noMove="1" noResize="1" noEditPoints="1" noAdjustHandles="1" noChangeArrowheads="1" noChangeShapeType="1" noCrop="1"/>
            </p:cNvPicPr>
            <p:nvPr/>
          </p:nvPicPr>
          <p:blipFill>
            <a:blip r:embed="rId13" cstate="print"/>
            <a:stretch>
              <a:fillRect/>
            </a:stretch>
          </p:blipFill>
          <p:spPr>
            <a:xfrm>
              <a:off x="1363291" y="1369976"/>
              <a:ext cx="76848" cy="146279"/>
            </a:xfrm>
            <a:prstGeom prst="rect">
              <a:avLst/>
            </a:prstGeom>
          </p:spPr>
        </p:pic>
        <p:sp>
          <p:nvSpPr>
            <p:cNvPr id="19" name="object 19"/>
            <p:cNvSpPr>
              <a:spLocks noGrp="1" noRot="1" noMove="1" noResize="1" noEditPoints="1" noAdjustHandles="1" noChangeArrowheads="1" noChangeShapeType="1"/>
            </p:cNvSpPr>
            <p:nvPr/>
          </p:nvSpPr>
          <p:spPr>
            <a:xfrm>
              <a:off x="1459636" y="1318843"/>
              <a:ext cx="24130" cy="197485"/>
            </a:xfrm>
            <a:custGeom>
              <a:avLst/>
              <a:gdLst/>
              <a:ahLst/>
              <a:cxnLst/>
              <a:rect l="l" t="t" r="r" b="b"/>
              <a:pathLst>
                <a:path w="24130" h="197484">
                  <a:moveTo>
                    <a:pt x="24015" y="54457"/>
                  </a:moveTo>
                  <a:lnTo>
                    <a:pt x="0" y="54457"/>
                  </a:lnTo>
                  <a:lnTo>
                    <a:pt x="0" y="197421"/>
                  </a:lnTo>
                  <a:lnTo>
                    <a:pt x="24015" y="197421"/>
                  </a:lnTo>
                  <a:lnTo>
                    <a:pt x="24015" y="54457"/>
                  </a:lnTo>
                  <a:close/>
                </a:path>
                <a:path w="24130" h="197484">
                  <a:moveTo>
                    <a:pt x="24015" y="0"/>
                  </a:moveTo>
                  <a:lnTo>
                    <a:pt x="0" y="0"/>
                  </a:lnTo>
                  <a:lnTo>
                    <a:pt x="0" y="28752"/>
                  </a:lnTo>
                  <a:lnTo>
                    <a:pt x="24015" y="28752"/>
                  </a:lnTo>
                  <a:lnTo>
                    <a:pt x="24015" y="0"/>
                  </a:lnTo>
                  <a:close/>
                </a:path>
              </a:pathLst>
            </a:custGeom>
            <a:solidFill>
              <a:srgbClr val="FFFFFF"/>
            </a:solidFill>
          </p:spPr>
          <p:txBody>
            <a:bodyPr wrap="square" lIns="0" tIns="0" rIns="0" bIns="0" rtlCol="0"/>
            <a:lstStyle/>
            <a:p>
              <a:endParaRPr/>
            </a:p>
          </p:txBody>
        </p:sp>
        <p:pic>
          <p:nvPicPr>
            <p:cNvPr id="20" name="object 20"/>
            <p:cNvPicPr>
              <a:picLocks noGrp="1" noRot="1" noMove="1" noResize="1" noEditPoints="1" noAdjustHandles="1" noChangeArrowheads="1" noChangeShapeType="1" noCrop="1"/>
            </p:cNvPicPr>
            <p:nvPr/>
          </p:nvPicPr>
          <p:blipFill>
            <a:blip r:embed="rId14" cstate="print"/>
            <a:stretch>
              <a:fillRect/>
            </a:stretch>
          </p:blipFill>
          <p:spPr>
            <a:xfrm>
              <a:off x="1505414" y="1330435"/>
              <a:ext cx="225455" cy="243047"/>
            </a:xfrm>
            <a:prstGeom prst="rect">
              <a:avLst/>
            </a:prstGeom>
          </p:spPr>
        </p:pic>
        <p:pic>
          <p:nvPicPr>
            <p:cNvPr id="21" name="object 21"/>
            <p:cNvPicPr>
              <a:picLocks noGrp="1" noRot="1" noMove="1" noResize="1" noEditPoints="1" noAdjustHandles="1" noChangeArrowheads="1" noChangeShapeType="1" noCrop="1"/>
            </p:cNvPicPr>
            <p:nvPr/>
          </p:nvPicPr>
          <p:blipFill>
            <a:blip r:embed="rId15" cstate="print"/>
            <a:stretch>
              <a:fillRect/>
            </a:stretch>
          </p:blipFill>
          <p:spPr>
            <a:xfrm>
              <a:off x="700430" y="1609553"/>
              <a:ext cx="329161" cy="255481"/>
            </a:xfrm>
            <a:prstGeom prst="rect">
              <a:avLst/>
            </a:prstGeom>
          </p:spPr>
        </p:pic>
        <p:pic>
          <p:nvPicPr>
            <p:cNvPr id="22" name="object 22"/>
            <p:cNvPicPr>
              <a:picLocks noGrp="1" noRot="1" noMove="1" noResize="1" noEditPoints="1" noAdjustHandles="1" noChangeArrowheads="1" noChangeShapeType="1" noCrop="1"/>
            </p:cNvPicPr>
            <p:nvPr/>
          </p:nvPicPr>
          <p:blipFill>
            <a:blip r:embed="rId16" cstate="print"/>
            <a:stretch>
              <a:fillRect/>
            </a:stretch>
          </p:blipFill>
          <p:spPr>
            <a:xfrm>
              <a:off x="1057859" y="1660702"/>
              <a:ext cx="134761" cy="149579"/>
            </a:xfrm>
            <a:prstGeom prst="rect">
              <a:avLst/>
            </a:prstGeom>
          </p:spPr>
        </p:pic>
        <p:pic>
          <p:nvPicPr>
            <p:cNvPr id="23" name="object 23"/>
            <p:cNvPicPr>
              <a:picLocks noGrp="1" noRot="1" noMove="1" noResize="1" noEditPoints="1" noAdjustHandles="1" noChangeArrowheads="1" noChangeShapeType="1" noCrop="1"/>
            </p:cNvPicPr>
            <p:nvPr/>
          </p:nvPicPr>
          <p:blipFill>
            <a:blip r:embed="rId17" cstate="print"/>
            <a:stretch>
              <a:fillRect/>
            </a:stretch>
          </p:blipFill>
          <p:spPr>
            <a:xfrm>
              <a:off x="1217495" y="1660710"/>
              <a:ext cx="120924" cy="146263"/>
            </a:xfrm>
            <a:prstGeom prst="rect">
              <a:avLst/>
            </a:prstGeom>
          </p:spPr>
        </p:pic>
        <p:pic>
          <p:nvPicPr>
            <p:cNvPr id="24" name="object 24"/>
            <p:cNvPicPr>
              <a:picLocks noGrp="1" noRot="1" noMove="1" noResize="1" noEditPoints="1" noAdjustHandles="1" noChangeArrowheads="1" noChangeShapeType="1" noCrop="1"/>
            </p:cNvPicPr>
            <p:nvPr/>
          </p:nvPicPr>
          <p:blipFill>
            <a:blip r:embed="rId18" cstate="print"/>
            <a:stretch>
              <a:fillRect/>
            </a:stretch>
          </p:blipFill>
          <p:spPr>
            <a:xfrm>
              <a:off x="1366679" y="1660701"/>
              <a:ext cx="280563" cy="203500"/>
            </a:xfrm>
            <a:prstGeom prst="rect">
              <a:avLst/>
            </a:prstGeom>
          </p:spPr>
        </p:pic>
        <p:sp>
          <p:nvSpPr>
            <p:cNvPr id="25" name="object 25"/>
            <p:cNvSpPr>
              <a:spLocks noGrp="1" noRot="1" noMove="1" noResize="1" noEditPoints="1" noAdjustHandles="1" noChangeArrowheads="1" noChangeShapeType="1"/>
            </p:cNvSpPr>
            <p:nvPr/>
          </p:nvSpPr>
          <p:spPr>
            <a:xfrm>
              <a:off x="0" y="2362200"/>
              <a:ext cx="17348200" cy="6705600"/>
            </a:xfrm>
            <a:custGeom>
              <a:avLst/>
              <a:gdLst/>
              <a:ahLst/>
              <a:cxnLst/>
              <a:rect l="l" t="t" r="r" b="b"/>
              <a:pathLst>
                <a:path w="17348200" h="6705600">
                  <a:moveTo>
                    <a:pt x="17348200" y="0"/>
                  </a:moveTo>
                  <a:lnTo>
                    <a:pt x="0" y="0"/>
                  </a:lnTo>
                  <a:lnTo>
                    <a:pt x="0" y="6705600"/>
                  </a:lnTo>
                  <a:lnTo>
                    <a:pt x="17348200" y="6705600"/>
                  </a:lnTo>
                  <a:lnTo>
                    <a:pt x="17348200" y="0"/>
                  </a:lnTo>
                  <a:close/>
                </a:path>
              </a:pathLst>
            </a:custGeom>
            <a:solidFill>
              <a:srgbClr val="FFFFFF"/>
            </a:solidFill>
          </p:spPr>
          <p:txBody>
            <a:bodyPr wrap="square" lIns="0" tIns="0" rIns="0" bIns="0" rtlCol="0"/>
            <a:lstStyle/>
            <a:p>
              <a:endParaRPr/>
            </a:p>
          </p:txBody>
        </p:sp>
      </p:grpSp>
      <p:sp>
        <p:nvSpPr>
          <p:cNvPr id="27" name="object 27"/>
          <p:cNvSpPr txBox="1">
            <a:spLocks noGrp="1"/>
          </p:cNvSpPr>
          <p:nvPr>
            <p:ph type="title"/>
          </p:nvPr>
        </p:nvSpPr>
        <p:spPr>
          <a:xfrm>
            <a:off x="2351420" y="496738"/>
            <a:ext cx="7871844" cy="1490152"/>
          </a:xfrm>
          <a:prstGeom prst="rect">
            <a:avLst/>
          </a:prstGeom>
        </p:spPr>
        <p:txBody>
          <a:bodyPr vert="horz" wrap="square" lIns="0" tIns="12700" rIns="0" bIns="0" rtlCol="0">
            <a:spAutoFit/>
          </a:bodyPr>
          <a:lstStyle/>
          <a:p>
            <a:pPr marL="12700">
              <a:lnSpc>
                <a:spcPct val="100000"/>
              </a:lnSpc>
              <a:spcBef>
                <a:spcPts val="100"/>
              </a:spcBef>
              <a:tabLst>
                <a:tab pos="2597150" algn="l"/>
              </a:tabLst>
            </a:pPr>
            <a:r>
              <a:rPr lang="en-GB" sz="4800" spc="-10">
                <a:solidFill>
                  <a:srgbClr val="92D050"/>
                </a:solidFill>
                <a:latin typeface="Arial" panose="020B0604020202020204" pitchFamily="34" charset="0"/>
                <a:cs typeface="Arial" panose="020B0604020202020204" pitchFamily="34" charset="0"/>
              </a:rPr>
              <a:t>What is vector-borne disease?</a:t>
            </a:r>
            <a:endParaRPr sz="4800">
              <a:solidFill>
                <a:srgbClr val="92D050"/>
              </a:solidFill>
              <a:latin typeface="Arial" panose="020B0604020202020204" pitchFamily="34" charset="0"/>
              <a:cs typeface="Arial" panose="020B0604020202020204" pitchFamily="34" charset="0"/>
            </a:endParaRPr>
          </a:p>
        </p:txBody>
      </p:sp>
      <p:pic>
        <p:nvPicPr>
          <p:cNvPr id="30" name="Picture 29">
            <a:extLst>
              <a:ext uri="{FF2B5EF4-FFF2-40B4-BE49-F238E27FC236}">
                <a16:creationId xmlns:a16="http://schemas.microsoft.com/office/drawing/2014/main" id="{E6E92938-0216-05BD-3BC7-50B8DD6983A3}"/>
              </a:ext>
            </a:extLst>
          </p:cNvPr>
          <p:cNvPicPr>
            <a:picLocks noChangeAspect="1"/>
          </p:cNvPicPr>
          <p:nvPr/>
        </p:nvPicPr>
        <p:blipFill>
          <a:blip r:embed="rId19"/>
          <a:stretch>
            <a:fillRect/>
          </a:stretch>
        </p:blipFill>
        <p:spPr>
          <a:xfrm>
            <a:off x="6289964" y="2362200"/>
            <a:ext cx="11058235" cy="6705600"/>
          </a:xfrm>
          <a:prstGeom prst="rect">
            <a:avLst/>
          </a:prstGeom>
        </p:spPr>
      </p:pic>
      <p:sp>
        <p:nvSpPr>
          <p:cNvPr id="31" name="Rectangle 30">
            <a:extLst>
              <a:ext uri="{FF2B5EF4-FFF2-40B4-BE49-F238E27FC236}">
                <a16:creationId xmlns:a16="http://schemas.microsoft.com/office/drawing/2014/main" id="{4F2FE630-05EE-C719-B0D4-C858D65F913F}"/>
              </a:ext>
            </a:extLst>
          </p:cNvPr>
          <p:cNvSpPr/>
          <p:nvPr/>
        </p:nvSpPr>
        <p:spPr>
          <a:xfrm>
            <a:off x="10939820" y="3608277"/>
            <a:ext cx="962649" cy="293915"/>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err="1">
                <a:solidFill>
                  <a:sysClr val="windowText" lastClr="000000"/>
                </a:solidFill>
              </a:rPr>
              <a:t>Sindbis</a:t>
            </a:r>
            <a:endParaRPr lang="en-US" err="1">
              <a:solidFill>
                <a:sysClr val="windowText" lastClr="000000"/>
              </a:solidFill>
            </a:endParaRPr>
          </a:p>
        </p:txBody>
      </p:sp>
      <p:sp>
        <p:nvSpPr>
          <p:cNvPr id="32" name="Rectangle 31">
            <a:extLst>
              <a:ext uri="{FF2B5EF4-FFF2-40B4-BE49-F238E27FC236}">
                <a16:creationId xmlns:a16="http://schemas.microsoft.com/office/drawing/2014/main" id="{7C3A3B70-6E23-11F6-C140-C4311719ADF9}"/>
              </a:ext>
            </a:extLst>
          </p:cNvPr>
          <p:cNvSpPr/>
          <p:nvPr/>
        </p:nvSpPr>
        <p:spPr>
          <a:xfrm>
            <a:off x="13036340" y="7466588"/>
            <a:ext cx="1231594" cy="351545"/>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Malaria</a:t>
            </a:r>
            <a:endParaRPr lang="en-US">
              <a:solidFill>
                <a:schemeClr val="tx1"/>
              </a:solidFill>
            </a:endParaRPr>
          </a:p>
        </p:txBody>
      </p:sp>
      <p:sp>
        <p:nvSpPr>
          <p:cNvPr id="33" name="Rectangle 32">
            <a:extLst>
              <a:ext uri="{FF2B5EF4-FFF2-40B4-BE49-F238E27FC236}">
                <a16:creationId xmlns:a16="http://schemas.microsoft.com/office/drawing/2014/main" id="{B86CCD5D-772F-B51F-1E5E-022C1CE075FD}"/>
              </a:ext>
            </a:extLst>
          </p:cNvPr>
          <p:cNvSpPr/>
          <p:nvPr/>
        </p:nvSpPr>
        <p:spPr>
          <a:xfrm>
            <a:off x="5442125" y="8526236"/>
            <a:ext cx="1665514" cy="54156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i="1">
                <a:solidFill>
                  <a:schemeClr val="tx1"/>
                </a:solidFill>
              </a:rPr>
              <a:t>Aedes aegypti</a:t>
            </a:r>
          </a:p>
          <a:p>
            <a:pPr algn="ctr"/>
            <a:r>
              <a:rPr lang="en-GB">
                <a:solidFill>
                  <a:schemeClr val="tx1"/>
                </a:solidFill>
              </a:rPr>
              <a:t>Dengue</a:t>
            </a:r>
            <a:endParaRPr lang="en-US">
              <a:solidFill>
                <a:schemeClr val="tx1"/>
              </a:solidFill>
            </a:endParaRPr>
          </a:p>
        </p:txBody>
      </p:sp>
      <p:sp>
        <p:nvSpPr>
          <p:cNvPr id="34" name="Rectangle 33">
            <a:extLst>
              <a:ext uri="{FF2B5EF4-FFF2-40B4-BE49-F238E27FC236}">
                <a16:creationId xmlns:a16="http://schemas.microsoft.com/office/drawing/2014/main" id="{EA3173CF-ED9B-6544-6518-F77C7B82D2DF}"/>
              </a:ext>
            </a:extLst>
          </p:cNvPr>
          <p:cNvSpPr/>
          <p:nvPr/>
        </p:nvSpPr>
        <p:spPr>
          <a:xfrm>
            <a:off x="11686249" y="5711522"/>
            <a:ext cx="1306810" cy="321128"/>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Usutu</a:t>
            </a:r>
            <a:endParaRPr lang="en-US">
              <a:solidFill>
                <a:schemeClr val="tx1"/>
              </a:solidFill>
            </a:endParaRPr>
          </a:p>
        </p:txBody>
      </p:sp>
      <p:sp>
        <p:nvSpPr>
          <p:cNvPr id="35" name="Rectangle 34">
            <a:extLst>
              <a:ext uri="{FF2B5EF4-FFF2-40B4-BE49-F238E27FC236}">
                <a16:creationId xmlns:a16="http://schemas.microsoft.com/office/drawing/2014/main" id="{6783B257-A878-8384-D92F-8512054DF3D4}"/>
              </a:ext>
            </a:extLst>
          </p:cNvPr>
          <p:cNvSpPr/>
          <p:nvPr/>
        </p:nvSpPr>
        <p:spPr>
          <a:xfrm>
            <a:off x="11248408" y="3028560"/>
            <a:ext cx="1306810" cy="326329"/>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err="1">
                <a:solidFill>
                  <a:schemeClr val="tx1"/>
                </a:solidFill>
              </a:rPr>
              <a:t>Ljungan</a:t>
            </a:r>
            <a:endParaRPr lang="en-US">
              <a:solidFill>
                <a:schemeClr val="tx1"/>
              </a:solidFill>
            </a:endParaRPr>
          </a:p>
        </p:txBody>
      </p:sp>
      <p:sp>
        <p:nvSpPr>
          <p:cNvPr id="36" name="Rectangle 35">
            <a:extLst>
              <a:ext uri="{FF2B5EF4-FFF2-40B4-BE49-F238E27FC236}">
                <a16:creationId xmlns:a16="http://schemas.microsoft.com/office/drawing/2014/main" id="{0E6992F9-AEB6-0BAE-F99B-612802B033EA}"/>
              </a:ext>
            </a:extLst>
          </p:cNvPr>
          <p:cNvSpPr/>
          <p:nvPr/>
        </p:nvSpPr>
        <p:spPr>
          <a:xfrm>
            <a:off x="10954038" y="5051738"/>
            <a:ext cx="1888670" cy="36109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err="1">
                <a:solidFill>
                  <a:schemeClr val="tx1"/>
                </a:solidFill>
              </a:rPr>
              <a:t>Schmallenberg</a:t>
            </a:r>
            <a:endParaRPr lang="en-US">
              <a:solidFill>
                <a:schemeClr val="tx1"/>
              </a:solidFill>
            </a:endParaRPr>
          </a:p>
        </p:txBody>
      </p:sp>
      <p:sp>
        <p:nvSpPr>
          <p:cNvPr id="37" name="Rectangle 36">
            <a:extLst>
              <a:ext uri="{FF2B5EF4-FFF2-40B4-BE49-F238E27FC236}">
                <a16:creationId xmlns:a16="http://schemas.microsoft.com/office/drawing/2014/main" id="{76CFC36F-B448-71A8-3AC5-7EC135340D1B}"/>
              </a:ext>
            </a:extLst>
          </p:cNvPr>
          <p:cNvSpPr/>
          <p:nvPr/>
        </p:nvSpPr>
        <p:spPr>
          <a:xfrm>
            <a:off x="16346190" y="8706706"/>
            <a:ext cx="1002010" cy="36109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RVF</a:t>
            </a:r>
            <a:endParaRPr lang="en-US">
              <a:solidFill>
                <a:schemeClr val="tx1"/>
              </a:solidFill>
            </a:endParaRPr>
          </a:p>
        </p:txBody>
      </p:sp>
      <p:sp>
        <p:nvSpPr>
          <p:cNvPr id="38" name="Rectangle 37">
            <a:extLst>
              <a:ext uri="{FF2B5EF4-FFF2-40B4-BE49-F238E27FC236}">
                <a16:creationId xmlns:a16="http://schemas.microsoft.com/office/drawing/2014/main" id="{956F9A91-C68C-6421-7202-911D48051F31}"/>
              </a:ext>
            </a:extLst>
          </p:cNvPr>
          <p:cNvSpPr/>
          <p:nvPr/>
        </p:nvSpPr>
        <p:spPr>
          <a:xfrm>
            <a:off x="13135952" y="6269177"/>
            <a:ext cx="1306810" cy="36109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ysClr val="windowText" lastClr="000000"/>
                </a:solidFill>
              </a:rPr>
              <a:t>WNV</a:t>
            </a:r>
            <a:endParaRPr lang="en-US">
              <a:solidFill>
                <a:sysClr val="windowText" lastClr="000000"/>
              </a:solidFill>
            </a:endParaRPr>
          </a:p>
        </p:txBody>
      </p:sp>
      <p:sp>
        <p:nvSpPr>
          <p:cNvPr id="39" name="Rectangle 38">
            <a:extLst>
              <a:ext uri="{FF2B5EF4-FFF2-40B4-BE49-F238E27FC236}">
                <a16:creationId xmlns:a16="http://schemas.microsoft.com/office/drawing/2014/main" id="{4E85A733-9B99-3BCB-6E20-099B3C1510C3}"/>
              </a:ext>
            </a:extLst>
          </p:cNvPr>
          <p:cNvSpPr/>
          <p:nvPr/>
        </p:nvSpPr>
        <p:spPr>
          <a:xfrm>
            <a:off x="10473181" y="6700602"/>
            <a:ext cx="1903019" cy="440055"/>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a:solidFill>
                  <a:sysClr val="windowText" lastClr="000000"/>
                </a:solidFill>
              </a:rPr>
              <a:t>Exotic Mosquitoes</a:t>
            </a:r>
            <a:endParaRPr lang="en-US">
              <a:solidFill>
                <a:sysClr val="windowText" lastClr="000000"/>
              </a:solidFill>
            </a:endParaRPr>
          </a:p>
        </p:txBody>
      </p:sp>
      <p:sp>
        <p:nvSpPr>
          <p:cNvPr id="40" name="Rectangle 39">
            <a:extLst>
              <a:ext uri="{FF2B5EF4-FFF2-40B4-BE49-F238E27FC236}">
                <a16:creationId xmlns:a16="http://schemas.microsoft.com/office/drawing/2014/main" id="{684D6CEF-2CCC-6C00-3307-7E7E6EE799C3}"/>
              </a:ext>
            </a:extLst>
          </p:cNvPr>
          <p:cNvSpPr/>
          <p:nvPr/>
        </p:nvSpPr>
        <p:spPr>
          <a:xfrm>
            <a:off x="13212152" y="7012625"/>
            <a:ext cx="947056" cy="253589"/>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ysClr val="windowText" lastClr="000000"/>
                </a:solidFill>
              </a:rPr>
              <a:t>CCHF</a:t>
            </a:r>
            <a:endParaRPr lang="en-US">
              <a:solidFill>
                <a:sysClr val="windowText" lastClr="000000"/>
              </a:solidFill>
            </a:endParaRPr>
          </a:p>
        </p:txBody>
      </p:sp>
      <p:sp>
        <p:nvSpPr>
          <p:cNvPr id="41" name="Rectangle 40">
            <a:extLst>
              <a:ext uri="{FF2B5EF4-FFF2-40B4-BE49-F238E27FC236}">
                <a16:creationId xmlns:a16="http://schemas.microsoft.com/office/drawing/2014/main" id="{58FA99EF-33AD-1395-0C5F-9B664C080FA2}"/>
              </a:ext>
            </a:extLst>
          </p:cNvPr>
          <p:cNvSpPr/>
          <p:nvPr/>
        </p:nvSpPr>
        <p:spPr>
          <a:xfrm>
            <a:off x="15332005" y="7486650"/>
            <a:ext cx="1241495" cy="372836"/>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ysClr val="windowText" lastClr="000000"/>
                </a:solidFill>
              </a:rPr>
              <a:t>Leishmania</a:t>
            </a:r>
            <a:endParaRPr lang="en-US">
              <a:solidFill>
                <a:sysClr val="windowText" lastClr="000000"/>
              </a:solidFill>
            </a:endParaRPr>
          </a:p>
        </p:txBody>
      </p:sp>
      <p:sp>
        <p:nvSpPr>
          <p:cNvPr id="42" name="Rectangle 41">
            <a:extLst>
              <a:ext uri="{FF2B5EF4-FFF2-40B4-BE49-F238E27FC236}">
                <a16:creationId xmlns:a16="http://schemas.microsoft.com/office/drawing/2014/main" id="{72FFD567-E54B-E36D-1C4C-3F98A4D4B35B}"/>
              </a:ext>
            </a:extLst>
          </p:cNvPr>
          <p:cNvSpPr/>
          <p:nvPr/>
        </p:nvSpPr>
        <p:spPr>
          <a:xfrm>
            <a:off x="11046122" y="4172543"/>
            <a:ext cx="962648" cy="293915"/>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ysClr val="windowText" lastClr="000000"/>
                </a:solidFill>
              </a:rPr>
              <a:t>TBE</a:t>
            </a:r>
            <a:endParaRPr lang="en-US">
              <a:solidFill>
                <a:sysClr val="windowText" lastClr="000000"/>
              </a:solidFill>
            </a:endParaRPr>
          </a:p>
        </p:txBody>
      </p:sp>
      <p:sp>
        <p:nvSpPr>
          <p:cNvPr id="44" name="Rectangle 43">
            <a:extLst>
              <a:ext uri="{FF2B5EF4-FFF2-40B4-BE49-F238E27FC236}">
                <a16:creationId xmlns:a16="http://schemas.microsoft.com/office/drawing/2014/main" id="{740A5325-1C41-91C7-914B-E36038F49D32}"/>
              </a:ext>
            </a:extLst>
          </p:cNvPr>
          <p:cNvSpPr/>
          <p:nvPr/>
        </p:nvSpPr>
        <p:spPr>
          <a:xfrm>
            <a:off x="10682995" y="6142420"/>
            <a:ext cx="1306810" cy="36109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ysClr val="windowText" lastClr="000000"/>
                </a:solidFill>
              </a:rPr>
              <a:t>WNV</a:t>
            </a:r>
            <a:endParaRPr lang="en-US">
              <a:solidFill>
                <a:sysClr val="windowText" lastClr="000000"/>
              </a:solidFill>
            </a:endParaRPr>
          </a:p>
        </p:txBody>
      </p:sp>
      <p:sp>
        <p:nvSpPr>
          <p:cNvPr id="45" name="Rectangle 44">
            <a:extLst>
              <a:ext uri="{FF2B5EF4-FFF2-40B4-BE49-F238E27FC236}">
                <a16:creationId xmlns:a16="http://schemas.microsoft.com/office/drawing/2014/main" id="{97BC9520-FFDA-4EF8-4A54-7CCC67F2CC73}"/>
              </a:ext>
            </a:extLst>
          </p:cNvPr>
          <p:cNvSpPr/>
          <p:nvPr/>
        </p:nvSpPr>
        <p:spPr>
          <a:xfrm>
            <a:off x="9011156" y="6474580"/>
            <a:ext cx="1306810" cy="36109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ysClr val="windowText" lastClr="000000"/>
                </a:solidFill>
              </a:rPr>
              <a:t>WNV</a:t>
            </a:r>
            <a:endParaRPr lang="en-US">
              <a:solidFill>
                <a:sysClr val="windowText" lastClr="000000"/>
              </a:solidFill>
            </a:endParaRPr>
          </a:p>
        </p:txBody>
      </p:sp>
      <p:sp>
        <p:nvSpPr>
          <p:cNvPr id="46" name="Rectangle 45">
            <a:extLst>
              <a:ext uri="{FF2B5EF4-FFF2-40B4-BE49-F238E27FC236}">
                <a16:creationId xmlns:a16="http://schemas.microsoft.com/office/drawing/2014/main" id="{83804E12-7456-1D59-4880-4F403C2D1AB9}"/>
              </a:ext>
            </a:extLst>
          </p:cNvPr>
          <p:cNvSpPr/>
          <p:nvPr/>
        </p:nvSpPr>
        <p:spPr>
          <a:xfrm>
            <a:off x="9008850" y="7930183"/>
            <a:ext cx="1306810" cy="36109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ysClr val="windowText" lastClr="000000"/>
                </a:solidFill>
              </a:rPr>
              <a:t>WNV</a:t>
            </a:r>
            <a:endParaRPr lang="en-US">
              <a:solidFill>
                <a:sysClr val="windowText" lastClr="000000"/>
              </a:solidFill>
            </a:endParaRPr>
          </a:p>
        </p:txBody>
      </p:sp>
      <p:sp>
        <p:nvSpPr>
          <p:cNvPr id="47" name="Rectangle 46">
            <a:extLst>
              <a:ext uri="{FF2B5EF4-FFF2-40B4-BE49-F238E27FC236}">
                <a16:creationId xmlns:a16="http://schemas.microsoft.com/office/drawing/2014/main" id="{BE8D07BC-A9C6-F51D-B3BD-17125948C4A6}"/>
              </a:ext>
            </a:extLst>
          </p:cNvPr>
          <p:cNvSpPr/>
          <p:nvPr/>
        </p:nvSpPr>
        <p:spPr>
          <a:xfrm>
            <a:off x="9383180" y="5233029"/>
            <a:ext cx="1306810" cy="36109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ysClr val="windowText" lastClr="000000"/>
                </a:solidFill>
              </a:rPr>
              <a:t>WNV</a:t>
            </a:r>
            <a:endParaRPr lang="en-US">
              <a:solidFill>
                <a:sysClr val="windowText" lastClr="000000"/>
              </a:solidFill>
            </a:endParaRPr>
          </a:p>
        </p:txBody>
      </p:sp>
      <p:sp>
        <p:nvSpPr>
          <p:cNvPr id="48" name="Rectangle 47">
            <a:extLst>
              <a:ext uri="{FF2B5EF4-FFF2-40B4-BE49-F238E27FC236}">
                <a16:creationId xmlns:a16="http://schemas.microsoft.com/office/drawing/2014/main" id="{0ED94ECC-6CA0-C40A-6BC4-482988B14660}"/>
              </a:ext>
            </a:extLst>
          </p:cNvPr>
          <p:cNvSpPr/>
          <p:nvPr/>
        </p:nvSpPr>
        <p:spPr>
          <a:xfrm>
            <a:off x="7357520" y="8108438"/>
            <a:ext cx="1306810" cy="36109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ysClr val="windowText" lastClr="000000"/>
                </a:solidFill>
              </a:rPr>
              <a:t>Dengue</a:t>
            </a:r>
            <a:endParaRPr lang="en-US">
              <a:solidFill>
                <a:sysClr val="windowText" lastClr="000000"/>
              </a:solidFill>
            </a:endParaRPr>
          </a:p>
        </p:txBody>
      </p:sp>
      <p:sp>
        <p:nvSpPr>
          <p:cNvPr id="49" name="Rectangle 48">
            <a:extLst>
              <a:ext uri="{FF2B5EF4-FFF2-40B4-BE49-F238E27FC236}">
                <a16:creationId xmlns:a16="http://schemas.microsoft.com/office/drawing/2014/main" id="{B70F9EE7-7BBB-5FC3-173C-9E87BFEE3475}"/>
              </a:ext>
            </a:extLst>
          </p:cNvPr>
          <p:cNvSpPr/>
          <p:nvPr/>
        </p:nvSpPr>
        <p:spPr>
          <a:xfrm>
            <a:off x="9174692" y="7005657"/>
            <a:ext cx="1306810" cy="36109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ysClr val="windowText" lastClr="000000"/>
                </a:solidFill>
              </a:rPr>
              <a:t>Dengue</a:t>
            </a:r>
            <a:endParaRPr lang="en-US">
              <a:solidFill>
                <a:sysClr val="windowText" lastClr="000000"/>
              </a:solidFill>
            </a:endParaRPr>
          </a:p>
        </p:txBody>
      </p:sp>
      <p:sp>
        <p:nvSpPr>
          <p:cNvPr id="50" name="Rectangle 49">
            <a:extLst>
              <a:ext uri="{FF2B5EF4-FFF2-40B4-BE49-F238E27FC236}">
                <a16:creationId xmlns:a16="http://schemas.microsoft.com/office/drawing/2014/main" id="{08C62969-67B4-962A-233D-27B6A5F082DE}"/>
              </a:ext>
            </a:extLst>
          </p:cNvPr>
          <p:cNvSpPr/>
          <p:nvPr/>
        </p:nvSpPr>
        <p:spPr>
          <a:xfrm>
            <a:off x="9277106" y="5874544"/>
            <a:ext cx="1306810" cy="36109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ysClr val="windowText" lastClr="000000"/>
                </a:solidFill>
              </a:rPr>
              <a:t>Dengue</a:t>
            </a:r>
            <a:endParaRPr lang="en-US">
              <a:solidFill>
                <a:sysClr val="windowText" lastClr="000000"/>
              </a:solidFill>
            </a:endParaRPr>
          </a:p>
        </p:txBody>
      </p:sp>
      <p:sp>
        <p:nvSpPr>
          <p:cNvPr id="51" name="Rectangle 50">
            <a:extLst>
              <a:ext uri="{FF2B5EF4-FFF2-40B4-BE49-F238E27FC236}">
                <a16:creationId xmlns:a16="http://schemas.microsoft.com/office/drawing/2014/main" id="{00184872-A6DE-3ADB-7A99-06A82D0ACEAC}"/>
              </a:ext>
            </a:extLst>
          </p:cNvPr>
          <p:cNvSpPr/>
          <p:nvPr/>
        </p:nvSpPr>
        <p:spPr>
          <a:xfrm>
            <a:off x="11079623" y="7313185"/>
            <a:ext cx="1306810" cy="36109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ysClr val="windowText" lastClr="000000"/>
                </a:solidFill>
              </a:rPr>
              <a:t>Dengue</a:t>
            </a:r>
            <a:endParaRPr lang="en-US">
              <a:solidFill>
                <a:sysClr val="windowText" lastClr="000000"/>
              </a:solidFill>
            </a:endParaRPr>
          </a:p>
        </p:txBody>
      </p:sp>
      <p:sp>
        <p:nvSpPr>
          <p:cNvPr id="52" name="Rectangle 51">
            <a:extLst>
              <a:ext uri="{FF2B5EF4-FFF2-40B4-BE49-F238E27FC236}">
                <a16:creationId xmlns:a16="http://schemas.microsoft.com/office/drawing/2014/main" id="{77EF5119-0163-932C-B214-0A21600C1D6D}"/>
              </a:ext>
            </a:extLst>
          </p:cNvPr>
          <p:cNvSpPr/>
          <p:nvPr/>
        </p:nvSpPr>
        <p:spPr>
          <a:xfrm>
            <a:off x="7709016" y="7575957"/>
            <a:ext cx="1306810" cy="36109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ysClr val="windowText" lastClr="000000"/>
                </a:solidFill>
              </a:rPr>
              <a:t>CCHF</a:t>
            </a:r>
            <a:endParaRPr lang="en-US">
              <a:solidFill>
                <a:sysClr val="windowText" lastClr="000000"/>
              </a:solidFill>
            </a:endParaRPr>
          </a:p>
        </p:txBody>
      </p:sp>
      <p:sp>
        <p:nvSpPr>
          <p:cNvPr id="53" name="Rectangle 52">
            <a:extLst>
              <a:ext uri="{FF2B5EF4-FFF2-40B4-BE49-F238E27FC236}">
                <a16:creationId xmlns:a16="http://schemas.microsoft.com/office/drawing/2014/main" id="{41AAF000-C45E-7AC7-2A3F-67E494722770}"/>
              </a:ext>
            </a:extLst>
          </p:cNvPr>
          <p:cNvSpPr/>
          <p:nvPr/>
        </p:nvSpPr>
        <p:spPr>
          <a:xfrm>
            <a:off x="8618057" y="4688396"/>
            <a:ext cx="1306810" cy="36109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ysClr val="windowText" lastClr="000000"/>
                </a:solidFill>
              </a:rPr>
              <a:t>Usutu</a:t>
            </a:r>
            <a:endParaRPr lang="en-US">
              <a:solidFill>
                <a:sysClr val="windowText" lastClr="000000"/>
              </a:solidFill>
            </a:endParaRPr>
          </a:p>
        </p:txBody>
      </p:sp>
      <p:sp>
        <p:nvSpPr>
          <p:cNvPr id="54" name="Rectangle 53">
            <a:extLst>
              <a:ext uri="{FF2B5EF4-FFF2-40B4-BE49-F238E27FC236}">
                <a16:creationId xmlns:a16="http://schemas.microsoft.com/office/drawing/2014/main" id="{5F367382-ADB4-7371-0B2A-2E5C836FC631}"/>
              </a:ext>
            </a:extLst>
          </p:cNvPr>
          <p:cNvSpPr/>
          <p:nvPr/>
        </p:nvSpPr>
        <p:spPr>
          <a:xfrm>
            <a:off x="7948527" y="5073034"/>
            <a:ext cx="1440510" cy="51655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ysClr val="windowText" lastClr="000000"/>
                </a:solidFill>
              </a:rPr>
              <a:t>Human Babesiosis</a:t>
            </a:r>
            <a:endParaRPr lang="en-US">
              <a:solidFill>
                <a:sysClr val="windowText" lastClr="000000"/>
              </a:solidFill>
            </a:endParaRPr>
          </a:p>
        </p:txBody>
      </p:sp>
      <p:sp>
        <p:nvSpPr>
          <p:cNvPr id="55" name="Rectangle 54">
            <a:extLst>
              <a:ext uri="{FF2B5EF4-FFF2-40B4-BE49-F238E27FC236}">
                <a16:creationId xmlns:a16="http://schemas.microsoft.com/office/drawing/2014/main" id="{2E302A5E-7318-4E62-AA41-79AE9E919780}"/>
              </a:ext>
            </a:extLst>
          </p:cNvPr>
          <p:cNvSpPr/>
          <p:nvPr/>
        </p:nvSpPr>
        <p:spPr>
          <a:xfrm>
            <a:off x="15561130" y="2517591"/>
            <a:ext cx="1660322" cy="678982"/>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First decade</a:t>
            </a:r>
            <a:endParaRPr lang="en-US">
              <a:solidFill>
                <a:schemeClr val="tx1"/>
              </a:solidFill>
            </a:endParaRPr>
          </a:p>
        </p:txBody>
      </p:sp>
      <p:sp>
        <p:nvSpPr>
          <p:cNvPr id="56" name="Rectangle 55">
            <a:extLst>
              <a:ext uri="{FF2B5EF4-FFF2-40B4-BE49-F238E27FC236}">
                <a16:creationId xmlns:a16="http://schemas.microsoft.com/office/drawing/2014/main" id="{250269BC-9C4B-A266-BEA0-DA0852831FA4}"/>
              </a:ext>
            </a:extLst>
          </p:cNvPr>
          <p:cNvSpPr/>
          <p:nvPr/>
        </p:nvSpPr>
        <p:spPr>
          <a:xfrm>
            <a:off x="15561129" y="3414631"/>
            <a:ext cx="1659283" cy="678982"/>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Second decade</a:t>
            </a:r>
            <a:endParaRPr lang="en-US">
              <a:solidFill>
                <a:schemeClr val="tx1"/>
              </a:solidFill>
            </a:endParaRPr>
          </a:p>
        </p:txBody>
      </p:sp>
      <p:sp>
        <p:nvSpPr>
          <p:cNvPr id="57" name="Rectangle 56">
            <a:extLst>
              <a:ext uri="{FF2B5EF4-FFF2-40B4-BE49-F238E27FC236}">
                <a16:creationId xmlns:a16="http://schemas.microsoft.com/office/drawing/2014/main" id="{DF945FB1-E566-DD11-A926-B4745742FF60}"/>
              </a:ext>
            </a:extLst>
          </p:cNvPr>
          <p:cNvSpPr/>
          <p:nvPr/>
        </p:nvSpPr>
        <p:spPr>
          <a:xfrm>
            <a:off x="15561129" y="4311671"/>
            <a:ext cx="1659283" cy="678982"/>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Third decade</a:t>
            </a:r>
            <a:endParaRPr lang="en-US">
              <a:solidFill>
                <a:schemeClr val="tx1"/>
              </a:solidFill>
            </a:endParaRPr>
          </a:p>
        </p:txBody>
      </p:sp>
      <p:pic>
        <p:nvPicPr>
          <p:cNvPr id="59" name="Graphic 58" descr="Skeleton with solid fill">
            <a:extLst>
              <a:ext uri="{FF2B5EF4-FFF2-40B4-BE49-F238E27FC236}">
                <a16:creationId xmlns:a16="http://schemas.microsoft.com/office/drawing/2014/main" id="{88824D82-85E2-AFEE-F820-623AF582BD95}"/>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4061696" y="5849973"/>
            <a:ext cx="2807235" cy="2807235"/>
          </a:xfrm>
          <a:prstGeom prst="rect">
            <a:avLst/>
          </a:prstGeom>
        </p:spPr>
      </p:pic>
      <p:pic>
        <p:nvPicPr>
          <p:cNvPr id="61" name="Graphic 60" descr="Mosquito with solid fill">
            <a:extLst>
              <a:ext uri="{FF2B5EF4-FFF2-40B4-BE49-F238E27FC236}">
                <a16:creationId xmlns:a16="http://schemas.microsoft.com/office/drawing/2014/main" id="{E303C5E1-BF16-1B68-50A0-3D06F989CAED}"/>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59979" y="2227242"/>
            <a:ext cx="3123387" cy="3123387"/>
          </a:xfrm>
          <a:prstGeom prst="rect">
            <a:avLst/>
          </a:prstGeom>
        </p:spPr>
      </p:pic>
      <p:pic>
        <p:nvPicPr>
          <p:cNvPr id="63" name="Graphic 62" descr="Arrow: Rotate right with solid fill">
            <a:extLst>
              <a:ext uri="{FF2B5EF4-FFF2-40B4-BE49-F238E27FC236}">
                <a16:creationId xmlns:a16="http://schemas.microsoft.com/office/drawing/2014/main" id="{83A495AC-58C0-E0B0-66B6-1A2F79610FFA}"/>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rot="20148371">
            <a:off x="2300287" y="4434214"/>
            <a:ext cx="2312172" cy="2312172"/>
          </a:xfrm>
          <a:prstGeom prst="rect">
            <a:avLst/>
          </a:prstGeom>
        </p:spPr>
      </p:pic>
    </p:spTree>
    <p:extLst>
      <p:ext uri="{BB962C8B-B14F-4D97-AF65-F5344CB8AC3E}">
        <p14:creationId xmlns:p14="http://schemas.microsoft.com/office/powerpoint/2010/main" val="14497793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a:grpSpLocks noGrp="1" noUngrp="1" noRot="1" noMove="1" noResize="1"/>
          </p:cNvGrpSpPr>
          <p:nvPr/>
        </p:nvGrpSpPr>
        <p:grpSpPr>
          <a:xfrm>
            <a:off x="0" y="0"/>
            <a:ext cx="17348200" cy="9753600"/>
            <a:chOff x="0" y="0"/>
            <a:chExt cx="17348200" cy="9753600"/>
          </a:xfrm>
        </p:grpSpPr>
        <p:sp>
          <p:nvSpPr>
            <p:cNvPr id="3" name="object 3"/>
            <p:cNvSpPr>
              <a:spLocks noGrp="1" noRot="1" noMove="1" noResize="1" noEditPoints="1" noAdjustHandles="1" noChangeArrowheads="1" noChangeShapeType="1"/>
            </p:cNvSpPr>
            <p:nvPr/>
          </p:nvSpPr>
          <p:spPr>
            <a:xfrm>
              <a:off x="580440" y="535698"/>
              <a:ext cx="431165" cy="1273810"/>
            </a:xfrm>
            <a:custGeom>
              <a:avLst/>
              <a:gdLst/>
              <a:ahLst/>
              <a:cxnLst/>
              <a:rect l="l" t="t" r="r" b="b"/>
              <a:pathLst>
                <a:path w="431165" h="1273810">
                  <a:moveTo>
                    <a:pt x="23545" y="0"/>
                  </a:moveTo>
                  <a:lnTo>
                    <a:pt x="0" y="0"/>
                  </a:lnTo>
                  <a:lnTo>
                    <a:pt x="0" y="1273492"/>
                  </a:lnTo>
                  <a:lnTo>
                    <a:pt x="23545" y="1273492"/>
                  </a:lnTo>
                  <a:lnTo>
                    <a:pt x="23545" y="0"/>
                  </a:lnTo>
                  <a:close/>
                </a:path>
                <a:path w="431165" h="1273810">
                  <a:moveTo>
                    <a:pt x="300494" y="65722"/>
                  </a:moveTo>
                  <a:lnTo>
                    <a:pt x="298564" y="63982"/>
                  </a:lnTo>
                  <a:lnTo>
                    <a:pt x="294246" y="63982"/>
                  </a:lnTo>
                  <a:lnTo>
                    <a:pt x="292481" y="65722"/>
                  </a:lnTo>
                  <a:lnTo>
                    <a:pt x="292481" y="70129"/>
                  </a:lnTo>
                  <a:lnTo>
                    <a:pt x="294246" y="71729"/>
                  </a:lnTo>
                  <a:lnTo>
                    <a:pt x="298564" y="71729"/>
                  </a:lnTo>
                  <a:lnTo>
                    <a:pt x="300494" y="70129"/>
                  </a:lnTo>
                  <a:lnTo>
                    <a:pt x="300494" y="67830"/>
                  </a:lnTo>
                  <a:lnTo>
                    <a:pt x="300494" y="65722"/>
                  </a:lnTo>
                  <a:close/>
                </a:path>
                <a:path w="431165" h="1273810">
                  <a:moveTo>
                    <a:pt x="301802" y="56197"/>
                  </a:moveTo>
                  <a:lnTo>
                    <a:pt x="299999" y="54305"/>
                  </a:lnTo>
                  <a:lnTo>
                    <a:pt x="295567" y="54305"/>
                  </a:lnTo>
                  <a:lnTo>
                    <a:pt x="293725" y="56197"/>
                  </a:lnTo>
                  <a:lnTo>
                    <a:pt x="293725" y="60490"/>
                  </a:lnTo>
                  <a:lnTo>
                    <a:pt x="295567" y="62318"/>
                  </a:lnTo>
                  <a:lnTo>
                    <a:pt x="297764" y="62318"/>
                  </a:lnTo>
                  <a:lnTo>
                    <a:pt x="299999" y="62318"/>
                  </a:lnTo>
                  <a:lnTo>
                    <a:pt x="301802" y="60490"/>
                  </a:lnTo>
                  <a:lnTo>
                    <a:pt x="301802" y="56197"/>
                  </a:lnTo>
                  <a:close/>
                </a:path>
                <a:path w="431165" h="1273810">
                  <a:moveTo>
                    <a:pt x="302501" y="75171"/>
                  </a:moveTo>
                  <a:lnTo>
                    <a:pt x="300659" y="73393"/>
                  </a:lnTo>
                  <a:lnTo>
                    <a:pt x="296202" y="73393"/>
                  </a:lnTo>
                  <a:lnTo>
                    <a:pt x="294335" y="75171"/>
                  </a:lnTo>
                  <a:lnTo>
                    <a:pt x="294335" y="79565"/>
                  </a:lnTo>
                  <a:lnTo>
                    <a:pt x="296202" y="81343"/>
                  </a:lnTo>
                  <a:lnTo>
                    <a:pt x="300659" y="81343"/>
                  </a:lnTo>
                  <a:lnTo>
                    <a:pt x="302501" y="79565"/>
                  </a:lnTo>
                  <a:lnTo>
                    <a:pt x="302501" y="77470"/>
                  </a:lnTo>
                  <a:lnTo>
                    <a:pt x="302501" y="75171"/>
                  </a:lnTo>
                  <a:close/>
                </a:path>
                <a:path w="431165" h="1273810">
                  <a:moveTo>
                    <a:pt x="306197" y="47142"/>
                  </a:moveTo>
                  <a:lnTo>
                    <a:pt x="304342" y="45440"/>
                  </a:lnTo>
                  <a:lnTo>
                    <a:pt x="299999" y="45440"/>
                  </a:lnTo>
                  <a:lnTo>
                    <a:pt x="298157" y="47142"/>
                  </a:lnTo>
                  <a:lnTo>
                    <a:pt x="298157" y="51600"/>
                  </a:lnTo>
                  <a:lnTo>
                    <a:pt x="299999" y="53225"/>
                  </a:lnTo>
                  <a:lnTo>
                    <a:pt x="302221" y="53225"/>
                  </a:lnTo>
                  <a:lnTo>
                    <a:pt x="304342" y="53225"/>
                  </a:lnTo>
                  <a:lnTo>
                    <a:pt x="306197" y="51600"/>
                  </a:lnTo>
                  <a:lnTo>
                    <a:pt x="306197" y="47142"/>
                  </a:lnTo>
                  <a:close/>
                </a:path>
                <a:path w="431165" h="1273810">
                  <a:moveTo>
                    <a:pt x="314058" y="40386"/>
                  </a:moveTo>
                  <a:lnTo>
                    <a:pt x="312254" y="38684"/>
                  </a:lnTo>
                  <a:lnTo>
                    <a:pt x="307848" y="38684"/>
                  </a:lnTo>
                  <a:lnTo>
                    <a:pt x="305968" y="40386"/>
                  </a:lnTo>
                  <a:lnTo>
                    <a:pt x="305968" y="44856"/>
                  </a:lnTo>
                  <a:lnTo>
                    <a:pt x="307848" y="46507"/>
                  </a:lnTo>
                  <a:lnTo>
                    <a:pt x="309994" y="46507"/>
                  </a:lnTo>
                  <a:lnTo>
                    <a:pt x="312254" y="46507"/>
                  </a:lnTo>
                  <a:lnTo>
                    <a:pt x="314058" y="44856"/>
                  </a:lnTo>
                  <a:lnTo>
                    <a:pt x="314058" y="40386"/>
                  </a:lnTo>
                  <a:close/>
                </a:path>
                <a:path w="431165" h="1273810">
                  <a:moveTo>
                    <a:pt x="324015" y="37541"/>
                  </a:moveTo>
                  <a:lnTo>
                    <a:pt x="322148" y="35699"/>
                  </a:lnTo>
                  <a:lnTo>
                    <a:pt x="317741" y="35699"/>
                  </a:lnTo>
                  <a:lnTo>
                    <a:pt x="316001" y="37541"/>
                  </a:lnTo>
                  <a:lnTo>
                    <a:pt x="316001" y="41694"/>
                  </a:lnTo>
                  <a:lnTo>
                    <a:pt x="317741" y="43586"/>
                  </a:lnTo>
                  <a:lnTo>
                    <a:pt x="320052" y="43586"/>
                  </a:lnTo>
                  <a:lnTo>
                    <a:pt x="322148" y="43586"/>
                  </a:lnTo>
                  <a:lnTo>
                    <a:pt x="324015" y="41694"/>
                  </a:lnTo>
                  <a:lnTo>
                    <a:pt x="324015" y="37541"/>
                  </a:lnTo>
                  <a:close/>
                </a:path>
                <a:path w="431165" h="1273810">
                  <a:moveTo>
                    <a:pt x="334505" y="38442"/>
                  </a:moveTo>
                  <a:lnTo>
                    <a:pt x="332587" y="36753"/>
                  </a:lnTo>
                  <a:lnTo>
                    <a:pt x="328358" y="36753"/>
                  </a:lnTo>
                  <a:lnTo>
                    <a:pt x="326504" y="38442"/>
                  </a:lnTo>
                  <a:lnTo>
                    <a:pt x="326504" y="42710"/>
                  </a:lnTo>
                  <a:lnTo>
                    <a:pt x="328358" y="44526"/>
                  </a:lnTo>
                  <a:lnTo>
                    <a:pt x="330403" y="44526"/>
                  </a:lnTo>
                  <a:lnTo>
                    <a:pt x="332587" y="44526"/>
                  </a:lnTo>
                  <a:lnTo>
                    <a:pt x="334505" y="42710"/>
                  </a:lnTo>
                  <a:lnTo>
                    <a:pt x="334505" y="38442"/>
                  </a:lnTo>
                  <a:close/>
                </a:path>
                <a:path w="431165" h="1273810">
                  <a:moveTo>
                    <a:pt x="337553" y="77203"/>
                  </a:moveTo>
                  <a:lnTo>
                    <a:pt x="337032" y="71132"/>
                  </a:lnTo>
                  <a:lnTo>
                    <a:pt x="332727" y="66992"/>
                  </a:lnTo>
                  <a:lnTo>
                    <a:pt x="331863" y="64820"/>
                  </a:lnTo>
                  <a:lnTo>
                    <a:pt x="329653" y="69037"/>
                  </a:lnTo>
                  <a:lnTo>
                    <a:pt x="327596" y="71640"/>
                  </a:lnTo>
                  <a:lnTo>
                    <a:pt x="327914" y="74891"/>
                  </a:lnTo>
                  <a:lnTo>
                    <a:pt x="328345" y="78308"/>
                  </a:lnTo>
                  <a:lnTo>
                    <a:pt x="331863" y="80645"/>
                  </a:lnTo>
                  <a:lnTo>
                    <a:pt x="333540" y="84035"/>
                  </a:lnTo>
                  <a:lnTo>
                    <a:pt x="335064" y="80149"/>
                  </a:lnTo>
                  <a:lnTo>
                    <a:pt x="337553" y="77203"/>
                  </a:lnTo>
                  <a:close/>
                </a:path>
                <a:path w="431165" h="1273810">
                  <a:moveTo>
                    <a:pt x="344360" y="41186"/>
                  </a:moveTo>
                  <a:lnTo>
                    <a:pt x="342633" y="39420"/>
                  </a:lnTo>
                  <a:lnTo>
                    <a:pt x="338074" y="39420"/>
                  </a:lnTo>
                  <a:lnTo>
                    <a:pt x="336359" y="41186"/>
                  </a:lnTo>
                  <a:lnTo>
                    <a:pt x="336359" y="45580"/>
                  </a:lnTo>
                  <a:lnTo>
                    <a:pt x="338074" y="47307"/>
                  </a:lnTo>
                  <a:lnTo>
                    <a:pt x="340296" y="47307"/>
                  </a:lnTo>
                  <a:lnTo>
                    <a:pt x="342633" y="47307"/>
                  </a:lnTo>
                  <a:lnTo>
                    <a:pt x="344360" y="45580"/>
                  </a:lnTo>
                  <a:lnTo>
                    <a:pt x="344360" y="41186"/>
                  </a:lnTo>
                  <a:close/>
                </a:path>
                <a:path w="431165" h="1273810">
                  <a:moveTo>
                    <a:pt x="353720" y="45440"/>
                  </a:moveTo>
                  <a:lnTo>
                    <a:pt x="351980" y="43878"/>
                  </a:lnTo>
                  <a:lnTo>
                    <a:pt x="347649" y="43878"/>
                  </a:lnTo>
                  <a:lnTo>
                    <a:pt x="345732" y="45440"/>
                  </a:lnTo>
                  <a:lnTo>
                    <a:pt x="345732" y="49872"/>
                  </a:lnTo>
                  <a:lnTo>
                    <a:pt x="347649" y="51689"/>
                  </a:lnTo>
                  <a:lnTo>
                    <a:pt x="349656" y="51689"/>
                  </a:lnTo>
                  <a:lnTo>
                    <a:pt x="351980" y="51689"/>
                  </a:lnTo>
                  <a:lnTo>
                    <a:pt x="353720" y="49872"/>
                  </a:lnTo>
                  <a:lnTo>
                    <a:pt x="353720" y="45440"/>
                  </a:lnTo>
                  <a:close/>
                </a:path>
                <a:path w="431165" h="1273810">
                  <a:moveTo>
                    <a:pt x="358990" y="22199"/>
                  </a:moveTo>
                  <a:lnTo>
                    <a:pt x="353961" y="23253"/>
                  </a:lnTo>
                  <a:lnTo>
                    <a:pt x="350113" y="27165"/>
                  </a:lnTo>
                  <a:lnTo>
                    <a:pt x="349097" y="32194"/>
                  </a:lnTo>
                  <a:lnTo>
                    <a:pt x="358990" y="32194"/>
                  </a:lnTo>
                  <a:lnTo>
                    <a:pt x="358990" y="22199"/>
                  </a:lnTo>
                  <a:close/>
                </a:path>
                <a:path w="431165" h="1273810">
                  <a:moveTo>
                    <a:pt x="359194" y="52082"/>
                  </a:moveTo>
                  <a:lnTo>
                    <a:pt x="357606" y="51841"/>
                  </a:lnTo>
                  <a:lnTo>
                    <a:pt x="356069" y="51346"/>
                  </a:lnTo>
                  <a:lnTo>
                    <a:pt x="354660" y="50787"/>
                  </a:lnTo>
                  <a:lnTo>
                    <a:pt x="354660" y="68884"/>
                  </a:lnTo>
                  <a:lnTo>
                    <a:pt x="359194" y="68884"/>
                  </a:lnTo>
                  <a:lnTo>
                    <a:pt x="359194" y="52082"/>
                  </a:lnTo>
                  <a:close/>
                </a:path>
                <a:path w="431165" h="1273810">
                  <a:moveTo>
                    <a:pt x="368490" y="50774"/>
                  </a:moveTo>
                  <a:lnTo>
                    <a:pt x="367004" y="51346"/>
                  </a:lnTo>
                  <a:lnTo>
                    <a:pt x="365569" y="51828"/>
                  </a:lnTo>
                  <a:lnTo>
                    <a:pt x="363855" y="52082"/>
                  </a:lnTo>
                  <a:lnTo>
                    <a:pt x="363855" y="68872"/>
                  </a:lnTo>
                  <a:lnTo>
                    <a:pt x="368490" y="68872"/>
                  </a:lnTo>
                  <a:lnTo>
                    <a:pt x="368490" y="50774"/>
                  </a:lnTo>
                  <a:close/>
                </a:path>
                <a:path w="431165" h="1273810">
                  <a:moveTo>
                    <a:pt x="372084" y="4114"/>
                  </a:moveTo>
                  <a:lnTo>
                    <a:pt x="369938" y="6832"/>
                  </a:lnTo>
                  <a:lnTo>
                    <a:pt x="366166" y="9245"/>
                  </a:lnTo>
                  <a:lnTo>
                    <a:pt x="362978" y="9880"/>
                  </a:lnTo>
                  <a:lnTo>
                    <a:pt x="363347" y="6400"/>
                  </a:lnTo>
                  <a:lnTo>
                    <a:pt x="365455" y="3568"/>
                  </a:lnTo>
                  <a:lnTo>
                    <a:pt x="368274" y="0"/>
                  </a:lnTo>
                  <a:lnTo>
                    <a:pt x="354850" y="0"/>
                  </a:lnTo>
                  <a:lnTo>
                    <a:pt x="357619" y="3568"/>
                  </a:lnTo>
                  <a:lnTo>
                    <a:pt x="359740" y="6400"/>
                  </a:lnTo>
                  <a:lnTo>
                    <a:pt x="360172" y="9880"/>
                  </a:lnTo>
                  <a:lnTo>
                    <a:pt x="356920" y="9245"/>
                  </a:lnTo>
                  <a:lnTo>
                    <a:pt x="353174" y="6832"/>
                  </a:lnTo>
                  <a:lnTo>
                    <a:pt x="351015" y="4114"/>
                  </a:lnTo>
                  <a:lnTo>
                    <a:pt x="351015" y="17754"/>
                  </a:lnTo>
                  <a:lnTo>
                    <a:pt x="353174" y="14846"/>
                  </a:lnTo>
                  <a:lnTo>
                    <a:pt x="356844" y="12395"/>
                  </a:lnTo>
                  <a:lnTo>
                    <a:pt x="360172" y="11925"/>
                  </a:lnTo>
                  <a:lnTo>
                    <a:pt x="359702" y="15367"/>
                  </a:lnTo>
                  <a:lnTo>
                    <a:pt x="357352" y="18453"/>
                  </a:lnTo>
                  <a:lnTo>
                    <a:pt x="354571" y="20612"/>
                  </a:lnTo>
                  <a:lnTo>
                    <a:pt x="368490" y="20612"/>
                  </a:lnTo>
                  <a:lnTo>
                    <a:pt x="365645" y="18453"/>
                  </a:lnTo>
                  <a:lnTo>
                    <a:pt x="363448" y="15367"/>
                  </a:lnTo>
                  <a:lnTo>
                    <a:pt x="362978" y="11925"/>
                  </a:lnTo>
                  <a:lnTo>
                    <a:pt x="366293" y="12395"/>
                  </a:lnTo>
                  <a:lnTo>
                    <a:pt x="369938" y="14846"/>
                  </a:lnTo>
                  <a:lnTo>
                    <a:pt x="372084" y="17754"/>
                  </a:lnTo>
                  <a:lnTo>
                    <a:pt x="372084" y="4114"/>
                  </a:lnTo>
                  <a:close/>
                </a:path>
                <a:path w="431165" h="1273810">
                  <a:moveTo>
                    <a:pt x="373849" y="37109"/>
                  </a:moveTo>
                  <a:lnTo>
                    <a:pt x="349224" y="37109"/>
                  </a:lnTo>
                  <a:lnTo>
                    <a:pt x="350507" y="42595"/>
                  </a:lnTo>
                  <a:lnTo>
                    <a:pt x="355485" y="46570"/>
                  </a:lnTo>
                  <a:lnTo>
                    <a:pt x="367588" y="46570"/>
                  </a:lnTo>
                  <a:lnTo>
                    <a:pt x="372643" y="42595"/>
                  </a:lnTo>
                  <a:lnTo>
                    <a:pt x="373849" y="37109"/>
                  </a:lnTo>
                  <a:close/>
                </a:path>
                <a:path w="431165" h="1273810">
                  <a:moveTo>
                    <a:pt x="374015" y="32194"/>
                  </a:moveTo>
                  <a:lnTo>
                    <a:pt x="373087" y="27165"/>
                  </a:lnTo>
                  <a:lnTo>
                    <a:pt x="369163" y="23380"/>
                  </a:lnTo>
                  <a:lnTo>
                    <a:pt x="364197" y="22199"/>
                  </a:lnTo>
                  <a:lnTo>
                    <a:pt x="364197" y="32194"/>
                  </a:lnTo>
                  <a:lnTo>
                    <a:pt x="374015" y="32194"/>
                  </a:lnTo>
                  <a:close/>
                </a:path>
                <a:path w="431165" h="1273810">
                  <a:moveTo>
                    <a:pt x="377444" y="45427"/>
                  </a:moveTo>
                  <a:lnTo>
                    <a:pt x="375589" y="43865"/>
                  </a:lnTo>
                  <a:lnTo>
                    <a:pt x="371144" y="43865"/>
                  </a:lnTo>
                  <a:lnTo>
                    <a:pt x="369366" y="45427"/>
                  </a:lnTo>
                  <a:lnTo>
                    <a:pt x="369366" y="47663"/>
                  </a:lnTo>
                  <a:lnTo>
                    <a:pt x="369366" y="49872"/>
                  </a:lnTo>
                  <a:lnTo>
                    <a:pt x="371144" y="51689"/>
                  </a:lnTo>
                  <a:lnTo>
                    <a:pt x="375589" y="51689"/>
                  </a:lnTo>
                  <a:lnTo>
                    <a:pt x="377444" y="49872"/>
                  </a:lnTo>
                  <a:lnTo>
                    <a:pt x="377444" y="45427"/>
                  </a:lnTo>
                  <a:close/>
                </a:path>
                <a:path w="431165" h="1273810">
                  <a:moveTo>
                    <a:pt x="386740" y="41186"/>
                  </a:moveTo>
                  <a:lnTo>
                    <a:pt x="384873" y="39420"/>
                  </a:lnTo>
                  <a:lnTo>
                    <a:pt x="380593" y="39420"/>
                  </a:lnTo>
                  <a:lnTo>
                    <a:pt x="378726" y="41186"/>
                  </a:lnTo>
                  <a:lnTo>
                    <a:pt x="378726" y="45580"/>
                  </a:lnTo>
                  <a:lnTo>
                    <a:pt x="380593" y="47307"/>
                  </a:lnTo>
                  <a:lnTo>
                    <a:pt x="382701" y="47307"/>
                  </a:lnTo>
                  <a:lnTo>
                    <a:pt x="384873" y="47307"/>
                  </a:lnTo>
                  <a:lnTo>
                    <a:pt x="386740" y="45580"/>
                  </a:lnTo>
                  <a:lnTo>
                    <a:pt x="386740" y="41186"/>
                  </a:lnTo>
                  <a:close/>
                </a:path>
                <a:path w="431165" h="1273810">
                  <a:moveTo>
                    <a:pt x="395592" y="71640"/>
                  </a:moveTo>
                  <a:lnTo>
                    <a:pt x="393585" y="69037"/>
                  </a:lnTo>
                  <a:lnTo>
                    <a:pt x="391363" y="64820"/>
                  </a:lnTo>
                  <a:lnTo>
                    <a:pt x="390550" y="66992"/>
                  </a:lnTo>
                  <a:lnTo>
                    <a:pt x="386181" y="71132"/>
                  </a:lnTo>
                  <a:lnTo>
                    <a:pt x="385559" y="77203"/>
                  </a:lnTo>
                  <a:lnTo>
                    <a:pt x="388239" y="80149"/>
                  </a:lnTo>
                  <a:lnTo>
                    <a:pt x="389712" y="84035"/>
                  </a:lnTo>
                  <a:lnTo>
                    <a:pt x="391363" y="80645"/>
                  </a:lnTo>
                  <a:lnTo>
                    <a:pt x="394995" y="78308"/>
                  </a:lnTo>
                  <a:lnTo>
                    <a:pt x="395592" y="71640"/>
                  </a:lnTo>
                  <a:close/>
                </a:path>
                <a:path w="431165" h="1273810">
                  <a:moveTo>
                    <a:pt x="396595" y="38442"/>
                  </a:moveTo>
                  <a:lnTo>
                    <a:pt x="394919" y="36753"/>
                  </a:lnTo>
                  <a:lnTo>
                    <a:pt x="390410" y="36753"/>
                  </a:lnTo>
                  <a:lnTo>
                    <a:pt x="388632" y="38442"/>
                  </a:lnTo>
                  <a:lnTo>
                    <a:pt x="388632" y="42710"/>
                  </a:lnTo>
                  <a:lnTo>
                    <a:pt x="390410" y="44526"/>
                  </a:lnTo>
                  <a:lnTo>
                    <a:pt x="392633" y="44526"/>
                  </a:lnTo>
                  <a:lnTo>
                    <a:pt x="394919" y="44526"/>
                  </a:lnTo>
                  <a:lnTo>
                    <a:pt x="396595" y="42710"/>
                  </a:lnTo>
                  <a:lnTo>
                    <a:pt x="396595" y="38442"/>
                  </a:lnTo>
                  <a:close/>
                </a:path>
                <a:path w="431165" h="1273810">
                  <a:moveTo>
                    <a:pt x="407123" y="37541"/>
                  </a:moveTo>
                  <a:lnTo>
                    <a:pt x="405218" y="35699"/>
                  </a:lnTo>
                  <a:lnTo>
                    <a:pt x="400888" y="35699"/>
                  </a:lnTo>
                  <a:lnTo>
                    <a:pt x="399161" y="37541"/>
                  </a:lnTo>
                  <a:lnTo>
                    <a:pt x="399161" y="41694"/>
                  </a:lnTo>
                  <a:lnTo>
                    <a:pt x="400888" y="43586"/>
                  </a:lnTo>
                  <a:lnTo>
                    <a:pt x="403199" y="43586"/>
                  </a:lnTo>
                  <a:lnTo>
                    <a:pt x="405218" y="43586"/>
                  </a:lnTo>
                  <a:lnTo>
                    <a:pt x="407123" y="41694"/>
                  </a:lnTo>
                  <a:lnTo>
                    <a:pt x="407123" y="37541"/>
                  </a:lnTo>
                  <a:close/>
                </a:path>
                <a:path w="431165" h="1273810">
                  <a:moveTo>
                    <a:pt x="417156" y="40386"/>
                  </a:moveTo>
                  <a:lnTo>
                    <a:pt x="415315" y="38684"/>
                  </a:lnTo>
                  <a:lnTo>
                    <a:pt x="410819" y="38684"/>
                  </a:lnTo>
                  <a:lnTo>
                    <a:pt x="409079" y="40386"/>
                  </a:lnTo>
                  <a:lnTo>
                    <a:pt x="409079" y="44856"/>
                  </a:lnTo>
                  <a:lnTo>
                    <a:pt x="410819" y="46507"/>
                  </a:lnTo>
                  <a:lnTo>
                    <a:pt x="413131" y="46507"/>
                  </a:lnTo>
                  <a:lnTo>
                    <a:pt x="415315" y="46507"/>
                  </a:lnTo>
                  <a:lnTo>
                    <a:pt x="417156" y="44856"/>
                  </a:lnTo>
                  <a:lnTo>
                    <a:pt x="417156" y="40386"/>
                  </a:lnTo>
                  <a:close/>
                </a:path>
                <a:path w="431165" h="1273810">
                  <a:moveTo>
                    <a:pt x="424954" y="47142"/>
                  </a:moveTo>
                  <a:lnTo>
                    <a:pt x="423075" y="45440"/>
                  </a:lnTo>
                  <a:lnTo>
                    <a:pt x="418706" y="45440"/>
                  </a:lnTo>
                  <a:lnTo>
                    <a:pt x="416941" y="47142"/>
                  </a:lnTo>
                  <a:lnTo>
                    <a:pt x="416941" y="51600"/>
                  </a:lnTo>
                  <a:lnTo>
                    <a:pt x="418706" y="53225"/>
                  </a:lnTo>
                  <a:lnTo>
                    <a:pt x="421005" y="53225"/>
                  </a:lnTo>
                  <a:lnTo>
                    <a:pt x="423075" y="53225"/>
                  </a:lnTo>
                  <a:lnTo>
                    <a:pt x="424954" y="51600"/>
                  </a:lnTo>
                  <a:lnTo>
                    <a:pt x="424954" y="47142"/>
                  </a:lnTo>
                  <a:close/>
                </a:path>
                <a:path w="431165" h="1273810">
                  <a:moveTo>
                    <a:pt x="428637" y="75158"/>
                  </a:moveTo>
                  <a:lnTo>
                    <a:pt x="426923" y="73393"/>
                  </a:lnTo>
                  <a:lnTo>
                    <a:pt x="424726" y="73393"/>
                  </a:lnTo>
                  <a:lnTo>
                    <a:pt x="422478" y="73393"/>
                  </a:lnTo>
                  <a:lnTo>
                    <a:pt x="420598" y="75158"/>
                  </a:lnTo>
                  <a:lnTo>
                    <a:pt x="420598" y="79552"/>
                  </a:lnTo>
                  <a:lnTo>
                    <a:pt x="422478" y="81330"/>
                  </a:lnTo>
                  <a:lnTo>
                    <a:pt x="426923" y="81330"/>
                  </a:lnTo>
                  <a:lnTo>
                    <a:pt x="428637" y="79552"/>
                  </a:lnTo>
                  <a:lnTo>
                    <a:pt x="428637" y="75158"/>
                  </a:lnTo>
                  <a:close/>
                </a:path>
                <a:path w="431165" h="1273810">
                  <a:moveTo>
                    <a:pt x="429285" y="56184"/>
                  </a:moveTo>
                  <a:lnTo>
                    <a:pt x="427507" y="54317"/>
                  </a:lnTo>
                  <a:lnTo>
                    <a:pt x="423075" y="54317"/>
                  </a:lnTo>
                  <a:lnTo>
                    <a:pt x="421360" y="56184"/>
                  </a:lnTo>
                  <a:lnTo>
                    <a:pt x="421360" y="58331"/>
                  </a:lnTo>
                  <a:lnTo>
                    <a:pt x="421360" y="60502"/>
                  </a:lnTo>
                  <a:lnTo>
                    <a:pt x="423075" y="62306"/>
                  </a:lnTo>
                  <a:lnTo>
                    <a:pt x="427507" y="62306"/>
                  </a:lnTo>
                  <a:lnTo>
                    <a:pt x="429285" y="60502"/>
                  </a:lnTo>
                  <a:lnTo>
                    <a:pt x="429285" y="56184"/>
                  </a:lnTo>
                  <a:close/>
                </a:path>
                <a:path w="431165" h="1273810">
                  <a:moveTo>
                    <a:pt x="430644" y="65735"/>
                  </a:moveTo>
                  <a:lnTo>
                    <a:pt x="428879" y="63995"/>
                  </a:lnTo>
                  <a:lnTo>
                    <a:pt x="426631" y="63995"/>
                  </a:lnTo>
                  <a:lnTo>
                    <a:pt x="424510" y="63995"/>
                  </a:lnTo>
                  <a:lnTo>
                    <a:pt x="422579" y="65735"/>
                  </a:lnTo>
                  <a:lnTo>
                    <a:pt x="422579" y="70129"/>
                  </a:lnTo>
                  <a:lnTo>
                    <a:pt x="424510" y="71742"/>
                  </a:lnTo>
                  <a:lnTo>
                    <a:pt x="428879" y="71742"/>
                  </a:lnTo>
                  <a:lnTo>
                    <a:pt x="430644" y="70129"/>
                  </a:lnTo>
                  <a:lnTo>
                    <a:pt x="430644" y="65735"/>
                  </a:lnTo>
                  <a:close/>
                </a:path>
              </a:pathLst>
            </a:custGeom>
            <a:solidFill>
              <a:srgbClr val="FFFFFF"/>
            </a:solidFill>
          </p:spPr>
          <p:txBody>
            <a:bodyPr wrap="square" lIns="0" tIns="0" rIns="0" bIns="0" rtlCol="0"/>
            <a:lstStyle/>
            <a:p>
              <a:endParaRPr/>
            </a:p>
          </p:txBody>
        </p:sp>
        <p:pic>
          <p:nvPicPr>
            <p:cNvPr id="4" name="object 4"/>
            <p:cNvPicPr>
              <a:picLocks noGrp="1" noRot="1" noMove="1" noResize="1" noEditPoints="1" noAdjustHandles="1" noChangeArrowheads="1" noChangeShapeType="1" noCrop="1"/>
            </p:cNvPicPr>
            <p:nvPr/>
          </p:nvPicPr>
          <p:blipFill>
            <a:blip r:embed="rId3" cstate="print"/>
            <a:stretch>
              <a:fillRect/>
            </a:stretch>
          </p:blipFill>
          <p:spPr>
            <a:xfrm>
              <a:off x="859313" y="758855"/>
              <a:ext cx="127684" cy="138549"/>
            </a:xfrm>
            <a:prstGeom prst="rect">
              <a:avLst/>
            </a:prstGeom>
          </p:spPr>
        </p:pic>
        <p:sp>
          <p:nvSpPr>
            <p:cNvPr id="5" name="object 5"/>
            <p:cNvSpPr>
              <a:spLocks noGrp="1" noRot="1" noMove="1" noResize="1" noEditPoints="1" noAdjustHandles="1" noChangeArrowheads="1" noChangeShapeType="1"/>
            </p:cNvSpPr>
            <p:nvPr/>
          </p:nvSpPr>
          <p:spPr>
            <a:xfrm>
              <a:off x="750720" y="833538"/>
              <a:ext cx="382905" cy="100965"/>
            </a:xfrm>
            <a:custGeom>
              <a:avLst/>
              <a:gdLst/>
              <a:ahLst/>
              <a:cxnLst/>
              <a:rect l="l" t="t" r="r" b="b"/>
              <a:pathLst>
                <a:path w="382905" h="100965">
                  <a:moveTo>
                    <a:pt x="191296" y="100680"/>
                  </a:moveTo>
                  <a:lnTo>
                    <a:pt x="141980" y="95797"/>
                  </a:lnTo>
                  <a:lnTo>
                    <a:pt x="116222" y="66004"/>
                  </a:lnTo>
                  <a:lnTo>
                    <a:pt x="108211" y="49550"/>
                  </a:lnTo>
                  <a:lnTo>
                    <a:pt x="108211" y="38518"/>
                  </a:lnTo>
                  <a:lnTo>
                    <a:pt x="119910" y="28106"/>
                  </a:lnTo>
                  <a:lnTo>
                    <a:pt x="109483" y="30361"/>
                  </a:lnTo>
                  <a:lnTo>
                    <a:pt x="98933" y="35024"/>
                  </a:lnTo>
                  <a:lnTo>
                    <a:pt x="88336" y="41244"/>
                  </a:lnTo>
                  <a:lnTo>
                    <a:pt x="61533" y="58575"/>
                  </a:lnTo>
                  <a:lnTo>
                    <a:pt x="47923" y="65679"/>
                  </a:lnTo>
                  <a:lnTo>
                    <a:pt x="41178" y="67616"/>
                  </a:lnTo>
                  <a:lnTo>
                    <a:pt x="28212" y="67616"/>
                  </a:lnTo>
                  <a:lnTo>
                    <a:pt x="6506" y="51161"/>
                  </a:lnTo>
                  <a:lnTo>
                    <a:pt x="348" y="48403"/>
                  </a:lnTo>
                  <a:lnTo>
                    <a:pt x="0" y="47551"/>
                  </a:lnTo>
                  <a:lnTo>
                    <a:pt x="522" y="45924"/>
                  </a:lnTo>
                  <a:lnTo>
                    <a:pt x="1409" y="45521"/>
                  </a:lnTo>
                  <a:lnTo>
                    <a:pt x="2216" y="45769"/>
                  </a:lnTo>
                  <a:lnTo>
                    <a:pt x="16212" y="46242"/>
                  </a:lnTo>
                  <a:lnTo>
                    <a:pt x="31341" y="41314"/>
                  </a:lnTo>
                  <a:lnTo>
                    <a:pt x="47137" y="32831"/>
                  </a:lnTo>
                  <a:lnTo>
                    <a:pt x="76300" y="14203"/>
                  </a:lnTo>
                  <a:lnTo>
                    <a:pt x="88981" y="6966"/>
                  </a:lnTo>
                  <a:lnTo>
                    <a:pt x="101041" y="1905"/>
                  </a:lnTo>
                  <a:lnTo>
                    <a:pt x="112343" y="0"/>
                  </a:lnTo>
                  <a:lnTo>
                    <a:pt x="117662" y="0"/>
                  </a:lnTo>
                  <a:lnTo>
                    <a:pt x="122364" y="1146"/>
                  </a:lnTo>
                  <a:lnTo>
                    <a:pt x="131531" y="5965"/>
                  </a:lnTo>
                  <a:lnTo>
                    <a:pt x="135346" y="10365"/>
                  </a:lnTo>
                  <a:lnTo>
                    <a:pt x="140223" y="21846"/>
                  </a:lnTo>
                  <a:lnTo>
                    <a:pt x="148946" y="35527"/>
                  </a:lnTo>
                  <a:lnTo>
                    <a:pt x="148946" y="41756"/>
                  </a:lnTo>
                  <a:lnTo>
                    <a:pt x="147870" y="44080"/>
                  </a:lnTo>
                  <a:lnTo>
                    <a:pt x="143136" y="48171"/>
                  </a:lnTo>
                  <a:lnTo>
                    <a:pt x="127526" y="56026"/>
                  </a:lnTo>
                  <a:lnTo>
                    <a:pt x="127272" y="58908"/>
                  </a:lnTo>
                  <a:lnTo>
                    <a:pt x="171766" y="68448"/>
                  </a:lnTo>
                  <a:lnTo>
                    <a:pt x="191296" y="69242"/>
                  </a:lnTo>
                  <a:lnTo>
                    <a:pt x="201286" y="69039"/>
                  </a:lnTo>
                  <a:lnTo>
                    <a:pt x="243526" y="63080"/>
                  </a:lnTo>
                  <a:lnTo>
                    <a:pt x="255511" y="59016"/>
                  </a:lnTo>
                  <a:lnTo>
                    <a:pt x="255020" y="57064"/>
                  </a:lnTo>
                  <a:lnTo>
                    <a:pt x="242307" y="50650"/>
                  </a:lnTo>
                  <a:lnTo>
                    <a:pt x="239441" y="48682"/>
                  </a:lnTo>
                  <a:lnTo>
                    <a:pt x="234945" y="44251"/>
                  </a:lnTo>
                  <a:lnTo>
                    <a:pt x="233726" y="41756"/>
                  </a:lnTo>
                  <a:lnTo>
                    <a:pt x="233726" y="35527"/>
                  </a:lnTo>
                  <a:lnTo>
                    <a:pt x="242560" y="21846"/>
                  </a:lnTo>
                  <a:lnTo>
                    <a:pt x="247389" y="10365"/>
                  </a:lnTo>
                  <a:lnTo>
                    <a:pt x="251236" y="5965"/>
                  </a:lnTo>
                  <a:lnTo>
                    <a:pt x="256096" y="3176"/>
                  </a:lnTo>
                  <a:lnTo>
                    <a:pt x="260260" y="1146"/>
                  </a:lnTo>
                  <a:lnTo>
                    <a:pt x="264962" y="0"/>
                  </a:lnTo>
                  <a:lnTo>
                    <a:pt x="270424" y="0"/>
                  </a:lnTo>
                  <a:lnTo>
                    <a:pt x="281660" y="1905"/>
                  </a:lnTo>
                  <a:lnTo>
                    <a:pt x="293697" y="6966"/>
                  </a:lnTo>
                  <a:lnTo>
                    <a:pt x="306376" y="14203"/>
                  </a:lnTo>
                  <a:lnTo>
                    <a:pt x="335500" y="32831"/>
                  </a:lnTo>
                  <a:lnTo>
                    <a:pt x="351306" y="41314"/>
                  </a:lnTo>
                  <a:lnTo>
                    <a:pt x="366475" y="46242"/>
                  </a:lnTo>
                  <a:lnTo>
                    <a:pt x="380535" y="45769"/>
                  </a:lnTo>
                  <a:lnTo>
                    <a:pt x="381311" y="45521"/>
                  </a:lnTo>
                  <a:lnTo>
                    <a:pt x="382182" y="45924"/>
                  </a:lnTo>
                  <a:lnTo>
                    <a:pt x="382467" y="46683"/>
                  </a:lnTo>
                  <a:lnTo>
                    <a:pt x="382688" y="47551"/>
                  </a:lnTo>
                  <a:lnTo>
                    <a:pt x="382324" y="48403"/>
                  </a:lnTo>
                  <a:lnTo>
                    <a:pt x="376166" y="51083"/>
                  </a:lnTo>
                  <a:lnTo>
                    <a:pt x="354460" y="67616"/>
                  </a:lnTo>
                  <a:lnTo>
                    <a:pt x="341510" y="67616"/>
                  </a:lnTo>
                  <a:lnTo>
                    <a:pt x="334860" y="65679"/>
                  </a:lnTo>
                  <a:lnTo>
                    <a:pt x="319456" y="57715"/>
                  </a:lnTo>
                  <a:lnTo>
                    <a:pt x="294434" y="41212"/>
                  </a:lnTo>
                  <a:lnTo>
                    <a:pt x="283777" y="34995"/>
                  </a:lnTo>
                  <a:lnTo>
                    <a:pt x="273188" y="30350"/>
                  </a:lnTo>
                  <a:lnTo>
                    <a:pt x="262746" y="28106"/>
                  </a:lnTo>
                  <a:lnTo>
                    <a:pt x="274968" y="38936"/>
                  </a:lnTo>
                  <a:lnTo>
                    <a:pt x="274968" y="49704"/>
                  </a:lnTo>
                  <a:lnTo>
                    <a:pt x="271216" y="56599"/>
                  </a:lnTo>
                  <a:lnTo>
                    <a:pt x="266593" y="66004"/>
                  </a:lnTo>
                  <a:lnTo>
                    <a:pt x="261099" y="86999"/>
                  </a:lnTo>
                  <a:lnTo>
                    <a:pt x="251078" y="92034"/>
                  </a:lnTo>
                  <a:lnTo>
                    <a:pt x="240766" y="95797"/>
                  </a:lnTo>
                  <a:lnTo>
                    <a:pt x="227326" y="98501"/>
                  </a:lnTo>
                  <a:lnTo>
                    <a:pt x="210816" y="100133"/>
                  </a:lnTo>
                  <a:lnTo>
                    <a:pt x="191296" y="100680"/>
                  </a:lnTo>
                  <a:close/>
                </a:path>
              </a:pathLst>
            </a:custGeom>
            <a:solidFill>
              <a:srgbClr val="FFFFFF"/>
            </a:solidFill>
          </p:spPr>
          <p:txBody>
            <a:bodyPr wrap="square" lIns="0" tIns="0" rIns="0" bIns="0" rtlCol="0"/>
            <a:lstStyle/>
            <a:p>
              <a:endParaRPr/>
            </a:p>
          </p:txBody>
        </p:sp>
        <p:pic>
          <p:nvPicPr>
            <p:cNvPr id="6" name="object 6"/>
            <p:cNvPicPr>
              <a:picLocks noGrp="1" noRot="1" noMove="1" noResize="1" noEditPoints="1" noAdjustHandles="1" noChangeArrowheads="1" noChangeShapeType="1" noCrop="1"/>
            </p:cNvPicPr>
            <p:nvPr/>
          </p:nvPicPr>
          <p:blipFill>
            <a:blip r:embed="rId4" cstate="print"/>
            <a:stretch>
              <a:fillRect/>
            </a:stretch>
          </p:blipFill>
          <p:spPr>
            <a:xfrm>
              <a:off x="864000" y="607992"/>
              <a:ext cx="162906" cy="217170"/>
            </a:xfrm>
            <a:prstGeom prst="rect">
              <a:avLst/>
            </a:prstGeom>
          </p:spPr>
        </p:pic>
        <p:sp>
          <p:nvSpPr>
            <p:cNvPr id="7" name="object 7"/>
            <p:cNvSpPr>
              <a:spLocks noGrp="1" noRot="1" noMove="1" noResize="1" noEditPoints="1" noAdjustHandles="1" noChangeArrowheads="1" noChangeShapeType="1"/>
            </p:cNvSpPr>
            <p:nvPr/>
          </p:nvSpPr>
          <p:spPr>
            <a:xfrm>
              <a:off x="702043" y="546036"/>
              <a:ext cx="492759" cy="325120"/>
            </a:xfrm>
            <a:custGeom>
              <a:avLst/>
              <a:gdLst/>
              <a:ahLst/>
              <a:cxnLst/>
              <a:rect l="l" t="t" r="r" b="b"/>
              <a:pathLst>
                <a:path w="492759" h="325119">
                  <a:moveTo>
                    <a:pt x="71945" y="28511"/>
                  </a:moveTo>
                  <a:lnTo>
                    <a:pt x="70612" y="27266"/>
                  </a:lnTo>
                  <a:lnTo>
                    <a:pt x="67449" y="27266"/>
                  </a:lnTo>
                  <a:lnTo>
                    <a:pt x="66065" y="28511"/>
                  </a:lnTo>
                  <a:lnTo>
                    <a:pt x="66065" y="31661"/>
                  </a:lnTo>
                  <a:lnTo>
                    <a:pt x="67449" y="32893"/>
                  </a:lnTo>
                  <a:lnTo>
                    <a:pt x="70612" y="32893"/>
                  </a:lnTo>
                  <a:lnTo>
                    <a:pt x="71945" y="31661"/>
                  </a:lnTo>
                  <a:lnTo>
                    <a:pt x="71945" y="30048"/>
                  </a:lnTo>
                  <a:lnTo>
                    <a:pt x="71945" y="28511"/>
                  </a:lnTo>
                  <a:close/>
                </a:path>
                <a:path w="492759" h="325119">
                  <a:moveTo>
                    <a:pt x="73012" y="36055"/>
                  </a:moveTo>
                  <a:lnTo>
                    <a:pt x="71653" y="34772"/>
                  </a:lnTo>
                  <a:lnTo>
                    <a:pt x="68478" y="34772"/>
                  </a:lnTo>
                  <a:lnTo>
                    <a:pt x="67106" y="36055"/>
                  </a:lnTo>
                  <a:lnTo>
                    <a:pt x="67106" y="39103"/>
                  </a:lnTo>
                  <a:lnTo>
                    <a:pt x="68478" y="40513"/>
                  </a:lnTo>
                  <a:lnTo>
                    <a:pt x="71653" y="40513"/>
                  </a:lnTo>
                  <a:lnTo>
                    <a:pt x="73012" y="39103"/>
                  </a:lnTo>
                  <a:lnTo>
                    <a:pt x="73012" y="37490"/>
                  </a:lnTo>
                  <a:lnTo>
                    <a:pt x="73012" y="36055"/>
                  </a:lnTo>
                  <a:close/>
                </a:path>
                <a:path w="492759" h="325119">
                  <a:moveTo>
                    <a:pt x="76466" y="22326"/>
                  </a:moveTo>
                  <a:lnTo>
                    <a:pt x="75107" y="21132"/>
                  </a:lnTo>
                  <a:lnTo>
                    <a:pt x="71945" y="21132"/>
                  </a:lnTo>
                  <a:lnTo>
                    <a:pt x="70688" y="22326"/>
                  </a:lnTo>
                  <a:lnTo>
                    <a:pt x="70688" y="25438"/>
                  </a:lnTo>
                  <a:lnTo>
                    <a:pt x="71945" y="26771"/>
                  </a:lnTo>
                  <a:lnTo>
                    <a:pt x="73596" y="26771"/>
                  </a:lnTo>
                  <a:lnTo>
                    <a:pt x="75107" y="26771"/>
                  </a:lnTo>
                  <a:lnTo>
                    <a:pt x="76466" y="25438"/>
                  </a:lnTo>
                  <a:lnTo>
                    <a:pt x="76466" y="22326"/>
                  </a:lnTo>
                  <a:close/>
                </a:path>
                <a:path w="492759" h="325119">
                  <a:moveTo>
                    <a:pt x="84124" y="21856"/>
                  </a:moveTo>
                  <a:lnTo>
                    <a:pt x="82880" y="20637"/>
                  </a:lnTo>
                  <a:lnTo>
                    <a:pt x="79679" y="20637"/>
                  </a:lnTo>
                  <a:lnTo>
                    <a:pt x="78409" y="21856"/>
                  </a:lnTo>
                  <a:lnTo>
                    <a:pt x="78409" y="24993"/>
                  </a:lnTo>
                  <a:lnTo>
                    <a:pt x="79679" y="26327"/>
                  </a:lnTo>
                  <a:lnTo>
                    <a:pt x="81229" y="26327"/>
                  </a:lnTo>
                  <a:lnTo>
                    <a:pt x="82880" y="26327"/>
                  </a:lnTo>
                  <a:lnTo>
                    <a:pt x="84124" y="24993"/>
                  </a:lnTo>
                  <a:lnTo>
                    <a:pt x="84124" y="21856"/>
                  </a:lnTo>
                  <a:close/>
                </a:path>
                <a:path w="492759" h="325119">
                  <a:moveTo>
                    <a:pt x="94157" y="24358"/>
                  </a:moveTo>
                  <a:lnTo>
                    <a:pt x="94043" y="20967"/>
                  </a:lnTo>
                  <a:lnTo>
                    <a:pt x="93319" y="19939"/>
                  </a:lnTo>
                  <a:lnTo>
                    <a:pt x="92087" y="19316"/>
                  </a:lnTo>
                  <a:lnTo>
                    <a:pt x="90779" y="18237"/>
                  </a:lnTo>
                  <a:lnTo>
                    <a:pt x="89103" y="16637"/>
                  </a:lnTo>
                  <a:lnTo>
                    <a:pt x="88595" y="16052"/>
                  </a:lnTo>
                  <a:lnTo>
                    <a:pt x="88112" y="15494"/>
                  </a:lnTo>
                  <a:lnTo>
                    <a:pt x="88163" y="15341"/>
                  </a:lnTo>
                  <a:lnTo>
                    <a:pt x="88265" y="15113"/>
                  </a:lnTo>
                  <a:lnTo>
                    <a:pt x="93243" y="15494"/>
                  </a:lnTo>
                  <a:lnTo>
                    <a:pt x="93179" y="15341"/>
                  </a:lnTo>
                  <a:lnTo>
                    <a:pt x="93091" y="15113"/>
                  </a:lnTo>
                  <a:lnTo>
                    <a:pt x="92456" y="13474"/>
                  </a:lnTo>
                  <a:lnTo>
                    <a:pt x="91262" y="10426"/>
                  </a:lnTo>
                  <a:lnTo>
                    <a:pt x="87731" y="13474"/>
                  </a:lnTo>
                  <a:lnTo>
                    <a:pt x="87363" y="13474"/>
                  </a:lnTo>
                  <a:lnTo>
                    <a:pt x="87083" y="8115"/>
                  </a:lnTo>
                  <a:lnTo>
                    <a:pt x="82042" y="9906"/>
                  </a:lnTo>
                  <a:lnTo>
                    <a:pt x="85382" y="13995"/>
                  </a:lnTo>
                  <a:lnTo>
                    <a:pt x="85242" y="14224"/>
                  </a:lnTo>
                  <a:lnTo>
                    <a:pt x="85242" y="14376"/>
                  </a:lnTo>
                  <a:lnTo>
                    <a:pt x="80759" y="14630"/>
                  </a:lnTo>
                  <a:lnTo>
                    <a:pt x="83185" y="19697"/>
                  </a:lnTo>
                  <a:lnTo>
                    <a:pt x="86080" y="16052"/>
                  </a:lnTo>
                  <a:lnTo>
                    <a:pt x="86220" y="16052"/>
                  </a:lnTo>
                  <a:lnTo>
                    <a:pt x="86347" y="16637"/>
                  </a:lnTo>
                  <a:lnTo>
                    <a:pt x="86588" y="17881"/>
                  </a:lnTo>
                  <a:lnTo>
                    <a:pt x="86715" y="19697"/>
                  </a:lnTo>
                  <a:lnTo>
                    <a:pt x="86791" y="24358"/>
                  </a:lnTo>
                  <a:lnTo>
                    <a:pt x="88392" y="26060"/>
                  </a:lnTo>
                  <a:lnTo>
                    <a:pt x="92506" y="26060"/>
                  </a:lnTo>
                  <a:lnTo>
                    <a:pt x="94157" y="24358"/>
                  </a:lnTo>
                  <a:close/>
                </a:path>
                <a:path w="492759" h="325119">
                  <a:moveTo>
                    <a:pt x="100431" y="15557"/>
                  </a:moveTo>
                  <a:lnTo>
                    <a:pt x="99174" y="14630"/>
                  </a:lnTo>
                  <a:lnTo>
                    <a:pt x="98107" y="13474"/>
                  </a:lnTo>
                  <a:lnTo>
                    <a:pt x="96126" y="13474"/>
                  </a:lnTo>
                  <a:lnTo>
                    <a:pt x="95008" y="14630"/>
                  </a:lnTo>
                  <a:lnTo>
                    <a:pt x="93941" y="15557"/>
                  </a:lnTo>
                  <a:lnTo>
                    <a:pt x="93941" y="17360"/>
                  </a:lnTo>
                  <a:lnTo>
                    <a:pt x="95084" y="18605"/>
                  </a:lnTo>
                  <a:lnTo>
                    <a:pt x="96126" y="19685"/>
                  </a:lnTo>
                  <a:lnTo>
                    <a:pt x="98107" y="19685"/>
                  </a:lnTo>
                  <a:lnTo>
                    <a:pt x="99174" y="18516"/>
                  </a:lnTo>
                  <a:lnTo>
                    <a:pt x="100431" y="17360"/>
                  </a:lnTo>
                  <a:lnTo>
                    <a:pt x="100431" y="15557"/>
                  </a:lnTo>
                  <a:close/>
                </a:path>
                <a:path w="492759" h="325119">
                  <a:moveTo>
                    <a:pt x="106845" y="10795"/>
                  </a:moveTo>
                  <a:lnTo>
                    <a:pt x="105765" y="9817"/>
                  </a:lnTo>
                  <a:lnTo>
                    <a:pt x="104559" y="8572"/>
                  </a:lnTo>
                  <a:lnTo>
                    <a:pt x="102730" y="8572"/>
                  </a:lnTo>
                  <a:lnTo>
                    <a:pt x="101536" y="9817"/>
                  </a:lnTo>
                  <a:lnTo>
                    <a:pt x="100457" y="10795"/>
                  </a:lnTo>
                  <a:lnTo>
                    <a:pt x="100457" y="12661"/>
                  </a:lnTo>
                  <a:lnTo>
                    <a:pt x="101536" y="13906"/>
                  </a:lnTo>
                  <a:lnTo>
                    <a:pt x="102730" y="14859"/>
                  </a:lnTo>
                  <a:lnTo>
                    <a:pt x="104559" y="14859"/>
                  </a:lnTo>
                  <a:lnTo>
                    <a:pt x="105765" y="13906"/>
                  </a:lnTo>
                  <a:lnTo>
                    <a:pt x="106845" y="12661"/>
                  </a:lnTo>
                  <a:lnTo>
                    <a:pt x="106845" y="10795"/>
                  </a:lnTo>
                  <a:close/>
                </a:path>
                <a:path w="492759" h="325119">
                  <a:moveTo>
                    <a:pt x="114452" y="12128"/>
                  </a:moveTo>
                  <a:lnTo>
                    <a:pt x="113347" y="10960"/>
                  </a:lnTo>
                  <a:lnTo>
                    <a:pt x="112191" y="9906"/>
                  </a:lnTo>
                  <a:lnTo>
                    <a:pt x="110337" y="9906"/>
                  </a:lnTo>
                  <a:lnTo>
                    <a:pt x="109321" y="10960"/>
                  </a:lnTo>
                  <a:lnTo>
                    <a:pt x="108089" y="12128"/>
                  </a:lnTo>
                  <a:lnTo>
                    <a:pt x="108216" y="13995"/>
                  </a:lnTo>
                  <a:lnTo>
                    <a:pt x="110464" y="16052"/>
                  </a:lnTo>
                  <a:lnTo>
                    <a:pt x="112318" y="16052"/>
                  </a:lnTo>
                  <a:lnTo>
                    <a:pt x="113347" y="15024"/>
                  </a:lnTo>
                  <a:lnTo>
                    <a:pt x="114452" y="13995"/>
                  </a:lnTo>
                  <a:lnTo>
                    <a:pt x="114452" y="12128"/>
                  </a:lnTo>
                  <a:close/>
                </a:path>
                <a:path w="492759" h="325119">
                  <a:moveTo>
                    <a:pt x="118529" y="23126"/>
                  </a:moveTo>
                  <a:lnTo>
                    <a:pt x="114071" y="23393"/>
                  </a:lnTo>
                  <a:lnTo>
                    <a:pt x="115328" y="25158"/>
                  </a:lnTo>
                  <a:lnTo>
                    <a:pt x="115722" y="25984"/>
                  </a:lnTo>
                  <a:lnTo>
                    <a:pt x="115836" y="27457"/>
                  </a:lnTo>
                  <a:lnTo>
                    <a:pt x="115011" y="27051"/>
                  </a:lnTo>
                  <a:lnTo>
                    <a:pt x="113855" y="26162"/>
                  </a:lnTo>
                  <a:lnTo>
                    <a:pt x="112826" y="24726"/>
                  </a:lnTo>
                  <a:lnTo>
                    <a:pt x="112941" y="26162"/>
                  </a:lnTo>
                  <a:lnTo>
                    <a:pt x="113042" y="27457"/>
                  </a:lnTo>
                  <a:lnTo>
                    <a:pt x="113157" y="28829"/>
                  </a:lnTo>
                  <a:lnTo>
                    <a:pt x="113258" y="30035"/>
                  </a:lnTo>
                  <a:lnTo>
                    <a:pt x="113322" y="30848"/>
                  </a:lnTo>
                  <a:lnTo>
                    <a:pt x="113398" y="31127"/>
                  </a:lnTo>
                  <a:lnTo>
                    <a:pt x="114071" y="30035"/>
                  </a:lnTo>
                  <a:lnTo>
                    <a:pt x="114198" y="29908"/>
                  </a:lnTo>
                  <a:lnTo>
                    <a:pt x="114782" y="29235"/>
                  </a:lnTo>
                  <a:lnTo>
                    <a:pt x="115836" y="28829"/>
                  </a:lnTo>
                  <a:lnTo>
                    <a:pt x="115722" y="31127"/>
                  </a:lnTo>
                  <a:lnTo>
                    <a:pt x="115608" y="33248"/>
                  </a:lnTo>
                  <a:lnTo>
                    <a:pt x="113855" y="34925"/>
                  </a:lnTo>
                  <a:lnTo>
                    <a:pt x="112318" y="35242"/>
                  </a:lnTo>
                  <a:lnTo>
                    <a:pt x="111023" y="35496"/>
                  </a:lnTo>
                  <a:lnTo>
                    <a:pt x="110426" y="35496"/>
                  </a:lnTo>
                  <a:lnTo>
                    <a:pt x="109093" y="34429"/>
                  </a:lnTo>
                  <a:lnTo>
                    <a:pt x="109029" y="34036"/>
                  </a:lnTo>
                  <a:lnTo>
                    <a:pt x="108940" y="33528"/>
                  </a:lnTo>
                  <a:lnTo>
                    <a:pt x="108889" y="33248"/>
                  </a:lnTo>
                  <a:lnTo>
                    <a:pt x="108775" y="32537"/>
                  </a:lnTo>
                  <a:lnTo>
                    <a:pt x="108534" y="31127"/>
                  </a:lnTo>
                  <a:lnTo>
                    <a:pt x="108915" y="30848"/>
                  </a:lnTo>
                  <a:lnTo>
                    <a:pt x="110197" y="29908"/>
                  </a:lnTo>
                  <a:lnTo>
                    <a:pt x="112014" y="31648"/>
                  </a:lnTo>
                  <a:lnTo>
                    <a:pt x="112039" y="31369"/>
                  </a:lnTo>
                  <a:lnTo>
                    <a:pt x="112153" y="29908"/>
                  </a:lnTo>
                  <a:lnTo>
                    <a:pt x="112191" y="29489"/>
                  </a:lnTo>
                  <a:lnTo>
                    <a:pt x="112204" y="29235"/>
                  </a:lnTo>
                  <a:lnTo>
                    <a:pt x="112318" y="27774"/>
                  </a:lnTo>
                  <a:lnTo>
                    <a:pt x="109004" y="27774"/>
                  </a:lnTo>
                  <a:lnTo>
                    <a:pt x="107619" y="29235"/>
                  </a:lnTo>
                  <a:lnTo>
                    <a:pt x="109321" y="25615"/>
                  </a:lnTo>
                  <a:lnTo>
                    <a:pt x="109207" y="25158"/>
                  </a:lnTo>
                  <a:lnTo>
                    <a:pt x="109080" y="24726"/>
                  </a:lnTo>
                  <a:lnTo>
                    <a:pt x="109029" y="24561"/>
                  </a:lnTo>
                  <a:lnTo>
                    <a:pt x="108597" y="22974"/>
                  </a:lnTo>
                  <a:lnTo>
                    <a:pt x="105181" y="21132"/>
                  </a:lnTo>
                  <a:lnTo>
                    <a:pt x="102971" y="24561"/>
                  </a:lnTo>
                  <a:lnTo>
                    <a:pt x="103035" y="24726"/>
                  </a:lnTo>
                  <a:lnTo>
                    <a:pt x="103911" y="27051"/>
                  </a:lnTo>
                  <a:lnTo>
                    <a:pt x="106489" y="29489"/>
                  </a:lnTo>
                  <a:lnTo>
                    <a:pt x="103911" y="28333"/>
                  </a:lnTo>
                  <a:lnTo>
                    <a:pt x="101536" y="30492"/>
                  </a:lnTo>
                  <a:lnTo>
                    <a:pt x="103911" y="33528"/>
                  </a:lnTo>
                  <a:lnTo>
                    <a:pt x="103962" y="33248"/>
                  </a:lnTo>
                  <a:lnTo>
                    <a:pt x="104432" y="30848"/>
                  </a:lnTo>
                  <a:lnTo>
                    <a:pt x="106730" y="31369"/>
                  </a:lnTo>
                  <a:lnTo>
                    <a:pt x="106794" y="31648"/>
                  </a:lnTo>
                  <a:lnTo>
                    <a:pt x="107632" y="35242"/>
                  </a:lnTo>
                  <a:lnTo>
                    <a:pt x="105879" y="37414"/>
                  </a:lnTo>
                  <a:lnTo>
                    <a:pt x="99047" y="39535"/>
                  </a:lnTo>
                  <a:lnTo>
                    <a:pt x="98971" y="39382"/>
                  </a:lnTo>
                  <a:lnTo>
                    <a:pt x="97599" y="36906"/>
                  </a:lnTo>
                  <a:lnTo>
                    <a:pt x="96939" y="35496"/>
                  </a:lnTo>
                  <a:lnTo>
                    <a:pt x="96824" y="35242"/>
                  </a:lnTo>
                  <a:lnTo>
                    <a:pt x="96672" y="34925"/>
                  </a:lnTo>
                  <a:lnTo>
                    <a:pt x="96710" y="34683"/>
                  </a:lnTo>
                  <a:lnTo>
                    <a:pt x="97485" y="34188"/>
                  </a:lnTo>
                  <a:lnTo>
                    <a:pt x="99631" y="34429"/>
                  </a:lnTo>
                  <a:lnTo>
                    <a:pt x="101879" y="35737"/>
                  </a:lnTo>
                  <a:lnTo>
                    <a:pt x="102006" y="35737"/>
                  </a:lnTo>
                  <a:lnTo>
                    <a:pt x="101930" y="35496"/>
                  </a:lnTo>
                  <a:lnTo>
                    <a:pt x="101854" y="35242"/>
                  </a:lnTo>
                  <a:lnTo>
                    <a:pt x="101739" y="34925"/>
                  </a:lnTo>
                  <a:lnTo>
                    <a:pt x="101663" y="34683"/>
                  </a:lnTo>
                  <a:lnTo>
                    <a:pt x="101574" y="34429"/>
                  </a:lnTo>
                  <a:lnTo>
                    <a:pt x="101180" y="33248"/>
                  </a:lnTo>
                  <a:lnTo>
                    <a:pt x="99936" y="29489"/>
                  </a:lnTo>
                  <a:lnTo>
                    <a:pt x="99174" y="31648"/>
                  </a:lnTo>
                  <a:lnTo>
                    <a:pt x="98005" y="32537"/>
                  </a:lnTo>
                  <a:lnTo>
                    <a:pt x="98285" y="32537"/>
                  </a:lnTo>
                  <a:lnTo>
                    <a:pt x="96304" y="33248"/>
                  </a:lnTo>
                  <a:lnTo>
                    <a:pt x="96037" y="33248"/>
                  </a:lnTo>
                  <a:lnTo>
                    <a:pt x="96113" y="30848"/>
                  </a:lnTo>
                  <a:lnTo>
                    <a:pt x="97243" y="27774"/>
                  </a:lnTo>
                  <a:lnTo>
                    <a:pt x="89408" y="30848"/>
                  </a:lnTo>
                  <a:lnTo>
                    <a:pt x="92862" y="32537"/>
                  </a:lnTo>
                  <a:lnTo>
                    <a:pt x="93573" y="33248"/>
                  </a:lnTo>
                  <a:lnTo>
                    <a:pt x="94259" y="34036"/>
                  </a:lnTo>
                  <a:lnTo>
                    <a:pt x="94500" y="34036"/>
                  </a:lnTo>
                  <a:lnTo>
                    <a:pt x="92570" y="34683"/>
                  </a:lnTo>
                  <a:lnTo>
                    <a:pt x="91084" y="34925"/>
                  </a:lnTo>
                  <a:lnTo>
                    <a:pt x="88684" y="34036"/>
                  </a:lnTo>
                  <a:lnTo>
                    <a:pt x="91757" y="39992"/>
                  </a:lnTo>
                  <a:lnTo>
                    <a:pt x="91871" y="39535"/>
                  </a:lnTo>
                  <a:lnTo>
                    <a:pt x="91986" y="39103"/>
                  </a:lnTo>
                  <a:lnTo>
                    <a:pt x="92049" y="38862"/>
                  </a:lnTo>
                  <a:lnTo>
                    <a:pt x="92138" y="38557"/>
                  </a:lnTo>
                  <a:lnTo>
                    <a:pt x="92252" y="38125"/>
                  </a:lnTo>
                  <a:lnTo>
                    <a:pt x="92303" y="37922"/>
                  </a:lnTo>
                  <a:lnTo>
                    <a:pt x="92506" y="37134"/>
                  </a:lnTo>
                  <a:lnTo>
                    <a:pt x="93941" y="35496"/>
                  </a:lnTo>
                  <a:lnTo>
                    <a:pt x="95008" y="35496"/>
                  </a:lnTo>
                  <a:lnTo>
                    <a:pt x="95097" y="35737"/>
                  </a:lnTo>
                  <a:lnTo>
                    <a:pt x="96672" y="40513"/>
                  </a:lnTo>
                  <a:lnTo>
                    <a:pt x="92227" y="42557"/>
                  </a:lnTo>
                  <a:lnTo>
                    <a:pt x="91262" y="43154"/>
                  </a:lnTo>
                  <a:lnTo>
                    <a:pt x="90538" y="43548"/>
                  </a:lnTo>
                  <a:lnTo>
                    <a:pt x="89154" y="43548"/>
                  </a:lnTo>
                  <a:lnTo>
                    <a:pt x="87363" y="43307"/>
                  </a:lnTo>
                  <a:lnTo>
                    <a:pt x="87274" y="43154"/>
                  </a:lnTo>
                  <a:lnTo>
                    <a:pt x="86436" y="41821"/>
                  </a:lnTo>
                  <a:lnTo>
                    <a:pt x="85953" y="41008"/>
                  </a:lnTo>
                  <a:lnTo>
                    <a:pt x="85356" y="39992"/>
                  </a:lnTo>
                  <a:lnTo>
                    <a:pt x="85864" y="39103"/>
                  </a:lnTo>
                  <a:lnTo>
                    <a:pt x="86169" y="38557"/>
                  </a:lnTo>
                  <a:lnTo>
                    <a:pt x="86525" y="37922"/>
                  </a:lnTo>
                  <a:lnTo>
                    <a:pt x="88760" y="39535"/>
                  </a:lnTo>
                  <a:lnTo>
                    <a:pt x="88722" y="39103"/>
                  </a:lnTo>
                  <a:lnTo>
                    <a:pt x="88607" y="37922"/>
                  </a:lnTo>
                  <a:lnTo>
                    <a:pt x="88506" y="36906"/>
                  </a:lnTo>
                  <a:lnTo>
                    <a:pt x="88392" y="35737"/>
                  </a:lnTo>
                  <a:lnTo>
                    <a:pt x="85039" y="35737"/>
                  </a:lnTo>
                  <a:lnTo>
                    <a:pt x="84124" y="38557"/>
                  </a:lnTo>
                  <a:lnTo>
                    <a:pt x="84226" y="34683"/>
                  </a:lnTo>
                  <a:lnTo>
                    <a:pt x="83185" y="32537"/>
                  </a:lnTo>
                  <a:lnTo>
                    <a:pt x="79006" y="31369"/>
                  </a:lnTo>
                  <a:lnTo>
                    <a:pt x="78930" y="31648"/>
                  </a:lnTo>
                  <a:lnTo>
                    <a:pt x="78193" y="34429"/>
                  </a:lnTo>
                  <a:lnTo>
                    <a:pt x="78130" y="35496"/>
                  </a:lnTo>
                  <a:lnTo>
                    <a:pt x="79324" y="37414"/>
                  </a:lnTo>
                  <a:lnTo>
                    <a:pt x="83261" y="39103"/>
                  </a:lnTo>
                  <a:lnTo>
                    <a:pt x="81038" y="38862"/>
                  </a:lnTo>
                  <a:lnTo>
                    <a:pt x="78663" y="41008"/>
                  </a:lnTo>
                  <a:lnTo>
                    <a:pt x="81686" y="43548"/>
                  </a:lnTo>
                  <a:lnTo>
                    <a:pt x="81686" y="41351"/>
                  </a:lnTo>
                  <a:lnTo>
                    <a:pt x="83705" y="41008"/>
                  </a:lnTo>
                  <a:lnTo>
                    <a:pt x="84886" y="42557"/>
                  </a:lnTo>
                  <a:lnTo>
                    <a:pt x="85572" y="43548"/>
                  </a:lnTo>
                  <a:lnTo>
                    <a:pt x="85572" y="44246"/>
                  </a:lnTo>
                  <a:lnTo>
                    <a:pt x="85432" y="45504"/>
                  </a:lnTo>
                  <a:lnTo>
                    <a:pt x="83934" y="46558"/>
                  </a:lnTo>
                  <a:lnTo>
                    <a:pt x="82905" y="47244"/>
                  </a:lnTo>
                  <a:lnTo>
                    <a:pt x="80149" y="47244"/>
                  </a:lnTo>
                  <a:lnTo>
                    <a:pt x="76949" y="44246"/>
                  </a:lnTo>
                  <a:lnTo>
                    <a:pt x="77609" y="43967"/>
                  </a:lnTo>
                  <a:lnTo>
                    <a:pt x="78574" y="43967"/>
                  </a:lnTo>
                  <a:lnTo>
                    <a:pt x="79921" y="44246"/>
                  </a:lnTo>
                  <a:lnTo>
                    <a:pt x="80289" y="44246"/>
                  </a:lnTo>
                  <a:lnTo>
                    <a:pt x="80048" y="43967"/>
                  </a:lnTo>
                  <a:lnTo>
                    <a:pt x="79349" y="43154"/>
                  </a:lnTo>
                  <a:lnTo>
                    <a:pt x="76631" y="39992"/>
                  </a:lnTo>
                  <a:lnTo>
                    <a:pt x="76136" y="39535"/>
                  </a:lnTo>
                  <a:lnTo>
                    <a:pt x="76200" y="42557"/>
                  </a:lnTo>
                  <a:lnTo>
                    <a:pt x="75831" y="43154"/>
                  </a:lnTo>
                  <a:lnTo>
                    <a:pt x="74396" y="39992"/>
                  </a:lnTo>
                  <a:lnTo>
                    <a:pt x="74269" y="39382"/>
                  </a:lnTo>
                  <a:lnTo>
                    <a:pt x="71056" y="42075"/>
                  </a:lnTo>
                  <a:lnTo>
                    <a:pt x="70827" y="42075"/>
                  </a:lnTo>
                  <a:lnTo>
                    <a:pt x="74041" y="43967"/>
                  </a:lnTo>
                  <a:lnTo>
                    <a:pt x="77660" y="46913"/>
                  </a:lnTo>
                  <a:lnTo>
                    <a:pt x="81965" y="52768"/>
                  </a:lnTo>
                  <a:lnTo>
                    <a:pt x="86372" y="49885"/>
                  </a:lnTo>
                  <a:lnTo>
                    <a:pt x="92011" y="47244"/>
                  </a:lnTo>
                  <a:lnTo>
                    <a:pt x="94424" y="46113"/>
                  </a:lnTo>
                  <a:lnTo>
                    <a:pt x="99644" y="43967"/>
                  </a:lnTo>
                  <a:lnTo>
                    <a:pt x="100736" y="43548"/>
                  </a:lnTo>
                  <a:lnTo>
                    <a:pt x="104559" y="42075"/>
                  </a:lnTo>
                  <a:lnTo>
                    <a:pt x="112534" y="39535"/>
                  </a:lnTo>
                  <a:lnTo>
                    <a:pt x="113017" y="39382"/>
                  </a:lnTo>
                  <a:lnTo>
                    <a:pt x="118211" y="38125"/>
                  </a:lnTo>
                  <a:lnTo>
                    <a:pt x="118097" y="37414"/>
                  </a:lnTo>
                  <a:lnTo>
                    <a:pt x="118021" y="36906"/>
                  </a:lnTo>
                  <a:lnTo>
                    <a:pt x="117805" y="35496"/>
                  </a:lnTo>
                  <a:lnTo>
                    <a:pt x="117678" y="34683"/>
                  </a:lnTo>
                  <a:lnTo>
                    <a:pt x="117576" y="34036"/>
                  </a:lnTo>
                  <a:lnTo>
                    <a:pt x="117462" y="33248"/>
                  </a:lnTo>
                  <a:lnTo>
                    <a:pt x="117348" y="32537"/>
                  </a:lnTo>
                  <a:lnTo>
                    <a:pt x="117208" y="31648"/>
                  </a:lnTo>
                  <a:lnTo>
                    <a:pt x="117271" y="30035"/>
                  </a:lnTo>
                  <a:lnTo>
                    <a:pt x="117335" y="29489"/>
                  </a:lnTo>
                  <a:lnTo>
                    <a:pt x="117424" y="28829"/>
                  </a:lnTo>
                  <a:lnTo>
                    <a:pt x="117487" y="28333"/>
                  </a:lnTo>
                  <a:lnTo>
                    <a:pt x="117602" y="27457"/>
                  </a:lnTo>
                  <a:lnTo>
                    <a:pt x="117690" y="26771"/>
                  </a:lnTo>
                  <a:lnTo>
                    <a:pt x="118529" y="23126"/>
                  </a:lnTo>
                  <a:close/>
                </a:path>
                <a:path w="492759" h="325119">
                  <a:moveTo>
                    <a:pt x="119253" y="18161"/>
                  </a:moveTo>
                  <a:lnTo>
                    <a:pt x="118110" y="16916"/>
                  </a:lnTo>
                  <a:lnTo>
                    <a:pt x="116979" y="15887"/>
                  </a:lnTo>
                  <a:lnTo>
                    <a:pt x="115150" y="15887"/>
                  </a:lnTo>
                  <a:lnTo>
                    <a:pt x="113944" y="16916"/>
                  </a:lnTo>
                  <a:lnTo>
                    <a:pt x="112903" y="18161"/>
                  </a:lnTo>
                  <a:lnTo>
                    <a:pt x="112903" y="20040"/>
                  </a:lnTo>
                  <a:lnTo>
                    <a:pt x="113944" y="21145"/>
                  </a:lnTo>
                  <a:lnTo>
                    <a:pt x="115150" y="22085"/>
                  </a:lnTo>
                  <a:lnTo>
                    <a:pt x="116979" y="22085"/>
                  </a:lnTo>
                  <a:lnTo>
                    <a:pt x="118110" y="21031"/>
                  </a:lnTo>
                  <a:lnTo>
                    <a:pt x="119253" y="20040"/>
                  </a:lnTo>
                  <a:lnTo>
                    <a:pt x="119253" y="18161"/>
                  </a:lnTo>
                  <a:close/>
                </a:path>
                <a:path w="492759" h="325119">
                  <a:moveTo>
                    <a:pt x="179311" y="207314"/>
                  </a:moveTo>
                  <a:lnTo>
                    <a:pt x="176161" y="206044"/>
                  </a:lnTo>
                  <a:lnTo>
                    <a:pt x="177507" y="202234"/>
                  </a:lnTo>
                  <a:lnTo>
                    <a:pt x="178765" y="199694"/>
                  </a:lnTo>
                  <a:lnTo>
                    <a:pt x="174840" y="197154"/>
                  </a:lnTo>
                  <a:lnTo>
                    <a:pt x="172885" y="195884"/>
                  </a:lnTo>
                  <a:lnTo>
                    <a:pt x="171792" y="188264"/>
                  </a:lnTo>
                  <a:lnTo>
                    <a:pt x="171602" y="186994"/>
                  </a:lnTo>
                  <a:lnTo>
                    <a:pt x="172186" y="183184"/>
                  </a:lnTo>
                  <a:lnTo>
                    <a:pt x="167233" y="176834"/>
                  </a:lnTo>
                  <a:lnTo>
                    <a:pt x="162941" y="173024"/>
                  </a:lnTo>
                  <a:lnTo>
                    <a:pt x="161518" y="171754"/>
                  </a:lnTo>
                  <a:lnTo>
                    <a:pt x="139700" y="147624"/>
                  </a:lnTo>
                  <a:lnTo>
                    <a:pt x="144119" y="147624"/>
                  </a:lnTo>
                  <a:lnTo>
                    <a:pt x="147243" y="150164"/>
                  </a:lnTo>
                  <a:lnTo>
                    <a:pt x="149161" y="151434"/>
                  </a:lnTo>
                  <a:lnTo>
                    <a:pt x="152844" y="155244"/>
                  </a:lnTo>
                  <a:lnTo>
                    <a:pt x="156222" y="159054"/>
                  </a:lnTo>
                  <a:lnTo>
                    <a:pt x="159893" y="150164"/>
                  </a:lnTo>
                  <a:lnTo>
                    <a:pt x="161569" y="147624"/>
                  </a:lnTo>
                  <a:lnTo>
                    <a:pt x="164096" y="143814"/>
                  </a:lnTo>
                  <a:lnTo>
                    <a:pt x="168948" y="136194"/>
                  </a:lnTo>
                  <a:lnTo>
                    <a:pt x="174599" y="129844"/>
                  </a:lnTo>
                  <a:lnTo>
                    <a:pt x="176682" y="127304"/>
                  </a:lnTo>
                  <a:lnTo>
                    <a:pt x="177685" y="126034"/>
                  </a:lnTo>
                  <a:lnTo>
                    <a:pt x="174777" y="127304"/>
                  </a:lnTo>
                  <a:lnTo>
                    <a:pt x="170154" y="127304"/>
                  </a:lnTo>
                  <a:lnTo>
                    <a:pt x="167678" y="129844"/>
                  </a:lnTo>
                  <a:lnTo>
                    <a:pt x="167678" y="120954"/>
                  </a:lnTo>
                  <a:lnTo>
                    <a:pt x="164338" y="117144"/>
                  </a:lnTo>
                  <a:lnTo>
                    <a:pt x="164617" y="112064"/>
                  </a:lnTo>
                  <a:lnTo>
                    <a:pt x="162864" y="105714"/>
                  </a:lnTo>
                  <a:lnTo>
                    <a:pt x="160858" y="103174"/>
                  </a:lnTo>
                  <a:lnTo>
                    <a:pt x="157873" y="99364"/>
                  </a:lnTo>
                  <a:lnTo>
                    <a:pt x="148463" y="91744"/>
                  </a:lnTo>
                  <a:lnTo>
                    <a:pt x="156654" y="94284"/>
                  </a:lnTo>
                  <a:lnTo>
                    <a:pt x="161404" y="100634"/>
                  </a:lnTo>
                  <a:lnTo>
                    <a:pt x="167678" y="95554"/>
                  </a:lnTo>
                  <a:lnTo>
                    <a:pt x="164160" y="93014"/>
                  </a:lnTo>
                  <a:lnTo>
                    <a:pt x="163182" y="91744"/>
                  </a:lnTo>
                  <a:lnTo>
                    <a:pt x="160274" y="87934"/>
                  </a:lnTo>
                  <a:lnTo>
                    <a:pt x="153619" y="81584"/>
                  </a:lnTo>
                  <a:lnTo>
                    <a:pt x="141795" y="73964"/>
                  </a:lnTo>
                  <a:lnTo>
                    <a:pt x="147332" y="75234"/>
                  </a:lnTo>
                  <a:lnTo>
                    <a:pt x="152666" y="79044"/>
                  </a:lnTo>
                  <a:lnTo>
                    <a:pt x="158229" y="80314"/>
                  </a:lnTo>
                  <a:lnTo>
                    <a:pt x="164477" y="79044"/>
                  </a:lnTo>
                  <a:lnTo>
                    <a:pt x="158902" y="75234"/>
                  </a:lnTo>
                  <a:lnTo>
                    <a:pt x="157619" y="73964"/>
                  </a:lnTo>
                  <a:lnTo>
                    <a:pt x="156337" y="72694"/>
                  </a:lnTo>
                  <a:lnTo>
                    <a:pt x="149948" y="66344"/>
                  </a:lnTo>
                  <a:lnTo>
                    <a:pt x="147408" y="63804"/>
                  </a:lnTo>
                  <a:lnTo>
                    <a:pt x="145084" y="62534"/>
                  </a:lnTo>
                  <a:lnTo>
                    <a:pt x="138137" y="58724"/>
                  </a:lnTo>
                  <a:lnTo>
                    <a:pt x="143268" y="58724"/>
                  </a:lnTo>
                  <a:lnTo>
                    <a:pt x="148755" y="61264"/>
                  </a:lnTo>
                  <a:lnTo>
                    <a:pt x="151015" y="58724"/>
                  </a:lnTo>
                  <a:lnTo>
                    <a:pt x="153276" y="56184"/>
                  </a:lnTo>
                  <a:lnTo>
                    <a:pt x="148082" y="56184"/>
                  </a:lnTo>
                  <a:lnTo>
                    <a:pt x="144868" y="52374"/>
                  </a:lnTo>
                  <a:lnTo>
                    <a:pt x="139280" y="51104"/>
                  </a:lnTo>
                  <a:lnTo>
                    <a:pt x="140144" y="48564"/>
                  </a:lnTo>
                  <a:lnTo>
                    <a:pt x="141439" y="44754"/>
                  </a:lnTo>
                  <a:lnTo>
                    <a:pt x="140919" y="40944"/>
                  </a:lnTo>
                  <a:lnTo>
                    <a:pt x="138633" y="37134"/>
                  </a:lnTo>
                  <a:lnTo>
                    <a:pt x="134658" y="37134"/>
                  </a:lnTo>
                  <a:lnTo>
                    <a:pt x="130771" y="38404"/>
                  </a:lnTo>
                  <a:lnTo>
                    <a:pt x="127990" y="40741"/>
                  </a:lnTo>
                  <a:lnTo>
                    <a:pt x="127990" y="99364"/>
                  </a:lnTo>
                  <a:lnTo>
                    <a:pt x="122453" y="100634"/>
                  </a:lnTo>
                  <a:lnTo>
                    <a:pt x="117322" y="103174"/>
                  </a:lnTo>
                  <a:lnTo>
                    <a:pt x="113169" y="99364"/>
                  </a:lnTo>
                  <a:lnTo>
                    <a:pt x="112522" y="96824"/>
                  </a:lnTo>
                  <a:lnTo>
                    <a:pt x="112191" y="95554"/>
                  </a:lnTo>
                  <a:lnTo>
                    <a:pt x="111137" y="93014"/>
                  </a:lnTo>
                  <a:lnTo>
                    <a:pt x="110350" y="90474"/>
                  </a:lnTo>
                  <a:lnTo>
                    <a:pt x="113868" y="86664"/>
                  </a:lnTo>
                  <a:lnTo>
                    <a:pt x="114452" y="85394"/>
                  </a:lnTo>
                  <a:lnTo>
                    <a:pt x="113880" y="84124"/>
                  </a:lnTo>
                  <a:lnTo>
                    <a:pt x="112750" y="81584"/>
                  </a:lnTo>
                  <a:lnTo>
                    <a:pt x="111620" y="79044"/>
                  </a:lnTo>
                  <a:lnTo>
                    <a:pt x="108216" y="81584"/>
                  </a:lnTo>
                  <a:lnTo>
                    <a:pt x="104571" y="81584"/>
                  </a:lnTo>
                  <a:lnTo>
                    <a:pt x="106286" y="79044"/>
                  </a:lnTo>
                  <a:lnTo>
                    <a:pt x="106362" y="76504"/>
                  </a:lnTo>
                  <a:lnTo>
                    <a:pt x="104127" y="76504"/>
                  </a:lnTo>
                  <a:lnTo>
                    <a:pt x="101358" y="77774"/>
                  </a:lnTo>
                  <a:lnTo>
                    <a:pt x="101358" y="81584"/>
                  </a:lnTo>
                  <a:lnTo>
                    <a:pt x="99771" y="81584"/>
                  </a:lnTo>
                  <a:lnTo>
                    <a:pt x="98336" y="80314"/>
                  </a:lnTo>
                  <a:lnTo>
                    <a:pt x="99148" y="77774"/>
                  </a:lnTo>
                  <a:lnTo>
                    <a:pt x="99148" y="75234"/>
                  </a:lnTo>
                  <a:lnTo>
                    <a:pt x="100431" y="73964"/>
                  </a:lnTo>
                  <a:lnTo>
                    <a:pt x="102184" y="73964"/>
                  </a:lnTo>
                  <a:lnTo>
                    <a:pt x="108242" y="71424"/>
                  </a:lnTo>
                  <a:lnTo>
                    <a:pt x="117322" y="67614"/>
                  </a:lnTo>
                  <a:lnTo>
                    <a:pt x="119253" y="67614"/>
                  </a:lnTo>
                  <a:lnTo>
                    <a:pt x="120573" y="66344"/>
                  </a:lnTo>
                  <a:lnTo>
                    <a:pt x="121945" y="67614"/>
                  </a:lnTo>
                  <a:lnTo>
                    <a:pt x="122872" y="68884"/>
                  </a:lnTo>
                  <a:lnTo>
                    <a:pt x="125285" y="70154"/>
                  </a:lnTo>
                  <a:lnTo>
                    <a:pt x="124701" y="71424"/>
                  </a:lnTo>
                  <a:lnTo>
                    <a:pt x="123837" y="72694"/>
                  </a:lnTo>
                  <a:lnTo>
                    <a:pt x="120573" y="70154"/>
                  </a:lnTo>
                  <a:lnTo>
                    <a:pt x="116611" y="72694"/>
                  </a:lnTo>
                  <a:lnTo>
                    <a:pt x="118198" y="73964"/>
                  </a:lnTo>
                  <a:lnTo>
                    <a:pt x="121640" y="75234"/>
                  </a:lnTo>
                  <a:lnTo>
                    <a:pt x="118351" y="77774"/>
                  </a:lnTo>
                  <a:lnTo>
                    <a:pt x="114795" y="79044"/>
                  </a:lnTo>
                  <a:lnTo>
                    <a:pt x="115938" y="81584"/>
                  </a:lnTo>
                  <a:lnTo>
                    <a:pt x="116979" y="84124"/>
                  </a:lnTo>
                  <a:lnTo>
                    <a:pt x="118605" y="85394"/>
                  </a:lnTo>
                  <a:lnTo>
                    <a:pt x="123444" y="85394"/>
                  </a:lnTo>
                  <a:lnTo>
                    <a:pt x="124701" y="87934"/>
                  </a:lnTo>
                  <a:lnTo>
                    <a:pt x="126047" y="90474"/>
                  </a:lnTo>
                  <a:lnTo>
                    <a:pt x="127508" y="94284"/>
                  </a:lnTo>
                  <a:lnTo>
                    <a:pt x="127635" y="95554"/>
                  </a:lnTo>
                  <a:lnTo>
                    <a:pt x="127749" y="96824"/>
                  </a:lnTo>
                  <a:lnTo>
                    <a:pt x="127990" y="99364"/>
                  </a:lnTo>
                  <a:lnTo>
                    <a:pt x="127990" y="40741"/>
                  </a:lnTo>
                  <a:lnTo>
                    <a:pt x="127812" y="40881"/>
                  </a:lnTo>
                  <a:lnTo>
                    <a:pt x="127812" y="48564"/>
                  </a:lnTo>
                  <a:lnTo>
                    <a:pt x="123837" y="54914"/>
                  </a:lnTo>
                  <a:lnTo>
                    <a:pt x="126466" y="57454"/>
                  </a:lnTo>
                  <a:lnTo>
                    <a:pt x="123317" y="59994"/>
                  </a:lnTo>
                  <a:lnTo>
                    <a:pt x="119341" y="62534"/>
                  </a:lnTo>
                  <a:lnTo>
                    <a:pt x="113868" y="59994"/>
                  </a:lnTo>
                  <a:lnTo>
                    <a:pt x="111506" y="56184"/>
                  </a:lnTo>
                  <a:lnTo>
                    <a:pt x="123444" y="51104"/>
                  </a:lnTo>
                  <a:lnTo>
                    <a:pt x="127812" y="48564"/>
                  </a:lnTo>
                  <a:lnTo>
                    <a:pt x="127812" y="40881"/>
                  </a:lnTo>
                  <a:lnTo>
                    <a:pt x="127304" y="37134"/>
                  </a:lnTo>
                  <a:lnTo>
                    <a:pt x="120103" y="37134"/>
                  </a:lnTo>
                  <a:lnTo>
                    <a:pt x="120370" y="38404"/>
                  </a:lnTo>
                  <a:lnTo>
                    <a:pt x="121107" y="40944"/>
                  </a:lnTo>
                  <a:lnTo>
                    <a:pt x="116611" y="40944"/>
                  </a:lnTo>
                  <a:lnTo>
                    <a:pt x="107657" y="43484"/>
                  </a:lnTo>
                  <a:lnTo>
                    <a:pt x="100787" y="45999"/>
                  </a:lnTo>
                  <a:lnTo>
                    <a:pt x="100787" y="65074"/>
                  </a:lnTo>
                  <a:lnTo>
                    <a:pt x="98907" y="71424"/>
                  </a:lnTo>
                  <a:lnTo>
                    <a:pt x="89750" y="71424"/>
                  </a:lnTo>
                  <a:lnTo>
                    <a:pt x="89852" y="67614"/>
                  </a:lnTo>
                  <a:lnTo>
                    <a:pt x="82880" y="66344"/>
                  </a:lnTo>
                  <a:lnTo>
                    <a:pt x="87757" y="65074"/>
                  </a:lnTo>
                  <a:lnTo>
                    <a:pt x="99771" y="61264"/>
                  </a:lnTo>
                  <a:lnTo>
                    <a:pt x="100787" y="65074"/>
                  </a:lnTo>
                  <a:lnTo>
                    <a:pt x="100787" y="45999"/>
                  </a:lnTo>
                  <a:lnTo>
                    <a:pt x="93726" y="48564"/>
                  </a:lnTo>
                  <a:lnTo>
                    <a:pt x="85864" y="53644"/>
                  </a:lnTo>
                  <a:lnTo>
                    <a:pt x="82118" y="56184"/>
                  </a:lnTo>
                  <a:lnTo>
                    <a:pt x="80949" y="53644"/>
                  </a:lnTo>
                  <a:lnTo>
                    <a:pt x="80086" y="53644"/>
                  </a:lnTo>
                  <a:lnTo>
                    <a:pt x="77660" y="54914"/>
                  </a:lnTo>
                  <a:lnTo>
                    <a:pt x="75184" y="57454"/>
                  </a:lnTo>
                  <a:lnTo>
                    <a:pt x="77101" y="59994"/>
                  </a:lnTo>
                  <a:lnTo>
                    <a:pt x="73152" y="61264"/>
                  </a:lnTo>
                  <a:lnTo>
                    <a:pt x="68872" y="61264"/>
                  </a:lnTo>
                  <a:lnTo>
                    <a:pt x="65252" y="65074"/>
                  </a:lnTo>
                  <a:lnTo>
                    <a:pt x="65252" y="68884"/>
                  </a:lnTo>
                  <a:lnTo>
                    <a:pt x="69011" y="72694"/>
                  </a:lnTo>
                  <a:lnTo>
                    <a:pt x="74536" y="75234"/>
                  </a:lnTo>
                  <a:lnTo>
                    <a:pt x="70332" y="82854"/>
                  </a:lnTo>
                  <a:lnTo>
                    <a:pt x="69583" y="89204"/>
                  </a:lnTo>
                  <a:lnTo>
                    <a:pt x="69481" y="90474"/>
                  </a:lnTo>
                  <a:lnTo>
                    <a:pt x="69367" y="91744"/>
                  </a:lnTo>
                  <a:lnTo>
                    <a:pt x="69265" y="93014"/>
                  </a:lnTo>
                  <a:lnTo>
                    <a:pt x="69151" y="94284"/>
                  </a:lnTo>
                  <a:lnTo>
                    <a:pt x="69037" y="95554"/>
                  </a:lnTo>
                  <a:lnTo>
                    <a:pt x="65455" y="100634"/>
                  </a:lnTo>
                  <a:lnTo>
                    <a:pt x="71932" y="99364"/>
                  </a:lnTo>
                  <a:lnTo>
                    <a:pt x="75272" y="93014"/>
                  </a:lnTo>
                  <a:lnTo>
                    <a:pt x="77533" y="87934"/>
                  </a:lnTo>
                  <a:lnTo>
                    <a:pt x="80759" y="84124"/>
                  </a:lnTo>
                  <a:lnTo>
                    <a:pt x="79476" y="90474"/>
                  </a:lnTo>
                  <a:lnTo>
                    <a:pt x="77114" y="95554"/>
                  </a:lnTo>
                  <a:lnTo>
                    <a:pt x="74841" y="100634"/>
                  </a:lnTo>
                  <a:lnTo>
                    <a:pt x="73825" y="108254"/>
                  </a:lnTo>
                  <a:lnTo>
                    <a:pt x="73825" y="114604"/>
                  </a:lnTo>
                  <a:lnTo>
                    <a:pt x="77812" y="122224"/>
                  </a:lnTo>
                  <a:lnTo>
                    <a:pt x="74371" y="126034"/>
                  </a:lnTo>
                  <a:lnTo>
                    <a:pt x="79641" y="120954"/>
                  </a:lnTo>
                  <a:lnTo>
                    <a:pt x="82283" y="112064"/>
                  </a:lnTo>
                  <a:lnTo>
                    <a:pt x="84251" y="103174"/>
                  </a:lnTo>
                  <a:lnTo>
                    <a:pt x="87490" y="96824"/>
                  </a:lnTo>
                  <a:lnTo>
                    <a:pt x="88582" y="99364"/>
                  </a:lnTo>
                  <a:lnTo>
                    <a:pt x="87820" y="103174"/>
                  </a:lnTo>
                  <a:lnTo>
                    <a:pt x="86588" y="106984"/>
                  </a:lnTo>
                  <a:lnTo>
                    <a:pt x="85166" y="114604"/>
                  </a:lnTo>
                  <a:lnTo>
                    <a:pt x="85077" y="117144"/>
                  </a:lnTo>
                  <a:lnTo>
                    <a:pt x="85026" y="118414"/>
                  </a:lnTo>
                  <a:lnTo>
                    <a:pt x="84937" y="120954"/>
                  </a:lnTo>
                  <a:lnTo>
                    <a:pt x="84886" y="122224"/>
                  </a:lnTo>
                  <a:lnTo>
                    <a:pt x="84785" y="123494"/>
                  </a:lnTo>
                  <a:lnTo>
                    <a:pt x="84670" y="124764"/>
                  </a:lnTo>
                  <a:lnTo>
                    <a:pt x="84569" y="126034"/>
                  </a:lnTo>
                  <a:lnTo>
                    <a:pt x="84467" y="127304"/>
                  </a:lnTo>
                  <a:lnTo>
                    <a:pt x="84353" y="128574"/>
                  </a:lnTo>
                  <a:lnTo>
                    <a:pt x="84251" y="129844"/>
                  </a:lnTo>
                  <a:lnTo>
                    <a:pt x="81749" y="134924"/>
                  </a:lnTo>
                  <a:lnTo>
                    <a:pt x="87782" y="131114"/>
                  </a:lnTo>
                  <a:lnTo>
                    <a:pt x="91973" y="124764"/>
                  </a:lnTo>
                  <a:lnTo>
                    <a:pt x="95834" y="118414"/>
                  </a:lnTo>
                  <a:lnTo>
                    <a:pt x="100863" y="112064"/>
                  </a:lnTo>
                  <a:lnTo>
                    <a:pt x="95580" y="124764"/>
                  </a:lnTo>
                  <a:lnTo>
                    <a:pt x="89928" y="141274"/>
                  </a:lnTo>
                  <a:lnTo>
                    <a:pt x="83604" y="157784"/>
                  </a:lnTo>
                  <a:lnTo>
                    <a:pt x="54737" y="203504"/>
                  </a:lnTo>
                  <a:lnTo>
                    <a:pt x="34188" y="220014"/>
                  </a:lnTo>
                  <a:lnTo>
                    <a:pt x="27292" y="220014"/>
                  </a:lnTo>
                  <a:lnTo>
                    <a:pt x="22275" y="216204"/>
                  </a:lnTo>
                  <a:lnTo>
                    <a:pt x="22275" y="207314"/>
                  </a:lnTo>
                  <a:lnTo>
                    <a:pt x="29210" y="189534"/>
                  </a:lnTo>
                  <a:lnTo>
                    <a:pt x="59677" y="156514"/>
                  </a:lnTo>
                  <a:lnTo>
                    <a:pt x="66611" y="137464"/>
                  </a:lnTo>
                  <a:lnTo>
                    <a:pt x="66611" y="126034"/>
                  </a:lnTo>
                  <a:lnTo>
                    <a:pt x="56540" y="122224"/>
                  </a:lnTo>
                  <a:lnTo>
                    <a:pt x="46024" y="122224"/>
                  </a:lnTo>
                  <a:lnTo>
                    <a:pt x="41008" y="123494"/>
                  </a:lnTo>
                  <a:lnTo>
                    <a:pt x="36728" y="127304"/>
                  </a:lnTo>
                  <a:lnTo>
                    <a:pt x="34886" y="126034"/>
                  </a:lnTo>
                  <a:lnTo>
                    <a:pt x="31457" y="126034"/>
                  </a:lnTo>
                  <a:lnTo>
                    <a:pt x="22860" y="129844"/>
                  </a:lnTo>
                  <a:lnTo>
                    <a:pt x="18186" y="140004"/>
                  </a:lnTo>
                  <a:lnTo>
                    <a:pt x="13868" y="148894"/>
                  </a:lnTo>
                  <a:lnTo>
                    <a:pt x="6350" y="152704"/>
                  </a:lnTo>
                  <a:lnTo>
                    <a:pt x="11036" y="153974"/>
                  </a:lnTo>
                  <a:lnTo>
                    <a:pt x="16459" y="151434"/>
                  </a:lnTo>
                  <a:lnTo>
                    <a:pt x="21882" y="147624"/>
                  </a:lnTo>
                  <a:lnTo>
                    <a:pt x="26606" y="142544"/>
                  </a:lnTo>
                  <a:lnTo>
                    <a:pt x="21170" y="152704"/>
                  </a:lnTo>
                  <a:lnTo>
                    <a:pt x="11671" y="159054"/>
                  </a:lnTo>
                  <a:lnTo>
                    <a:pt x="2984" y="165404"/>
                  </a:lnTo>
                  <a:lnTo>
                    <a:pt x="0" y="176834"/>
                  </a:lnTo>
                  <a:lnTo>
                    <a:pt x="8699" y="167944"/>
                  </a:lnTo>
                  <a:lnTo>
                    <a:pt x="24218" y="160324"/>
                  </a:lnTo>
                  <a:lnTo>
                    <a:pt x="39052" y="151434"/>
                  </a:lnTo>
                  <a:lnTo>
                    <a:pt x="43256" y="142544"/>
                  </a:lnTo>
                  <a:lnTo>
                    <a:pt x="45656" y="137464"/>
                  </a:lnTo>
                  <a:lnTo>
                    <a:pt x="45656" y="134924"/>
                  </a:lnTo>
                  <a:lnTo>
                    <a:pt x="44043" y="132384"/>
                  </a:lnTo>
                  <a:lnTo>
                    <a:pt x="42037" y="129844"/>
                  </a:lnTo>
                  <a:lnTo>
                    <a:pt x="45161" y="128574"/>
                  </a:lnTo>
                  <a:lnTo>
                    <a:pt x="48094" y="127304"/>
                  </a:lnTo>
                  <a:lnTo>
                    <a:pt x="55829" y="127304"/>
                  </a:lnTo>
                  <a:lnTo>
                    <a:pt x="60401" y="131114"/>
                  </a:lnTo>
                  <a:lnTo>
                    <a:pt x="60401" y="138734"/>
                  </a:lnTo>
                  <a:lnTo>
                    <a:pt x="53543" y="155244"/>
                  </a:lnTo>
                  <a:lnTo>
                    <a:pt x="23368" y="188264"/>
                  </a:lnTo>
                  <a:lnTo>
                    <a:pt x="16510" y="207314"/>
                  </a:lnTo>
                  <a:lnTo>
                    <a:pt x="16510" y="212394"/>
                  </a:lnTo>
                  <a:lnTo>
                    <a:pt x="17830" y="216204"/>
                  </a:lnTo>
                  <a:lnTo>
                    <a:pt x="20078" y="218744"/>
                  </a:lnTo>
                  <a:lnTo>
                    <a:pt x="16992" y="220014"/>
                  </a:lnTo>
                  <a:lnTo>
                    <a:pt x="13716" y="220014"/>
                  </a:lnTo>
                  <a:lnTo>
                    <a:pt x="11137" y="217474"/>
                  </a:lnTo>
                  <a:lnTo>
                    <a:pt x="11036" y="220014"/>
                  </a:lnTo>
                  <a:lnTo>
                    <a:pt x="10947" y="222554"/>
                  </a:lnTo>
                  <a:lnTo>
                    <a:pt x="10896" y="223824"/>
                  </a:lnTo>
                  <a:lnTo>
                    <a:pt x="21221" y="228904"/>
                  </a:lnTo>
                  <a:lnTo>
                    <a:pt x="27800" y="225094"/>
                  </a:lnTo>
                  <a:lnTo>
                    <a:pt x="29210" y="225094"/>
                  </a:lnTo>
                  <a:lnTo>
                    <a:pt x="30848" y="226364"/>
                  </a:lnTo>
                  <a:lnTo>
                    <a:pt x="32397" y="226364"/>
                  </a:lnTo>
                  <a:lnTo>
                    <a:pt x="30403" y="231444"/>
                  </a:lnTo>
                  <a:lnTo>
                    <a:pt x="23749" y="232714"/>
                  </a:lnTo>
                  <a:lnTo>
                    <a:pt x="20078" y="232714"/>
                  </a:lnTo>
                  <a:lnTo>
                    <a:pt x="29337" y="235254"/>
                  </a:lnTo>
                  <a:lnTo>
                    <a:pt x="38938" y="232714"/>
                  </a:lnTo>
                  <a:lnTo>
                    <a:pt x="46266" y="227634"/>
                  </a:lnTo>
                  <a:lnTo>
                    <a:pt x="47091" y="225094"/>
                  </a:lnTo>
                  <a:lnTo>
                    <a:pt x="48755" y="220014"/>
                  </a:lnTo>
                  <a:lnTo>
                    <a:pt x="54610" y="214934"/>
                  </a:lnTo>
                  <a:lnTo>
                    <a:pt x="59690" y="207314"/>
                  </a:lnTo>
                  <a:lnTo>
                    <a:pt x="69011" y="194614"/>
                  </a:lnTo>
                  <a:lnTo>
                    <a:pt x="68592" y="195884"/>
                  </a:lnTo>
                  <a:lnTo>
                    <a:pt x="67957" y="199694"/>
                  </a:lnTo>
                  <a:lnTo>
                    <a:pt x="63398" y="208584"/>
                  </a:lnTo>
                  <a:lnTo>
                    <a:pt x="59321" y="216204"/>
                  </a:lnTo>
                  <a:lnTo>
                    <a:pt x="56083" y="225094"/>
                  </a:lnTo>
                  <a:lnTo>
                    <a:pt x="54038" y="236524"/>
                  </a:lnTo>
                  <a:lnTo>
                    <a:pt x="52171" y="245414"/>
                  </a:lnTo>
                  <a:lnTo>
                    <a:pt x="48602" y="251764"/>
                  </a:lnTo>
                  <a:lnTo>
                    <a:pt x="43611" y="258114"/>
                  </a:lnTo>
                  <a:lnTo>
                    <a:pt x="37465" y="259384"/>
                  </a:lnTo>
                  <a:lnTo>
                    <a:pt x="35496" y="259384"/>
                  </a:lnTo>
                  <a:lnTo>
                    <a:pt x="32232" y="256844"/>
                  </a:lnTo>
                  <a:lnTo>
                    <a:pt x="30746" y="258114"/>
                  </a:lnTo>
                  <a:lnTo>
                    <a:pt x="27901" y="260654"/>
                  </a:lnTo>
                  <a:lnTo>
                    <a:pt x="30543" y="263194"/>
                  </a:lnTo>
                  <a:lnTo>
                    <a:pt x="30543" y="268274"/>
                  </a:lnTo>
                  <a:lnTo>
                    <a:pt x="23749" y="272084"/>
                  </a:lnTo>
                  <a:lnTo>
                    <a:pt x="23749" y="288594"/>
                  </a:lnTo>
                  <a:lnTo>
                    <a:pt x="26606" y="293674"/>
                  </a:lnTo>
                  <a:lnTo>
                    <a:pt x="25463" y="297484"/>
                  </a:lnTo>
                  <a:lnTo>
                    <a:pt x="28359" y="296214"/>
                  </a:lnTo>
                  <a:lnTo>
                    <a:pt x="32156" y="291134"/>
                  </a:lnTo>
                  <a:lnTo>
                    <a:pt x="33616" y="284784"/>
                  </a:lnTo>
                  <a:lnTo>
                    <a:pt x="33667" y="286054"/>
                  </a:lnTo>
                  <a:lnTo>
                    <a:pt x="33782" y="288594"/>
                  </a:lnTo>
                  <a:lnTo>
                    <a:pt x="33896" y="291134"/>
                  </a:lnTo>
                  <a:lnTo>
                    <a:pt x="34010" y="293674"/>
                  </a:lnTo>
                  <a:lnTo>
                    <a:pt x="32435" y="298754"/>
                  </a:lnTo>
                  <a:lnTo>
                    <a:pt x="31559" y="303834"/>
                  </a:lnTo>
                  <a:lnTo>
                    <a:pt x="34061" y="311454"/>
                  </a:lnTo>
                  <a:lnTo>
                    <a:pt x="34886" y="307644"/>
                  </a:lnTo>
                  <a:lnTo>
                    <a:pt x="39166" y="305104"/>
                  </a:lnTo>
                  <a:lnTo>
                    <a:pt x="41821" y="307644"/>
                  </a:lnTo>
                  <a:lnTo>
                    <a:pt x="44538" y="308914"/>
                  </a:lnTo>
                  <a:lnTo>
                    <a:pt x="43256" y="310184"/>
                  </a:lnTo>
                  <a:lnTo>
                    <a:pt x="41325" y="312724"/>
                  </a:lnTo>
                  <a:lnTo>
                    <a:pt x="39331" y="313994"/>
                  </a:lnTo>
                  <a:lnTo>
                    <a:pt x="37553" y="324154"/>
                  </a:lnTo>
                  <a:lnTo>
                    <a:pt x="46456" y="322884"/>
                  </a:lnTo>
                  <a:lnTo>
                    <a:pt x="44729" y="321614"/>
                  </a:lnTo>
                  <a:lnTo>
                    <a:pt x="44615" y="319074"/>
                  </a:lnTo>
                  <a:lnTo>
                    <a:pt x="49085" y="319074"/>
                  </a:lnTo>
                  <a:lnTo>
                    <a:pt x="55181" y="317804"/>
                  </a:lnTo>
                  <a:lnTo>
                    <a:pt x="57010" y="320344"/>
                  </a:lnTo>
                  <a:lnTo>
                    <a:pt x="67665" y="320344"/>
                  </a:lnTo>
                  <a:lnTo>
                    <a:pt x="68122" y="317804"/>
                  </a:lnTo>
                  <a:lnTo>
                    <a:pt x="68592" y="315264"/>
                  </a:lnTo>
                  <a:lnTo>
                    <a:pt x="75107" y="315264"/>
                  </a:lnTo>
                  <a:lnTo>
                    <a:pt x="75107" y="317804"/>
                  </a:lnTo>
                  <a:lnTo>
                    <a:pt x="73964" y="319074"/>
                  </a:lnTo>
                  <a:lnTo>
                    <a:pt x="79070" y="317804"/>
                  </a:lnTo>
                  <a:lnTo>
                    <a:pt x="80035" y="315264"/>
                  </a:lnTo>
                  <a:lnTo>
                    <a:pt x="80035" y="310184"/>
                  </a:lnTo>
                  <a:lnTo>
                    <a:pt x="77660" y="307644"/>
                  </a:lnTo>
                  <a:lnTo>
                    <a:pt x="79451" y="306374"/>
                  </a:lnTo>
                  <a:lnTo>
                    <a:pt x="81305" y="305104"/>
                  </a:lnTo>
                  <a:lnTo>
                    <a:pt x="87312" y="306374"/>
                  </a:lnTo>
                  <a:lnTo>
                    <a:pt x="84874" y="311454"/>
                  </a:lnTo>
                  <a:lnTo>
                    <a:pt x="87934" y="311454"/>
                  </a:lnTo>
                  <a:lnTo>
                    <a:pt x="89611" y="308914"/>
                  </a:lnTo>
                  <a:lnTo>
                    <a:pt x="89611" y="305104"/>
                  </a:lnTo>
                  <a:lnTo>
                    <a:pt x="89611" y="302564"/>
                  </a:lnTo>
                  <a:lnTo>
                    <a:pt x="89611" y="301294"/>
                  </a:lnTo>
                  <a:lnTo>
                    <a:pt x="87490" y="300024"/>
                  </a:lnTo>
                  <a:lnTo>
                    <a:pt x="85369" y="298754"/>
                  </a:lnTo>
                  <a:lnTo>
                    <a:pt x="81305" y="300024"/>
                  </a:lnTo>
                  <a:lnTo>
                    <a:pt x="80645" y="297484"/>
                  </a:lnTo>
                  <a:lnTo>
                    <a:pt x="77177" y="296214"/>
                  </a:lnTo>
                  <a:lnTo>
                    <a:pt x="66738" y="296214"/>
                  </a:lnTo>
                  <a:lnTo>
                    <a:pt x="67792" y="302564"/>
                  </a:lnTo>
                  <a:lnTo>
                    <a:pt x="62826" y="302564"/>
                  </a:lnTo>
                  <a:lnTo>
                    <a:pt x="47180" y="274624"/>
                  </a:lnTo>
                  <a:lnTo>
                    <a:pt x="47180" y="265734"/>
                  </a:lnTo>
                  <a:lnTo>
                    <a:pt x="57175" y="263194"/>
                  </a:lnTo>
                  <a:lnTo>
                    <a:pt x="64363" y="260654"/>
                  </a:lnTo>
                  <a:lnTo>
                    <a:pt x="66408" y="259384"/>
                  </a:lnTo>
                  <a:lnTo>
                    <a:pt x="70510" y="256844"/>
                  </a:lnTo>
                  <a:lnTo>
                    <a:pt x="77673" y="253034"/>
                  </a:lnTo>
                  <a:lnTo>
                    <a:pt x="84912" y="246684"/>
                  </a:lnTo>
                  <a:lnTo>
                    <a:pt x="91262" y="237794"/>
                  </a:lnTo>
                  <a:lnTo>
                    <a:pt x="94653" y="230174"/>
                  </a:lnTo>
                  <a:lnTo>
                    <a:pt x="96367" y="222554"/>
                  </a:lnTo>
                  <a:lnTo>
                    <a:pt x="96443" y="221284"/>
                  </a:lnTo>
                  <a:lnTo>
                    <a:pt x="96532" y="220014"/>
                  </a:lnTo>
                  <a:lnTo>
                    <a:pt x="96596" y="206044"/>
                  </a:lnTo>
                  <a:lnTo>
                    <a:pt x="106603" y="211124"/>
                  </a:lnTo>
                  <a:lnTo>
                    <a:pt x="107657" y="218744"/>
                  </a:lnTo>
                  <a:lnTo>
                    <a:pt x="107657" y="232714"/>
                  </a:lnTo>
                  <a:lnTo>
                    <a:pt x="103619" y="235254"/>
                  </a:lnTo>
                  <a:lnTo>
                    <a:pt x="100457" y="236524"/>
                  </a:lnTo>
                  <a:lnTo>
                    <a:pt x="97840" y="237794"/>
                  </a:lnTo>
                  <a:lnTo>
                    <a:pt x="96926" y="237794"/>
                  </a:lnTo>
                  <a:lnTo>
                    <a:pt x="96685" y="239064"/>
                  </a:lnTo>
                  <a:lnTo>
                    <a:pt x="96278" y="241604"/>
                  </a:lnTo>
                  <a:lnTo>
                    <a:pt x="97612" y="242874"/>
                  </a:lnTo>
                  <a:lnTo>
                    <a:pt x="98793" y="242874"/>
                  </a:lnTo>
                  <a:lnTo>
                    <a:pt x="102425" y="245414"/>
                  </a:lnTo>
                  <a:lnTo>
                    <a:pt x="101536" y="247954"/>
                  </a:lnTo>
                  <a:lnTo>
                    <a:pt x="102679" y="251764"/>
                  </a:lnTo>
                  <a:lnTo>
                    <a:pt x="103619" y="255574"/>
                  </a:lnTo>
                  <a:lnTo>
                    <a:pt x="107010" y="260654"/>
                  </a:lnTo>
                  <a:lnTo>
                    <a:pt x="112610" y="265734"/>
                  </a:lnTo>
                  <a:lnTo>
                    <a:pt x="113144" y="263194"/>
                  </a:lnTo>
                  <a:lnTo>
                    <a:pt x="113017" y="259384"/>
                  </a:lnTo>
                  <a:lnTo>
                    <a:pt x="112915" y="258114"/>
                  </a:lnTo>
                  <a:lnTo>
                    <a:pt x="112814" y="256844"/>
                  </a:lnTo>
                  <a:lnTo>
                    <a:pt x="112712" y="255574"/>
                  </a:lnTo>
                  <a:lnTo>
                    <a:pt x="112610" y="254304"/>
                  </a:lnTo>
                  <a:lnTo>
                    <a:pt x="116344" y="259384"/>
                  </a:lnTo>
                  <a:lnTo>
                    <a:pt x="118135" y="265734"/>
                  </a:lnTo>
                  <a:lnTo>
                    <a:pt x="121272" y="270814"/>
                  </a:lnTo>
                  <a:lnTo>
                    <a:pt x="129095" y="273354"/>
                  </a:lnTo>
                  <a:lnTo>
                    <a:pt x="126403" y="272084"/>
                  </a:lnTo>
                  <a:lnTo>
                    <a:pt x="127088" y="268274"/>
                  </a:lnTo>
                  <a:lnTo>
                    <a:pt x="128651" y="268274"/>
                  </a:lnTo>
                  <a:lnTo>
                    <a:pt x="130251" y="267004"/>
                  </a:lnTo>
                  <a:lnTo>
                    <a:pt x="132194" y="268274"/>
                  </a:lnTo>
                  <a:lnTo>
                    <a:pt x="135178" y="272084"/>
                  </a:lnTo>
                  <a:lnTo>
                    <a:pt x="138023" y="275894"/>
                  </a:lnTo>
                  <a:lnTo>
                    <a:pt x="151409" y="275894"/>
                  </a:lnTo>
                  <a:lnTo>
                    <a:pt x="148082" y="273354"/>
                  </a:lnTo>
                  <a:lnTo>
                    <a:pt x="155600" y="273354"/>
                  </a:lnTo>
                  <a:lnTo>
                    <a:pt x="155498" y="275894"/>
                  </a:lnTo>
                  <a:lnTo>
                    <a:pt x="155397" y="278434"/>
                  </a:lnTo>
                  <a:lnTo>
                    <a:pt x="153352" y="280974"/>
                  </a:lnTo>
                  <a:lnTo>
                    <a:pt x="159702" y="279704"/>
                  </a:lnTo>
                  <a:lnTo>
                    <a:pt x="161594" y="274624"/>
                  </a:lnTo>
                  <a:lnTo>
                    <a:pt x="161061" y="273354"/>
                  </a:lnTo>
                  <a:lnTo>
                    <a:pt x="159461" y="269544"/>
                  </a:lnTo>
                  <a:lnTo>
                    <a:pt x="164973" y="267004"/>
                  </a:lnTo>
                  <a:lnTo>
                    <a:pt x="167970" y="270814"/>
                  </a:lnTo>
                  <a:lnTo>
                    <a:pt x="168694" y="273354"/>
                  </a:lnTo>
                  <a:lnTo>
                    <a:pt x="174205" y="268274"/>
                  </a:lnTo>
                  <a:lnTo>
                    <a:pt x="173101" y="267004"/>
                  </a:lnTo>
                  <a:lnTo>
                    <a:pt x="168694" y="261924"/>
                  </a:lnTo>
                  <a:lnTo>
                    <a:pt x="164477" y="261924"/>
                  </a:lnTo>
                  <a:lnTo>
                    <a:pt x="164477" y="260654"/>
                  </a:lnTo>
                  <a:lnTo>
                    <a:pt x="164477" y="259384"/>
                  </a:lnTo>
                  <a:lnTo>
                    <a:pt x="162674" y="258114"/>
                  </a:lnTo>
                  <a:lnTo>
                    <a:pt x="158038" y="256844"/>
                  </a:lnTo>
                  <a:lnTo>
                    <a:pt x="150787" y="256844"/>
                  </a:lnTo>
                  <a:lnTo>
                    <a:pt x="149288" y="260654"/>
                  </a:lnTo>
                  <a:lnTo>
                    <a:pt x="146304" y="260654"/>
                  </a:lnTo>
                  <a:lnTo>
                    <a:pt x="118516" y="237794"/>
                  </a:lnTo>
                  <a:lnTo>
                    <a:pt x="121272" y="232714"/>
                  </a:lnTo>
                  <a:lnTo>
                    <a:pt x="127317" y="227634"/>
                  </a:lnTo>
                  <a:lnTo>
                    <a:pt x="133362" y="221284"/>
                  </a:lnTo>
                  <a:lnTo>
                    <a:pt x="136105" y="214934"/>
                  </a:lnTo>
                  <a:lnTo>
                    <a:pt x="133959" y="206044"/>
                  </a:lnTo>
                  <a:lnTo>
                    <a:pt x="133654" y="204774"/>
                  </a:lnTo>
                  <a:lnTo>
                    <a:pt x="127330" y="198424"/>
                  </a:lnTo>
                  <a:lnTo>
                    <a:pt x="122161" y="194614"/>
                  </a:lnTo>
                  <a:lnTo>
                    <a:pt x="118706" y="192074"/>
                  </a:lnTo>
                  <a:lnTo>
                    <a:pt x="109321" y="185724"/>
                  </a:lnTo>
                  <a:lnTo>
                    <a:pt x="113931" y="183184"/>
                  </a:lnTo>
                  <a:lnTo>
                    <a:pt x="120421" y="181914"/>
                  </a:lnTo>
                  <a:lnTo>
                    <a:pt x="127457" y="181914"/>
                  </a:lnTo>
                  <a:lnTo>
                    <a:pt x="133756" y="183184"/>
                  </a:lnTo>
                  <a:lnTo>
                    <a:pt x="133985" y="181914"/>
                  </a:lnTo>
                  <a:lnTo>
                    <a:pt x="134442" y="179374"/>
                  </a:lnTo>
                  <a:lnTo>
                    <a:pt x="137185" y="180644"/>
                  </a:lnTo>
                  <a:lnTo>
                    <a:pt x="137350" y="179374"/>
                  </a:lnTo>
                  <a:lnTo>
                    <a:pt x="138137" y="173024"/>
                  </a:lnTo>
                  <a:lnTo>
                    <a:pt x="140690" y="179374"/>
                  </a:lnTo>
                  <a:lnTo>
                    <a:pt x="138023" y="184454"/>
                  </a:lnTo>
                  <a:lnTo>
                    <a:pt x="140690" y="186994"/>
                  </a:lnTo>
                  <a:lnTo>
                    <a:pt x="142824" y="184454"/>
                  </a:lnTo>
                  <a:lnTo>
                    <a:pt x="148082" y="184454"/>
                  </a:lnTo>
                  <a:lnTo>
                    <a:pt x="148018" y="183184"/>
                  </a:lnTo>
                  <a:lnTo>
                    <a:pt x="147942" y="181914"/>
                  </a:lnTo>
                  <a:lnTo>
                    <a:pt x="147878" y="180644"/>
                  </a:lnTo>
                  <a:lnTo>
                    <a:pt x="147815" y="179374"/>
                  </a:lnTo>
                  <a:lnTo>
                    <a:pt x="147688" y="176834"/>
                  </a:lnTo>
                  <a:lnTo>
                    <a:pt x="149288" y="181914"/>
                  </a:lnTo>
                  <a:lnTo>
                    <a:pt x="145732" y="189534"/>
                  </a:lnTo>
                  <a:lnTo>
                    <a:pt x="149288" y="192074"/>
                  </a:lnTo>
                  <a:lnTo>
                    <a:pt x="149948" y="188264"/>
                  </a:lnTo>
                  <a:lnTo>
                    <a:pt x="155397" y="188264"/>
                  </a:lnTo>
                  <a:lnTo>
                    <a:pt x="156654" y="189534"/>
                  </a:lnTo>
                  <a:lnTo>
                    <a:pt x="156654" y="197154"/>
                  </a:lnTo>
                  <a:lnTo>
                    <a:pt x="149428" y="194614"/>
                  </a:lnTo>
                  <a:lnTo>
                    <a:pt x="149428" y="203504"/>
                  </a:lnTo>
                  <a:lnTo>
                    <a:pt x="152920" y="204774"/>
                  </a:lnTo>
                  <a:lnTo>
                    <a:pt x="152920" y="208584"/>
                  </a:lnTo>
                  <a:lnTo>
                    <a:pt x="150025" y="211124"/>
                  </a:lnTo>
                  <a:lnTo>
                    <a:pt x="146532" y="208584"/>
                  </a:lnTo>
                  <a:lnTo>
                    <a:pt x="147586" y="211124"/>
                  </a:lnTo>
                  <a:lnTo>
                    <a:pt x="149948" y="213664"/>
                  </a:lnTo>
                  <a:lnTo>
                    <a:pt x="156222" y="213664"/>
                  </a:lnTo>
                  <a:lnTo>
                    <a:pt x="159702" y="211124"/>
                  </a:lnTo>
                  <a:lnTo>
                    <a:pt x="161112" y="207314"/>
                  </a:lnTo>
                  <a:lnTo>
                    <a:pt x="162674" y="212394"/>
                  </a:lnTo>
                  <a:lnTo>
                    <a:pt x="161404" y="216204"/>
                  </a:lnTo>
                  <a:lnTo>
                    <a:pt x="158419" y="217474"/>
                  </a:lnTo>
                  <a:lnTo>
                    <a:pt x="161645" y="218744"/>
                  </a:lnTo>
                  <a:lnTo>
                    <a:pt x="169303" y="217474"/>
                  </a:lnTo>
                  <a:lnTo>
                    <a:pt x="169202" y="216204"/>
                  </a:lnTo>
                  <a:lnTo>
                    <a:pt x="169100" y="214934"/>
                  </a:lnTo>
                  <a:lnTo>
                    <a:pt x="168998" y="213664"/>
                  </a:lnTo>
                  <a:lnTo>
                    <a:pt x="168897" y="212394"/>
                  </a:lnTo>
                  <a:lnTo>
                    <a:pt x="168795" y="211124"/>
                  </a:lnTo>
                  <a:lnTo>
                    <a:pt x="168490" y="207314"/>
                  </a:lnTo>
                  <a:lnTo>
                    <a:pt x="172745" y="208584"/>
                  </a:lnTo>
                  <a:lnTo>
                    <a:pt x="175107" y="211124"/>
                  </a:lnTo>
                  <a:lnTo>
                    <a:pt x="172478" y="216204"/>
                  </a:lnTo>
                  <a:lnTo>
                    <a:pt x="176034" y="214934"/>
                  </a:lnTo>
                  <a:lnTo>
                    <a:pt x="179311" y="213664"/>
                  </a:lnTo>
                  <a:lnTo>
                    <a:pt x="179311" y="207314"/>
                  </a:lnTo>
                  <a:close/>
                </a:path>
                <a:path w="492759" h="325119">
                  <a:moveTo>
                    <a:pt x="351866" y="173456"/>
                  </a:moveTo>
                  <a:lnTo>
                    <a:pt x="351332" y="171704"/>
                  </a:lnTo>
                  <a:lnTo>
                    <a:pt x="350418" y="169164"/>
                  </a:lnTo>
                  <a:lnTo>
                    <a:pt x="348843" y="167652"/>
                  </a:lnTo>
                  <a:lnTo>
                    <a:pt x="348843" y="174574"/>
                  </a:lnTo>
                  <a:lnTo>
                    <a:pt x="348145" y="175653"/>
                  </a:lnTo>
                  <a:lnTo>
                    <a:pt x="347700" y="176771"/>
                  </a:lnTo>
                  <a:lnTo>
                    <a:pt x="346570" y="177380"/>
                  </a:lnTo>
                  <a:lnTo>
                    <a:pt x="344220" y="178257"/>
                  </a:lnTo>
                  <a:lnTo>
                    <a:pt x="342074" y="178079"/>
                  </a:lnTo>
                  <a:lnTo>
                    <a:pt x="340004" y="177050"/>
                  </a:lnTo>
                  <a:lnTo>
                    <a:pt x="337032" y="175653"/>
                  </a:lnTo>
                  <a:lnTo>
                    <a:pt x="336943" y="175488"/>
                  </a:lnTo>
                  <a:lnTo>
                    <a:pt x="335330" y="172554"/>
                  </a:lnTo>
                  <a:lnTo>
                    <a:pt x="336499" y="170218"/>
                  </a:lnTo>
                  <a:lnTo>
                    <a:pt x="337032" y="169011"/>
                  </a:lnTo>
                  <a:lnTo>
                    <a:pt x="338061" y="168389"/>
                  </a:lnTo>
                  <a:lnTo>
                    <a:pt x="338759" y="168249"/>
                  </a:lnTo>
                  <a:lnTo>
                    <a:pt x="340410" y="167627"/>
                  </a:lnTo>
                  <a:lnTo>
                    <a:pt x="342531" y="167830"/>
                  </a:lnTo>
                  <a:lnTo>
                    <a:pt x="346265" y="169519"/>
                  </a:lnTo>
                  <a:lnTo>
                    <a:pt x="347700" y="171145"/>
                  </a:lnTo>
                  <a:lnTo>
                    <a:pt x="348259" y="172707"/>
                  </a:lnTo>
                  <a:lnTo>
                    <a:pt x="348576" y="173456"/>
                  </a:lnTo>
                  <a:lnTo>
                    <a:pt x="348843" y="174574"/>
                  </a:lnTo>
                  <a:lnTo>
                    <a:pt x="348843" y="167652"/>
                  </a:lnTo>
                  <a:lnTo>
                    <a:pt x="348399" y="167233"/>
                  </a:lnTo>
                  <a:lnTo>
                    <a:pt x="345757" y="165989"/>
                  </a:lnTo>
                  <a:lnTo>
                    <a:pt x="343179" y="164680"/>
                  </a:lnTo>
                  <a:lnTo>
                    <a:pt x="331622" y="172707"/>
                  </a:lnTo>
                  <a:lnTo>
                    <a:pt x="334048" y="177711"/>
                  </a:lnTo>
                  <a:lnTo>
                    <a:pt x="338696" y="179946"/>
                  </a:lnTo>
                  <a:lnTo>
                    <a:pt x="341477" y="181203"/>
                  </a:lnTo>
                  <a:lnTo>
                    <a:pt x="344398" y="181483"/>
                  </a:lnTo>
                  <a:lnTo>
                    <a:pt x="346989" y="180555"/>
                  </a:lnTo>
                  <a:lnTo>
                    <a:pt x="348843" y="179946"/>
                  </a:lnTo>
                  <a:lnTo>
                    <a:pt x="350418" y="178689"/>
                  </a:lnTo>
                  <a:lnTo>
                    <a:pt x="350583" y="178257"/>
                  </a:lnTo>
                  <a:lnTo>
                    <a:pt x="350659" y="178079"/>
                  </a:lnTo>
                  <a:lnTo>
                    <a:pt x="351066" y="177050"/>
                  </a:lnTo>
                  <a:lnTo>
                    <a:pt x="351815" y="175653"/>
                  </a:lnTo>
                  <a:lnTo>
                    <a:pt x="351866" y="173456"/>
                  </a:lnTo>
                  <a:close/>
                </a:path>
                <a:path w="492759" h="325119">
                  <a:moveTo>
                    <a:pt x="357720" y="116687"/>
                  </a:moveTo>
                  <a:lnTo>
                    <a:pt x="357682" y="116166"/>
                  </a:lnTo>
                  <a:lnTo>
                    <a:pt x="357593" y="115912"/>
                  </a:lnTo>
                  <a:lnTo>
                    <a:pt x="357212" y="114719"/>
                  </a:lnTo>
                  <a:lnTo>
                    <a:pt x="356565" y="113868"/>
                  </a:lnTo>
                  <a:lnTo>
                    <a:pt x="355180" y="112064"/>
                  </a:lnTo>
                  <a:lnTo>
                    <a:pt x="354393" y="111607"/>
                  </a:lnTo>
                  <a:lnTo>
                    <a:pt x="354393" y="116166"/>
                  </a:lnTo>
                  <a:lnTo>
                    <a:pt x="354317" y="118237"/>
                  </a:lnTo>
                  <a:lnTo>
                    <a:pt x="354253" y="118579"/>
                  </a:lnTo>
                  <a:lnTo>
                    <a:pt x="354126" y="119329"/>
                  </a:lnTo>
                  <a:lnTo>
                    <a:pt x="353199" y="120853"/>
                  </a:lnTo>
                  <a:lnTo>
                    <a:pt x="349351" y="123799"/>
                  </a:lnTo>
                  <a:lnTo>
                    <a:pt x="346049" y="123799"/>
                  </a:lnTo>
                  <a:lnTo>
                    <a:pt x="344779" y="122135"/>
                  </a:lnTo>
                  <a:lnTo>
                    <a:pt x="344258" y="121551"/>
                  </a:lnTo>
                  <a:lnTo>
                    <a:pt x="344106" y="120853"/>
                  </a:lnTo>
                  <a:lnTo>
                    <a:pt x="344106" y="118579"/>
                  </a:lnTo>
                  <a:lnTo>
                    <a:pt x="345046" y="116687"/>
                  </a:lnTo>
                  <a:lnTo>
                    <a:pt x="346684" y="115493"/>
                  </a:lnTo>
                  <a:lnTo>
                    <a:pt x="348157" y="114376"/>
                  </a:lnTo>
                  <a:lnTo>
                    <a:pt x="349910" y="113868"/>
                  </a:lnTo>
                  <a:lnTo>
                    <a:pt x="351091" y="113868"/>
                  </a:lnTo>
                  <a:lnTo>
                    <a:pt x="352069" y="114147"/>
                  </a:lnTo>
                  <a:lnTo>
                    <a:pt x="352793" y="114376"/>
                  </a:lnTo>
                  <a:lnTo>
                    <a:pt x="352971" y="114376"/>
                  </a:lnTo>
                  <a:lnTo>
                    <a:pt x="354393" y="116166"/>
                  </a:lnTo>
                  <a:lnTo>
                    <a:pt x="354393" y="111607"/>
                  </a:lnTo>
                  <a:lnTo>
                    <a:pt x="353745" y="111213"/>
                  </a:lnTo>
                  <a:lnTo>
                    <a:pt x="351853" y="110947"/>
                  </a:lnTo>
                  <a:lnTo>
                    <a:pt x="349351" y="110642"/>
                  </a:lnTo>
                  <a:lnTo>
                    <a:pt x="346887" y="111417"/>
                  </a:lnTo>
                  <a:lnTo>
                    <a:pt x="344779" y="113106"/>
                  </a:lnTo>
                  <a:lnTo>
                    <a:pt x="340868" y="115912"/>
                  </a:lnTo>
                  <a:lnTo>
                    <a:pt x="340753" y="116433"/>
                  </a:lnTo>
                  <a:lnTo>
                    <a:pt x="340690" y="116687"/>
                  </a:lnTo>
                  <a:lnTo>
                    <a:pt x="339750" y="120853"/>
                  </a:lnTo>
                  <a:lnTo>
                    <a:pt x="340207" y="121551"/>
                  </a:lnTo>
                  <a:lnTo>
                    <a:pt x="342188" y="124028"/>
                  </a:lnTo>
                  <a:lnTo>
                    <a:pt x="344779" y="127152"/>
                  </a:lnTo>
                  <a:lnTo>
                    <a:pt x="349770" y="127355"/>
                  </a:lnTo>
                  <a:lnTo>
                    <a:pt x="353745" y="124383"/>
                  </a:lnTo>
                  <a:lnTo>
                    <a:pt x="354495" y="123799"/>
                  </a:lnTo>
                  <a:lnTo>
                    <a:pt x="355828" y="122758"/>
                  </a:lnTo>
                  <a:lnTo>
                    <a:pt x="357212" y="120586"/>
                  </a:lnTo>
                  <a:lnTo>
                    <a:pt x="357263" y="120091"/>
                  </a:lnTo>
                  <a:lnTo>
                    <a:pt x="357365" y="119329"/>
                  </a:lnTo>
                  <a:lnTo>
                    <a:pt x="357454" y="118579"/>
                  </a:lnTo>
                  <a:lnTo>
                    <a:pt x="357555" y="117805"/>
                  </a:lnTo>
                  <a:lnTo>
                    <a:pt x="357720" y="116687"/>
                  </a:lnTo>
                  <a:close/>
                </a:path>
                <a:path w="492759" h="325119">
                  <a:moveTo>
                    <a:pt x="411416" y="274193"/>
                  </a:moveTo>
                  <a:lnTo>
                    <a:pt x="411353" y="268147"/>
                  </a:lnTo>
                  <a:lnTo>
                    <a:pt x="411264" y="267804"/>
                  </a:lnTo>
                  <a:lnTo>
                    <a:pt x="410921" y="266509"/>
                  </a:lnTo>
                  <a:lnTo>
                    <a:pt x="409473" y="264642"/>
                  </a:lnTo>
                  <a:lnTo>
                    <a:pt x="408432" y="263271"/>
                  </a:lnTo>
                  <a:lnTo>
                    <a:pt x="408432" y="267804"/>
                  </a:lnTo>
                  <a:lnTo>
                    <a:pt x="408393" y="273164"/>
                  </a:lnTo>
                  <a:lnTo>
                    <a:pt x="408012" y="274193"/>
                  </a:lnTo>
                  <a:lnTo>
                    <a:pt x="407657" y="275056"/>
                  </a:lnTo>
                  <a:lnTo>
                    <a:pt x="405765" y="276860"/>
                  </a:lnTo>
                  <a:lnTo>
                    <a:pt x="404761" y="277533"/>
                  </a:lnTo>
                  <a:lnTo>
                    <a:pt x="402107" y="277533"/>
                  </a:lnTo>
                  <a:lnTo>
                    <a:pt x="401269" y="276860"/>
                  </a:lnTo>
                  <a:lnTo>
                    <a:pt x="400685" y="276263"/>
                  </a:lnTo>
                  <a:lnTo>
                    <a:pt x="399554" y="275056"/>
                  </a:lnTo>
                  <a:lnTo>
                    <a:pt x="398767" y="273164"/>
                  </a:lnTo>
                  <a:lnTo>
                    <a:pt x="398830" y="268909"/>
                  </a:lnTo>
                  <a:lnTo>
                    <a:pt x="408432" y="267804"/>
                  </a:lnTo>
                  <a:lnTo>
                    <a:pt x="408432" y="263271"/>
                  </a:lnTo>
                  <a:lnTo>
                    <a:pt x="408051" y="262763"/>
                  </a:lnTo>
                  <a:lnTo>
                    <a:pt x="405574" y="261569"/>
                  </a:lnTo>
                  <a:lnTo>
                    <a:pt x="401942" y="261569"/>
                  </a:lnTo>
                  <a:lnTo>
                    <a:pt x="400138" y="262356"/>
                  </a:lnTo>
                  <a:lnTo>
                    <a:pt x="398703" y="263702"/>
                  </a:lnTo>
                  <a:lnTo>
                    <a:pt x="396824" y="265417"/>
                  </a:lnTo>
                  <a:lnTo>
                    <a:pt x="395719" y="268147"/>
                  </a:lnTo>
                  <a:lnTo>
                    <a:pt x="395681" y="274193"/>
                  </a:lnTo>
                  <a:lnTo>
                    <a:pt x="396621" y="276593"/>
                  </a:lnTo>
                  <a:lnTo>
                    <a:pt x="398424" y="278396"/>
                  </a:lnTo>
                  <a:lnTo>
                    <a:pt x="399783" y="279844"/>
                  </a:lnTo>
                  <a:lnTo>
                    <a:pt x="401637" y="280606"/>
                  </a:lnTo>
                  <a:lnTo>
                    <a:pt x="405472" y="280606"/>
                  </a:lnTo>
                  <a:lnTo>
                    <a:pt x="407136" y="279984"/>
                  </a:lnTo>
                  <a:lnTo>
                    <a:pt x="409778" y="277533"/>
                  </a:lnTo>
                  <a:lnTo>
                    <a:pt x="410514" y="276860"/>
                  </a:lnTo>
                  <a:lnTo>
                    <a:pt x="410603" y="276593"/>
                  </a:lnTo>
                  <a:lnTo>
                    <a:pt x="410718" y="276263"/>
                  </a:lnTo>
                  <a:lnTo>
                    <a:pt x="411416" y="274193"/>
                  </a:lnTo>
                  <a:close/>
                </a:path>
                <a:path w="492759" h="325119">
                  <a:moveTo>
                    <a:pt x="430123" y="287591"/>
                  </a:moveTo>
                  <a:lnTo>
                    <a:pt x="428066" y="285229"/>
                  </a:lnTo>
                  <a:lnTo>
                    <a:pt x="426478" y="283413"/>
                  </a:lnTo>
                  <a:lnTo>
                    <a:pt x="426262" y="283375"/>
                  </a:lnTo>
                  <a:lnTo>
                    <a:pt x="426262" y="288366"/>
                  </a:lnTo>
                  <a:lnTo>
                    <a:pt x="426161" y="291312"/>
                  </a:lnTo>
                  <a:lnTo>
                    <a:pt x="426046" y="291884"/>
                  </a:lnTo>
                  <a:lnTo>
                    <a:pt x="425627" y="293827"/>
                  </a:lnTo>
                  <a:lnTo>
                    <a:pt x="422427" y="295465"/>
                  </a:lnTo>
                  <a:lnTo>
                    <a:pt x="418896" y="294805"/>
                  </a:lnTo>
                  <a:lnTo>
                    <a:pt x="415340" y="294170"/>
                  </a:lnTo>
                  <a:lnTo>
                    <a:pt x="412915" y="291528"/>
                  </a:lnTo>
                  <a:lnTo>
                    <a:pt x="412953" y="291312"/>
                  </a:lnTo>
                  <a:lnTo>
                    <a:pt x="413054" y="290677"/>
                  </a:lnTo>
                  <a:lnTo>
                    <a:pt x="413321" y="289064"/>
                  </a:lnTo>
                  <a:lnTo>
                    <a:pt x="413626" y="287769"/>
                  </a:lnTo>
                  <a:lnTo>
                    <a:pt x="414350" y="286893"/>
                  </a:lnTo>
                  <a:lnTo>
                    <a:pt x="415112" y="286575"/>
                  </a:lnTo>
                  <a:lnTo>
                    <a:pt x="416623" y="285572"/>
                  </a:lnTo>
                  <a:lnTo>
                    <a:pt x="418553" y="285229"/>
                  </a:lnTo>
                  <a:lnTo>
                    <a:pt x="423900" y="286118"/>
                  </a:lnTo>
                  <a:lnTo>
                    <a:pt x="426262" y="288366"/>
                  </a:lnTo>
                  <a:lnTo>
                    <a:pt x="426262" y="283375"/>
                  </a:lnTo>
                  <a:lnTo>
                    <a:pt x="421208" y="282422"/>
                  </a:lnTo>
                  <a:lnTo>
                    <a:pt x="418249" y="281952"/>
                  </a:lnTo>
                  <a:lnTo>
                    <a:pt x="415340" y="282422"/>
                  </a:lnTo>
                  <a:lnTo>
                    <a:pt x="413321" y="284035"/>
                  </a:lnTo>
                  <a:lnTo>
                    <a:pt x="411556" y="285038"/>
                  </a:lnTo>
                  <a:lnTo>
                    <a:pt x="411441" y="285229"/>
                  </a:lnTo>
                  <a:lnTo>
                    <a:pt x="410578" y="286575"/>
                  </a:lnTo>
                  <a:lnTo>
                    <a:pt x="410476" y="286893"/>
                  </a:lnTo>
                  <a:lnTo>
                    <a:pt x="409765" y="290677"/>
                  </a:lnTo>
                  <a:lnTo>
                    <a:pt x="410527" y="292798"/>
                  </a:lnTo>
                  <a:lnTo>
                    <a:pt x="412127" y="294525"/>
                  </a:lnTo>
                  <a:lnTo>
                    <a:pt x="413626" y="296316"/>
                  </a:lnTo>
                  <a:lnTo>
                    <a:pt x="415937" y="297421"/>
                  </a:lnTo>
                  <a:lnTo>
                    <a:pt x="418249" y="297865"/>
                  </a:lnTo>
                  <a:lnTo>
                    <a:pt x="420916" y="298284"/>
                  </a:lnTo>
                  <a:lnTo>
                    <a:pt x="423964" y="297865"/>
                  </a:lnTo>
                  <a:lnTo>
                    <a:pt x="423545" y="297865"/>
                  </a:lnTo>
                  <a:lnTo>
                    <a:pt x="425348" y="296913"/>
                  </a:lnTo>
                  <a:lnTo>
                    <a:pt x="429285" y="291884"/>
                  </a:lnTo>
                  <a:lnTo>
                    <a:pt x="429399" y="291312"/>
                  </a:lnTo>
                  <a:lnTo>
                    <a:pt x="429526" y="290677"/>
                  </a:lnTo>
                  <a:lnTo>
                    <a:pt x="430123" y="287591"/>
                  </a:lnTo>
                  <a:close/>
                </a:path>
                <a:path w="492759" h="325119">
                  <a:moveTo>
                    <a:pt x="484619" y="266001"/>
                  </a:moveTo>
                  <a:lnTo>
                    <a:pt x="482269" y="263702"/>
                  </a:lnTo>
                  <a:lnTo>
                    <a:pt x="481469" y="262928"/>
                  </a:lnTo>
                  <a:lnTo>
                    <a:pt x="481469" y="267804"/>
                  </a:lnTo>
                  <a:lnTo>
                    <a:pt x="481469" y="277698"/>
                  </a:lnTo>
                  <a:lnTo>
                    <a:pt x="477342" y="281800"/>
                  </a:lnTo>
                  <a:lnTo>
                    <a:pt x="466966" y="281800"/>
                  </a:lnTo>
                  <a:lnTo>
                    <a:pt x="462940" y="277698"/>
                  </a:lnTo>
                  <a:lnTo>
                    <a:pt x="462940" y="267804"/>
                  </a:lnTo>
                  <a:lnTo>
                    <a:pt x="466966" y="263702"/>
                  </a:lnTo>
                  <a:lnTo>
                    <a:pt x="477342" y="263702"/>
                  </a:lnTo>
                  <a:lnTo>
                    <a:pt x="481469" y="267804"/>
                  </a:lnTo>
                  <a:lnTo>
                    <a:pt x="481469" y="262928"/>
                  </a:lnTo>
                  <a:lnTo>
                    <a:pt x="479031" y="260540"/>
                  </a:lnTo>
                  <a:lnTo>
                    <a:pt x="465429" y="260540"/>
                  </a:lnTo>
                  <a:lnTo>
                    <a:pt x="459765" y="266001"/>
                  </a:lnTo>
                  <a:lnTo>
                    <a:pt x="459765" y="279412"/>
                  </a:lnTo>
                  <a:lnTo>
                    <a:pt x="465429" y="284886"/>
                  </a:lnTo>
                  <a:lnTo>
                    <a:pt x="479031" y="284886"/>
                  </a:lnTo>
                  <a:lnTo>
                    <a:pt x="482180" y="281800"/>
                  </a:lnTo>
                  <a:lnTo>
                    <a:pt x="484619" y="279412"/>
                  </a:lnTo>
                  <a:lnTo>
                    <a:pt x="484619" y="266001"/>
                  </a:lnTo>
                  <a:close/>
                </a:path>
                <a:path w="492759" h="325119">
                  <a:moveTo>
                    <a:pt x="492290" y="184150"/>
                  </a:moveTo>
                  <a:lnTo>
                    <a:pt x="490448" y="175260"/>
                  </a:lnTo>
                  <a:lnTo>
                    <a:pt x="482346" y="170180"/>
                  </a:lnTo>
                  <a:lnTo>
                    <a:pt x="473278" y="163830"/>
                  </a:lnTo>
                  <a:lnTo>
                    <a:pt x="472706" y="162560"/>
                  </a:lnTo>
                  <a:lnTo>
                    <a:pt x="468541" y="152400"/>
                  </a:lnTo>
                  <a:lnTo>
                    <a:pt x="472757" y="162560"/>
                  </a:lnTo>
                  <a:lnTo>
                    <a:pt x="480745" y="166370"/>
                  </a:lnTo>
                  <a:lnTo>
                    <a:pt x="486765" y="163830"/>
                  </a:lnTo>
                  <a:lnTo>
                    <a:pt x="480288" y="160020"/>
                  </a:lnTo>
                  <a:lnTo>
                    <a:pt x="478434" y="152400"/>
                  </a:lnTo>
                  <a:lnTo>
                    <a:pt x="478129" y="151130"/>
                  </a:lnTo>
                  <a:lnTo>
                    <a:pt x="475221" y="143510"/>
                  </a:lnTo>
                  <a:lnTo>
                    <a:pt x="469404" y="140970"/>
                  </a:lnTo>
                  <a:lnTo>
                    <a:pt x="466496" y="139700"/>
                  </a:lnTo>
                  <a:lnTo>
                    <a:pt x="463778" y="139700"/>
                  </a:lnTo>
                  <a:lnTo>
                    <a:pt x="460679" y="137160"/>
                  </a:lnTo>
                  <a:lnTo>
                    <a:pt x="457301" y="135890"/>
                  </a:lnTo>
                  <a:lnTo>
                    <a:pt x="452170" y="135890"/>
                  </a:lnTo>
                  <a:lnTo>
                    <a:pt x="445808" y="137160"/>
                  </a:lnTo>
                  <a:lnTo>
                    <a:pt x="439178" y="140970"/>
                  </a:lnTo>
                  <a:lnTo>
                    <a:pt x="433959" y="147320"/>
                  </a:lnTo>
                  <a:lnTo>
                    <a:pt x="431838" y="157480"/>
                  </a:lnTo>
                  <a:lnTo>
                    <a:pt x="437680" y="176530"/>
                  </a:lnTo>
                  <a:lnTo>
                    <a:pt x="463359" y="201930"/>
                  </a:lnTo>
                  <a:lnTo>
                    <a:pt x="469201" y="219710"/>
                  </a:lnTo>
                  <a:lnTo>
                    <a:pt x="469201" y="227330"/>
                  </a:lnTo>
                  <a:lnTo>
                    <a:pt x="462864" y="232410"/>
                  </a:lnTo>
                  <a:lnTo>
                    <a:pt x="449491" y="232410"/>
                  </a:lnTo>
                  <a:lnTo>
                    <a:pt x="444500" y="224790"/>
                  </a:lnTo>
                  <a:lnTo>
                    <a:pt x="440537" y="217170"/>
                  </a:lnTo>
                  <a:lnTo>
                    <a:pt x="439216" y="214630"/>
                  </a:lnTo>
                  <a:lnTo>
                    <a:pt x="437349" y="210820"/>
                  </a:lnTo>
                  <a:lnTo>
                    <a:pt x="436727" y="209550"/>
                  </a:lnTo>
                  <a:lnTo>
                    <a:pt x="431253" y="201930"/>
                  </a:lnTo>
                  <a:lnTo>
                    <a:pt x="429983" y="200507"/>
                  </a:lnTo>
                  <a:lnTo>
                    <a:pt x="429983" y="217170"/>
                  </a:lnTo>
                  <a:lnTo>
                    <a:pt x="425983" y="222250"/>
                  </a:lnTo>
                  <a:lnTo>
                    <a:pt x="422414" y="223520"/>
                  </a:lnTo>
                  <a:lnTo>
                    <a:pt x="417893" y="220980"/>
                  </a:lnTo>
                  <a:lnTo>
                    <a:pt x="417830" y="219710"/>
                  </a:lnTo>
                  <a:lnTo>
                    <a:pt x="417703" y="217170"/>
                  </a:lnTo>
                  <a:lnTo>
                    <a:pt x="421906" y="212090"/>
                  </a:lnTo>
                  <a:lnTo>
                    <a:pt x="425196" y="210820"/>
                  </a:lnTo>
                  <a:lnTo>
                    <a:pt x="427583" y="212090"/>
                  </a:lnTo>
                  <a:lnTo>
                    <a:pt x="429895" y="213360"/>
                  </a:lnTo>
                  <a:lnTo>
                    <a:pt x="429983" y="217170"/>
                  </a:lnTo>
                  <a:lnTo>
                    <a:pt x="429983" y="200507"/>
                  </a:lnTo>
                  <a:lnTo>
                    <a:pt x="425627" y="195580"/>
                  </a:lnTo>
                  <a:lnTo>
                    <a:pt x="427202" y="196850"/>
                  </a:lnTo>
                  <a:lnTo>
                    <a:pt x="434835" y="196850"/>
                  </a:lnTo>
                  <a:lnTo>
                    <a:pt x="436270" y="195580"/>
                  </a:lnTo>
                  <a:lnTo>
                    <a:pt x="437692" y="194310"/>
                  </a:lnTo>
                  <a:lnTo>
                    <a:pt x="438391" y="191770"/>
                  </a:lnTo>
                  <a:lnTo>
                    <a:pt x="438518" y="187960"/>
                  </a:lnTo>
                  <a:lnTo>
                    <a:pt x="437299" y="185420"/>
                  </a:lnTo>
                  <a:lnTo>
                    <a:pt x="435508" y="182880"/>
                  </a:lnTo>
                  <a:lnTo>
                    <a:pt x="435292" y="182626"/>
                  </a:lnTo>
                  <a:lnTo>
                    <a:pt x="435292" y="187960"/>
                  </a:lnTo>
                  <a:lnTo>
                    <a:pt x="435229" y="190500"/>
                  </a:lnTo>
                  <a:lnTo>
                    <a:pt x="435038" y="191770"/>
                  </a:lnTo>
                  <a:lnTo>
                    <a:pt x="434035" y="193040"/>
                  </a:lnTo>
                  <a:lnTo>
                    <a:pt x="433108" y="194310"/>
                  </a:lnTo>
                  <a:lnTo>
                    <a:pt x="429450" y="194310"/>
                  </a:lnTo>
                  <a:lnTo>
                    <a:pt x="427443" y="193040"/>
                  </a:lnTo>
                  <a:lnTo>
                    <a:pt x="424751" y="190500"/>
                  </a:lnTo>
                  <a:lnTo>
                    <a:pt x="424332" y="189230"/>
                  </a:lnTo>
                  <a:lnTo>
                    <a:pt x="423913" y="187960"/>
                  </a:lnTo>
                  <a:lnTo>
                    <a:pt x="423989" y="186690"/>
                  </a:lnTo>
                  <a:lnTo>
                    <a:pt x="424116" y="184150"/>
                  </a:lnTo>
                  <a:lnTo>
                    <a:pt x="425170" y="184150"/>
                  </a:lnTo>
                  <a:lnTo>
                    <a:pt x="425996" y="182880"/>
                  </a:lnTo>
                  <a:lnTo>
                    <a:pt x="429793" y="182880"/>
                  </a:lnTo>
                  <a:lnTo>
                    <a:pt x="431685" y="184150"/>
                  </a:lnTo>
                  <a:lnTo>
                    <a:pt x="433108" y="185420"/>
                  </a:lnTo>
                  <a:lnTo>
                    <a:pt x="434479" y="186690"/>
                  </a:lnTo>
                  <a:lnTo>
                    <a:pt x="435292" y="187960"/>
                  </a:lnTo>
                  <a:lnTo>
                    <a:pt x="435292" y="182626"/>
                  </a:lnTo>
                  <a:lnTo>
                    <a:pt x="433425" y="180340"/>
                  </a:lnTo>
                  <a:lnTo>
                    <a:pt x="430631" y="179070"/>
                  </a:lnTo>
                  <a:lnTo>
                    <a:pt x="426173" y="179070"/>
                  </a:lnTo>
                  <a:lnTo>
                    <a:pt x="424205" y="180340"/>
                  </a:lnTo>
                  <a:lnTo>
                    <a:pt x="422960" y="181610"/>
                  </a:lnTo>
                  <a:lnTo>
                    <a:pt x="421614" y="182880"/>
                  </a:lnTo>
                  <a:lnTo>
                    <a:pt x="420916" y="184150"/>
                  </a:lnTo>
                  <a:lnTo>
                    <a:pt x="420839" y="188506"/>
                  </a:lnTo>
                  <a:lnTo>
                    <a:pt x="415556" y="181610"/>
                  </a:lnTo>
                  <a:lnTo>
                    <a:pt x="415340" y="181343"/>
                  </a:lnTo>
                  <a:lnTo>
                    <a:pt x="415340" y="240030"/>
                  </a:lnTo>
                  <a:lnTo>
                    <a:pt x="413334" y="242570"/>
                  </a:lnTo>
                  <a:lnTo>
                    <a:pt x="411175" y="245110"/>
                  </a:lnTo>
                  <a:lnTo>
                    <a:pt x="407771" y="246380"/>
                  </a:lnTo>
                  <a:lnTo>
                    <a:pt x="403326" y="243840"/>
                  </a:lnTo>
                  <a:lnTo>
                    <a:pt x="403237" y="242570"/>
                  </a:lnTo>
                  <a:lnTo>
                    <a:pt x="403161" y="241300"/>
                  </a:lnTo>
                  <a:lnTo>
                    <a:pt x="403072" y="240030"/>
                  </a:lnTo>
                  <a:lnTo>
                    <a:pt x="405117" y="237490"/>
                  </a:lnTo>
                  <a:lnTo>
                    <a:pt x="407123" y="233680"/>
                  </a:lnTo>
                  <a:lnTo>
                    <a:pt x="410603" y="233680"/>
                  </a:lnTo>
                  <a:lnTo>
                    <a:pt x="412915" y="234950"/>
                  </a:lnTo>
                  <a:lnTo>
                    <a:pt x="415150" y="236220"/>
                  </a:lnTo>
                  <a:lnTo>
                    <a:pt x="415277" y="238760"/>
                  </a:lnTo>
                  <a:lnTo>
                    <a:pt x="415340" y="240030"/>
                  </a:lnTo>
                  <a:lnTo>
                    <a:pt x="415340" y="181343"/>
                  </a:lnTo>
                  <a:lnTo>
                    <a:pt x="410591" y="175260"/>
                  </a:lnTo>
                  <a:lnTo>
                    <a:pt x="407136" y="168910"/>
                  </a:lnTo>
                  <a:lnTo>
                    <a:pt x="405841" y="163830"/>
                  </a:lnTo>
                  <a:lnTo>
                    <a:pt x="405841" y="158750"/>
                  </a:lnTo>
                  <a:lnTo>
                    <a:pt x="409321" y="154940"/>
                  </a:lnTo>
                  <a:lnTo>
                    <a:pt x="411429" y="152400"/>
                  </a:lnTo>
                  <a:lnTo>
                    <a:pt x="413537" y="149860"/>
                  </a:lnTo>
                  <a:lnTo>
                    <a:pt x="414972" y="149860"/>
                  </a:lnTo>
                  <a:lnTo>
                    <a:pt x="416052" y="148590"/>
                  </a:lnTo>
                  <a:lnTo>
                    <a:pt x="417576" y="147320"/>
                  </a:lnTo>
                  <a:lnTo>
                    <a:pt x="420776" y="144780"/>
                  </a:lnTo>
                  <a:lnTo>
                    <a:pt x="427202" y="137160"/>
                  </a:lnTo>
                  <a:lnTo>
                    <a:pt x="427443" y="137160"/>
                  </a:lnTo>
                  <a:lnTo>
                    <a:pt x="429209" y="135890"/>
                  </a:lnTo>
                  <a:lnTo>
                    <a:pt x="425996" y="132956"/>
                  </a:lnTo>
                  <a:lnTo>
                    <a:pt x="425996" y="135890"/>
                  </a:lnTo>
                  <a:lnTo>
                    <a:pt x="418261" y="143510"/>
                  </a:lnTo>
                  <a:lnTo>
                    <a:pt x="414566" y="147320"/>
                  </a:lnTo>
                  <a:lnTo>
                    <a:pt x="410083" y="144780"/>
                  </a:lnTo>
                  <a:lnTo>
                    <a:pt x="362991" y="118110"/>
                  </a:lnTo>
                  <a:lnTo>
                    <a:pt x="368033" y="102870"/>
                  </a:lnTo>
                  <a:lnTo>
                    <a:pt x="373672" y="105410"/>
                  </a:lnTo>
                  <a:lnTo>
                    <a:pt x="372059" y="105410"/>
                  </a:lnTo>
                  <a:lnTo>
                    <a:pt x="370001" y="106680"/>
                  </a:lnTo>
                  <a:lnTo>
                    <a:pt x="368211" y="109220"/>
                  </a:lnTo>
                  <a:lnTo>
                    <a:pt x="371894" y="109220"/>
                  </a:lnTo>
                  <a:lnTo>
                    <a:pt x="373405" y="107950"/>
                  </a:lnTo>
                  <a:lnTo>
                    <a:pt x="371182" y="114300"/>
                  </a:lnTo>
                  <a:lnTo>
                    <a:pt x="370611" y="113030"/>
                  </a:lnTo>
                  <a:lnTo>
                    <a:pt x="368973" y="111760"/>
                  </a:lnTo>
                  <a:lnTo>
                    <a:pt x="367385" y="110490"/>
                  </a:lnTo>
                  <a:lnTo>
                    <a:pt x="366268" y="115570"/>
                  </a:lnTo>
                  <a:lnTo>
                    <a:pt x="369189" y="116840"/>
                  </a:lnTo>
                  <a:lnTo>
                    <a:pt x="371182" y="118110"/>
                  </a:lnTo>
                  <a:lnTo>
                    <a:pt x="374700" y="119380"/>
                  </a:lnTo>
                  <a:lnTo>
                    <a:pt x="376859" y="119380"/>
                  </a:lnTo>
                  <a:lnTo>
                    <a:pt x="377825" y="118110"/>
                  </a:lnTo>
                  <a:lnTo>
                    <a:pt x="378917" y="116840"/>
                  </a:lnTo>
                  <a:lnTo>
                    <a:pt x="377799" y="115570"/>
                  </a:lnTo>
                  <a:lnTo>
                    <a:pt x="376694" y="114300"/>
                  </a:lnTo>
                  <a:lnTo>
                    <a:pt x="373773" y="115570"/>
                  </a:lnTo>
                  <a:lnTo>
                    <a:pt x="373646" y="114300"/>
                  </a:lnTo>
                  <a:lnTo>
                    <a:pt x="373519" y="113030"/>
                  </a:lnTo>
                  <a:lnTo>
                    <a:pt x="373405" y="111760"/>
                  </a:lnTo>
                  <a:lnTo>
                    <a:pt x="375069" y="110490"/>
                  </a:lnTo>
                  <a:lnTo>
                    <a:pt x="378625" y="110490"/>
                  </a:lnTo>
                  <a:lnTo>
                    <a:pt x="379857" y="111760"/>
                  </a:lnTo>
                  <a:lnTo>
                    <a:pt x="380326" y="114300"/>
                  </a:lnTo>
                  <a:lnTo>
                    <a:pt x="380263" y="113030"/>
                  </a:lnTo>
                  <a:lnTo>
                    <a:pt x="380149" y="110490"/>
                  </a:lnTo>
                  <a:lnTo>
                    <a:pt x="380085" y="109220"/>
                  </a:lnTo>
                  <a:lnTo>
                    <a:pt x="380834" y="107950"/>
                  </a:lnTo>
                  <a:lnTo>
                    <a:pt x="382320" y="105410"/>
                  </a:lnTo>
                  <a:lnTo>
                    <a:pt x="386626" y="104140"/>
                  </a:lnTo>
                  <a:lnTo>
                    <a:pt x="388315" y="109220"/>
                  </a:lnTo>
                  <a:lnTo>
                    <a:pt x="386981" y="111760"/>
                  </a:lnTo>
                  <a:lnTo>
                    <a:pt x="383514" y="115570"/>
                  </a:lnTo>
                  <a:lnTo>
                    <a:pt x="385419" y="114300"/>
                  </a:lnTo>
                  <a:lnTo>
                    <a:pt x="387464" y="114300"/>
                  </a:lnTo>
                  <a:lnTo>
                    <a:pt x="388200" y="115570"/>
                  </a:lnTo>
                  <a:lnTo>
                    <a:pt x="389394" y="116840"/>
                  </a:lnTo>
                  <a:lnTo>
                    <a:pt x="388988" y="119380"/>
                  </a:lnTo>
                  <a:lnTo>
                    <a:pt x="386334" y="120650"/>
                  </a:lnTo>
                  <a:lnTo>
                    <a:pt x="385762" y="118110"/>
                  </a:lnTo>
                  <a:lnTo>
                    <a:pt x="382193" y="118110"/>
                  </a:lnTo>
                  <a:lnTo>
                    <a:pt x="381190" y="119380"/>
                  </a:lnTo>
                  <a:lnTo>
                    <a:pt x="380085" y="121920"/>
                  </a:lnTo>
                  <a:lnTo>
                    <a:pt x="381762" y="123190"/>
                  </a:lnTo>
                  <a:lnTo>
                    <a:pt x="384835" y="125730"/>
                  </a:lnTo>
                  <a:lnTo>
                    <a:pt x="388493" y="127000"/>
                  </a:lnTo>
                  <a:lnTo>
                    <a:pt x="391490" y="125730"/>
                  </a:lnTo>
                  <a:lnTo>
                    <a:pt x="392480" y="124460"/>
                  </a:lnTo>
                  <a:lnTo>
                    <a:pt x="393484" y="123190"/>
                  </a:lnTo>
                  <a:lnTo>
                    <a:pt x="392277" y="121920"/>
                  </a:lnTo>
                  <a:lnTo>
                    <a:pt x="390169" y="123190"/>
                  </a:lnTo>
                  <a:lnTo>
                    <a:pt x="388175" y="124460"/>
                  </a:lnTo>
                  <a:lnTo>
                    <a:pt x="390042" y="120650"/>
                  </a:lnTo>
                  <a:lnTo>
                    <a:pt x="391909" y="116840"/>
                  </a:lnTo>
                  <a:lnTo>
                    <a:pt x="392137" y="118110"/>
                  </a:lnTo>
                  <a:lnTo>
                    <a:pt x="392696" y="119380"/>
                  </a:lnTo>
                  <a:lnTo>
                    <a:pt x="394398" y="120650"/>
                  </a:lnTo>
                  <a:lnTo>
                    <a:pt x="395706" y="116840"/>
                  </a:lnTo>
                  <a:lnTo>
                    <a:pt x="394614" y="114300"/>
                  </a:lnTo>
                  <a:lnTo>
                    <a:pt x="402628" y="119380"/>
                  </a:lnTo>
                  <a:lnTo>
                    <a:pt x="399910" y="119380"/>
                  </a:lnTo>
                  <a:lnTo>
                    <a:pt x="396963" y="121920"/>
                  </a:lnTo>
                  <a:lnTo>
                    <a:pt x="398780" y="123190"/>
                  </a:lnTo>
                  <a:lnTo>
                    <a:pt x="400685" y="123190"/>
                  </a:lnTo>
                  <a:lnTo>
                    <a:pt x="401726" y="121920"/>
                  </a:lnTo>
                  <a:lnTo>
                    <a:pt x="397535" y="129540"/>
                  </a:lnTo>
                  <a:lnTo>
                    <a:pt x="397535" y="127000"/>
                  </a:lnTo>
                  <a:lnTo>
                    <a:pt x="396608" y="124460"/>
                  </a:lnTo>
                  <a:lnTo>
                    <a:pt x="395706" y="124460"/>
                  </a:lnTo>
                  <a:lnTo>
                    <a:pt x="393954" y="127000"/>
                  </a:lnTo>
                  <a:lnTo>
                    <a:pt x="394398" y="130810"/>
                  </a:lnTo>
                  <a:lnTo>
                    <a:pt x="398043" y="132080"/>
                  </a:lnTo>
                  <a:lnTo>
                    <a:pt x="401104" y="134620"/>
                  </a:lnTo>
                  <a:lnTo>
                    <a:pt x="403466" y="134620"/>
                  </a:lnTo>
                  <a:lnTo>
                    <a:pt x="404698" y="133350"/>
                  </a:lnTo>
                  <a:lnTo>
                    <a:pt x="405917" y="130810"/>
                  </a:lnTo>
                  <a:lnTo>
                    <a:pt x="404914" y="129540"/>
                  </a:lnTo>
                  <a:lnTo>
                    <a:pt x="403910" y="128270"/>
                  </a:lnTo>
                  <a:lnTo>
                    <a:pt x="400900" y="129540"/>
                  </a:lnTo>
                  <a:lnTo>
                    <a:pt x="400799" y="125730"/>
                  </a:lnTo>
                  <a:lnTo>
                    <a:pt x="402551" y="124460"/>
                  </a:lnTo>
                  <a:lnTo>
                    <a:pt x="406069" y="124460"/>
                  </a:lnTo>
                  <a:lnTo>
                    <a:pt x="407250" y="127000"/>
                  </a:lnTo>
                  <a:lnTo>
                    <a:pt x="407504" y="128270"/>
                  </a:lnTo>
                  <a:lnTo>
                    <a:pt x="408660" y="124460"/>
                  </a:lnTo>
                  <a:lnTo>
                    <a:pt x="410730" y="121920"/>
                  </a:lnTo>
                  <a:lnTo>
                    <a:pt x="415582" y="120650"/>
                  </a:lnTo>
                  <a:lnTo>
                    <a:pt x="416623" y="124460"/>
                  </a:lnTo>
                  <a:lnTo>
                    <a:pt x="414439" y="128270"/>
                  </a:lnTo>
                  <a:lnTo>
                    <a:pt x="412305" y="129540"/>
                  </a:lnTo>
                  <a:lnTo>
                    <a:pt x="412076" y="129540"/>
                  </a:lnTo>
                  <a:lnTo>
                    <a:pt x="410184" y="130810"/>
                  </a:lnTo>
                  <a:lnTo>
                    <a:pt x="412178" y="129616"/>
                  </a:lnTo>
                  <a:lnTo>
                    <a:pt x="414058" y="130810"/>
                  </a:lnTo>
                  <a:lnTo>
                    <a:pt x="414769" y="132080"/>
                  </a:lnTo>
                  <a:lnTo>
                    <a:pt x="415798" y="133350"/>
                  </a:lnTo>
                  <a:lnTo>
                    <a:pt x="415150" y="135890"/>
                  </a:lnTo>
                  <a:lnTo>
                    <a:pt x="412483" y="137160"/>
                  </a:lnTo>
                  <a:lnTo>
                    <a:pt x="411975" y="133350"/>
                  </a:lnTo>
                  <a:lnTo>
                    <a:pt x="408571" y="133350"/>
                  </a:lnTo>
                  <a:lnTo>
                    <a:pt x="406476" y="137160"/>
                  </a:lnTo>
                  <a:lnTo>
                    <a:pt x="407873" y="138430"/>
                  </a:lnTo>
                  <a:lnTo>
                    <a:pt x="411111" y="140970"/>
                  </a:lnTo>
                  <a:lnTo>
                    <a:pt x="413105" y="142240"/>
                  </a:lnTo>
                  <a:lnTo>
                    <a:pt x="416026" y="143510"/>
                  </a:lnTo>
                  <a:lnTo>
                    <a:pt x="419328" y="139700"/>
                  </a:lnTo>
                  <a:lnTo>
                    <a:pt x="418261" y="138430"/>
                  </a:lnTo>
                  <a:lnTo>
                    <a:pt x="414680" y="138430"/>
                  </a:lnTo>
                  <a:lnTo>
                    <a:pt x="415607" y="137160"/>
                  </a:lnTo>
                  <a:lnTo>
                    <a:pt x="418414" y="133350"/>
                  </a:lnTo>
                  <a:lnTo>
                    <a:pt x="418338" y="134620"/>
                  </a:lnTo>
                  <a:lnTo>
                    <a:pt x="418261" y="135890"/>
                  </a:lnTo>
                  <a:lnTo>
                    <a:pt x="419557" y="137160"/>
                  </a:lnTo>
                  <a:lnTo>
                    <a:pt x="420687" y="138430"/>
                  </a:lnTo>
                  <a:lnTo>
                    <a:pt x="421297" y="135890"/>
                  </a:lnTo>
                  <a:lnTo>
                    <a:pt x="421398" y="134620"/>
                  </a:lnTo>
                  <a:lnTo>
                    <a:pt x="421500" y="133350"/>
                  </a:lnTo>
                  <a:lnTo>
                    <a:pt x="421297" y="132080"/>
                  </a:lnTo>
                  <a:lnTo>
                    <a:pt x="425996" y="135890"/>
                  </a:lnTo>
                  <a:lnTo>
                    <a:pt x="425996" y="132956"/>
                  </a:lnTo>
                  <a:lnTo>
                    <a:pt x="425043" y="132080"/>
                  </a:lnTo>
                  <a:lnTo>
                    <a:pt x="426173" y="129540"/>
                  </a:lnTo>
                  <a:lnTo>
                    <a:pt x="427062" y="127000"/>
                  </a:lnTo>
                  <a:lnTo>
                    <a:pt x="427685" y="124460"/>
                  </a:lnTo>
                  <a:lnTo>
                    <a:pt x="428993" y="129540"/>
                  </a:lnTo>
                  <a:lnTo>
                    <a:pt x="431685" y="133350"/>
                  </a:lnTo>
                  <a:lnTo>
                    <a:pt x="435292" y="132080"/>
                  </a:lnTo>
                  <a:lnTo>
                    <a:pt x="434594" y="127000"/>
                  </a:lnTo>
                  <a:lnTo>
                    <a:pt x="434898" y="124460"/>
                  </a:lnTo>
                  <a:lnTo>
                    <a:pt x="435216" y="121920"/>
                  </a:lnTo>
                  <a:lnTo>
                    <a:pt x="435305" y="120650"/>
                  </a:lnTo>
                  <a:lnTo>
                    <a:pt x="435406" y="119380"/>
                  </a:lnTo>
                  <a:lnTo>
                    <a:pt x="435521" y="114300"/>
                  </a:lnTo>
                  <a:lnTo>
                    <a:pt x="434568" y="106680"/>
                  </a:lnTo>
                  <a:lnTo>
                    <a:pt x="437692" y="111760"/>
                  </a:lnTo>
                  <a:lnTo>
                    <a:pt x="441985" y="114300"/>
                  </a:lnTo>
                  <a:lnTo>
                    <a:pt x="445135" y="113030"/>
                  </a:lnTo>
                  <a:lnTo>
                    <a:pt x="441909" y="107950"/>
                  </a:lnTo>
                  <a:lnTo>
                    <a:pt x="441921" y="106680"/>
                  </a:lnTo>
                  <a:lnTo>
                    <a:pt x="441871" y="97790"/>
                  </a:lnTo>
                  <a:lnTo>
                    <a:pt x="441756" y="95250"/>
                  </a:lnTo>
                  <a:lnTo>
                    <a:pt x="441706" y="93980"/>
                  </a:lnTo>
                  <a:lnTo>
                    <a:pt x="441591" y="91440"/>
                  </a:lnTo>
                  <a:lnTo>
                    <a:pt x="436968" y="81280"/>
                  </a:lnTo>
                  <a:lnTo>
                    <a:pt x="440359" y="82550"/>
                  </a:lnTo>
                  <a:lnTo>
                    <a:pt x="442785" y="81280"/>
                  </a:lnTo>
                  <a:lnTo>
                    <a:pt x="444207" y="80010"/>
                  </a:lnTo>
                  <a:lnTo>
                    <a:pt x="439000" y="77470"/>
                  </a:lnTo>
                  <a:lnTo>
                    <a:pt x="435749" y="72390"/>
                  </a:lnTo>
                  <a:lnTo>
                    <a:pt x="431101" y="66040"/>
                  </a:lnTo>
                  <a:lnTo>
                    <a:pt x="421741" y="60960"/>
                  </a:lnTo>
                  <a:lnTo>
                    <a:pt x="425996" y="60960"/>
                  </a:lnTo>
                  <a:lnTo>
                    <a:pt x="428498" y="58420"/>
                  </a:lnTo>
                  <a:lnTo>
                    <a:pt x="428218" y="57150"/>
                  </a:lnTo>
                  <a:lnTo>
                    <a:pt x="427926" y="55880"/>
                  </a:lnTo>
                  <a:lnTo>
                    <a:pt x="424446" y="57150"/>
                  </a:lnTo>
                  <a:lnTo>
                    <a:pt x="420065" y="54610"/>
                  </a:lnTo>
                  <a:lnTo>
                    <a:pt x="413753" y="52070"/>
                  </a:lnTo>
                  <a:lnTo>
                    <a:pt x="404418" y="50800"/>
                  </a:lnTo>
                  <a:lnTo>
                    <a:pt x="404037" y="48260"/>
                  </a:lnTo>
                  <a:lnTo>
                    <a:pt x="403466" y="44450"/>
                  </a:lnTo>
                  <a:lnTo>
                    <a:pt x="398322" y="39370"/>
                  </a:lnTo>
                  <a:lnTo>
                    <a:pt x="392404" y="36830"/>
                  </a:lnTo>
                  <a:lnTo>
                    <a:pt x="393496" y="40640"/>
                  </a:lnTo>
                  <a:lnTo>
                    <a:pt x="392557" y="44450"/>
                  </a:lnTo>
                  <a:lnTo>
                    <a:pt x="391464" y="48260"/>
                  </a:lnTo>
                  <a:lnTo>
                    <a:pt x="388200" y="45110"/>
                  </a:lnTo>
                  <a:lnTo>
                    <a:pt x="388200" y="64770"/>
                  </a:lnTo>
                  <a:lnTo>
                    <a:pt x="382524" y="66040"/>
                  </a:lnTo>
                  <a:lnTo>
                    <a:pt x="377151" y="67310"/>
                  </a:lnTo>
                  <a:lnTo>
                    <a:pt x="373011" y="69850"/>
                  </a:lnTo>
                  <a:lnTo>
                    <a:pt x="374700" y="66040"/>
                  </a:lnTo>
                  <a:lnTo>
                    <a:pt x="373011" y="60960"/>
                  </a:lnTo>
                  <a:lnTo>
                    <a:pt x="382143" y="60960"/>
                  </a:lnTo>
                  <a:lnTo>
                    <a:pt x="384708" y="64770"/>
                  </a:lnTo>
                  <a:lnTo>
                    <a:pt x="388200" y="64770"/>
                  </a:lnTo>
                  <a:lnTo>
                    <a:pt x="388200" y="45110"/>
                  </a:lnTo>
                  <a:lnTo>
                    <a:pt x="342785" y="1270"/>
                  </a:lnTo>
                  <a:lnTo>
                    <a:pt x="341261" y="0"/>
                  </a:lnTo>
                  <a:lnTo>
                    <a:pt x="339813" y="0"/>
                  </a:lnTo>
                  <a:lnTo>
                    <a:pt x="339813" y="1270"/>
                  </a:lnTo>
                  <a:lnTo>
                    <a:pt x="340626" y="2540"/>
                  </a:lnTo>
                  <a:lnTo>
                    <a:pt x="382524" y="53340"/>
                  </a:lnTo>
                  <a:lnTo>
                    <a:pt x="379323" y="54610"/>
                  </a:lnTo>
                  <a:lnTo>
                    <a:pt x="376212" y="55880"/>
                  </a:lnTo>
                  <a:lnTo>
                    <a:pt x="370916" y="57150"/>
                  </a:lnTo>
                  <a:lnTo>
                    <a:pt x="369354" y="59690"/>
                  </a:lnTo>
                  <a:lnTo>
                    <a:pt x="369354" y="62230"/>
                  </a:lnTo>
                  <a:lnTo>
                    <a:pt x="361581" y="66040"/>
                  </a:lnTo>
                  <a:lnTo>
                    <a:pt x="354990" y="71005"/>
                  </a:lnTo>
                  <a:lnTo>
                    <a:pt x="348843" y="76200"/>
                  </a:lnTo>
                  <a:lnTo>
                    <a:pt x="346748" y="76200"/>
                  </a:lnTo>
                  <a:lnTo>
                    <a:pt x="349072" y="81280"/>
                  </a:lnTo>
                  <a:lnTo>
                    <a:pt x="349910" y="83820"/>
                  </a:lnTo>
                  <a:lnTo>
                    <a:pt x="347179" y="88900"/>
                  </a:lnTo>
                  <a:lnTo>
                    <a:pt x="357212" y="82550"/>
                  </a:lnTo>
                  <a:lnTo>
                    <a:pt x="366268" y="77470"/>
                  </a:lnTo>
                  <a:lnTo>
                    <a:pt x="367614" y="81280"/>
                  </a:lnTo>
                  <a:lnTo>
                    <a:pt x="368338" y="82550"/>
                  </a:lnTo>
                  <a:lnTo>
                    <a:pt x="363918" y="83820"/>
                  </a:lnTo>
                  <a:lnTo>
                    <a:pt x="360781" y="85090"/>
                  </a:lnTo>
                  <a:lnTo>
                    <a:pt x="357759" y="86360"/>
                  </a:lnTo>
                  <a:lnTo>
                    <a:pt x="354418" y="88900"/>
                  </a:lnTo>
                  <a:lnTo>
                    <a:pt x="355396" y="91440"/>
                  </a:lnTo>
                  <a:lnTo>
                    <a:pt x="357886" y="90170"/>
                  </a:lnTo>
                  <a:lnTo>
                    <a:pt x="357962" y="91440"/>
                  </a:lnTo>
                  <a:lnTo>
                    <a:pt x="358178" y="92710"/>
                  </a:lnTo>
                  <a:lnTo>
                    <a:pt x="359092" y="93980"/>
                  </a:lnTo>
                  <a:lnTo>
                    <a:pt x="361581" y="93980"/>
                  </a:lnTo>
                  <a:lnTo>
                    <a:pt x="363143" y="91440"/>
                  </a:lnTo>
                  <a:lnTo>
                    <a:pt x="364058" y="92710"/>
                  </a:lnTo>
                  <a:lnTo>
                    <a:pt x="365112" y="92710"/>
                  </a:lnTo>
                  <a:lnTo>
                    <a:pt x="363677" y="99060"/>
                  </a:lnTo>
                  <a:lnTo>
                    <a:pt x="362623" y="100330"/>
                  </a:lnTo>
                  <a:lnTo>
                    <a:pt x="367385" y="99060"/>
                  </a:lnTo>
                  <a:lnTo>
                    <a:pt x="370344" y="95250"/>
                  </a:lnTo>
                  <a:lnTo>
                    <a:pt x="370408" y="93980"/>
                  </a:lnTo>
                  <a:lnTo>
                    <a:pt x="370535" y="91440"/>
                  </a:lnTo>
                  <a:lnTo>
                    <a:pt x="370560" y="90170"/>
                  </a:lnTo>
                  <a:lnTo>
                    <a:pt x="370611" y="87630"/>
                  </a:lnTo>
                  <a:lnTo>
                    <a:pt x="371627" y="87630"/>
                  </a:lnTo>
                  <a:lnTo>
                    <a:pt x="372338" y="86360"/>
                  </a:lnTo>
                  <a:lnTo>
                    <a:pt x="373100" y="86360"/>
                  </a:lnTo>
                  <a:lnTo>
                    <a:pt x="373913" y="90170"/>
                  </a:lnTo>
                  <a:lnTo>
                    <a:pt x="373011" y="92710"/>
                  </a:lnTo>
                  <a:lnTo>
                    <a:pt x="375475" y="92710"/>
                  </a:lnTo>
                  <a:lnTo>
                    <a:pt x="378079" y="88900"/>
                  </a:lnTo>
                  <a:lnTo>
                    <a:pt x="377977" y="87630"/>
                  </a:lnTo>
                  <a:lnTo>
                    <a:pt x="377888" y="86360"/>
                  </a:lnTo>
                  <a:lnTo>
                    <a:pt x="377799" y="85090"/>
                  </a:lnTo>
                  <a:lnTo>
                    <a:pt x="377710" y="83820"/>
                  </a:lnTo>
                  <a:lnTo>
                    <a:pt x="378917" y="82550"/>
                  </a:lnTo>
                  <a:lnTo>
                    <a:pt x="380263" y="81280"/>
                  </a:lnTo>
                  <a:lnTo>
                    <a:pt x="382739" y="81280"/>
                  </a:lnTo>
                  <a:lnTo>
                    <a:pt x="385991" y="86360"/>
                  </a:lnTo>
                  <a:lnTo>
                    <a:pt x="398703" y="86360"/>
                  </a:lnTo>
                  <a:lnTo>
                    <a:pt x="402399" y="81280"/>
                  </a:lnTo>
                  <a:lnTo>
                    <a:pt x="403326" y="80010"/>
                  </a:lnTo>
                  <a:lnTo>
                    <a:pt x="403669" y="77470"/>
                  </a:lnTo>
                  <a:lnTo>
                    <a:pt x="404177" y="73660"/>
                  </a:lnTo>
                  <a:lnTo>
                    <a:pt x="404075" y="72390"/>
                  </a:lnTo>
                  <a:lnTo>
                    <a:pt x="403860" y="71005"/>
                  </a:lnTo>
                  <a:lnTo>
                    <a:pt x="402628" y="69850"/>
                  </a:lnTo>
                  <a:lnTo>
                    <a:pt x="405561" y="72390"/>
                  </a:lnTo>
                  <a:lnTo>
                    <a:pt x="406476" y="74930"/>
                  </a:lnTo>
                  <a:lnTo>
                    <a:pt x="406476" y="78740"/>
                  </a:lnTo>
                  <a:lnTo>
                    <a:pt x="403123" y="86360"/>
                  </a:lnTo>
                  <a:lnTo>
                    <a:pt x="395097" y="91440"/>
                  </a:lnTo>
                  <a:lnTo>
                    <a:pt x="385483" y="97790"/>
                  </a:lnTo>
                  <a:lnTo>
                    <a:pt x="377329" y="102870"/>
                  </a:lnTo>
                  <a:lnTo>
                    <a:pt x="376936" y="102870"/>
                  </a:lnTo>
                  <a:lnTo>
                    <a:pt x="376694" y="104140"/>
                  </a:lnTo>
                  <a:lnTo>
                    <a:pt x="376389" y="104140"/>
                  </a:lnTo>
                  <a:lnTo>
                    <a:pt x="373164" y="102870"/>
                  </a:lnTo>
                  <a:lnTo>
                    <a:pt x="366687" y="100330"/>
                  </a:lnTo>
                  <a:lnTo>
                    <a:pt x="365912" y="102870"/>
                  </a:lnTo>
                  <a:lnTo>
                    <a:pt x="365467" y="104140"/>
                  </a:lnTo>
                  <a:lnTo>
                    <a:pt x="364401" y="107950"/>
                  </a:lnTo>
                  <a:lnTo>
                    <a:pt x="362356" y="114300"/>
                  </a:lnTo>
                  <a:lnTo>
                    <a:pt x="360972" y="118110"/>
                  </a:lnTo>
                  <a:lnTo>
                    <a:pt x="360451" y="119380"/>
                  </a:lnTo>
                  <a:lnTo>
                    <a:pt x="361327" y="120650"/>
                  </a:lnTo>
                  <a:lnTo>
                    <a:pt x="357263" y="125730"/>
                  </a:lnTo>
                  <a:lnTo>
                    <a:pt x="353860" y="132080"/>
                  </a:lnTo>
                  <a:lnTo>
                    <a:pt x="351345" y="138430"/>
                  </a:lnTo>
                  <a:lnTo>
                    <a:pt x="349910" y="144780"/>
                  </a:lnTo>
                  <a:lnTo>
                    <a:pt x="347560" y="142240"/>
                  </a:lnTo>
                  <a:lnTo>
                    <a:pt x="345998" y="140970"/>
                  </a:lnTo>
                  <a:lnTo>
                    <a:pt x="342849" y="138430"/>
                  </a:lnTo>
                  <a:lnTo>
                    <a:pt x="343115" y="137160"/>
                  </a:lnTo>
                  <a:lnTo>
                    <a:pt x="343255" y="137160"/>
                  </a:lnTo>
                  <a:lnTo>
                    <a:pt x="343344" y="135890"/>
                  </a:lnTo>
                  <a:lnTo>
                    <a:pt x="343433" y="134620"/>
                  </a:lnTo>
                  <a:lnTo>
                    <a:pt x="343535" y="133350"/>
                  </a:lnTo>
                  <a:lnTo>
                    <a:pt x="342709" y="130810"/>
                  </a:lnTo>
                  <a:lnTo>
                    <a:pt x="341071" y="129540"/>
                  </a:lnTo>
                  <a:lnTo>
                    <a:pt x="340283" y="128651"/>
                  </a:lnTo>
                  <a:lnTo>
                    <a:pt x="340283" y="133350"/>
                  </a:lnTo>
                  <a:lnTo>
                    <a:pt x="340169" y="134620"/>
                  </a:lnTo>
                  <a:lnTo>
                    <a:pt x="340042" y="137160"/>
                  </a:lnTo>
                  <a:lnTo>
                    <a:pt x="339242" y="138430"/>
                  </a:lnTo>
                  <a:lnTo>
                    <a:pt x="338289" y="139700"/>
                  </a:lnTo>
                  <a:lnTo>
                    <a:pt x="337769" y="139700"/>
                  </a:lnTo>
                  <a:lnTo>
                    <a:pt x="336931" y="140970"/>
                  </a:lnTo>
                  <a:lnTo>
                    <a:pt x="333756" y="140970"/>
                  </a:lnTo>
                  <a:lnTo>
                    <a:pt x="332130" y="138430"/>
                  </a:lnTo>
                  <a:lnTo>
                    <a:pt x="332244" y="133350"/>
                  </a:lnTo>
                  <a:lnTo>
                    <a:pt x="332892" y="132080"/>
                  </a:lnTo>
                  <a:lnTo>
                    <a:pt x="334556" y="130810"/>
                  </a:lnTo>
                  <a:lnTo>
                    <a:pt x="335470" y="129540"/>
                  </a:lnTo>
                  <a:lnTo>
                    <a:pt x="337464" y="129540"/>
                  </a:lnTo>
                  <a:lnTo>
                    <a:pt x="338340" y="130810"/>
                  </a:lnTo>
                  <a:lnTo>
                    <a:pt x="338759" y="130810"/>
                  </a:lnTo>
                  <a:lnTo>
                    <a:pt x="339813" y="132080"/>
                  </a:lnTo>
                  <a:lnTo>
                    <a:pt x="340283" y="133350"/>
                  </a:lnTo>
                  <a:lnTo>
                    <a:pt x="340283" y="128651"/>
                  </a:lnTo>
                  <a:lnTo>
                    <a:pt x="339953" y="128270"/>
                  </a:lnTo>
                  <a:lnTo>
                    <a:pt x="338340" y="127000"/>
                  </a:lnTo>
                  <a:lnTo>
                    <a:pt x="333248" y="127000"/>
                  </a:lnTo>
                  <a:lnTo>
                    <a:pt x="331546" y="128270"/>
                  </a:lnTo>
                  <a:lnTo>
                    <a:pt x="330987" y="129540"/>
                  </a:lnTo>
                  <a:lnTo>
                    <a:pt x="330352" y="128270"/>
                  </a:lnTo>
                  <a:lnTo>
                    <a:pt x="330085" y="128270"/>
                  </a:lnTo>
                  <a:lnTo>
                    <a:pt x="326758" y="125730"/>
                  </a:lnTo>
                  <a:lnTo>
                    <a:pt x="322948" y="123190"/>
                  </a:lnTo>
                  <a:lnTo>
                    <a:pt x="320459" y="120650"/>
                  </a:lnTo>
                  <a:lnTo>
                    <a:pt x="319417" y="119380"/>
                  </a:lnTo>
                  <a:lnTo>
                    <a:pt x="309676" y="119380"/>
                  </a:lnTo>
                  <a:lnTo>
                    <a:pt x="308051" y="121920"/>
                  </a:lnTo>
                  <a:lnTo>
                    <a:pt x="307073" y="121920"/>
                  </a:lnTo>
                  <a:lnTo>
                    <a:pt x="304977" y="124460"/>
                  </a:lnTo>
                  <a:lnTo>
                    <a:pt x="302539" y="125730"/>
                  </a:lnTo>
                  <a:lnTo>
                    <a:pt x="303682" y="127000"/>
                  </a:lnTo>
                  <a:lnTo>
                    <a:pt x="304761" y="128270"/>
                  </a:lnTo>
                  <a:lnTo>
                    <a:pt x="305917" y="129540"/>
                  </a:lnTo>
                  <a:lnTo>
                    <a:pt x="306628" y="129540"/>
                  </a:lnTo>
                  <a:lnTo>
                    <a:pt x="307822" y="130810"/>
                  </a:lnTo>
                  <a:lnTo>
                    <a:pt x="309486" y="130810"/>
                  </a:lnTo>
                  <a:lnTo>
                    <a:pt x="310553" y="129540"/>
                  </a:lnTo>
                  <a:lnTo>
                    <a:pt x="316103" y="129540"/>
                  </a:lnTo>
                  <a:lnTo>
                    <a:pt x="317347" y="132080"/>
                  </a:lnTo>
                  <a:lnTo>
                    <a:pt x="318185" y="133350"/>
                  </a:lnTo>
                  <a:lnTo>
                    <a:pt x="326174" y="143510"/>
                  </a:lnTo>
                  <a:lnTo>
                    <a:pt x="332574" y="149860"/>
                  </a:lnTo>
                  <a:lnTo>
                    <a:pt x="331876" y="151130"/>
                  </a:lnTo>
                  <a:lnTo>
                    <a:pt x="330479" y="151130"/>
                  </a:lnTo>
                  <a:lnTo>
                    <a:pt x="327837" y="152400"/>
                  </a:lnTo>
                  <a:lnTo>
                    <a:pt x="318655" y="152400"/>
                  </a:lnTo>
                  <a:lnTo>
                    <a:pt x="315899" y="151130"/>
                  </a:lnTo>
                  <a:lnTo>
                    <a:pt x="315328" y="151130"/>
                  </a:lnTo>
                  <a:lnTo>
                    <a:pt x="311848" y="156210"/>
                  </a:lnTo>
                  <a:lnTo>
                    <a:pt x="310819" y="157480"/>
                  </a:lnTo>
                  <a:lnTo>
                    <a:pt x="309841" y="158750"/>
                  </a:lnTo>
                  <a:lnTo>
                    <a:pt x="309206" y="160020"/>
                  </a:lnTo>
                  <a:lnTo>
                    <a:pt x="313931" y="167640"/>
                  </a:lnTo>
                  <a:lnTo>
                    <a:pt x="317512" y="173990"/>
                  </a:lnTo>
                  <a:lnTo>
                    <a:pt x="321005" y="180340"/>
                  </a:lnTo>
                  <a:lnTo>
                    <a:pt x="323545" y="185420"/>
                  </a:lnTo>
                  <a:lnTo>
                    <a:pt x="325793" y="191770"/>
                  </a:lnTo>
                  <a:lnTo>
                    <a:pt x="328752" y="193040"/>
                  </a:lnTo>
                  <a:lnTo>
                    <a:pt x="337769" y="195580"/>
                  </a:lnTo>
                  <a:lnTo>
                    <a:pt x="345617" y="200660"/>
                  </a:lnTo>
                  <a:lnTo>
                    <a:pt x="346468" y="201930"/>
                  </a:lnTo>
                  <a:lnTo>
                    <a:pt x="346583" y="199390"/>
                  </a:lnTo>
                  <a:lnTo>
                    <a:pt x="346684" y="196850"/>
                  </a:lnTo>
                  <a:lnTo>
                    <a:pt x="345465" y="195580"/>
                  </a:lnTo>
                  <a:lnTo>
                    <a:pt x="341071" y="194310"/>
                  </a:lnTo>
                  <a:lnTo>
                    <a:pt x="339407" y="193040"/>
                  </a:lnTo>
                  <a:lnTo>
                    <a:pt x="341223" y="193040"/>
                  </a:lnTo>
                  <a:lnTo>
                    <a:pt x="346684" y="194310"/>
                  </a:lnTo>
                  <a:lnTo>
                    <a:pt x="350608" y="195580"/>
                  </a:lnTo>
                  <a:lnTo>
                    <a:pt x="349770" y="193040"/>
                  </a:lnTo>
                  <a:lnTo>
                    <a:pt x="349351" y="191770"/>
                  </a:lnTo>
                  <a:lnTo>
                    <a:pt x="345313" y="186690"/>
                  </a:lnTo>
                  <a:lnTo>
                    <a:pt x="342849" y="184150"/>
                  </a:lnTo>
                  <a:lnTo>
                    <a:pt x="339509" y="182880"/>
                  </a:lnTo>
                  <a:lnTo>
                    <a:pt x="336245" y="182880"/>
                  </a:lnTo>
                  <a:lnTo>
                    <a:pt x="334848" y="184150"/>
                  </a:lnTo>
                  <a:lnTo>
                    <a:pt x="335064" y="185420"/>
                  </a:lnTo>
                  <a:lnTo>
                    <a:pt x="334340" y="186690"/>
                  </a:lnTo>
                  <a:lnTo>
                    <a:pt x="331749" y="186690"/>
                  </a:lnTo>
                  <a:lnTo>
                    <a:pt x="330898" y="185420"/>
                  </a:lnTo>
                  <a:lnTo>
                    <a:pt x="331749" y="182880"/>
                  </a:lnTo>
                  <a:lnTo>
                    <a:pt x="333616" y="182880"/>
                  </a:lnTo>
                  <a:lnTo>
                    <a:pt x="333248" y="180340"/>
                  </a:lnTo>
                  <a:lnTo>
                    <a:pt x="332828" y="177800"/>
                  </a:lnTo>
                  <a:lnTo>
                    <a:pt x="329666" y="177800"/>
                  </a:lnTo>
                  <a:lnTo>
                    <a:pt x="327837" y="176530"/>
                  </a:lnTo>
                  <a:lnTo>
                    <a:pt x="324878" y="172720"/>
                  </a:lnTo>
                  <a:lnTo>
                    <a:pt x="321818" y="167640"/>
                  </a:lnTo>
                  <a:lnTo>
                    <a:pt x="320255" y="165100"/>
                  </a:lnTo>
                  <a:lnTo>
                    <a:pt x="318858" y="162560"/>
                  </a:lnTo>
                  <a:lnTo>
                    <a:pt x="320776" y="160020"/>
                  </a:lnTo>
                  <a:lnTo>
                    <a:pt x="323126" y="158750"/>
                  </a:lnTo>
                  <a:lnTo>
                    <a:pt x="328142" y="161290"/>
                  </a:lnTo>
                  <a:lnTo>
                    <a:pt x="337921" y="162560"/>
                  </a:lnTo>
                  <a:lnTo>
                    <a:pt x="350177" y="162560"/>
                  </a:lnTo>
                  <a:lnTo>
                    <a:pt x="351904" y="171450"/>
                  </a:lnTo>
                  <a:lnTo>
                    <a:pt x="355638" y="179070"/>
                  </a:lnTo>
                  <a:lnTo>
                    <a:pt x="362140" y="184150"/>
                  </a:lnTo>
                  <a:lnTo>
                    <a:pt x="372186" y="187960"/>
                  </a:lnTo>
                  <a:lnTo>
                    <a:pt x="379857" y="190500"/>
                  </a:lnTo>
                  <a:lnTo>
                    <a:pt x="387934" y="195580"/>
                  </a:lnTo>
                  <a:lnTo>
                    <a:pt x="390728" y="203200"/>
                  </a:lnTo>
                  <a:lnTo>
                    <a:pt x="371500" y="205740"/>
                  </a:lnTo>
                  <a:lnTo>
                    <a:pt x="360311" y="210820"/>
                  </a:lnTo>
                  <a:lnTo>
                    <a:pt x="355104" y="218440"/>
                  </a:lnTo>
                  <a:lnTo>
                    <a:pt x="353822" y="226060"/>
                  </a:lnTo>
                  <a:lnTo>
                    <a:pt x="355574" y="233680"/>
                  </a:lnTo>
                  <a:lnTo>
                    <a:pt x="359435" y="238760"/>
                  </a:lnTo>
                  <a:lnTo>
                    <a:pt x="363296" y="242570"/>
                  </a:lnTo>
                  <a:lnTo>
                    <a:pt x="365048" y="248920"/>
                  </a:lnTo>
                  <a:lnTo>
                    <a:pt x="360730" y="254000"/>
                  </a:lnTo>
                  <a:lnTo>
                    <a:pt x="350647" y="257810"/>
                  </a:lnTo>
                  <a:lnTo>
                    <a:pt x="339013" y="260350"/>
                  </a:lnTo>
                  <a:lnTo>
                    <a:pt x="330085" y="261620"/>
                  </a:lnTo>
                  <a:lnTo>
                    <a:pt x="323126" y="262890"/>
                  </a:lnTo>
                  <a:lnTo>
                    <a:pt x="319354" y="264160"/>
                  </a:lnTo>
                  <a:lnTo>
                    <a:pt x="315937" y="267970"/>
                  </a:lnTo>
                  <a:lnTo>
                    <a:pt x="312686" y="270510"/>
                  </a:lnTo>
                  <a:lnTo>
                    <a:pt x="303352" y="279400"/>
                  </a:lnTo>
                  <a:lnTo>
                    <a:pt x="305917" y="280670"/>
                  </a:lnTo>
                  <a:lnTo>
                    <a:pt x="308483" y="280670"/>
                  </a:lnTo>
                  <a:lnTo>
                    <a:pt x="313067" y="274320"/>
                  </a:lnTo>
                  <a:lnTo>
                    <a:pt x="314350" y="273050"/>
                  </a:lnTo>
                  <a:lnTo>
                    <a:pt x="315328" y="270510"/>
                  </a:lnTo>
                  <a:lnTo>
                    <a:pt x="316166" y="271780"/>
                  </a:lnTo>
                  <a:lnTo>
                    <a:pt x="317119" y="271780"/>
                  </a:lnTo>
                  <a:lnTo>
                    <a:pt x="315429" y="274320"/>
                  </a:lnTo>
                  <a:lnTo>
                    <a:pt x="311670" y="280670"/>
                  </a:lnTo>
                  <a:lnTo>
                    <a:pt x="327406" y="281940"/>
                  </a:lnTo>
                  <a:lnTo>
                    <a:pt x="328422" y="276860"/>
                  </a:lnTo>
                  <a:lnTo>
                    <a:pt x="328422" y="271780"/>
                  </a:lnTo>
                  <a:lnTo>
                    <a:pt x="324472" y="270510"/>
                  </a:lnTo>
                  <a:lnTo>
                    <a:pt x="326758" y="267970"/>
                  </a:lnTo>
                  <a:lnTo>
                    <a:pt x="329120" y="266700"/>
                  </a:lnTo>
                  <a:lnTo>
                    <a:pt x="330987" y="267970"/>
                  </a:lnTo>
                  <a:lnTo>
                    <a:pt x="334632" y="271780"/>
                  </a:lnTo>
                  <a:lnTo>
                    <a:pt x="335203" y="274320"/>
                  </a:lnTo>
                  <a:lnTo>
                    <a:pt x="339598" y="271780"/>
                  </a:lnTo>
                  <a:lnTo>
                    <a:pt x="353187" y="266700"/>
                  </a:lnTo>
                  <a:lnTo>
                    <a:pt x="370166" y="260350"/>
                  </a:lnTo>
                  <a:lnTo>
                    <a:pt x="375221" y="257810"/>
                  </a:lnTo>
                  <a:lnTo>
                    <a:pt x="378282" y="256540"/>
                  </a:lnTo>
                  <a:lnTo>
                    <a:pt x="382143" y="255270"/>
                  </a:lnTo>
                  <a:lnTo>
                    <a:pt x="381000" y="252730"/>
                  </a:lnTo>
                  <a:lnTo>
                    <a:pt x="378625" y="251460"/>
                  </a:lnTo>
                  <a:lnTo>
                    <a:pt x="376212" y="248920"/>
                  </a:lnTo>
                  <a:lnTo>
                    <a:pt x="375666" y="246380"/>
                  </a:lnTo>
                  <a:lnTo>
                    <a:pt x="375666" y="232410"/>
                  </a:lnTo>
                  <a:lnTo>
                    <a:pt x="381927" y="228600"/>
                  </a:lnTo>
                  <a:lnTo>
                    <a:pt x="393192" y="228600"/>
                  </a:lnTo>
                  <a:lnTo>
                    <a:pt x="392696" y="232410"/>
                  </a:lnTo>
                  <a:lnTo>
                    <a:pt x="392696" y="233680"/>
                  </a:lnTo>
                  <a:lnTo>
                    <a:pt x="396659" y="245110"/>
                  </a:lnTo>
                  <a:lnTo>
                    <a:pt x="405841" y="255270"/>
                  </a:lnTo>
                  <a:lnTo>
                    <a:pt x="416255" y="262890"/>
                  </a:lnTo>
                  <a:lnTo>
                    <a:pt x="423913" y="265430"/>
                  </a:lnTo>
                  <a:lnTo>
                    <a:pt x="426872" y="265430"/>
                  </a:lnTo>
                  <a:lnTo>
                    <a:pt x="430911" y="262890"/>
                  </a:lnTo>
                  <a:lnTo>
                    <a:pt x="431025" y="267970"/>
                  </a:lnTo>
                  <a:lnTo>
                    <a:pt x="431139" y="273050"/>
                  </a:lnTo>
                  <a:lnTo>
                    <a:pt x="431253" y="279400"/>
                  </a:lnTo>
                  <a:lnTo>
                    <a:pt x="432803" y="284480"/>
                  </a:lnTo>
                  <a:lnTo>
                    <a:pt x="430110" y="300990"/>
                  </a:lnTo>
                  <a:lnTo>
                    <a:pt x="427685" y="302260"/>
                  </a:lnTo>
                  <a:lnTo>
                    <a:pt x="417766" y="309880"/>
                  </a:lnTo>
                  <a:lnTo>
                    <a:pt x="413105" y="320040"/>
                  </a:lnTo>
                  <a:lnTo>
                    <a:pt x="411048" y="322580"/>
                  </a:lnTo>
                  <a:lnTo>
                    <a:pt x="413207" y="323850"/>
                  </a:lnTo>
                  <a:lnTo>
                    <a:pt x="415505" y="323850"/>
                  </a:lnTo>
                  <a:lnTo>
                    <a:pt x="417347" y="318770"/>
                  </a:lnTo>
                  <a:lnTo>
                    <a:pt x="419049" y="313690"/>
                  </a:lnTo>
                  <a:lnTo>
                    <a:pt x="420776" y="311150"/>
                  </a:lnTo>
                  <a:lnTo>
                    <a:pt x="422656" y="309880"/>
                  </a:lnTo>
                  <a:lnTo>
                    <a:pt x="420687" y="314960"/>
                  </a:lnTo>
                  <a:lnTo>
                    <a:pt x="419328" y="321310"/>
                  </a:lnTo>
                  <a:lnTo>
                    <a:pt x="418261" y="323850"/>
                  </a:lnTo>
                  <a:lnTo>
                    <a:pt x="424751" y="325120"/>
                  </a:lnTo>
                  <a:lnTo>
                    <a:pt x="434784" y="320040"/>
                  </a:lnTo>
                  <a:lnTo>
                    <a:pt x="434784" y="311150"/>
                  </a:lnTo>
                  <a:lnTo>
                    <a:pt x="431253" y="311150"/>
                  </a:lnTo>
                  <a:lnTo>
                    <a:pt x="431253" y="309880"/>
                  </a:lnTo>
                  <a:lnTo>
                    <a:pt x="431253" y="307340"/>
                  </a:lnTo>
                  <a:lnTo>
                    <a:pt x="432841" y="306070"/>
                  </a:lnTo>
                  <a:lnTo>
                    <a:pt x="437273" y="306070"/>
                  </a:lnTo>
                  <a:lnTo>
                    <a:pt x="439216" y="307340"/>
                  </a:lnTo>
                  <a:lnTo>
                    <a:pt x="439331" y="308610"/>
                  </a:lnTo>
                  <a:lnTo>
                    <a:pt x="441998" y="307340"/>
                  </a:lnTo>
                  <a:lnTo>
                    <a:pt x="442925" y="306070"/>
                  </a:lnTo>
                  <a:lnTo>
                    <a:pt x="443839" y="304800"/>
                  </a:lnTo>
                  <a:lnTo>
                    <a:pt x="443814" y="302260"/>
                  </a:lnTo>
                  <a:lnTo>
                    <a:pt x="443699" y="290830"/>
                  </a:lnTo>
                  <a:lnTo>
                    <a:pt x="444119" y="290830"/>
                  </a:lnTo>
                  <a:lnTo>
                    <a:pt x="445274" y="293370"/>
                  </a:lnTo>
                  <a:lnTo>
                    <a:pt x="447344" y="294640"/>
                  </a:lnTo>
                  <a:lnTo>
                    <a:pt x="454558" y="294640"/>
                  </a:lnTo>
                  <a:lnTo>
                    <a:pt x="456590" y="292100"/>
                  </a:lnTo>
                  <a:lnTo>
                    <a:pt x="458990" y="290830"/>
                  </a:lnTo>
                  <a:lnTo>
                    <a:pt x="460717" y="288290"/>
                  </a:lnTo>
                  <a:lnTo>
                    <a:pt x="461416" y="285750"/>
                  </a:lnTo>
                  <a:lnTo>
                    <a:pt x="461416" y="283210"/>
                  </a:lnTo>
                  <a:lnTo>
                    <a:pt x="461124" y="281940"/>
                  </a:lnTo>
                  <a:lnTo>
                    <a:pt x="460336" y="280670"/>
                  </a:lnTo>
                  <a:lnTo>
                    <a:pt x="459333" y="279400"/>
                  </a:lnTo>
                  <a:lnTo>
                    <a:pt x="458419" y="278714"/>
                  </a:lnTo>
                  <a:lnTo>
                    <a:pt x="458419" y="283210"/>
                  </a:lnTo>
                  <a:lnTo>
                    <a:pt x="458279" y="284480"/>
                  </a:lnTo>
                  <a:lnTo>
                    <a:pt x="458101" y="285750"/>
                  </a:lnTo>
                  <a:lnTo>
                    <a:pt x="457771" y="287020"/>
                  </a:lnTo>
                  <a:lnTo>
                    <a:pt x="456590" y="289560"/>
                  </a:lnTo>
                  <a:lnTo>
                    <a:pt x="454875" y="289560"/>
                  </a:lnTo>
                  <a:lnTo>
                    <a:pt x="451815" y="292100"/>
                  </a:lnTo>
                  <a:lnTo>
                    <a:pt x="448259" y="292100"/>
                  </a:lnTo>
                  <a:lnTo>
                    <a:pt x="447535" y="290830"/>
                  </a:lnTo>
                  <a:lnTo>
                    <a:pt x="446811" y="289560"/>
                  </a:lnTo>
                  <a:lnTo>
                    <a:pt x="445973" y="288290"/>
                  </a:lnTo>
                  <a:lnTo>
                    <a:pt x="446062" y="287020"/>
                  </a:lnTo>
                  <a:lnTo>
                    <a:pt x="446227" y="287020"/>
                  </a:lnTo>
                  <a:lnTo>
                    <a:pt x="446392" y="285750"/>
                  </a:lnTo>
                  <a:lnTo>
                    <a:pt x="446557" y="284480"/>
                  </a:lnTo>
                  <a:lnTo>
                    <a:pt x="447903" y="283210"/>
                  </a:lnTo>
                  <a:lnTo>
                    <a:pt x="449491" y="281940"/>
                  </a:lnTo>
                  <a:lnTo>
                    <a:pt x="451345" y="280670"/>
                  </a:lnTo>
                  <a:lnTo>
                    <a:pt x="455129" y="280670"/>
                  </a:lnTo>
                  <a:lnTo>
                    <a:pt x="457060" y="281940"/>
                  </a:lnTo>
                  <a:lnTo>
                    <a:pt x="457644" y="283210"/>
                  </a:lnTo>
                  <a:lnTo>
                    <a:pt x="458419" y="283210"/>
                  </a:lnTo>
                  <a:lnTo>
                    <a:pt x="458419" y="278714"/>
                  </a:lnTo>
                  <a:lnTo>
                    <a:pt x="457644" y="278130"/>
                  </a:lnTo>
                  <a:lnTo>
                    <a:pt x="455764" y="278130"/>
                  </a:lnTo>
                  <a:lnTo>
                    <a:pt x="453199" y="276860"/>
                  </a:lnTo>
                  <a:lnTo>
                    <a:pt x="450265" y="278130"/>
                  </a:lnTo>
                  <a:lnTo>
                    <a:pt x="445681" y="280670"/>
                  </a:lnTo>
                  <a:lnTo>
                    <a:pt x="443839" y="283210"/>
                  </a:lnTo>
                  <a:lnTo>
                    <a:pt x="443280" y="285750"/>
                  </a:lnTo>
                  <a:lnTo>
                    <a:pt x="443217" y="284480"/>
                  </a:lnTo>
                  <a:lnTo>
                    <a:pt x="443141" y="283210"/>
                  </a:lnTo>
                  <a:lnTo>
                    <a:pt x="443064" y="281940"/>
                  </a:lnTo>
                  <a:lnTo>
                    <a:pt x="443001" y="280670"/>
                  </a:lnTo>
                  <a:lnTo>
                    <a:pt x="442925" y="279400"/>
                  </a:lnTo>
                  <a:lnTo>
                    <a:pt x="442849" y="278130"/>
                  </a:lnTo>
                  <a:lnTo>
                    <a:pt x="442785" y="276860"/>
                  </a:lnTo>
                  <a:lnTo>
                    <a:pt x="441998" y="269240"/>
                  </a:lnTo>
                  <a:lnTo>
                    <a:pt x="442125" y="267970"/>
                  </a:lnTo>
                  <a:lnTo>
                    <a:pt x="442252" y="266700"/>
                  </a:lnTo>
                  <a:lnTo>
                    <a:pt x="442366" y="265430"/>
                  </a:lnTo>
                  <a:lnTo>
                    <a:pt x="442468" y="264160"/>
                  </a:lnTo>
                  <a:lnTo>
                    <a:pt x="442569" y="262890"/>
                  </a:lnTo>
                  <a:lnTo>
                    <a:pt x="442671" y="261620"/>
                  </a:lnTo>
                  <a:lnTo>
                    <a:pt x="442785" y="260350"/>
                  </a:lnTo>
                  <a:lnTo>
                    <a:pt x="442925" y="257810"/>
                  </a:lnTo>
                  <a:lnTo>
                    <a:pt x="441325" y="257810"/>
                  </a:lnTo>
                  <a:lnTo>
                    <a:pt x="439623" y="256540"/>
                  </a:lnTo>
                  <a:lnTo>
                    <a:pt x="437781" y="260350"/>
                  </a:lnTo>
                  <a:lnTo>
                    <a:pt x="432930" y="260350"/>
                  </a:lnTo>
                  <a:lnTo>
                    <a:pt x="425742" y="252730"/>
                  </a:lnTo>
                  <a:lnTo>
                    <a:pt x="425742" y="246380"/>
                  </a:lnTo>
                  <a:lnTo>
                    <a:pt x="426923" y="241300"/>
                  </a:lnTo>
                  <a:lnTo>
                    <a:pt x="429983" y="233680"/>
                  </a:lnTo>
                  <a:lnTo>
                    <a:pt x="431977" y="228600"/>
                  </a:lnTo>
                  <a:lnTo>
                    <a:pt x="432612" y="223520"/>
                  </a:lnTo>
                  <a:lnTo>
                    <a:pt x="432930" y="220980"/>
                  </a:lnTo>
                  <a:lnTo>
                    <a:pt x="432841" y="218440"/>
                  </a:lnTo>
                  <a:lnTo>
                    <a:pt x="434682" y="217170"/>
                  </a:lnTo>
                  <a:lnTo>
                    <a:pt x="437299" y="222250"/>
                  </a:lnTo>
                  <a:lnTo>
                    <a:pt x="439470" y="227330"/>
                  </a:lnTo>
                  <a:lnTo>
                    <a:pt x="442785" y="231140"/>
                  </a:lnTo>
                  <a:lnTo>
                    <a:pt x="443852" y="238760"/>
                  </a:lnTo>
                  <a:lnTo>
                    <a:pt x="448995" y="245110"/>
                  </a:lnTo>
                  <a:lnTo>
                    <a:pt x="456577" y="248920"/>
                  </a:lnTo>
                  <a:lnTo>
                    <a:pt x="462165" y="246380"/>
                  </a:lnTo>
                  <a:lnTo>
                    <a:pt x="464959" y="245110"/>
                  </a:lnTo>
                  <a:lnTo>
                    <a:pt x="459587" y="246380"/>
                  </a:lnTo>
                  <a:lnTo>
                    <a:pt x="455790" y="241300"/>
                  </a:lnTo>
                  <a:lnTo>
                    <a:pt x="453402" y="236220"/>
                  </a:lnTo>
                  <a:lnTo>
                    <a:pt x="454355" y="236220"/>
                  </a:lnTo>
                  <a:lnTo>
                    <a:pt x="457974" y="237490"/>
                  </a:lnTo>
                  <a:lnTo>
                    <a:pt x="461835" y="241300"/>
                  </a:lnTo>
                  <a:lnTo>
                    <a:pt x="474002" y="241300"/>
                  </a:lnTo>
                  <a:lnTo>
                    <a:pt x="475411" y="236220"/>
                  </a:lnTo>
                  <a:lnTo>
                    <a:pt x="476110" y="233680"/>
                  </a:lnTo>
                  <a:lnTo>
                    <a:pt x="477164" y="229870"/>
                  </a:lnTo>
                  <a:lnTo>
                    <a:pt x="475043" y="232410"/>
                  </a:lnTo>
                  <a:lnTo>
                    <a:pt x="470611" y="233680"/>
                  </a:lnTo>
                  <a:lnTo>
                    <a:pt x="467575" y="233680"/>
                  </a:lnTo>
                  <a:lnTo>
                    <a:pt x="469087" y="232410"/>
                  </a:lnTo>
                  <a:lnTo>
                    <a:pt x="472109" y="229870"/>
                  </a:lnTo>
                  <a:lnTo>
                    <a:pt x="474484" y="224790"/>
                  </a:lnTo>
                  <a:lnTo>
                    <a:pt x="474484" y="218440"/>
                  </a:lnTo>
                  <a:lnTo>
                    <a:pt x="468680" y="199390"/>
                  </a:lnTo>
                  <a:lnTo>
                    <a:pt x="443090" y="173990"/>
                  </a:lnTo>
                  <a:lnTo>
                    <a:pt x="437273" y="157480"/>
                  </a:lnTo>
                  <a:lnTo>
                    <a:pt x="437273" y="147320"/>
                  </a:lnTo>
                  <a:lnTo>
                    <a:pt x="446354" y="140970"/>
                  </a:lnTo>
                  <a:lnTo>
                    <a:pt x="455129" y="140970"/>
                  </a:lnTo>
                  <a:lnTo>
                    <a:pt x="456984" y="142240"/>
                  </a:lnTo>
                  <a:lnTo>
                    <a:pt x="458419" y="142240"/>
                  </a:lnTo>
                  <a:lnTo>
                    <a:pt x="456082" y="144780"/>
                  </a:lnTo>
                  <a:lnTo>
                    <a:pt x="454748" y="148590"/>
                  </a:lnTo>
                  <a:lnTo>
                    <a:pt x="454875" y="153670"/>
                  </a:lnTo>
                  <a:lnTo>
                    <a:pt x="461048" y="165100"/>
                  </a:lnTo>
                  <a:lnTo>
                    <a:pt x="473748" y="172720"/>
                  </a:lnTo>
                  <a:lnTo>
                    <a:pt x="486371" y="177800"/>
                  </a:lnTo>
                  <a:lnTo>
                    <a:pt x="492290" y="184150"/>
                  </a:lnTo>
                  <a:close/>
                </a:path>
              </a:pathLst>
            </a:custGeom>
            <a:solidFill>
              <a:srgbClr val="FFFFFF"/>
            </a:solidFill>
          </p:spPr>
          <p:txBody>
            <a:bodyPr wrap="square" lIns="0" tIns="0" rIns="0" bIns="0" rtlCol="0"/>
            <a:lstStyle/>
            <a:p>
              <a:endParaRPr/>
            </a:p>
          </p:txBody>
        </p:sp>
        <p:pic>
          <p:nvPicPr>
            <p:cNvPr id="8" name="object 8"/>
            <p:cNvPicPr>
              <a:picLocks noGrp="1" noRot="1" noMove="1" noResize="1" noEditPoints="1" noAdjustHandles="1" noChangeArrowheads="1" noChangeShapeType="1" noCrop="1"/>
            </p:cNvPicPr>
            <p:nvPr/>
          </p:nvPicPr>
          <p:blipFill>
            <a:blip r:embed="rId5" cstate="print"/>
            <a:stretch>
              <a:fillRect/>
            </a:stretch>
          </p:blipFill>
          <p:spPr>
            <a:xfrm>
              <a:off x="723307" y="1028083"/>
              <a:ext cx="162182" cy="202135"/>
            </a:xfrm>
            <a:prstGeom prst="rect">
              <a:avLst/>
            </a:prstGeom>
          </p:spPr>
        </p:pic>
        <p:pic>
          <p:nvPicPr>
            <p:cNvPr id="9" name="object 9"/>
            <p:cNvPicPr>
              <a:picLocks noGrp="1" noRot="1" noMove="1" noResize="1" noEditPoints="1" noAdjustHandles="1" noChangeArrowheads="1" noChangeShapeType="1" noCrop="1"/>
            </p:cNvPicPr>
            <p:nvPr/>
          </p:nvPicPr>
          <p:blipFill>
            <a:blip r:embed="rId6" cstate="print"/>
            <a:stretch>
              <a:fillRect/>
            </a:stretch>
          </p:blipFill>
          <p:spPr>
            <a:xfrm>
              <a:off x="928447" y="1028087"/>
              <a:ext cx="167248" cy="197425"/>
            </a:xfrm>
            <a:prstGeom prst="rect">
              <a:avLst/>
            </a:prstGeom>
          </p:spPr>
        </p:pic>
        <p:sp>
          <p:nvSpPr>
            <p:cNvPr id="10" name="object 10"/>
            <p:cNvSpPr>
              <a:spLocks noGrp="1" noRot="1" noMove="1" noResize="1" noEditPoints="1" noAdjustHandles="1" noChangeArrowheads="1" noChangeShapeType="1"/>
            </p:cNvSpPr>
            <p:nvPr/>
          </p:nvSpPr>
          <p:spPr>
            <a:xfrm>
              <a:off x="1195451" y="1028089"/>
              <a:ext cx="160020" cy="197485"/>
            </a:xfrm>
            <a:custGeom>
              <a:avLst/>
              <a:gdLst/>
              <a:ahLst/>
              <a:cxnLst/>
              <a:rect l="l" t="t" r="r" b="b"/>
              <a:pathLst>
                <a:path w="160019" h="197484">
                  <a:moveTo>
                    <a:pt x="159918" y="0"/>
                  </a:moveTo>
                  <a:lnTo>
                    <a:pt x="133070" y="0"/>
                  </a:lnTo>
                  <a:lnTo>
                    <a:pt x="133070" y="85432"/>
                  </a:lnTo>
                  <a:lnTo>
                    <a:pt x="26835" y="85432"/>
                  </a:lnTo>
                  <a:lnTo>
                    <a:pt x="26835" y="0"/>
                  </a:lnTo>
                  <a:lnTo>
                    <a:pt x="0" y="0"/>
                  </a:lnTo>
                  <a:lnTo>
                    <a:pt x="0" y="85432"/>
                  </a:lnTo>
                  <a:lnTo>
                    <a:pt x="0" y="106794"/>
                  </a:lnTo>
                  <a:lnTo>
                    <a:pt x="0" y="197243"/>
                  </a:lnTo>
                  <a:lnTo>
                    <a:pt x="26835" y="197243"/>
                  </a:lnTo>
                  <a:lnTo>
                    <a:pt x="26835" y="106794"/>
                  </a:lnTo>
                  <a:lnTo>
                    <a:pt x="133070" y="106794"/>
                  </a:lnTo>
                  <a:lnTo>
                    <a:pt x="133070" y="197243"/>
                  </a:lnTo>
                  <a:lnTo>
                    <a:pt x="159918" y="197243"/>
                  </a:lnTo>
                  <a:lnTo>
                    <a:pt x="159918" y="106794"/>
                  </a:lnTo>
                  <a:lnTo>
                    <a:pt x="159918" y="85432"/>
                  </a:lnTo>
                  <a:lnTo>
                    <a:pt x="159918" y="0"/>
                  </a:lnTo>
                  <a:close/>
                </a:path>
              </a:pathLst>
            </a:custGeom>
            <a:solidFill>
              <a:srgbClr val="FFFFFF"/>
            </a:solidFill>
          </p:spPr>
          <p:txBody>
            <a:bodyPr wrap="square" lIns="0" tIns="0" rIns="0" bIns="0" rtlCol="0"/>
            <a:lstStyle/>
            <a:p>
              <a:endParaRPr/>
            </a:p>
          </p:txBody>
        </p:sp>
        <p:pic>
          <p:nvPicPr>
            <p:cNvPr id="11" name="object 11"/>
            <p:cNvPicPr>
              <a:picLocks noGrp="1" noRot="1" noMove="1" noResize="1" noEditPoints="1" noAdjustHandles="1" noChangeArrowheads="1" noChangeShapeType="1" noCrop="1"/>
            </p:cNvPicPr>
            <p:nvPr/>
          </p:nvPicPr>
          <p:blipFill>
            <a:blip r:embed="rId7" cstate="print"/>
            <a:stretch>
              <a:fillRect/>
            </a:stretch>
          </p:blipFill>
          <p:spPr>
            <a:xfrm>
              <a:off x="1387592" y="1079243"/>
              <a:ext cx="289038" cy="149587"/>
            </a:xfrm>
            <a:prstGeom prst="rect">
              <a:avLst/>
            </a:prstGeom>
          </p:spPr>
        </p:pic>
        <p:sp>
          <p:nvSpPr>
            <p:cNvPr id="12" name="object 12"/>
            <p:cNvSpPr>
              <a:spLocks noGrp="1" noRot="1" noMove="1" noResize="1" noEditPoints="1" noAdjustHandles="1" noChangeArrowheads="1" noChangeShapeType="1"/>
            </p:cNvSpPr>
            <p:nvPr/>
          </p:nvSpPr>
          <p:spPr>
            <a:xfrm>
              <a:off x="1700362" y="1028087"/>
              <a:ext cx="24130" cy="197485"/>
            </a:xfrm>
            <a:custGeom>
              <a:avLst/>
              <a:gdLst/>
              <a:ahLst/>
              <a:cxnLst/>
              <a:rect l="l" t="t" r="r" b="b"/>
              <a:pathLst>
                <a:path w="24130" h="197484">
                  <a:moveTo>
                    <a:pt x="24017" y="197425"/>
                  </a:moveTo>
                  <a:lnTo>
                    <a:pt x="0" y="197425"/>
                  </a:lnTo>
                  <a:lnTo>
                    <a:pt x="0" y="0"/>
                  </a:lnTo>
                  <a:lnTo>
                    <a:pt x="24017" y="0"/>
                  </a:lnTo>
                  <a:lnTo>
                    <a:pt x="24017" y="197425"/>
                  </a:lnTo>
                  <a:close/>
                </a:path>
              </a:pathLst>
            </a:custGeom>
            <a:solidFill>
              <a:srgbClr val="FFFFFF"/>
            </a:solidFill>
          </p:spPr>
          <p:txBody>
            <a:bodyPr wrap="square" lIns="0" tIns="0" rIns="0" bIns="0" rtlCol="0"/>
            <a:lstStyle/>
            <a:p>
              <a:endParaRPr/>
            </a:p>
          </p:txBody>
        </p:sp>
        <p:pic>
          <p:nvPicPr>
            <p:cNvPr id="13" name="object 13"/>
            <p:cNvPicPr>
              <a:picLocks noGrp="1" noRot="1" noMove="1" noResize="1" noEditPoints="1" noAdjustHandles="1" noChangeArrowheads="1" noChangeShapeType="1" noCrop="1"/>
            </p:cNvPicPr>
            <p:nvPr/>
          </p:nvPicPr>
          <p:blipFill>
            <a:blip r:embed="rId8" cstate="print"/>
            <a:stretch>
              <a:fillRect/>
            </a:stretch>
          </p:blipFill>
          <p:spPr>
            <a:xfrm>
              <a:off x="1746146" y="1039702"/>
              <a:ext cx="77972" cy="185820"/>
            </a:xfrm>
            <a:prstGeom prst="rect">
              <a:avLst/>
            </a:prstGeom>
          </p:spPr>
        </p:pic>
        <p:pic>
          <p:nvPicPr>
            <p:cNvPr id="14" name="object 14"/>
            <p:cNvPicPr>
              <a:picLocks noGrp="1" noRot="1" noMove="1" noResize="1" noEditPoints="1" noAdjustHandles="1" noChangeArrowheads="1" noChangeShapeType="1" noCrop="1"/>
            </p:cNvPicPr>
            <p:nvPr/>
          </p:nvPicPr>
          <p:blipFill>
            <a:blip r:embed="rId9" cstate="print"/>
            <a:stretch>
              <a:fillRect/>
            </a:stretch>
          </p:blipFill>
          <p:spPr>
            <a:xfrm>
              <a:off x="1850678" y="1028087"/>
              <a:ext cx="120924" cy="197425"/>
            </a:xfrm>
            <a:prstGeom prst="rect">
              <a:avLst/>
            </a:prstGeom>
          </p:spPr>
        </p:pic>
        <p:pic>
          <p:nvPicPr>
            <p:cNvPr id="15" name="object 15"/>
            <p:cNvPicPr>
              <a:picLocks noGrp="1" noRot="1" noMove="1" noResize="1" noEditPoints="1" noAdjustHandles="1" noChangeArrowheads="1" noChangeShapeType="1" noCrop="1"/>
            </p:cNvPicPr>
            <p:nvPr/>
          </p:nvPicPr>
          <p:blipFill>
            <a:blip r:embed="rId10" cstate="print"/>
            <a:stretch>
              <a:fillRect/>
            </a:stretch>
          </p:blipFill>
          <p:spPr>
            <a:xfrm>
              <a:off x="712861" y="1314126"/>
              <a:ext cx="162182" cy="206814"/>
            </a:xfrm>
            <a:prstGeom prst="rect">
              <a:avLst/>
            </a:prstGeom>
          </p:spPr>
        </p:pic>
        <p:pic>
          <p:nvPicPr>
            <p:cNvPr id="16" name="object 16"/>
            <p:cNvPicPr>
              <a:picLocks noGrp="1" noRot="1" noMove="1" noResize="1" noEditPoints="1" noAdjustHandles="1" noChangeArrowheads="1" noChangeShapeType="1" noCrop="1"/>
            </p:cNvPicPr>
            <p:nvPr/>
          </p:nvPicPr>
          <p:blipFill>
            <a:blip r:embed="rId11" cstate="print"/>
            <a:stretch>
              <a:fillRect/>
            </a:stretch>
          </p:blipFill>
          <p:spPr>
            <a:xfrm>
              <a:off x="895674" y="1369975"/>
              <a:ext cx="284513" cy="149595"/>
            </a:xfrm>
            <a:prstGeom prst="rect">
              <a:avLst/>
            </a:prstGeom>
          </p:spPr>
        </p:pic>
        <p:pic>
          <p:nvPicPr>
            <p:cNvPr id="17" name="object 17"/>
            <p:cNvPicPr>
              <a:picLocks noGrp="1" noRot="1" noMove="1" noResize="1" noEditPoints="1" noAdjustHandles="1" noChangeArrowheads="1" noChangeShapeType="1" noCrop="1"/>
            </p:cNvPicPr>
            <p:nvPr/>
          </p:nvPicPr>
          <p:blipFill>
            <a:blip r:embed="rId12" cstate="print"/>
            <a:stretch>
              <a:fillRect/>
            </a:stretch>
          </p:blipFill>
          <p:spPr>
            <a:xfrm>
              <a:off x="1207038" y="1373286"/>
              <a:ext cx="120924" cy="146279"/>
            </a:xfrm>
            <a:prstGeom prst="rect">
              <a:avLst/>
            </a:prstGeom>
          </p:spPr>
        </p:pic>
        <p:pic>
          <p:nvPicPr>
            <p:cNvPr id="18" name="object 18"/>
            <p:cNvPicPr>
              <a:picLocks noGrp="1" noRot="1" noMove="1" noResize="1" noEditPoints="1" noAdjustHandles="1" noChangeArrowheads="1" noChangeShapeType="1" noCrop="1"/>
            </p:cNvPicPr>
            <p:nvPr/>
          </p:nvPicPr>
          <p:blipFill>
            <a:blip r:embed="rId13" cstate="print"/>
            <a:stretch>
              <a:fillRect/>
            </a:stretch>
          </p:blipFill>
          <p:spPr>
            <a:xfrm>
              <a:off x="1363291" y="1369976"/>
              <a:ext cx="76848" cy="146279"/>
            </a:xfrm>
            <a:prstGeom prst="rect">
              <a:avLst/>
            </a:prstGeom>
          </p:spPr>
        </p:pic>
        <p:sp>
          <p:nvSpPr>
            <p:cNvPr id="19" name="object 19"/>
            <p:cNvSpPr>
              <a:spLocks noGrp="1" noRot="1" noMove="1" noResize="1" noEditPoints="1" noAdjustHandles="1" noChangeArrowheads="1" noChangeShapeType="1"/>
            </p:cNvSpPr>
            <p:nvPr/>
          </p:nvSpPr>
          <p:spPr>
            <a:xfrm>
              <a:off x="1459636" y="1318843"/>
              <a:ext cx="24130" cy="197485"/>
            </a:xfrm>
            <a:custGeom>
              <a:avLst/>
              <a:gdLst/>
              <a:ahLst/>
              <a:cxnLst/>
              <a:rect l="l" t="t" r="r" b="b"/>
              <a:pathLst>
                <a:path w="24130" h="197484">
                  <a:moveTo>
                    <a:pt x="24015" y="54457"/>
                  </a:moveTo>
                  <a:lnTo>
                    <a:pt x="0" y="54457"/>
                  </a:lnTo>
                  <a:lnTo>
                    <a:pt x="0" y="197421"/>
                  </a:lnTo>
                  <a:lnTo>
                    <a:pt x="24015" y="197421"/>
                  </a:lnTo>
                  <a:lnTo>
                    <a:pt x="24015" y="54457"/>
                  </a:lnTo>
                  <a:close/>
                </a:path>
                <a:path w="24130" h="197484">
                  <a:moveTo>
                    <a:pt x="24015" y="0"/>
                  </a:moveTo>
                  <a:lnTo>
                    <a:pt x="0" y="0"/>
                  </a:lnTo>
                  <a:lnTo>
                    <a:pt x="0" y="28752"/>
                  </a:lnTo>
                  <a:lnTo>
                    <a:pt x="24015" y="28752"/>
                  </a:lnTo>
                  <a:lnTo>
                    <a:pt x="24015" y="0"/>
                  </a:lnTo>
                  <a:close/>
                </a:path>
              </a:pathLst>
            </a:custGeom>
            <a:solidFill>
              <a:srgbClr val="FFFFFF"/>
            </a:solidFill>
          </p:spPr>
          <p:txBody>
            <a:bodyPr wrap="square" lIns="0" tIns="0" rIns="0" bIns="0" rtlCol="0"/>
            <a:lstStyle/>
            <a:p>
              <a:endParaRPr/>
            </a:p>
          </p:txBody>
        </p:sp>
        <p:pic>
          <p:nvPicPr>
            <p:cNvPr id="20" name="object 20"/>
            <p:cNvPicPr>
              <a:picLocks noGrp="1" noRot="1" noMove="1" noResize="1" noEditPoints="1" noAdjustHandles="1" noChangeArrowheads="1" noChangeShapeType="1" noCrop="1"/>
            </p:cNvPicPr>
            <p:nvPr/>
          </p:nvPicPr>
          <p:blipFill>
            <a:blip r:embed="rId14" cstate="print"/>
            <a:stretch>
              <a:fillRect/>
            </a:stretch>
          </p:blipFill>
          <p:spPr>
            <a:xfrm>
              <a:off x="1505414" y="1330435"/>
              <a:ext cx="225455" cy="243047"/>
            </a:xfrm>
            <a:prstGeom prst="rect">
              <a:avLst/>
            </a:prstGeom>
          </p:spPr>
        </p:pic>
        <p:pic>
          <p:nvPicPr>
            <p:cNvPr id="21" name="object 21"/>
            <p:cNvPicPr>
              <a:picLocks noGrp="1" noRot="1" noMove="1" noResize="1" noEditPoints="1" noAdjustHandles="1" noChangeArrowheads="1" noChangeShapeType="1" noCrop="1"/>
            </p:cNvPicPr>
            <p:nvPr/>
          </p:nvPicPr>
          <p:blipFill>
            <a:blip r:embed="rId15" cstate="print"/>
            <a:stretch>
              <a:fillRect/>
            </a:stretch>
          </p:blipFill>
          <p:spPr>
            <a:xfrm>
              <a:off x="700430" y="1609553"/>
              <a:ext cx="329161" cy="255481"/>
            </a:xfrm>
            <a:prstGeom prst="rect">
              <a:avLst/>
            </a:prstGeom>
          </p:spPr>
        </p:pic>
        <p:pic>
          <p:nvPicPr>
            <p:cNvPr id="22" name="object 22"/>
            <p:cNvPicPr>
              <a:picLocks noGrp="1" noRot="1" noMove="1" noResize="1" noEditPoints="1" noAdjustHandles="1" noChangeArrowheads="1" noChangeShapeType="1" noCrop="1"/>
            </p:cNvPicPr>
            <p:nvPr/>
          </p:nvPicPr>
          <p:blipFill>
            <a:blip r:embed="rId16" cstate="print"/>
            <a:stretch>
              <a:fillRect/>
            </a:stretch>
          </p:blipFill>
          <p:spPr>
            <a:xfrm>
              <a:off x="1057859" y="1660702"/>
              <a:ext cx="134761" cy="149579"/>
            </a:xfrm>
            <a:prstGeom prst="rect">
              <a:avLst/>
            </a:prstGeom>
          </p:spPr>
        </p:pic>
        <p:pic>
          <p:nvPicPr>
            <p:cNvPr id="23" name="object 23"/>
            <p:cNvPicPr>
              <a:picLocks noGrp="1" noRot="1" noMove="1" noResize="1" noEditPoints="1" noAdjustHandles="1" noChangeArrowheads="1" noChangeShapeType="1" noCrop="1"/>
            </p:cNvPicPr>
            <p:nvPr/>
          </p:nvPicPr>
          <p:blipFill>
            <a:blip r:embed="rId17" cstate="print"/>
            <a:stretch>
              <a:fillRect/>
            </a:stretch>
          </p:blipFill>
          <p:spPr>
            <a:xfrm>
              <a:off x="1217495" y="1660710"/>
              <a:ext cx="120924" cy="146263"/>
            </a:xfrm>
            <a:prstGeom prst="rect">
              <a:avLst/>
            </a:prstGeom>
          </p:spPr>
        </p:pic>
        <p:pic>
          <p:nvPicPr>
            <p:cNvPr id="24" name="object 24"/>
            <p:cNvPicPr>
              <a:picLocks noGrp="1" noRot="1" noMove="1" noResize="1" noEditPoints="1" noAdjustHandles="1" noChangeArrowheads="1" noChangeShapeType="1" noCrop="1"/>
            </p:cNvPicPr>
            <p:nvPr/>
          </p:nvPicPr>
          <p:blipFill>
            <a:blip r:embed="rId18" cstate="print"/>
            <a:stretch>
              <a:fillRect/>
            </a:stretch>
          </p:blipFill>
          <p:spPr>
            <a:xfrm>
              <a:off x="1366679" y="1660701"/>
              <a:ext cx="280563" cy="203500"/>
            </a:xfrm>
            <a:prstGeom prst="rect">
              <a:avLst/>
            </a:prstGeom>
          </p:spPr>
        </p:pic>
        <p:sp>
          <p:nvSpPr>
            <p:cNvPr id="25" name="object 25"/>
            <p:cNvSpPr>
              <a:spLocks noGrp="1" noRot="1" noMove="1" noResize="1" noEditPoints="1" noAdjustHandles="1" noChangeArrowheads="1" noChangeShapeType="1"/>
            </p:cNvSpPr>
            <p:nvPr/>
          </p:nvSpPr>
          <p:spPr>
            <a:xfrm>
              <a:off x="0" y="2362200"/>
              <a:ext cx="17348200" cy="6705600"/>
            </a:xfrm>
            <a:custGeom>
              <a:avLst/>
              <a:gdLst/>
              <a:ahLst/>
              <a:cxnLst/>
              <a:rect l="l" t="t" r="r" b="b"/>
              <a:pathLst>
                <a:path w="17348200" h="6705600">
                  <a:moveTo>
                    <a:pt x="17348200" y="0"/>
                  </a:moveTo>
                  <a:lnTo>
                    <a:pt x="0" y="0"/>
                  </a:lnTo>
                  <a:lnTo>
                    <a:pt x="0" y="6705600"/>
                  </a:lnTo>
                  <a:lnTo>
                    <a:pt x="17348200" y="6705600"/>
                  </a:lnTo>
                  <a:lnTo>
                    <a:pt x="17348200" y="0"/>
                  </a:lnTo>
                  <a:close/>
                </a:path>
              </a:pathLst>
            </a:custGeom>
            <a:solidFill>
              <a:srgbClr val="FFFFFF"/>
            </a:solidFill>
          </p:spPr>
          <p:txBody>
            <a:bodyPr wrap="square" lIns="0" tIns="0" rIns="0" bIns="0" rtlCol="0"/>
            <a:lstStyle/>
            <a:p>
              <a:endParaRPr/>
            </a:p>
          </p:txBody>
        </p:sp>
      </p:grpSp>
      <p:sp>
        <p:nvSpPr>
          <p:cNvPr id="27" name="object 27"/>
          <p:cNvSpPr txBox="1">
            <a:spLocks noGrp="1"/>
          </p:cNvSpPr>
          <p:nvPr>
            <p:ph type="title"/>
          </p:nvPr>
        </p:nvSpPr>
        <p:spPr>
          <a:xfrm>
            <a:off x="2560308" y="909213"/>
            <a:ext cx="12120901" cy="751488"/>
          </a:xfrm>
          <a:prstGeom prst="rect">
            <a:avLst/>
          </a:prstGeom>
        </p:spPr>
        <p:txBody>
          <a:bodyPr vert="horz" wrap="square" lIns="0" tIns="12700" rIns="0" bIns="0" rtlCol="0">
            <a:spAutoFit/>
          </a:bodyPr>
          <a:lstStyle/>
          <a:p>
            <a:pPr marL="12700">
              <a:lnSpc>
                <a:spcPct val="100000"/>
              </a:lnSpc>
              <a:spcBef>
                <a:spcPts val="100"/>
              </a:spcBef>
              <a:tabLst>
                <a:tab pos="2597150" algn="l"/>
              </a:tabLst>
            </a:pPr>
            <a:r>
              <a:rPr lang="en-GB" sz="4800" spc="-10">
                <a:solidFill>
                  <a:srgbClr val="92D050"/>
                </a:solidFill>
                <a:latin typeface="Arial" panose="020B0604020202020204" pitchFamily="34" charset="0"/>
                <a:cs typeface="Arial" panose="020B0604020202020204" pitchFamily="34" charset="0"/>
              </a:rPr>
              <a:t>Vector-borne disease in numbers</a:t>
            </a:r>
            <a:endParaRPr sz="4800">
              <a:solidFill>
                <a:srgbClr val="92D050"/>
              </a:solidFill>
              <a:latin typeface="Arial" panose="020B0604020202020204" pitchFamily="34" charset="0"/>
              <a:cs typeface="Arial" panose="020B0604020202020204" pitchFamily="34" charset="0"/>
            </a:endParaRPr>
          </a:p>
        </p:txBody>
      </p:sp>
      <p:pic>
        <p:nvPicPr>
          <p:cNvPr id="29" name="Picture 28" descr="A close-up of white round objects&#10;&#10;Description automatically generated">
            <a:extLst>
              <a:ext uri="{FF2B5EF4-FFF2-40B4-BE49-F238E27FC236}">
                <a16:creationId xmlns:a16="http://schemas.microsoft.com/office/drawing/2014/main" id="{05314178-55F0-A6CE-EB31-6A1DAE4E4786}"/>
              </a:ext>
            </a:extLst>
          </p:cNvPr>
          <p:cNvPicPr>
            <a:picLocks noChangeAspect="1"/>
          </p:cNvPicPr>
          <p:nvPr/>
        </p:nvPicPr>
        <p:blipFill>
          <a:blip r:embed="rId19">
            <a:alphaModFix/>
          </a:blip>
          <a:stretch>
            <a:fillRect/>
          </a:stretch>
        </p:blipFill>
        <p:spPr>
          <a:xfrm>
            <a:off x="15320843" y="7141397"/>
            <a:ext cx="2017249" cy="1938475"/>
          </a:xfrm>
          <a:prstGeom prst="rect">
            <a:avLst/>
          </a:prstGeom>
        </p:spPr>
      </p:pic>
      <p:pic>
        <p:nvPicPr>
          <p:cNvPr id="31" name="Picture 30" descr="A close up of a mosquito&#10;&#10;Description automatically generated">
            <a:extLst>
              <a:ext uri="{FF2B5EF4-FFF2-40B4-BE49-F238E27FC236}">
                <a16:creationId xmlns:a16="http://schemas.microsoft.com/office/drawing/2014/main" id="{F714F6F8-6A36-1BD7-8069-E1A2C1F30403}"/>
              </a:ext>
            </a:extLst>
          </p:cNvPr>
          <p:cNvPicPr>
            <a:picLocks noChangeAspect="1"/>
          </p:cNvPicPr>
          <p:nvPr/>
        </p:nvPicPr>
        <p:blipFill>
          <a:blip r:embed="rId20">
            <a:alphaModFix/>
          </a:blip>
          <a:srcRect l="15032" t="20837" r="10914" b="20926"/>
          <a:stretch/>
        </p:blipFill>
        <p:spPr>
          <a:xfrm>
            <a:off x="15320843" y="2378827"/>
            <a:ext cx="2017249" cy="2124497"/>
          </a:xfrm>
          <a:prstGeom prst="rect">
            <a:avLst/>
          </a:prstGeom>
        </p:spPr>
      </p:pic>
      <p:pic>
        <p:nvPicPr>
          <p:cNvPr id="32" name="Picture 31" descr="A group of insects around each other&#10;&#10;Description automatically generated">
            <a:extLst>
              <a:ext uri="{FF2B5EF4-FFF2-40B4-BE49-F238E27FC236}">
                <a16:creationId xmlns:a16="http://schemas.microsoft.com/office/drawing/2014/main" id="{511DF1CC-DFDC-FB87-C62D-A6777F976E6C}"/>
              </a:ext>
            </a:extLst>
          </p:cNvPr>
          <p:cNvPicPr>
            <a:picLocks noChangeAspect="1"/>
          </p:cNvPicPr>
          <p:nvPr/>
        </p:nvPicPr>
        <p:blipFill>
          <a:blip r:embed="rId21">
            <a:alphaModFix/>
          </a:blip>
          <a:stretch>
            <a:fillRect/>
          </a:stretch>
        </p:blipFill>
        <p:spPr>
          <a:xfrm>
            <a:off x="15339303" y="4552875"/>
            <a:ext cx="1983947" cy="2537573"/>
          </a:xfrm>
          <a:prstGeom prst="rect">
            <a:avLst/>
          </a:prstGeom>
        </p:spPr>
      </p:pic>
      <p:pic>
        <p:nvPicPr>
          <p:cNvPr id="30" name="Graphic 29" descr="Germ with solid fill">
            <a:extLst>
              <a:ext uri="{FF2B5EF4-FFF2-40B4-BE49-F238E27FC236}">
                <a16:creationId xmlns:a16="http://schemas.microsoft.com/office/drawing/2014/main" id="{D4E4B532-7101-9543-553C-3C5409BC0B87}"/>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859313" y="2823169"/>
            <a:ext cx="1056877" cy="1056877"/>
          </a:xfrm>
          <a:prstGeom prst="rect">
            <a:avLst/>
          </a:prstGeom>
        </p:spPr>
      </p:pic>
      <p:pic>
        <p:nvPicPr>
          <p:cNvPr id="34" name="Graphic 33" descr="Skull with solid fill">
            <a:extLst>
              <a:ext uri="{FF2B5EF4-FFF2-40B4-BE49-F238E27FC236}">
                <a16:creationId xmlns:a16="http://schemas.microsoft.com/office/drawing/2014/main" id="{E6ED3EE3-A3D6-A810-2084-4FFCF3E12932}"/>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859313" y="4151659"/>
            <a:ext cx="1047619" cy="1047619"/>
          </a:xfrm>
          <a:prstGeom prst="rect">
            <a:avLst/>
          </a:prstGeom>
        </p:spPr>
      </p:pic>
      <p:pic>
        <p:nvPicPr>
          <p:cNvPr id="35" name="Graphic 34" descr="Mosquito with solid fill">
            <a:extLst>
              <a:ext uri="{FF2B5EF4-FFF2-40B4-BE49-F238E27FC236}">
                <a16:creationId xmlns:a16="http://schemas.microsoft.com/office/drawing/2014/main" id="{C3A0152E-0FA6-6AA0-5FD9-1539EA7C5DEC}"/>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838037" y="5348520"/>
            <a:ext cx="1056877" cy="1056877"/>
          </a:xfrm>
          <a:prstGeom prst="rect">
            <a:avLst/>
          </a:prstGeom>
        </p:spPr>
      </p:pic>
      <p:pic>
        <p:nvPicPr>
          <p:cNvPr id="37" name="Graphic 36" descr="Bug under magnifying glass with solid fill">
            <a:extLst>
              <a:ext uri="{FF2B5EF4-FFF2-40B4-BE49-F238E27FC236}">
                <a16:creationId xmlns:a16="http://schemas.microsoft.com/office/drawing/2014/main" id="{FF618223-4FD5-B9CA-644B-0C8EEF02ED5F}"/>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828669" y="7679122"/>
            <a:ext cx="1046389" cy="1046389"/>
          </a:xfrm>
          <a:prstGeom prst="rect">
            <a:avLst/>
          </a:prstGeom>
        </p:spPr>
      </p:pic>
      <p:pic>
        <p:nvPicPr>
          <p:cNvPr id="39" name="Graphic 38" descr="Europe with solid fill">
            <a:extLst>
              <a:ext uri="{FF2B5EF4-FFF2-40B4-BE49-F238E27FC236}">
                <a16:creationId xmlns:a16="http://schemas.microsoft.com/office/drawing/2014/main" id="{83738116-A753-AE3E-CD71-A6EF086DC944}"/>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803049" y="6485332"/>
            <a:ext cx="1113141" cy="1113141"/>
          </a:xfrm>
          <a:prstGeom prst="rect">
            <a:avLst/>
          </a:prstGeom>
        </p:spPr>
      </p:pic>
      <p:sp>
        <p:nvSpPr>
          <p:cNvPr id="40" name="TextBox 39">
            <a:extLst>
              <a:ext uri="{FF2B5EF4-FFF2-40B4-BE49-F238E27FC236}">
                <a16:creationId xmlns:a16="http://schemas.microsoft.com/office/drawing/2014/main" id="{46FA6BA9-36F4-C139-F5C0-5152AA7D9160}"/>
              </a:ext>
            </a:extLst>
          </p:cNvPr>
          <p:cNvSpPr txBox="1"/>
          <p:nvPr/>
        </p:nvSpPr>
        <p:spPr>
          <a:xfrm>
            <a:off x="2459715" y="2981992"/>
            <a:ext cx="12770069" cy="584775"/>
          </a:xfrm>
          <a:prstGeom prst="rect">
            <a:avLst/>
          </a:prstGeom>
          <a:noFill/>
        </p:spPr>
        <p:txBody>
          <a:bodyPr wrap="square" rtlCol="0">
            <a:spAutoFit/>
          </a:bodyPr>
          <a:lstStyle/>
          <a:p>
            <a:r>
              <a:rPr lang="en-GB" sz="3200" b="1">
                <a:solidFill>
                  <a:schemeClr val="accent5">
                    <a:lumMod val="75000"/>
                  </a:schemeClr>
                </a:solidFill>
                <a:latin typeface="Arial" panose="020B0604020202020204" pitchFamily="34" charset="0"/>
                <a:cs typeface="Arial" panose="020B0604020202020204" pitchFamily="34" charset="0"/>
              </a:rPr>
              <a:t>17% of infectious disease globally</a:t>
            </a:r>
            <a:endParaRPr lang="en-US" sz="3200" b="1">
              <a:solidFill>
                <a:schemeClr val="accent5">
                  <a:lumMod val="75000"/>
                </a:schemeClr>
              </a:solidFill>
              <a:latin typeface="Arial" panose="020B0604020202020204" pitchFamily="34" charset="0"/>
              <a:cs typeface="Arial" panose="020B0604020202020204" pitchFamily="34" charset="0"/>
            </a:endParaRPr>
          </a:p>
        </p:txBody>
      </p:sp>
      <p:sp>
        <p:nvSpPr>
          <p:cNvPr id="41" name="TextBox 40">
            <a:extLst>
              <a:ext uri="{FF2B5EF4-FFF2-40B4-BE49-F238E27FC236}">
                <a16:creationId xmlns:a16="http://schemas.microsoft.com/office/drawing/2014/main" id="{97D93064-6C5F-527E-11F7-489CA232649A}"/>
              </a:ext>
            </a:extLst>
          </p:cNvPr>
          <p:cNvSpPr txBox="1"/>
          <p:nvPr/>
        </p:nvSpPr>
        <p:spPr>
          <a:xfrm>
            <a:off x="2606528" y="4024381"/>
            <a:ext cx="12770069" cy="584775"/>
          </a:xfrm>
          <a:prstGeom prst="rect">
            <a:avLst/>
          </a:prstGeom>
          <a:noFill/>
        </p:spPr>
        <p:txBody>
          <a:bodyPr wrap="square" rtlCol="0">
            <a:spAutoFit/>
          </a:bodyPr>
          <a:lstStyle/>
          <a:p>
            <a:r>
              <a:rPr lang="en-GB" sz="3200" b="1">
                <a:solidFill>
                  <a:schemeClr val="accent5">
                    <a:lumMod val="75000"/>
                  </a:schemeClr>
                </a:solidFill>
                <a:latin typeface="Arial" panose="020B0604020202020204" pitchFamily="34" charset="0"/>
                <a:cs typeface="Arial" panose="020B0604020202020204" pitchFamily="34" charset="0"/>
              </a:rPr>
              <a:t>&gt; 700,000 global deaths each year</a:t>
            </a:r>
            <a:endParaRPr lang="en-US" sz="3200" b="1">
              <a:solidFill>
                <a:schemeClr val="accent5">
                  <a:lumMod val="75000"/>
                </a:schemeClr>
              </a:solidFill>
              <a:latin typeface="Arial" panose="020B0604020202020204" pitchFamily="34" charset="0"/>
              <a:cs typeface="Arial" panose="020B0604020202020204" pitchFamily="34" charset="0"/>
            </a:endParaRPr>
          </a:p>
        </p:txBody>
      </p:sp>
      <p:sp>
        <p:nvSpPr>
          <p:cNvPr id="42" name="TextBox 41">
            <a:extLst>
              <a:ext uri="{FF2B5EF4-FFF2-40B4-BE49-F238E27FC236}">
                <a16:creationId xmlns:a16="http://schemas.microsoft.com/office/drawing/2014/main" id="{48D157D9-62A7-194D-B154-E5C145D5A1E9}"/>
              </a:ext>
            </a:extLst>
          </p:cNvPr>
          <p:cNvSpPr txBox="1"/>
          <p:nvPr/>
        </p:nvSpPr>
        <p:spPr>
          <a:xfrm>
            <a:off x="2604483" y="4870238"/>
            <a:ext cx="12911046" cy="1569660"/>
          </a:xfrm>
          <a:prstGeom prst="rect">
            <a:avLst/>
          </a:prstGeom>
          <a:noFill/>
        </p:spPr>
        <p:txBody>
          <a:bodyPr wrap="square" lIns="91440" tIns="45720" rIns="91440" bIns="45720" rtlCol="0" anchor="t">
            <a:spAutoFit/>
          </a:bodyPr>
          <a:lstStyle/>
          <a:p>
            <a:r>
              <a:rPr lang="en-GB" sz="3200" b="1">
                <a:solidFill>
                  <a:schemeClr val="accent5">
                    <a:lumMod val="75000"/>
                  </a:schemeClr>
                </a:solidFill>
              </a:rPr>
              <a:t>Imported UK Malaria cases &gt;2000 since 2004</a:t>
            </a:r>
          </a:p>
          <a:p>
            <a:endParaRPr lang="en-GB" sz="3200" b="1">
              <a:solidFill>
                <a:schemeClr val="accent5">
                  <a:lumMod val="75000"/>
                </a:schemeClr>
              </a:solidFill>
            </a:endParaRPr>
          </a:p>
          <a:p>
            <a:r>
              <a:rPr lang="en-GB" sz="3200" b="1">
                <a:solidFill>
                  <a:schemeClr val="accent5">
                    <a:lumMod val="75000"/>
                  </a:schemeClr>
                </a:solidFill>
              </a:rPr>
              <a:t>Spread of invasive mosquitoes to &gt;30 European countries</a:t>
            </a:r>
          </a:p>
        </p:txBody>
      </p:sp>
      <p:sp>
        <p:nvSpPr>
          <p:cNvPr id="43" name="TextBox 42">
            <a:extLst>
              <a:ext uri="{FF2B5EF4-FFF2-40B4-BE49-F238E27FC236}">
                <a16:creationId xmlns:a16="http://schemas.microsoft.com/office/drawing/2014/main" id="{101EC722-AFE0-34FB-27FF-FE8A3A46F7E2}"/>
              </a:ext>
            </a:extLst>
          </p:cNvPr>
          <p:cNvSpPr txBox="1"/>
          <p:nvPr/>
        </p:nvSpPr>
        <p:spPr>
          <a:xfrm>
            <a:off x="2606528" y="6520241"/>
            <a:ext cx="12770069" cy="1077218"/>
          </a:xfrm>
          <a:prstGeom prst="rect">
            <a:avLst/>
          </a:prstGeom>
          <a:noFill/>
        </p:spPr>
        <p:txBody>
          <a:bodyPr wrap="square" lIns="91440" tIns="45720" rIns="91440" bIns="45720" rtlCol="0" anchor="t">
            <a:spAutoFit/>
          </a:bodyPr>
          <a:lstStyle/>
          <a:p>
            <a:r>
              <a:rPr lang="en-GB" sz="3200" b="1">
                <a:solidFill>
                  <a:schemeClr val="accent5">
                    <a:lumMod val="75000"/>
                  </a:schemeClr>
                </a:solidFill>
              </a:rPr>
              <a:t>Rise of mosquito Dengue and over 100 locally transmitted cases in Europe in each of last 2 years</a:t>
            </a:r>
            <a:endParaRPr lang="en-US" sz="3200" b="1">
              <a:solidFill>
                <a:schemeClr val="accent5">
                  <a:lumMod val="75000"/>
                </a:schemeClr>
              </a:solidFill>
            </a:endParaRPr>
          </a:p>
        </p:txBody>
      </p:sp>
      <p:sp>
        <p:nvSpPr>
          <p:cNvPr id="44" name="TextBox 43">
            <a:extLst>
              <a:ext uri="{FF2B5EF4-FFF2-40B4-BE49-F238E27FC236}">
                <a16:creationId xmlns:a16="http://schemas.microsoft.com/office/drawing/2014/main" id="{F71A10A3-C7A9-BB2F-C951-329AC33405BC}"/>
              </a:ext>
            </a:extLst>
          </p:cNvPr>
          <p:cNvSpPr txBox="1"/>
          <p:nvPr/>
        </p:nvSpPr>
        <p:spPr>
          <a:xfrm>
            <a:off x="2606528" y="7863019"/>
            <a:ext cx="13624950" cy="584775"/>
          </a:xfrm>
          <a:prstGeom prst="rect">
            <a:avLst/>
          </a:prstGeom>
          <a:noFill/>
        </p:spPr>
        <p:txBody>
          <a:bodyPr wrap="square" lIns="91440" tIns="45720" rIns="91440" bIns="45720" rtlCol="0" anchor="t">
            <a:spAutoFit/>
          </a:bodyPr>
          <a:lstStyle/>
          <a:p>
            <a:r>
              <a:rPr lang="en-GB" sz="3200" b="1">
                <a:solidFill>
                  <a:schemeClr val="accent5">
                    <a:lumMod val="75000"/>
                  </a:schemeClr>
                </a:solidFill>
              </a:rPr>
              <a:t>UK ticks: &gt; 20 species</a:t>
            </a:r>
            <a:r>
              <a:rPr lang="en-US" sz="3200" b="1">
                <a:solidFill>
                  <a:schemeClr val="accent5">
                    <a:lumMod val="75000"/>
                  </a:schemeClr>
                </a:solidFill>
              </a:rPr>
              <a:t>, &gt;65000 Lyme cases annually in Europe</a:t>
            </a:r>
          </a:p>
        </p:txBody>
      </p:sp>
      <p:sp>
        <p:nvSpPr>
          <p:cNvPr id="45" name="Rectangle 44">
            <a:extLst>
              <a:ext uri="{FF2B5EF4-FFF2-40B4-BE49-F238E27FC236}">
                <a16:creationId xmlns:a16="http://schemas.microsoft.com/office/drawing/2014/main" id="{6BFCC108-4044-CA13-5634-797A18F62A44}"/>
              </a:ext>
            </a:extLst>
          </p:cNvPr>
          <p:cNvSpPr/>
          <p:nvPr/>
        </p:nvSpPr>
        <p:spPr>
          <a:xfrm>
            <a:off x="315789" y="2557228"/>
            <a:ext cx="14913996" cy="6254277"/>
          </a:xfrm>
          <a:prstGeom prst="rect">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65199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a:grpSpLocks noGrp="1" noUngrp="1" noRot="1" noMove="1" noResize="1"/>
          </p:cNvGrpSpPr>
          <p:nvPr/>
        </p:nvGrpSpPr>
        <p:grpSpPr>
          <a:xfrm>
            <a:off x="0" y="0"/>
            <a:ext cx="17348200" cy="9753600"/>
            <a:chOff x="0" y="0"/>
            <a:chExt cx="17348200" cy="9753600"/>
          </a:xfrm>
        </p:grpSpPr>
        <p:sp>
          <p:nvSpPr>
            <p:cNvPr id="3" name="object 3"/>
            <p:cNvSpPr>
              <a:spLocks noGrp="1" noRot="1" noMove="1" noResize="1" noEditPoints="1" noAdjustHandles="1" noChangeArrowheads="1" noChangeShapeType="1"/>
            </p:cNvSpPr>
            <p:nvPr/>
          </p:nvSpPr>
          <p:spPr>
            <a:xfrm>
              <a:off x="580440" y="535698"/>
              <a:ext cx="431165" cy="1273810"/>
            </a:xfrm>
            <a:custGeom>
              <a:avLst/>
              <a:gdLst/>
              <a:ahLst/>
              <a:cxnLst/>
              <a:rect l="l" t="t" r="r" b="b"/>
              <a:pathLst>
                <a:path w="431165" h="1273810">
                  <a:moveTo>
                    <a:pt x="23545" y="0"/>
                  </a:moveTo>
                  <a:lnTo>
                    <a:pt x="0" y="0"/>
                  </a:lnTo>
                  <a:lnTo>
                    <a:pt x="0" y="1273492"/>
                  </a:lnTo>
                  <a:lnTo>
                    <a:pt x="23545" y="1273492"/>
                  </a:lnTo>
                  <a:lnTo>
                    <a:pt x="23545" y="0"/>
                  </a:lnTo>
                  <a:close/>
                </a:path>
                <a:path w="431165" h="1273810">
                  <a:moveTo>
                    <a:pt x="300494" y="65722"/>
                  </a:moveTo>
                  <a:lnTo>
                    <a:pt x="298564" y="63982"/>
                  </a:lnTo>
                  <a:lnTo>
                    <a:pt x="294246" y="63982"/>
                  </a:lnTo>
                  <a:lnTo>
                    <a:pt x="292481" y="65722"/>
                  </a:lnTo>
                  <a:lnTo>
                    <a:pt x="292481" y="70129"/>
                  </a:lnTo>
                  <a:lnTo>
                    <a:pt x="294246" y="71729"/>
                  </a:lnTo>
                  <a:lnTo>
                    <a:pt x="298564" y="71729"/>
                  </a:lnTo>
                  <a:lnTo>
                    <a:pt x="300494" y="70129"/>
                  </a:lnTo>
                  <a:lnTo>
                    <a:pt x="300494" y="67830"/>
                  </a:lnTo>
                  <a:lnTo>
                    <a:pt x="300494" y="65722"/>
                  </a:lnTo>
                  <a:close/>
                </a:path>
                <a:path w="431165" h="1273810">
                  <a:moveTo>
                    <a:pt x="301802" y="56197"/>
                  </a:moveTo>
                  <a:lnTo>
                    <a:pt x="299999" y="54305"/>
                  </a:lnTo>
                  <a:lnTo>
                    <a:pt x="295567" y="54305"/>
                  </a:lnTo>
                  <a:lnTo>
                    <a:pt x="293725" y="56197"/>
                  </a:lnTo>
                  <a:lnTo>
                    <a:pt x="293725" y="60490"/>
                  </a:lnTo>
                  <a:lnTo>
                    <a:pt x="295567" y="62318"/>
                  </a:lnTo>
                  <a:lnTo>
                    <a:pt x="297764" y="62318"/>
                  </a:lnTo>
                  <a:lnTo>
                    <a:pt x="299999" y="62318"/>
                  </a:lnTo>
                  <a:lnTo>
                    <a:pt x="301802" y="60490"/>
                  </a:lnTo>
                  <a:lnTo>
                    <a:pt x="301802" y="56197"/>
                  </a:lnTo>
                  <a:close/>
                </a:path>
                <a:path w="431165" h="1273810">
                  <a:moveTo>
                    <a:pt x="302501" y="75171"/>
                  </a:moveTo>
                  <a:lnTo>
                    <a:pt x="300659" y="73393"/>
                  </a:lnTo>
                  <a:lnTo>
                    <a:pt x="296202" y="73393"/>
                  </a:lnTo>
                  <a:lnTo>
                    <a:pt x="294335" y="75171"/>
                  </a:lnTo>
                  <a:lnTo>
                    <a:pt x="294335" y="79565"/>
                  </a:lnTo>
                  <a:lnTo>
                    <a:pt x="296202" y="81343"/>
                  </a:lnTo>
                  <a:lnTo>
                    <a:pt x="300659" y="81343"/>
                  </a:lnTo>
                  <a:lnTo>
                    <a:pt x="302501" y="79565"/>
                  </a:lnTo>
                  <a:lnTo>
                    <a:pt x="302501" y="77470"/>
                  </a:lnTo>
                  <a:lnTo>
                    <a:pt x="302501" y="75171"/>
                  </a:lnTo>
                  <a:close/>
                </a:path>
                <a:path w="431165" h="1273810">
                  <a:moveTo>
                    <a:pt x="306197" y="47142"/>
                  </a:moveTo>
                  <a:lnTo>
                    <a:pt x="304342" y="45440"/>
                  </a:lnTo>
                  <a:lnTo>
                    <a:pt x="299999" y="45440"/>
                  </a:lnTo>
                  <a:lnTo>
                    <a:pt x="298157" y="47142"/>
                  </a:lnTo>
                  <a:lnTo>
                    <a:pt x="298157" y="51600"/>
                  </a:lnTo>
                  <a:lnTo>
                    <a:pt x="299999" y="53225"/>
                  </a:lnTo>
                  <a:lnTo>
                    <a:pt x="302221" y="53225"/>
                  </a:lnTo>
                  <a:lnTo>
                    <a:pt x="304342" y="53225"/>
                  </a:lnTo>
                  <a:lnTo>
                    <a:pt x="306197" y="51600"/>
                  </a:lnTo>
                  <a:lnTo>
                    <a:pt x="306197" y="47142"/>
                  </a:lnTo>
                  <a:close/>
                </a:path>
                <a:path w="431165" h="1273810">
                  <a:moveTo>
                    <a:pt x="314058" y="40386"/>
                  </a:moveTo>
                  <a:lnTo>
                    <a:pt x="312254" y="38684"/>
                  </a:lnTo>
                  <a:lnTo>
                    <a:pt x="307848" y="38684"/>
                  </a:lnTo>
                  <a:lnTo>
                    <a:pt x="305968" y="40386"/>
                  </a:lnTo>
                  <a:lnTo>
                    <a:pt x="305968" y="44856"/>
                  </a:lnTo>
                  <a:lnTo>
                    <a:pt x="307848" y="46507"/>
                  </a:lnTo>
                  <a:lnTo>
                    <a:pt x="309994" y="46507"/>
                  </a:lnTo>
                  <a:lnTo>
                    <a:pt x="312254" y="46507"/>
                  </a:lnTo>
                  <a:lnTo>
                    <a:pt x="314058" y="44856"/>
                  </a:lnTo>
                  <a:lnTo>
                    <a:pt x="314058" y="40386"/>
                  </a:lnTo>
                  <a:close/>
                </a:path>
                <a:path w="431165" h="1273810">
                  <a:moveTo>
                    <a:pt x="324015" y="37541"/>
                  </a:moveTo>
                  <a:lnTo>
                    <a:pt x="322148" y="35699"/>
                  </a:lnTo>
                  <a:lnTo>
                    <a:pt x="317741" y="35699"/>
                  </a:lnTo>
                  <a:lnTo>
                    <a:pt x="316001" y="37541"/>
                  </a:lnTo>
                  <a:lnTo>
                    <a:pt x="316001" y="41694"/>
                  </a:lnTo>
                  <a:lnTo>
                    <a:pt x="317741" y="43586"/>
                  </a:lnTo>
                  <a:lnTo>
                    <a:pt x="320052" y="43586"/>
                  </a:lnTo>
                  <a:lnTo>
                    <a:pt x="322148" y="43586"/>
                  </a:lnTo>
                  <a:lnTo>
                    <a:pt x="324015" y="41694"/>
                  </a:lnTo>
                  <a:lnTo>
                    <a:pt x="324015" y="37541"/>
                  </a:lnTo>
                  <a:close/>
                </a:path>
                <a:path w="431165" h="1273810">
                  <a:moveTo>
                    <a:pt x="334505" y="38442"/>
                  </a:moveTo>
                  <a:lnTo>
                    <a:pt x="332587" y="36753"/>
                  </a:lnTo>
                  <a:lnTo>
                    <a:pt x="328358" y="36753"/>
                  </a:lnTo>
                  <a:lnTo>
                    <a:pt x="326504" y="38442"/>
                  </a:lnTo>
                  <a:lnTo>
                    <a:pt x="326504" y="42710"/>
                  </a:lnTo>
                  <a:lnTo>
                    <a:pt x="328358" y="44526"/>
                  </a:lnTo>
                  <a:lnTo>
                    <a:pt x="330403" y="44526"/>
                  </a:lnTo>
                  <a:lnTo>
                    <a:pt x="332587" y="44526"/>
                  </a:lnTo>
                  <a:lnTo>
                    <a:pt x="334505" y="42710"/>
                  </a:lnTo>
                  <a:lnTo>
                    <a:pt x="334505" y="38442"/>
                  </a:lnTo>
                  <a:close/>
                </a:path>
                <a:path w="431165" h="1273810">
                  <a:moveTo>
                    <a:pt x="337553" y="77203"/>
                  </a:moveTo>
                  <a:lnTo>
                    <a:pt x="337032" y="71132"/>
                  </a:lnTo>
                  <a:lnTo>
                    <a:pt x="332727" y="66992"/>
                  </a:lnTo>
                  <a:lnTo>
                    <a:pt x="331863" y="64820"/>
                  </a:lnTo>
                  <a:lnTo>
                    <a:pt x="329653" y="69037"/>
                  </a:lnTo>
                  <a:lnTo>
                    <a:pt x="327596" y="71640"/>
                  </a:lnTo>
                  <a:lnTo>
                    <a:pt x="327914" y="74891"/>
                  </a:lnTo>
                  <a:lnTo>
                    <a:pt x="328345" y="78308"/>
                  </a:lnTo>
                  <a:lnTo>
                    <a:pt x="331863" y="80645"/>
                  </a:lnTo>
                  <a:lnTo>
                    <a:pt x="333540" y="84035"/>
                  </a:lnTo>
                  <a:lnTo>
                    <a:pt x="335064" y="80149"/>
                  </a:lnTo>
                  <a:lnTo>
                    <a:pt x="337553" y="77203"/>
                  </a:lnTo>
                  <a:close/>
                </a:path>
                <a:path w="431165" h="1273810">
                  <a:moveTo>
                    <a:pt x="344360" y="41186"/>
                  </a:moveTo>
                  <a:lnTo>
                    <a:pt x="342633" y="39420"/>
                  </a:lnTo>
                  <a:lnTo>
                    <a:pt x="338074" y="39420"/>
                  </a:lnTo>
                  <a:lnTo>
                    <a:pt x="336359" y="41186"/>
                  </a:lnTo>
                  <a:lnTo>
                    <a:pt x="336359" y="45580"/>
                  </a:lnTo>
                  <a:lnTo>
                    <a:pt x="338074" y="47307"/>
                  </a:lnTo>
                  <a:lnTo>
                    <a:pt x="340296" y="47307"/>
                  </a:lnTo>
                  <a:lnTo>
                    <a:pt x="342633" y="47307"/>
                  </a:lnTo>
                  <a:lnTo>
                    <a:pt x="344360" y="45580"/>
                  </a:lnTo>
                  <a:lnTo>
                    <a:pt x="344360" y="41186"/>
                  </a:lnTo>
                  <a:close/>
                </a:path>
                <a:path w="431165" h="1273810">
                  <a:moveTo>
                    <a:pt x="353720" y="45440"/>
                  </a:moveTo>
                  <a:lnTo>
                    <a:pt x="351980" y="43878"/>
                  </a:lnTo>
                  <a:lnTo>
                    <a:pt x="347649" y="43878"/>
                  </a:lnTo>
                  <a:lnTo>
                    <a:pt x="345732" y="45440"/>
                  </a:lnTo>
                  <a:lnTo>
                    <a:pt x="345732" y="49872"/>
                  </a:lnTo>
                  <a:lnTo>
                    <a:pt x="347649" y="51689"/>
                  </a:lnTo>
                  <a:lnTo>
                    <a:pt x="349656" y="51689"/>
                  </a:lnTo>
                  <a:lnTo>
                    <a:pt x="351980" y="51689"/>
                  </a:lnTo>
                  <a:lnTo>
                    <a:pt x="353720" y="49872"/>
                  </a:lnTo>
                  <a:lnTo>
                    <a:pt x="353720" y="45440"/>
                  </a:lnTo>
                  <a:close/>
                </a:path>
                <a:path w="431165" h="1273810">
                  <a:moveTo>
                    <a:pt x="358990" y="22199"/>
                  </a:moveTo>
                  <a:lnTo>
                    <a:pt x="353961" y="23253"/>
                  </a:lnTo>
                  <a:lnTo>
                    <a:pt x="350113" y="27165"/>
                  </a:lnTo>
                  <a:lnTo>
                    <a:pt x="349097" y="32194"/>
                  </a:lnTo>
                  <a:lnTo>
                    <a:pt x="358990" y="32194"/>
                  </a:lnTo>
                  <a:lnTo>
                    <a:pt x="358990" y="22199"/>
                  </a:lnTo>
                  <a:close/>
                </a:path>
                <a:path w="431165" h="1273810">
                  <a:moveTo>
                    <a:pt x="359194" y="52082"/>
                  </a:moveTo>
                  <a:lnTo>
                    <a:pt x="357606" y="51841"/>
                  </a:lnTo>
                  <a:lnTo>
                    <a:pt x="356069" y="51346"/>
                  </a:lnTo>
                  <a:lnTo>
                    <a:pt x="354660" y="50787"/>
                  </a:lnTo>
                  <a:lnTo>
                    <a:pt x="354660" y="68884"/>
                  </a:lnTo>
                  <a:lnTo>
                    <a:pt x="359194" y="68884"/>
                  </a:lnTo>
                  <a:lnTo>
                    <a:pt x="359194" y="52082"/>
                  </a:lnTo>
                  <a:close/>
                </a:path>
                <a:path w="431165" h="1273810">
                  <a:moveTo>
                    <a:pt x="368490" y="50774"/>
                  </a:moveTo>
                  <a:lnTo>
                    <a:pt x="367004" y="51346"/>
                  </a:lnTo>
                  <a:lnTo>
                    <a:pt x="365569" y="51828"/>
                  </a:lnTo>
                  <a:lnTo>
                    <a:pt x="363855" y="52082"/>
                  </a:lnTo>
                  <a:lnTo>
                    <a:pt x="363855" y="68872"/>
                  </a:lnTo>
                  <a:lnTo>
                    <a:pt x="368490" y="68872"/>
                  </a:lnTo>
                  <a:lnTo>
                    <a:pt x="368490" y="50774"/>
                  </a:lnTo>
                  <a:close/>
                </a:path>
                <a:path w="431165" h="1273810">
                  <a:moveTo>
                    <a:pt x="372084" y="4114"/>
                  </a:moveTo>
                  <a:lnTo>
                    <a:pt x="369938" y="6832"/>
                  </a:lnTo>
                  <a:lnTo>
                    <a:pt x="366166" y="9245"/>
                  </a:lnTo>
                  <a:lnTo>
                    <a:pt x="362978" y="9880"/>
                  </a:lnTo>
                  <a:lnTo>
                    <a:pt x="363347" y="6400"/>
                  </a:lnTo>
                  <a:lnTo>
                    <a:pt x="365455" y="3568"/>
                  </a:lnTo>
                  <a:lnTo>
                    <a:pt x="368274" y="0"/>
                  </a:lnTo>
                  <a:lnTo>
                    <a:pt x="354850" y="0"/>
                  </a:lnTo>
                  <a:lnTo>
                    <a:pt x="357619" y="3568"/>
                  </a:lnTo>
                  <a:lnTo>
                    <a:pt x="359740" y="6400"/>
                  </a:lnTo>
                  <a:lnTo>
                    <a:pt x="360172" y="9880"/>
                  </a:lnTo>
                  <a:lnTo>
                    <a:pt x="356920" y="9245"/>
                  </a:lnTo>
                  <a:lnTo>
                    <a:pt x="353174" y="6832"/>
                  </a:lnTo>
                  <a:lnTo>
                    <a:pt x="351015" y="4114"/>
                  </a:lnTo>
                  <a:lnTo>
                    <a:pt x="351015" y="17754"/>
                  </a:lnTo>
                  <a:lnTo>
                    <a:pt x="353174" y="14846"/>
                  </a:lnTo>
                  <a:lnTo>
                    <a:pt x="356844" y="12395"/>
                  </a:lnTo>
                  <a:lnTo>
                    <a:pt x="360172" y="11925"/>
                  </a:lnTo>
                  <a:lnTo>
                    <a:pt x="359702" y="15367"/>
                  </a:lnTo>
                  <a:lnTo>
                    <a:pt x="357352" y="18453"/>
                  </a:lnTo>
                  <a:lnTo>
                    <a:pt x="354571" y="20612"/>
                  </a:lnTo>
                  <a:lnTo>
                    <a:pt x="368490" y="20612"/>
                  </a:lnTo>
                  <a:lnTo>
                    <a:pt x="365645" y="18453"/>
                  </a:lnTo>
                  <a:lnTo>
                    <a:pt x="363448" y="15367"/>
                  </a:lnTo>
                  <a:lnTo>
                    <a:pt x="362978" y="11925"/>
                  </a:lnTo>
                  <a:lnTo>
                    <a:pt x="366293" y="12395"/>
                  </a:lnTo>
                  <a:lnTo>
                    <a:pt x="369938" y="14846"/>
                  </a:lnTo>
                  <a:lnTo>
                    <a:pt x="372084" y="17754"/>
                  </a:lnTo>
                  <a:lnTo>
                    <a:pt x="372084" y="4114"/>
                  </a:lnTo>
                  <a:close/>
                </a:path>
                <a:path w="431165" h="1273810">
                  <a:moveTo>
                    <a:pt x="373849" y="37109"/>
                  </a:moveTo>
                  <a:lnTo>
                    <a:pt x="349224" y="37109"/>
                  </a:lnTo>
                  <a:lnTo>
                    <a:pt x="350507" y="42595"/>
                  </a:lnTo>
                  <a:lnTo>
                    <a:pt x="355485" y="46570"/>
                  </a:lnTo>
                  <a:lnTo>
                    <a:pt x="367588" y="46570"/>
                  </a:lnTo>
                  <a:lnTo>
                    <a:pt x="372643" y="42595"/>
                  </a:lnTo>
                  <a:lnTo>
                    <a:pt x="373849" y="37109"/>
                  </a:lnTo>
                  <a:close/>
                </a:path>
                <a:path w="431165" h="1273810">
                  <a:moveTo>
                    <a:pt x="374015" y="32194"/>
                  </a:moveTo>
                  <a:lnTo>
                    <a:pt x="373087" y="27165"/>
                  </a:lnTo>
                  <a:lnTo>
                    <a:pt x="369163" y="23380"/>
                  </a:lnTo>
                  <a:lnTo>
                    <a:pt x="364197" y="22199"/>
                  </a:lnTo>
                  <a:lnTo>
                    <a:pt x="364197" y="32194"/>
                  </a:lnTo>
                  <a:lnTo>
                    <a:pt x="374015" y="32194"/>
                  </a:lnTo>
                  <a:close/>
                </a:path>
                <a:path w="431165" h="1273810">
                  <a:moveTo>
                    <a:pt x="377444" y="45427"/>
                  </a:moveTo>
                  <a:lnTo>
                    <a:pt x="375589" y="43865"/>
                  </a:lnTo>
                  <a:lnTo>
                    <a:pt x="371144" y="43865"/>
                  </a:lnTo>
                  <a:lnTo>
                    <a:pt x="369366" y="45427"/>
                  </a:lnTo>
                  <a:lnTo>
                    <a:pt x="369366" y="47663"/>
                  </a:lnTo>
                  <a:lnTo>
                    <a:pt x="369366" y="49872"/>
                  </a:lnTo>
                  <a:lnTo>
                    <a:pt x="371144" y="51689"/>
                  </a:lnTo>
                  <a:lnTo>
                    <a:pt x="375589" y="51689"/>
                  </a:lnTo>
                  <a:lnTo>
                    <a:pt x="377444" y="49872"/>
                  </a:lnTo>
                  <a:lnTo>
                    <a:pt x="377444" y="45427"/>
                  </a:lnTo>
                  <a:close/>
                </a:path>
                <a:path w="431165" h="1273810">
                  <a:moveTo>
                    <a:pt x="386740" y="41186"/>
                  </a:moveTo>
                  <a:lnTo>
                    <a:pt x="384873" y="39420"/>
                  </a:lnTo>
                  <a:lnTo>
                    <a:pt x="380593" y="39420"/>
                  </a:lnTo>
                  <a:lnTo>
                    <a:pt x="378726" y="41186"/>
                  </a:lnTo>
                  <a:lnTo>
                    <a:pt x="378726" y="45580"/>
                  </a:lnTo>
                  <a:lnTo>
                    <a:pt x="380593" y="47307"/>
                  </a:lnTo>
                  <a:lnTo>
                    <a:pt x="382701" y="47307"/>
                  </a:lnTo>
                  <a:lnTo>
                    <a:pt x="384873" y="47307"/>
                  </a:lnTo>
                  <a:lnTo>
                    <a:pt x="386740" y="45580"/>
                  </a:lnTo>
                  <a:lnTo>
                    <a:pt x="386740" y="41186"/>
                  </a:lnTo>
                  <a:close/>
                </a:path>
                <a:path w="431165" h="1273810">
                  <a:moveTo>
                    <a:pt x="395592" y="71640"/>
                  </a:moveTo>
                  <a:lnTo>
                    <a:pt x="393585" y="69037"/>
                  </a:lnTo>
                  <a:lnTo>
                    <a:pt x="391363" y="64820"/>
                  </a:lnTo>
                  <a:lnTo>
                    <a:pt x="390550" y="66992"/>
                  </a:lnTo>
                  <a:lnTo>
                    <a:pt x="386181" y="71132"/>
                  </a:lnTo>
                  <a:lnTo>
                    <a:pt x="385559" y="77203"/>
                  </a:lnTo>
                  <a:lnTo>
                    <a:pt x="388239" y="80149"/>
                  </a:lnTo>
                  <a:lnTo>
                    <a:pt x="389712" y="84035"/>
                  </a:lnTo>
                  <a:lnTo>
                    <a:pt x="391363" y="80645"/>
                  </a:lnTo>
                  <a:lnTo>
                    <a:pt x="394995" y="78308"/>
                  </a:lnTo>
                  <a:lnTo>
                    <a:pt x="395592" y="71640"/>
                  </a:lnTo>
                  <a:close/>
                </a:path>
                <a:path w="431165" h="1273810">
                  <a:moveTo>
                    <a:pt x="396595" y="38442"/>
                  </a:moveTo>
                  <a:lnTo>
                    <a:pt x="394919" y="36753"/>
                  </a:lnTo>
                  <a:lnTo>
                    <a:pt x="390410" y="36753"/>
                  </a:lnTo>
                  <a:lnTo>
                    <a:pt x="388632" y="38442"/>
                  </a:lnTo>
                  <a:lnTo>
                    <a:pt x="388632" y="42710"/>
                  </a:lnTo>
                  <a:lnTo>
                    <a:pt x="390410" y="44526"/>
                  </a:lnTo>
                  <a:lnTo>
                    <a:pt x="392633" y="44526"/>
                  </a:lnTo>
                  <a:lnTo>
                    <a:pt x="394919" y="44526"/>
                  </a:lnTo>
                  <a:lnTo>
                    <a:pt x="396595" y="42710"/>
                  </a:lnTo>
                  <a:lnTo>
                    <a:pt x="396595" y="38442"/>
                  </a:lnTo>
                  <a:close/>
                </a:path>
                <a:path w="431165" h="1273810">
                  <a:moveTo>
                    <a:pt x="407123" y="37541"/>
                  </a:moveTo>
                  <a:lnTo>
                    <a:pt x="405218" y="35699"/>
                  </a:lnTo>
                  <a:lnTo>
                    <a:pt x="400888" y="35699"/>
                  </a:lnTo>
                  <a:lnTo>
                    <a:pt x="399161" y="37541"/>
                  </a:lnTo>
                  <a:lnTo>
                    <a:pt x="399161" y="41694"/>
                  </a:lnTo>
                  <a:lnTo>
                    <a:pt x="400888" y="43586"/>
                  </a:lnTo>
                  <a:lnTo>
                    <a:pt x="403199" y="43586"/>
                  </a:lnTo>
                  <a:lnTo>
                    <a:pt x="405218" y="43586"/>
                  </a:lnTo>
                  <a:lnTo>
                    <a:pt x="407123" y="41694"/>
                  </a:lnTo>
                  <a:lnTo>
                    <a:pt x="407123" y="37541"/>
                  </a:lnTo>
                  <a:close/>
                </a:path>
                <a:path w="431165" h="1273810">
                  <a:moveTo>
                    <a:pt x="417156" y="40386"/>
                  </a:moveTo>
                  <a:lnTo>
                    <a:pt x="415315" y="38684"/>
                  </a:lnTo>
                  <a:lnTo>
                    <a:pt x="410819" y="38684"/>
                  </a:lnTo>
                  <a:lnTo>
                    <a:pt x="409079" y="40386"/>
                  </a:lnTo>
                  <a:lnTo>
                    <a:pt x="409079" y="44856"/>
                  </a:lnTo>
                  <a:lnTo>
                    <a:pt x="410819" y="46507"/>
                  </a:lnTo>
                  <a:lnTo>
                    <a:pt x="413131" y="46507"/>
                  </a:lnTo>
                  <a:lnTo>
                    <a:pt x="415315" y="46507"/>
                  </a:lnTo>
                  <a:lnTo>
                    <a:pt x="417156" y="44856"/>
                  </a:lnTo>
                  <a:lnTo>
                    <a:pt x="417156" y="40386"/>
                  </a:lnTo>
                  <a:close/>
                </a:path>
                <a:path w="431165" h="1273810">
                  <a:moveTo>
                    <a:pt x="424954" y="47142"/>
                  </a:moveTo>
                  <a:lnTo>
                    <a:pt x="423075" y="45440"/>
                  </a:lnTo>
                  <a:lnTo>
                    <a:pt x="418706" y="45440"/>
                  </a:lnTo>
                  <a:lnTo>
                    <a:pt x="416941" y="47142"/>
                  </a:lnTo>
                  <a:lnTo>
                    <a:pt x="416941" y="51600"/>
                  </a:lnTo>
                  <a:lnTo>
                    <a:pt x="418706" y="53225"/>
                  </a:lnTo>
                  <a:lnTo>
                    <a:pt x="421005" y="53225"/>
                  </a:lnTo>
                  <a:lnTo>
                    <a:pt x="423075" y="53225"/>
                  </a:lnTo>
                  <a:lnTo>
                    <a:pt x="424954" y="51600"/>
                  </a:lnTo>
                  <a:lnTo>
                    <a:pt x="424954" y="47142"/>
                  </a:lnTo>
                  <a:close/>
                </a:path>
                <a:path w="431165" h="1273810">
                  <a:moveTo>
                    <a:pt x="428637" y="75158"/>
                  </a:moveTo>
                  <a:lnTo>
                    <a:pt x="426923" y="73393"/>
                  </a:lnTo>
                  <a:lnTo>
                    <a:pt x="424726" y="73393"/>
                  </a:lnTo>
                  <a:lnTo>
                    <a:pt x="422478" y="73393"/>
                  </a:lnTo>
                  <a:lnTo>
                    <a:pt x="420598" y="75158"/>
                  </a:lnTo>
                  <a:lnTo>
                    <a:pt x="420598" y="79552"/>
                  </a:lnTo>
                  <a:lnTo>
                    <a:pt x="422478" y="81330"/>
                  </a:lnTo>
                  <a:lnTo>
                    <a:pt x="426923" y="81330"/>
                  </a:lnTo>
                  <a:lnTo>
                    <a:pt x="428637" y="79552"/>
                  </a:lnTo>
                  <a:lnTo>
                    <a:pt x="428637" y="75158"/>
                  </a:lnTo>
                  <a:close/>
                </a:path>
                <a:path w="431165" h="1273810">
                  <a:moveTo>
                    <a:pt x="429285" y="56184"/>
                  </a:moveTo>
                  <a:lnTo>
                    <a:pt x="427507" y="54317"/>
                  </a:lnTo>
                  <a:lnTo>
                    <a:pt x="423075" y="54317"/>
                  </a:lnTo>
                  <a:lnTo>
                    <a:pt x="421360" y="56184"/>
                  </a:lnTo>
                  <a:lnTo>
                    <a:pt x="421360" y="58331"/>
                  </a:lnTo>
                  <a:lnTo>
                    <a:pt x="421360" y="60502"/>
                  </a:lnTo>
                  <a:lnTo>
                    <a:pt x="423075" y="62306"/>
                  </a:lnTo>
                  <a:lnTo>
                    <a:pt x="427507" y="62306"/>
                  </a:lnTo>
                  <a:lnTo>
                    <a:pt x="429285" y="60502"/>
                  </a:lnTo>
                  <a:lnTo>
                    <a:pt x="429285" y="56184"/>
                  </a:lnTo>
                  <a:close/>
                </a:path>
                <a:path w="431165" h="1273810">
                  <a:moveTo>
                    <a:pt x="430644" y="65735"/>
                  </a:moveTo>
                  <a:lnTo>
                    <a:pt x="428879" y="63995"/>
                  </a:lnTo>
                  <a:lnTo>
                    <a:pt x="426631" y="63995"/>
                  </a:lnTo>
                  <a:lnTo>
                    <a:pt x="424510" y="63995"/>
                  </a:lnTo>
                  <a:lnTo>
                    <a:pt x="422579" y="65735"/>
                  </a:lnTo>
                  <a:lnTo>
                    <a:pt x="422579" y="70129"/>
                  </a:lnTo>
                  <a:lnTo>
                    <a:pt x="424510" y="71742"/>
                  </a:lnTo>
                  <a:lnTo>
                    <a:pt x="428879" y="71742"/>
                  </a:lnTo>
                  <a:lnTo>
                    <a:pt x="430644" y="70129"/>
                  </a:lnTo>
                  <a:lnTo>
                    <a:pt x="430644" y="65735"/>
                  </a:lnTo>
                  <a:close/>
                </a:path>
              </a:pathLst>
            </a:custGeom>
            <a:solidFill>
              <a:srgbClr val="FFFFFF"/>
            </a:solidFill>
          </p:spPr>
          <p:txBody>
            <a:bodyPr wrap="square" lIns="0" tIns="0" rIns="0" bIns="0" rtlCol="0"/>
            <a:lstStyle/>
            <a:p>
              <a:endParaRPr/>
            </a:p>
          </p:txBody>
        </p:sp>
        <p:pic>
          <p:nvPicPr>
            <p:cNvPr id="4" name="object 4"/>
            <p:cNvPicPr>
              <a:picLocks noGrp="1" noRot="1" noMove="1" noResize="1" noEditPoints="1" noAdjustHandles="1" noChangeArrowheads="1" noChangeShapeType="1" noCrop="1"/>
            </p:cNvPicPr>
            <p:nvPr/>
          </p:nvPicPr>
          <p:blipFill>
            <a:blip r:embed="rId3" cstate="print"/>
            <a:stretch>
              <a:fillRect/>
            </a:stretch>
          </p:blipFill>
          <p:spPr>
            <a:xfrm>
              <a:off x="859313" y="758855"/>
              <a:ext cx="127684" cy="138549"/>
            </a:xfrm>
            <a:prstGeom prst="rect">
              <a:avLst/>
            </a:prstGeom>
          </p:spPr>
        </p:pic>
        <p:sp>
          <p:nvSpPr>
            <p:cNvPr id="5" name="object 5"/>
            <p:cNvSpPr>
              <a:spLocks noGrp="1" noRot="1" noMove="1" noResize="1" noEditPoints="1" noAdjustHandles="1" noChangeArrowheads="1" noChangeShapeType="1"/>
            </p:cNvSpPr>
            <p:nvPr/>
          </p:nvSpPr>
          <p:spPr>
            <a:xfrm>
              <a:off x="750720" y="833538"/>
              <a:ext cx="382905" cy="100965"/>
            </a:xfrm>
            <a:custGeom>
              <a:avLst/>
              <a:gdLst/>
              <a:ahLst/>
              <a:cxnLst/>
              <a:rect l="l" t="t" r="r" b="b"/>
              <a:pathLst>
                <a:path w="382905" h="100965">
                  <a:moveTo>
                    <a:pt x="191296" y="100680"/>
                  </a:moveTo>
                  <a:lnTo>
                    <a:pt x="141980" y="95797"/>
                  </a:lnTo>
                  <a:lnTo>
                    <a:pt x="116222" y="66004"/>
                  </a:lnTo>
                  <a:lnTo>
                    <a:pt x="108211" y="49550"/>
                  </a:lnTo>
                  <a:lnTo>
                    <a:pt x="108211" y="38518"/>
                  </a:lnTo>
                  <a:lnTo>
                    <a:pt x="119910" y="28106"/>
                  </a:lnTo>
                  <a:lnTo>
                    <a:pt x="109483" y="30361"/>
                  </a:lnTo>
                  <a:lnTo>
                    <a:pt x="98933" y="35024"/>
                  </a:lnTo>
                  <a:lnTo>
                    <a:pt x="88336" y="41244"/>
                  </a:lnTo>
                  <a:lnTo>
                    <a:pt x="61533" y="58575"/>
                  </a:lnTo>
                  <a:lnTo>
                    <a:pt x="47923" y="65679"/>
                  </a:lnTo>
                  <a:lnTo>
                    <a:pt x="41178" y="67616"/>
                  </a:lnTo>
                  <a:lnTo>
                    <a:pt x="28212" y="67616"/>
                  </a:lnTo>
                  <a:lnTo>
                    <a:pt x="6506" y="51161"/>
                  </a:lnTo>
                  <a:lnTo>
                    <a:pt x="348" y="48403"/>
                  </a:lnTo>
                  <a:lnTo>
                    <a:pt x="0" y="47551"/>
                  </a:lnTo>
                  <a:lnTo>
                    <a:pt x="522" y="45924"/>
                  </a:lnTo>
                  <a:lnTo>
                    <a:pt x="1409" y="45521"/>
                  </a:lnTo>
                  <a:lnTo>
                    <a:pt x="2216" y="45769"/>
                  </a:lnTo>
                  <a:lnTo>
                    <a:pt x="16212" y="46242"/>
                  </a:lnTo>
                  <a:lnTo>
                    <a:pt x="31341" y="41314"/>
                  </a:lnTo>
                  <a:lnTo>
                    <a:pt x="47137" y="32831"/>
                  </a:lnTo>
                  <a:lnTo>
                    <a:pt x="76300" y="14203"/>
                  </a:lnTo>
                  <a:lnTo>
                    <a:pt x="88981" y="6966"/>
                  </a:lnTo>
                  <a:lnTo>
                    <a:pt x="101041" y="1905"/>
                  </a:lnTo>
                  <a:lnTo>
                    <a:pt x="112343" y="0"/>
                  </a:lnTo>
                  <a:lnTo>
                    <a:pt x="117662" y="0"/>
                  </a:lnTo>
                  <a:lnTo>
                    <a:pt x="122364" y="1146"/>
                  </a:lnTo>
                  <a:lnTo>
                    <a:pt x="131531" y="5965"/>
                  </a:lnTo>
                  <a:lnTo>
                    <a:pt x="135346" y="10365"/>
                  </a:lnTo>
                  <a:lnTo>
                    <a:pt x="140223" y="21846"/>
                  </a:lnTo>
                  <a:lnTo>
                    <a:pt x="148946" y="35527"/>
                  </a:lnTo>
                  <a:lnTo>
                    <a:pt x="148946" y="41756"/>
                  </a:lnTo>
                  <a:lnTo>
                    <a:pt x="147870" y="44080"/>
                  </a:lnTo>
                  <a:lnTo>
                    <a:pt x="143136" y="48171"/>
                  </a:lnTo>
                  <a:lnTo>
                    <a:pt x="127526" y="56026"/>
                  </a:lnTo>
                  <a:lnTo>
                    <a:pt x="127272" y="58908"/>
                  </a:lnTo>
                  <a:lnTo>
                    <a:pt x="171766" y="68448"/>
                  </a:lnTo>
                  <a:lnTo>
                    <a:pt x="191296" y="69242"/>
                  </a:lnTo>
                  <a:lnTo>
                    <a:pt x="201286" y="69039"/>
                  </a:lnTo>
                  <a:lnTo>
                    <a:pt x="243526" y="63080"/>
                  </a:lnTo>
                  <a:lnTo>
                    <a:pt x="255511" y="59016"/>
                  </a:lnTo>
                  <a:lnTo>
                    <a:pt x="255020" y="57064"/>
                  </a:lnTo>
                  <a:lnTo>
                    <a:pt x="242307" y="50650"/>
                  </a:lnTo>
                  <a:lnTo>
                    <a:pt x="239441" y="48682"/>
                  </a:lnTo>
                  <a:lnTo>
                    <a:pt x="234945" y="44251"/>
                  </a:lnTo>
                  <a:lnTo>
                    <a:pt x="233726" y="41756"/>
                  </a:lnTo>
                  <a:lnTo>
                    <a:pt x="233726" y="35527"/>
                  </a:lnTo>
                  <a:lnTo>
                    <a:pt x="242560" y="21846"/>
                  </a:lnTo>
                  <a:lnTo>
                    <a:pt x="247389" y="10365"/>
                  </a:lnTo>
                  <a:lnTo>
                    <a:pt x="251236" y="5965"/>
                  </a:lnTo>
                  <a:lnTo>
                    <a:pt x="256096" y="3176"/>
                  </a:lnTo>
                  <a:lnTo>
                    <a:pt x="260260" y="1146"/>
                  </a:lnTo>
                  <a:lnTo>
                    <a:pt x="264962" y="0"/>
                  </a:lnTo>
                  <a:lnTo>
                    <a:pt x="270424" y="0"/>
                  </a:lnTo>
                  <a:lnTo>
                    <a:pt x="281660" y="1905"/>
                  </a:lnTo>
                  <a:lnTo>
                    <a:pt x="293697" y="6966"/>
                  </a:lnTo>
                  <a:lnTo>
                    <a:pt x="306376" y="14203"/>
                  </a:lnTo>
                  <a:lnTo>
                    <a:pt x="335500" y="32831"/>
                  </a:lnTo>
                  <a:lnTo>
                    <a:pt x="351306" y="41314"/>
                  </a:lnTo>
                  <a:lnTo>
                    <a:pt x="366475" y="46242"/>
                  </a:lnTo>
                  <a:lnTo>
                    <a:pt x="380535" y="45769"/>
                  </a:lnTo>
                  <a:lnTo>
                    <a:pt x="381311" y="45521"/>
                  </a:lnTo>
                  <a:lnTo>
                    <a:pt x="382182" y="45924"/>
                  </a:lnTo>
                  <a:lnTo>
                    <a:pt x="382467" y="46683"/>
                  </a:lnTo>
                  <a:lnTo>
                    <a:pt x="382688" y="47551"/>
                  </a:lnTo>
                  <a:lnTo>
                    <a:pt x="382324" y="48403"/>
                  </a:lnTo>
                  <a:lnTo>
                    <a:pt x="376166" y="51083"/>
                  </a:lnTo>
                  <a:lnTo>
                    <a:pt x="354460" y="67616"/>
                  </a:lnTo>
                  <a:lnTo>
                    <a:pt x="341510" y="67616"/>
                  </a:lnTo>
                  <a:lnTo>
                    <a:pt x="334860" y="65679"/>
                  </a:lnTo>
                  <a:lnTo>
                    <a:pt x="319456" y="57715"/>
                  </a:lnTo>
                  <a:lnTo>
                    <a:pt x="294434" y="41212"/>
                  </a:lnTo>
                  <a:lnTo>
                    <a:pt x="283777" y="34995"/>
                  </a:lnTo>
                  <a:lnTo>
                    <a:pt x="273188" y="30350"/>
                  </a:lnTo>
                  <a:lnTo>
                    <a:pt x="262746" y="28106"/>
                  </a:lnTo>
                  <a:lnTo>
                    <a:pt x="274968" y="38936"/>
                  </a:lnTo>
                  <a:lnTo>
                    <a:pt x="274968" y="49704"/>
                  </a:lnTo>
                  <a:lnTo>
                    <a:pt x="271216" y="56599"/>
                  </a:lnTo>
                  <a:lnTo>
                    <a:pt x="266593" y="66004"/>
                  </a:lnTo>
                  <a:lnTo>
                    <a:pt x="261099" y="86999"/>
                  </a:lnTo>
                  <a:lnTo>
                    <a:pt x="251078" y="92034"/>
                  </a:lnTo>
                  <a:lnTo>
                    <a:pt x="240766" y="95797"/>
                  </a:lnTo>
                  <a:lnTo>
                    <a:pt x="227326" y="98501"/>
                  </a:lnTo>
                  <a:lnTo>
                    <a:pt x="210816" y="100133"/>
                  </a:lnTo>
                  <a:lnTo>
                    <a:pt x="191296" y="100680"/>
                  </a:lnTo>
                  <a:close/>
                </a:path>
              </a:pathLst>
            </a:custGeom>
            <a:solidFill>
              <a:srgbClr val="FFFFFF"/>
            </a:solidFill>
          </p:spPr>
          <p:txBody>
            <a:bodyPr wrap="square" lIns="0" tIns="0" rIns="0" bIns="0" rtlCol="0"/>
            <a:lstStyle/>
            <a:p>
              <a:endParaRPr/>
            </a:p>
          </p:txBody>
        </p:sp>
        <p:pic>
          <p:nvPicPr>
            <p:cNvPr id="6" name="object 6"/>
            <p:cNvPicPr>
              <a:picLocks noGrp="1" noRot="1" noMove="1" noResize="1" noEditPoints="1" noAdjustHandles="1" noChangeArrowheads="1" noChangeShapeType="1" noCrop="1"/>
            </p:cNvPicPr>
            <p:nvPr/>
          </p:nvPicPr>
          <p:blipFill>
            <a:blip r:embed="rId4" cstate="print"/>
            <a:stretch>
              <a:fillRect/>
            </a:stretch>
          </p:blipFill>
          <p:spPr>
            <a:xfrm>
              <a:off x="864000" y="607992"/>
              <a:ext cx="162906" cy="217170"/>
            </a:xfrm>
            <a:prstGeom prst="rect">
              <a:avLst/>
            </a:prstGeom>
          </p:spPr>
        </p:pic>
        <p:sp>
          <p:nvSpPr>
            <p:cNvPr id="7" name="object 7"/>
            <p:cNvSpPr>
              <a:spLocks noGrp="1" noRot="1" noMove="1" noResize="1" noEditPoints="1" noAdjustHandles="1" noChangeArrowheads="1" noChangeShapeType="1"/>
            </p:cNvSpPr>
            <p:nvPr/>
          </p:nvSpPr>
          <p:spPr>
            <a:xfrm>
              <a:off x="702043" y="546036"/>
              <a:ext cx="492759" cy="325120"/>
            </a:xfrm>
            <a:custGeom>
              <a:avLst/>
              <a:gdLst/>
              <a:ahLst/>
              <a:cxnLst/>
              <a:rect l="l" t="t" r="r" b="b"/>
              <a:pathLst>
                <a:path w="492759" h="325119">
                  <a:moveTo>
                    <a:pt x="71945" y="28511"/>
                  </a:moveTo>
                  <a:lnTo>
                    <a:pt x="70612" y="27266"/>
                  </a:lnTo>
                  <a:lnTo>
                    <a:pt x="67449" y="27266"/>
                  </a:lnTo>
                  <a:lnTo>
                    <a:pt x="66065" y="28511"/>
                  </a:lnTo>
                  <a:lnTo>
                    <a:pt x="66065" y="31661"/>
                  </a:lnTo>
                  <a:lnTo>
                    <a:pt x="67449" y="32893"/>
                  </a:lnTo>
                  <a:lnTo>
                    <a:pt x="70612" y="32893"/>
                  </a:lnTo>
                  <a:lnTo>
                    <a:pt x="71945" y="31661"/>
                  </a:lnTo>
                  <a:lnTo>
                    <a:pt x="71945" y="30048"/>
                  </a:lnTo>
                  <a:lnTo>
                    <a:pt x="71945" y="28511"/>
                  </a:lnTo>
                  <a:close/>
                </a:path>
                <a:path w="492759" h="325119">
                  <a:moveTo>
                    <a:pt x="73012" y="36055"/>
                  </a:moveTo>
                  <a:lnTo>
                    <a:pt x="71653" y="34772"/>
                  </a:lnTo>
                  <a:lnTo>
                    <a:pt x="68478" y="34772"/>
                  </a:lnTo>
                  <a:lnTo>
                    <a:pt x="67106" y="36055"/>
                  </a:lnTo>
                  <a:lnTo>
                    <a:pt x="67106" y="39103"/>
                  </a:lnTo>
                  <a:lnTo>
                    <a:pt x="68478" y="40513"/>
                  </a:lnTo>
                  <a:lnTo>
                    <a:pt x="71653" y="40513"/>
                  </a:lnTo>
                  <a:lnTo>
                    <a:pt x="73012" y="39103"/>
                  </a:lnTo>
                  <a:lnTo>
                    <a:pt x="73012" y="37490"/>
                  </a:lnTo>
                  <a:lnTo>
                    <a:pt x="73012" y="36055"/>
                  </a:lnTo>
                  <a:close/>
                </a:path>
                <a:path w="492759" h="325119">
                  <a:moveTo>
                    <a:pt x="76466" y="22326"/>
                  </a:moveTo>
                  <a:lnTo>
                    <a:pt x="75107" y="21132"/>
                  </a:lnTo>
                  <a:lnTo>
                    <a:pt x="71945" y="21132"/>
                  </a:lnTo>
                  <a:lnTo>
                    <a:pt x="70688" y="22326"/>
                  </a:lnTo>
                  <a:lnTo>
                    <a:pt x="70688" y="25438"/>
                  </a:lnTo>
                  <a:lnTo>
                    <a:pt x="71945" y="26771"/>
                  </a:lnTo>
                  <a:lnTo>
                    <a:pt x="73596" y="26771"/>
                  </a:lnTo>
                  <a:lnTo>
                    <a:pt x="75107" y="26771"/>
                  </a:lnTo>
                  <a:lnTo>
                    <a:pt x="76466" y="25438"/>
                  </a:lnTo>
                  <a:lnTo>
                    <a:pt x="76466" y="22326"/>
                  </a:lnTo>
                  <a:close/>
                </a:path>
                <a:path w="492759" h="325119">
                  <a:moveTo>
                    <a:pt x="84124" y="21856"/>
                  </a:moveTo>
                  <a:lnTo>
                    <a:pt x="82880" y="20637"/>
                  </a:lnTo>
                  <a:lnTo>
                    <a:pt x="79679" y="20637"/>
                  </a:lnTo>
                  <a:lnTo>
                    <a:pt x="78409" y="21856"/>
                  </a:lnTo>
                  <a:lnTo>
                    <a:pt x="78409" y="24993"/>
                  </a:lnTo>
                  <a:lnTo>
                    <a:pt x="79679" y="26327"/>
                  </a:lnTo>
                  <a:lnTo>
                    <a:pt x="81229" y="26327"/>
                  </a:lnTo>
                  <a:lnTo>
                    <a:pt x="82880" y="26327"/>
                  </a:lnTo>
                  <a:lnTo>
                    <a:pt x="84124" y="24993"/>
                  </a:lnTo>
                  <a:lnTo>
                    <a:pt x="84124" y="21856"/>
                  </a:lnTo>
                  <a:close/>
                </a:path>
                <a:path w="492759" h="325119">
                  <a:moveTo>
                    <a:pt x="94157" y="24358"/>
                  </a:moveTo>
                  <a:lnTo>
                    <a:pt x="94043" y="20967"/>
                  </a:lnTo>
                  <a:lnTo>
                    <a:pt x="93319" y="19939"/>
                  </a:lnTo>
                  <a:lnTo>
                    <a:pt x="92087" y="19316"/>
                  </a:lnTo>
                  <a:lnTo>
                    <a:pt x="90779" y="18237"/>
                  </a:lnTo>
                  <a:lnTo>
                    <a:pt x="89103" y="16637"/>
                  </a:lnTo>
                  <a:lnTo>
                    <a:pt x="88595" y="16052"/>
                  </a:lnTo>
                  <a:lnTo>
                    <a:pt x="88112" y="15494"/>
                  </a:lnTo>
                  <a:lnTo>
                    <a:pt x="88163" y="15341"/>
                  </a:lnTo>
                  <a:lnTo>
                    <a:pt x="88265" y="15113"/>
                  </a:lnTo>
                  <a:lnTo>
                    <a:pt x="93243" y="15494"/>
                  </a:lnTo>
                  <a:lnTo>
                    <a:pt x="93179" y="15341"/>
                  </a:lnTo>
                  <a:lnTo>
                    <a:pt x="93091" y="15113"/>
                  </a:lnTo>
                  <a:lnTo>
                    <a:pt x="92456" y="13474"/>
                  </a:lnTo>
                  <a:lnTo>
                    <a:pt x="91262" y="10426"/>
                  </a:lnTo>
                  <a:lnTo>
                    <a:pt x="87731" y="13474"/>
                  </a:lnTo>
                  <a:lnTo>
                    <a:pt x="87363" y="13474"/>
                  </a:lnTo>
                  <a:lnTo>
                    <a:pt x="87083" y="8115"/>
                  </a:lnTo>
                  <a:lnTo>
                    <a:pt x="82042" y="9906"/>
                  </a:lnTo>
                  <a:lnTo>
                    <a:pt x="85382" y="13995"/>
                  </a:lnTo>
                  <a:lnTo>
                    <a:pt x="85242" y="14224"/>
                  </a:lnTo>
                  <a:lnTo>
                    <a:pt x="85242" y="14376"/>
                  </a:lnTo>
                  <a:lnTo>
                    <a:pt x="80759" y="14630"/>
                  </a:lnTo>
                  <a:lnTo>
                    <a:pt x="83185" y="19697"/>
                  </a:lnTo>
                  <a:lnTo>
                    <a:pt x="86080" y="16052"/>
                  </a:lnTo>
                  <a:lnTo>
                    <a:pt x="86220" y="16052"/>
                  </a:lnTo>
                  <a:lnTo>
                    <a:pt x="86347" y="16637"/>
                  </a:lnTo>
                  <a:lnTo>
                    <a:pt x="86588" y="17881"/>
                  </a:lnTo>
                  <a:lnTo>
                    <a:pt x="86715" y="19697"/>
                  </a:lnTo>
                  <a:lnTo>
                    <a:pt x="86791" y="24358"/>
                  </a:lnTo>
                  <a:lnTo>
                    <a:pt x="88392" y="26060"/>
                  </a:lnTo>
                  <a:lnTo>
                    <a:pt x="92506" y="26060"/>
                  </a:lnTo>
                  <a:lnTo>
                    <a:pt x="94157" y="24358"/>
                  </a:lnTo>
                  <a:close/>
                </a:path>
                <a:path w="492759" h="325119">
                  <a:moveTo>
                    <a:pt x="100431" y="15557"/>
                  </a:moveTo>
                  <a:lnTo>
                    <a:pt x="99174" y="14630"/>
                  </a:lnTo>
                  <a:lnTo>
                    <a:pt x="98107" y="13474"/>
                  </a:lnTo>
                  <a:lnTo>
                    <a:pt x="96126" y="13474"/>
                  </a:lnTo>
                  <a:lnTo>
                    <a:pt x="95008" y="14630"/>
                  </a:lnTo>
                  <a:lnTo>
                    <a:pt x="93941" y="15557"/>
                  </a:lnTo>
                  <a:lnTo>
                    <a:pt x="93941" y="17360"/>
                  </a:lnTo>
                  <a:lnTo>
                    <a:pt x="95084" y="18605"/>
                  </a:lnTo>
                  <a:lnTo>
                    <a:pt x="96126" y="19685"/>
                  </a:lnTo>
                  <a:lnTo>
                    <a:pt x="98107" y="19685"/>
                  </a:lnTo>
                  <a:lnTo>
                    <a:pt x="99174" y="18516"/>
                  </a:lnTo>
                  <a:lnTo>
                    <a:pt x="100431" y="17360"/>
                  </a:lnTo>
                  <a:lnTo>
                    <a:pt x="100431" y="15557"/>
                  </a:lnTo>
                  <a:close/>
                </a:path>
                <a:path w="492759" h="325119">
                  <a:moveTo>
                    <a:pt x="106845" y="10795"/>
                  </a:moveTo>
                  <a:lnTo>
                    <a:pt x="105765" y="9817"/>
                  </a:lnTo>
                  <a:lnTo>
                    <a:pt x="104559" y="8572"/>
                  </a:lnTo>
                  <a:lnTo>
                    <a:pt x="102730" y="8572"/>
                  </a:lnTo>
                  <a:lnTo>
                    <a:pt x="101536" y="9817"/>
                  </a:lnTo>
                  <a:lnTo>
                    <a:pt x="100457" y="10795"/>
                  </a:lnTo>
                  <a:lnTo>
                    <a:pt x="100457" y="12661"/>
                  </a:lnTo>
                  <a:lnTo>
                    <a:pt x="101536" y="13906"/>
                  </a:lnTo>
                  <a:lnTo>
                    <a:pt x="102730" y="14859"/>
                  </a:lnTo>
                  <a:lnTo>
                    <a:pt x="104559" y="14859"/>
                  </a:lnTo>
                  <a:lnTo>
                    <a:pt x="105765" y="13906"/>
                  </a:lnTo>
                  <a:lnTo>
                    <a:pt x="106845" y="12661"/>
                  </a:lnTo>
                  <a:lnTo>
                    <a:pt x="106845" y="10795"/>
                  </a:lnTo>
                  <a:close/>
                </a:path>
                <a:path w="492759" h="325119">
                  <a:moveTo>
                    <a:pt x="114452" y="12128"/>
                  </a:moveTo>
                  <a:lnTo>
                    <a:pt x="113347" y="10960"/>
                  </a:lnTo>
                  <a:lnTo>
                    <a:pt x="112191" y="9906"/>
                  </a:lnTo>
                  <a:lnTo>
                    <a:pt x="110337" y="9906"/>
                  </a:lnTo>
                  <a:lnTo>
                    <a:pt x="109321" y="10960"/>
                  </a:lnTo>
                  <a:lnTo>
                    <a:pt x="108089" y="12128"/>
                  </a:lnTo>
                  <a:lnTo>
                    <a:pt x="108216" y="13995"/>
                  </a:lnTo>
                  <a:lnTo>
                    <a:pt x="110464" y="16052"/>
                  </a:lnTo>
                  <a:lnTo>
                    <a:pt x="112318" y="16052"/>
                  </a:lnTo>
                  <a:lnTo>
                    <a:pt x="113347" y="15024"/>
                  </a:lnTo>
                  <a:lnTo>
                    <a:pt x="114452" y="13995"/>
                  </a:lnTo>
                  <a:lnTo>
                    <a:pt x="114452" y="12128"/>
                  </a:lnTo>
                  <a:close/>
                </a:path>
                <a:path w="492759" h="325119">
                  <a:moveTo>
                    <a:pt x="118529" y="23126"/>
                  </a:moveTo>
                  <a:lnTo>
                    <a:pt x="114071" y="23393"/>
                  </a:lnTo>
                  <a:lnTo>
                    <a:pt x="115328" y="25158"/>
                  </a:lnTo>
                  <a:lnTo>
                    <a:pt x="115722" y="25984"/>
                  </a:lnTo>
                  <a:lnTo>
                    <a:pt x="115836" y="27457"/>
                  </a:lnTo>
                  <a:lnTo>
                    <a:pt x="115011" y="27051"/>
                  </a:lnTo>
                  <a:lnTo>
                    <a:pt x="113855" y="26162"/>
                  </a:lnTo>
                  <a:lnTo>
                    <a:pt x="112826" y="24726"/>
                  </a:lnTo>
                  <a:lnTo>
                    <a:pt x="112941" y="26162"/>
                  </a:lnTo>
                  <a:lnTo>
                    <a:pt x="113042" y="27457"/>
                  </a:lnTo>
                  <a:lnTo>
                    <a:pt x="113157" y="28829"/>
                  </a:lnTo>
                  <a:lnTo>
                    <a:pt x="113258" y="30035"/>
                  </a:lnTo>
                  <a:lnTo>
                    <a:pt x="113322" y="30848"/>
                  </a:lnTo>
                  <a:lnTo>
                    <a:pt x="113398" y="31127"/>
                  </a:lnTo>
                  <a:lnTo>
                    <a:pt x="114071" y="30035"/>
                  </a:lnTo>
                  <a:lnTo>
                    <a:pt x="114198" y="29908"/>
                  </a:lnTo>
                  <a:lnTo>
                    <a:pt x="114782" y="29235"/>
                  </a:lnTo>
                  <a:lnTo>
                    <a:pt x="115836" y="28829"/>
                  </a:lnTo>
                  <a:lnTo>
                    <a:pt x="115722" y="31127"/>
                  </a:lnTo>
                  <a:lnTo>
                    <a:pt x="115608" y="33248"/>
                  </a:lnTo>
                  <a:lnTo>
                    <a:pt x="113855" y="34925"/>
                  </a:lnTo>
                  <a:lnTo>
                    <a:pt x="112318" y="35242"/>
                  </a:lnTo>
                  <a:lnTo>
                    <a:pt x="111023" y="35496"/>
                  </a:lnTo>
                  <a:lnTo>
                    <a:pt x="110426" y="35496"/>
                  </a:lnTo>
                  <a:lnTo>
                    <a:pt x="109093" y="34429"/>
                  </a:lnTo>
                  <a:lnTo>
                    <a:pt x="109029" y="34036"/>
                  </a:lnTo>
                  <a:lnTo>
                    <a:pt x="108940" y="33528"/>
                  </a:lnTo>
                  <a:lnTo>
                    <a:pt x="108889" y="33248"/>
                  </a:lnTo>
                  <a:lnTo>
                    <a:pt x="108775" y="32537"/>
                  </a:lnTo>
                  <a:lnTo>
                    <a:pt x="108534" y="31127"/>
                  </a:lnTo>
                  <a:lnTo>
                    <a:pt x="108915" y="30848"/>
                  </a:lnTo>
                  <a:lnTo>
                    <a:pt x="110197" y="29908"/>
                  </a:lnTo>
                  <a:lnTo>
                    <a:pt x="112014" y="31648"/>
                  </a:lnTo>
                  <a:lnTo>
                    <a:pt x="112039" y="31369"/>
                  </a:lnTo>
                  <a:lnTo>
                    <a:pt x="112153" y="29908"/>
                  </a:lnTo>
                  <a:lnTo>
                    <a:pt x="112191" y="29489"/>
                  </a:lnTo>
                  <a:lnTo>
                    <a:pt x="112204" y="29235"/>
                  </a:lnTo>
                  <a:lnTo>
                    <a:pt x="112318" y="27774"/>
                  </a:lnTo>
                  <a:lnTo>
                    <a:pt x="109004" y="27774"/>
                  </a:lnTo>
                  <a:lnTo>
                    <a:pt x="107619" y="29235"/>
                  </a:lnTo>
                  <a:lnTo>
                    <a:pt x="109321" y="25615"/>
                  </a:lnTo>
                  <a:lnTo>
                    <a:pt x="109207" y="25158"/>
                  </a:lnTo>
                  <a:lnTo>
                    <a:pt x="109080" y="24726"/>
                  </a:lnTo>
                  <a:lnTo>
                    <a:pt x="109029" y="24561"/>
                  </a:lnTo>
                  <a:lnTo>
                    <a:pt x="108597" y="22974"/>
                  </a:lnTo>
                  <a:lnTo>
                    <a:pt x="105181" y="21132"/>
                  </a:lnTo>
                  <a:lnTo>
                    <a:pt x="102971" y="24561"/>
                  </a:lnTo>
                  <a:lnTo>
                    <a:pt x="103035" y="24726"/>
                  </a:lnTo>
                  <a:lnTo>
                    <a:pt x="103911" y="27051"/>
                  </a:lnTo>
                  <a:lnTo>
                    <a:pt x="106489" y="29489"/>
                  </a:lnTo>
                  <a:lnTo>
                    <a:pt x="103911" y="28333"/>
                  </a:lnTo>
                  <a:lnTo>
                    <a:pt x="101536" y="30492"/>
                  </a:lnTo>
                  <a:lnTo>
                    <a:pt x="103911" y="33528"/>
                  </a:lnTo>
                  <a:lnTo>
                    <a:pt x="103962" y="33248"/>
                  </a:lnTo>
                  <a:lnTo>
                    <a:pt x="104432" y="30848"/>
                  </a:lnTo>
                  <a:lnTo>
                    <a:pt x="106730" y="31369"/>
                  </a:lnTo>
                  <a:lnTo>
                    <a:pt x="106794" y="31648"/>
                  </a:lnTo>
                  <a:lnTo>
                    <a:pt x="107632" y="35242"/>
                  </a:lnTo>
                  <a:lnTo>
                    <a:pt x="105879" y="37414"/>
                  </a:lnTo>
                  <a:lnTo>
                    <a:pt x="99047" y="39535"/>
                  </a:lnTo>
                  <a:lnTo>
                    <a:pt x="98971" y="39382"/>
                  </a:lnTo>
                  <a:lnTo>
                    <a:pt x="97599" y="36906"/>
                  </a:lnTo>
                  <a:lnTo>
                    <a:pt x="96939" y="35496"/>
                  </a:lnTo>
                  <a:lnTo>
                    <a:pt x="96824" y="35242"/>
                  </a:lnTo>
                  <a:lnTo>
                    <a:pt x="96672" y="34925"/>
                  </a:lnTo>
                  <a:lnTo>
                    <a:pt x="96710" y="34683"/>
                  </a:lnTo>
                  <a:lnTo>
                    <a:pt x="97485" y="34188"/>
                  </a:lnTo>
                  <a:lnTo>
                    <a:pt x="99631" y="34429"/>
                  </a:lnTo>
                  <a:lnTo>
                    <a:pt x="101879" y="35737"/>
                  </a:lnTo>
                  <a:lnTo>
                    <a:pt x="102006" y="35737"/>
                  </a:lnTo>
                  <a:lnTo>
                    <a:pt x="101930" y="35496"/>
                  </a:lnTo>
                  <a:lnTo>
                    <a:pt x="101854" y="35242"/>
                  </a:lnTo>
                  <a:lnTo>
                    <a:pt x="101739" y="34925"/>
                  </a:lnTo>
                  <a:lnTo>
                    <a:pt x="101663" y="34683"/>
                  </a:lnTo>
                  <a:lnTo>
                    <a:pt x="101574" y="34429"/>
                  </a:lnTo>
                  <a:lnTo>
                    <a:pt x="101180" y="33248"/>
                  </a:lnTo>
                  <a:lnTo>
                    <a:pt x="99936" y="29489"/>
                  </a:lnTo>
                  <a:lnTo>
                    <a:pt x="99174" y="31648"/>
                  </a:lnTo>
                  <a:lnTo>
                    <a:pt x="98005" y="32537"/>
                  </a:lnTo>
                  <a:lnTo>
                    <a:pt x="98285" y="32537"/>
                  </a:lnTo>
                  <a:lnTo>
                    <a:pt x="96304" y="33248"/>
                  </a:lnTo>
                  <a:lnTo>
                    <a:pt x="96037" y="33248"/>
                  </a:lnTo>
                  <a:lnTo>
                    <a:pt x="96113" y="30848"/>
                  </a:lnTo>
                  <a:lnTo>
                    <a:pt x="97243" y="27774"/>
                  </a:lnTo>
                  <a:lnTo>
                    <a:pt x="89408" y="30848"/>
                  </a:lnTo>
                  <a:lnTo>
                    <a:pt x="92862" y="32537"/>
                  </a:lnTo>
                  <a:lnTo>
                    <a:pt x="93573" y="33248"/>
                  </a:lnTo>
                  <a:lnTo>
                    <a:pt x="94259" y="34036"/>
                  </a:lnTo>
                  <a:lnTo>
                    <a:pt x="94500" y="34036"/>
                  </a:lnTo>
                  <a:lnTo>
                    <a:pt x="92570" y="34683"/>
                  </a:lnTo>
                  <a:lnTo>
                    <a:pt x="91084" y="34925"/>
                  </a:lnTo>
                  <a:lnTo>
                    <a:pt x="88684" y="34036"/>
                  </a:lnTo>
                  <a:lnTo>
                    <a:pt x="91757" y="39992"/>
                  </a:lnTo>
                  <a:lnTo>
                    <a:pt x="91871" y="39535"/>
                  </a:lnTo>
                  <a:lnTo>
                    <a:pt x="91986" y="39103"/>
                  </a:lnTo>
                  <a:lnTo>
                    <a:pt x="92049" y="38862"/>
                  </a:lnTo>
                  <a:lnTo>
                    <a:pt x="92138" y="38557"/>
                  </a:lnTo>
                  <a:lnTo>
                    <a:pt x="92252" y="38125"/>
                  </a:lnTo>
                  <a:lnTo>
                    <a:pt x="92303" y="37922"/>
                  </a:lnTo>
                  <a:lnTo>
                    <a:pt x="92506" y="37134"/>
                  </a:lnTo>
                  <a:lnTo>
                    <a:pt x="93941" y="35496"/>
                  </a:lnTo>
                  <a:lnTo>
                    <a:pt x="95008" y="35496"/>
                  </a:lnTo>
                  <a:lnTo>
                    <a:pt x="95097" y="35737"/>
                  </a:lnTo>
                  <a:lnTo>
                    <a:pt x="96672" y="40513"/>
                  </a:lnTo>
                  <a:lnTo>
                    <a:pt x="92227" y="42557"/>
                  </a:lnTo>
                  <a:lnTo>
                    <a:pt x="91262" y="43154"/>
                  </a:lnTo>
                  <a:lnTo>
                    <a:pt x="90538" y="43548"/>
                  </a:lnTo>
                  <a:lnTo>
                    <a:pt x="89154" y="43548"/>
                  </a:lnTo>
                  <a:lnTo>
                    <a:pt x="87363" y="43307"/>
                  </a:lnTo>
                  <a:lnTo>
                    <a:pt x="87274" y="43154"/>
                  </a:lnTo>
                  <a:lnTo>
                    <a:pt x="86436" y="41821"/>
                  </a:lnTo>
                  <a:lnTo>
                    <a:pt x="85953" y="41008"/>
                  </a:lnTo>
                  <a:lnTo>
                    <a:pt x="85356" y="39992"/>
                  </a:lnTo>
                  <a:lnTo>
                    <a:pt x="85864" y="39103"/>
                  </a:lnTo>
                  <a:lnTo>
                    <a:pt x="86169" y="38557"/>
                  </a:lnTo>
                  <a:lnTo>
                    <a:pt x="86525" y="37922"/>
                  </a:lnTo>
                  <a:lnTo>
                    <a:pt x="88760" y="39535"/>
                  </a:lnTo>
                  <a:lnTo>
                    <a:pt x="88722" y="39103"/>
                  </a:lnTo>
                  <a:lnTo>
                    <a:pt x="88607" y="37922"/>
                  </a:lnTo>
                  <a:lnTo>
                    <a:pt x="88506" y="36906"/>
                  </a:lnTo>
                  <a:lnTo>
                    <a:pt x="88392" y="35737"/>
                  </a:lnTo>
                  <a:lnTo>
                    <a:pt x="85039" y="35737"/>
                  </a:lnTo>
                  <a:lnTo>
                    <a:pt x="84124" y="38557"/>
                  </a:lnTo>
                  <a:lnTo>
                    <a:pt x="84226" y="34683"/>
                  </a:lnTo>
                  <a:lnTo>
                    <a:pt x="83185" y="32537"/>
                  </a:lnTo>
                  <a:lnTo>
                    <a:pt x="79006" y="31369"/>
                  </a:lnTo>
                  <a:lnTo>
                    <a:pt x="78930" y="31648"/>
                  </a:lnTo>
                  <a:lnTo>
                    <a:pt x="78193" y="34429"/>
                  </a:lnTo>
                  <a:lnTo>
                    <a:pt x="78130" y="35496"/>
                  </a:lnTo>
                  <a:lnTo>
                    <a:pt x="79324" y="37414"/>
                  </a:lnTo>
                  <a:lnTo>
                    <a:pt x="83261" y="39103"/>
                  </a:lnTo>
                  <a:lnTo>
                    <a:pt x="81038" y="38862"/>
                  </a:lnTo>
                  <a:lnTo>
                    <a:pt x="78663" y="41008"/>
                  </a:lnTo>
                  <a:lnTo>
                    <a:pt x="81686" y="43548"/>
                  </a:lnTo>
                  <a:lnTo>
                    <a:pt x="81686" y="41351"/>
                  </a:lnTo>
                  <a:lnTo>
                    <a:pt x="83705" y="41008"/>
                  </a:lnTo>
                  <a:lnTo>
                    <a:pt x="84886" y="42557"/>
                  </a:lnTo>
                  <a:lnTo>
                    <a:pt x="85572" y="43548"/>
                  </a:lnTo>
                  <a:lnTo>
                    <a:pt x="85572" y="44246"/>
                  </a:lnTo>
                  <a:lnTo>
                    <a:pt x="85432" y="45504"/>
                  </a:lnTo>
                  <a:lnTo>
                    <a:pt x="83934" y="46558"/>
                  </a:lnTo>
                  <a:lnTo>
                    <a:pt x="82905" y="47244"/>
                  </a:lnTo>
                  <a:lnTo>
                    <a:pt x="80149" y="47244"/>
                  </a:lnTo>
                  <a:lnTo>
                    <a:pt x="76949" y="44246"/>
                  </a:lnTo>
                  <a:lnTo>
                    <a:pt x="77609" y="43967"/>
                  </a:lnTo>
                  <a:lnTo>
                    <a:pt x="78574" y="43967"/>
                  </a:lnTo>
                  <a:lnTo>
                    <a:pt x="79921" y="44246"/>
                  </a:lnTo>
                  <a:lnTo>
                    <a:pt x="80289" y="44246"/>
                  </a:lnTo>
                  <a:lnTo>
                    <a:pt x="80048" y="43967"/>
                  </a:lnTo>
                  <a:lnTo>
                    <a:pt x="79349" y="43154"/>
                  </a:lnTo>
                  <a:lnTo>
                    <a:pt x="76631" y="39992"/>
                  </a:lnTo>
                  <a:lnTo>
                    <a:pt x="76136" y="39535"/>
                  </a:lnTo>
                  <a:lnTo>
                    <a:pt x="76200" y="42557"/>
                  </a:lnTo>
                  <a:lnTo>
                    <a:pt x="75831" y="43154"/>
                  </a:lnTo>
                  <a:lnTo>
                    <a:pt x="74396" y="39992"/>
                  </a:lnTo>
                  <a:lnTo>
                    <a:pt x="74269" y="39382"/>
                  </a:lnTo>
                  <a:lnTo>
                    <a:pt x="71056" y="42075"/>
                  </a:lnTo>
                  <a:lnTo>
                    <a:pt x="70827" y="42075"/>
                  </a:lnTo>
                  <a:lnTo>
                    <a:pt x="74041" y="43967"/>
                  </a:lnTo>
                  <a:lnTo>
                    <a:pt x="77660" y="46913"/>
                  </a:lnTo>
                  <a:lnTo>
                    <a:pt x="81965" y="52768"/>
                  </a:lnTo>
                  <a:lnTo>
                    <a:pt x="86372" y="49885"/>
                  </a:lnTo>
                  <a:lnTo>
                    <a:pt x="92011" y="47244"/>
                  </a:lnTo>
                  <a:lnTo>
                    <a:pt x="94424" y="46113"/>
                  </a:lnTo>
                  <a:lnTo>
                    <a:pt x="99644" y="43967"/>
                  </a:lnTo>
                  <a:lnTo>
                    <a:pt x="100736" y="43548"/>
                  </a:lnTo>
                  <a:lnTo>
                    <a:pt x="104559" y="42075"/>
                  </a:lnTo>
                  <a:lnTo>
                    <a:pt x="112534" y="39535"/>
                  </a:lnTo>
                  <a:lnTo>
                    <a:pt x="113017" y="39382"/>
                  </a:lnTo>
                  <a:lnTo>
                    <a:pt x="118211" y="38125"/>
                  </a:lnTo>
                  <a:lnTo>
                    <a:pt x="118097" y="37414"/>
                  </a:lnTo>
                  <a:lnTo>
                    <a:pt x="118021" y="36906"/>
                  </a:lnTo>
                  <a:lnTo>
                    <a:pt x="117805" y="35496"/>
                  </a:lnTo>
                  <a:lnTo>
                    <a:pt x="117678" y="34683"/>
                  </a:lnTo>
                  <a:lnTo>
                    <a:pt x="117576" y="34036"/>
                  </a:lnTo>
                  <a:lnTo>
                    <a:pt x="117462" y="33248"/>
                  </a:lnTo>
                  <a:lnTo>
                    <a:pt x="117348" y="32537"/>
                  </a:lnTo>
                  <a:lnTo>
                    <a:pt x="117208" y="31648"/>
                  </a:lnTo>
                  <a:lnTo>
                    <a:pt x="117271" y="30035"/>
                  </a:lnTo>
                  <a:lnTo>
                    <a:pt x="117335" y="29489"/>
                  </a:lnTo>
                  <a:lnTo>
                    <a:pt x="117424" y="28829"/>
                  </a:lnTo>
                  <a:lnTo>
                    <a:pt x="117487" y="28333"/>
                  </a:lnTo>
                  <a:lnTo>
                    <a:pt x="117602" y="27457"/>
                  </a:lnTo>
                  <a:lnTo>
                    <a:pt x="117690" y="26771"/>
                  </a:lnTo>
                  <a:lnTo>
                    <a:pt x="118529" y="23126"/>
                  </a:lnTo>
                  <a:close/>
                </a:path>
                <a:path w="492759" h="325119">
                  <a:moveTo>
                    <a:pt x="119253" y="18161"/>
                  </a:moveTo>
                  <a:lnTo>
                    <a:pt x="118110" y="16916"/>
                  </a:lnTo>
                  <a:lnTo>
                    <a:pt x="116979" y="15887"/>
                  </a:lnTo>
                  <a:lnTo>
                    <a:pt x="115150" y="15887"/>
                  </a:lnTo>
                  <a:lnTo>
                    <a:pt x="113944" y="16916"/>
                  </a:lnTo>
                  <a:lnTo>
                    <a:pt x="112903" y="18161"/>
                  </a:lnTo>
                  <a:lnTo>
                    <a:pt x="112903" y="20040"/>
                  </a:lnTo>
                  <a:lnTo>
                    <a:pt x="113944" y="21145"/>
                  </a:lnTo>
                  <a:lnTo>
                    <a:pt x="115150" y="22085"/>
                  </a:lnTo>
                  <a:lnTo>
                    <a:pt x="116979" y="22085"/>
                  </a:lnTo>
                  <a:lnTo>
                    <a:pt x="118110" y="21031"/>
                  </a:lnTo>
                  <a:lnTo>
                    <a:pt x="119253" y="20040"/>
                  </a:lnTo>
                  <a:lnTo>
                    <a:pt x="119253" y="18161"/>
                  </a:lnTo>
                  <a:close/>
                </a:path>
                <a:path w="492759" h="325119">
                  <a:moveTo>
                    <a:pt x="179311" y="207314"/>
                  </a:moveTo>
                  <a:lnTo>
                    <a:pt x="176161" y="206044"/>
                  </a:lnTo>
                  <a:lnTo>
                    <a:pt x="177507" y="202234"/>
                  </a:lnTo>
                  <a:lnTo>
                    <a:pt x="178765" y="199694"/>
                  </a:lnTo>
                  <a:lnTo>
                    <a:pt x="174840" y="197154"/>
                  </a:lnTo>
                  <a:lnTo>
                    <a:pt x="172885" y="195884"/>
                  </a:lnTo>
                  <a:lnTo>
                    <a:pt x="171792" y="188264"/>
                  </a:lnTo>
                  <a:lnTo>
                    <a:pt x="171602" y="186994"/>
                  </a:lnTo>
                  <a:lnTo>
                    <a:pt x="172186" y="183184"/>
                  </a:lnTo>
                  <a:lnTo>
                    <a:pt x="167233" y="176834"/>
                  </a:lnTo>
                  <a:lnTo>
                    <a:pt x="162941" y="173024"/>
                  </a:lnTo>
                  <a:lnTo>
                    <a:pt x="161518" y="171754"/>
                  </a:lnTo>
                  <a:lnTo>
                    <a:pt x="139700" y="147624"/>
                  </a:lnTo>
                  <a:lnTo>
                    <a:pt x="144119" y="147624"/>
                  </a:lnTo>
                  <a:lnTo>
                    <a:pt x="147243" y="150164"/>
                  </a:lnTo>
                  <a:lnTo>
                    <a:pt x="149161" y="151434"/>
                  </a:lnTo>
                  <a:lnTo>
                    <a:pt x="152844" y="155244"/>
                  </a:lnTo>
                  <a:lnTo>
                    <a:pt x="156222" y="159054"/>
                  </a:lnTo>
                  <a:lnTo>
                    <a:pt x="159893" y="150164"/>
                  </a:lnTo>
                  <a:lnTo>
                    <a:pt x="161569" y="147624"/>
                  </a:lnTo>
                  <a:lnTo>
                    <a:pt x="164096" y="143814"/>
                  </a:lnTo>
                  <a:lnTo>
                    <a:pt x="168948" y="136194"/>
                  </a:lnTo>
                  <a:lnTo>
                    <a:pt x="174599" y="129844"/>
                  </a:lnTo>
                  <a:lnTo>
                    <a:pt x="176682" y="127304"/>
                  </a:lnTo>
                  <a:lnTo>
                    <a:pt x="177685" y="126034"/>
                  </a:lnTo>
                  <a:lnTo>
                    <a:pt x="174777" y="127304"/>
                  </a:lnTo>
                  <a:lnTo>
                    <a:pt x="170154" y="127304"/>
                  </a:lnTo>
                  <a:lnTo>
                    <a:pt x="167678" y="129844"/>
                  </a:lnTo>
                  <a:lnTo>
                    <a:pt x="167678" y="120954"/>
                  </a:lnTo>
                  <a:lnTo>
                    <a:pt x="164338" y="117144"/>
                  </a:lnTo>
                  <a:lnTo>
                    <a:pt x="164617" y="112064"/>
                  </a:lnTo>
                  <a:lnTo>
                    <a:pt x="162864" y="105714"/>
                  </a:lnTo>
                  <a:lnTo>
                    <a:pt x="160858" y="103174"/>
                  </a:lnTo>
                  <a:lnTo>
                    <a:pt x="157873" y="99364"/>
                  </a:lnTo>
                  <a:lnTo>
                    <a:pt x="148463" y="91744"/>
                  </a:lnTo>
                  <a:lnTo>
                    <a:pt x="156654" y="94284"/>
                  </a:lnTo>
                  <a:lnTo>
                    <a:pt x="161404" y="100634"/>
                  </a:lnTo>
                  <a:lnTo>
                    <a:pt x="167678" y="95554"/>
                  </a:lnTo>
                  <a:lnTo>
                    <a:pt x="164160" y="93014"/>
                  </a:lnTo>
                  <a:lnTo>
                    <a:pt x="163182" y="91744"/>
                  </a:lnTo>
                  <a:lnTo>
                    <a:pt x="160274" y="87934"/>
                  </a:lnTo>
                  <a:lnTo>
                    <a:pt x="153619" y="81584"/>
                  </a:lnTo>
                  <a:lnTo>
                    <a:pt x="141795" y="73964"/>
                  </a:lnTo>
                  <a:lnTo>
                    <a:pt x="147332" y="75234"/>
                  </a:lnTo>
                  <a:lnTo>
                    <a:pt x="152666" y="79044"/>
                  </a:lnTo>
                  <a:lnTo>
                    <a:pt x="158229" y="80314"/>
                  </a:lnTo>
                  <a:lnTo>
                    <a:pt x="164477" y="79044"/>
                  </a:lnTo>
                  <a:lnTo>
                    <a:pt x="158902" y="75234"/>
                  </a:lnTo>
                  <a:lnTo>
                    <a:pt x="157619" y="73964"/>
                  </a:lnTo>
                  <a:lnTo>
                    <a:pt x="156337" y="72694"/>
                  </a:lnTo>
                  <a:lnTo>
                    <a:pt x="149948" y="66344"/>
                  </a:lnTo>
                  <a:lnTo>
                    <a:pt x="147408" y="63804"/>
                  </a:lnTo>
                  <a:lnTo>
                    <a:pt x="145084" y="62534"/>
                  </a:lnTo>
                  <a:lnTo>
                    <a:pt x="138137" y="58724"/>
                  </a:lnTo>
                  <a:lnTo>
                    <a:pt x="143268" y="58724"/>
                  </a:lnTo>
                  <a:lnTo>
                    <a:pt x="148755" y="61264"/>
                  </a:lnTo>
                  <a:lnTo>
                    <a:pt x="151015" y="58724"/>
                  </a:lnTo>
                  <a:lnTo>
                    <a:pt x="153276" y="56184"/>
                  </a:lnTo>
                  <a:lnTo>
                    <a:pt x="148082" y="56184"/>
                  </a:lnTo>
                  <a:lnTo>
                    <a:pt x="144868" y="52374"/>
                  </a:lnTo>
                  <a:lnTo>
                    <a:pt x="139280" y="51104"/>
                  </a:lnTo>
                  <a:lnTo>
                    <a:pt x="140144" y="48564"/>
                  </a:lnTo>
                  <a:lnTo>
                    <a:pt x="141439" y="44754"/>
                  </a:lnTo>
                  <a:lnTo>
                    <a:pt x="140919" y="40944"/>
                  </a:lnTo>
                  <a:lnTo>
                    <a:pt x="138633" y="37134"/>
                  </a:lnTo>
                  <a:lnTo>
                    <a:pt x="134658" y="37134"/>
                  </a:lnTo>
                  <a:lnTo>
                    <a:pt x="130771" y="38404"/>
                  </a:lnTo>
                  <a:lnTo>
                    <a:pt x="127990" y="40741"/>
                  </a:lnTo>
                  <a:lnTo>
                    <a:pt x="127990" y="99364"/>
                  </a:lnTo>
                  <a:lnTo>
                    <a:pt x="122453" y="100634"/>
                  </a:lnTo>
                  <a:lnTo>
                    <a:pt x="117322" y="103174"/>
                  </a:lnTo>
                  <a:lnTo>
                    <a:pt x="113169" y="99364"/>
                  </a:lnTo>
                  <a:lnTo>
                    <a:pt x="112522" y="96824"/>
                  </a:lnTo>
                  <a:lnTo>
                    <a:pt x="112191" y="95554"/>
                  </a:lnTo>
                  <a:lnTo>
                    <a:pt x="111137" y="93014"/>
                  </a:lnTo>
                  <a:lnTo>
                    <a:pt x="110350" y="90474"/>
                  </a:lnTo>
                  <a:lnTo>
                    <a:pt x="113868" y="86664"/>
                  </a:lnTo>
                  <a:lnTo>
                    <a:pt x="114452" y="85394"/>
                  </a:lnTo>
                  <a:lnTo>
                    <a:pt x="113880" y="84124"/>
                  </a:lnTo>
                  <a:lnTo>
                    <a:pt x="112750" y="81584"/>
                  </a:lnTo>
                  <a:lnTo>
                    <a:pt x="111620" y="79044"/>
                  </a:lnTo>
                  <a:lnTo>
                    <a:pt x="108216" y="81584"/>
                  </a:lnTo>
                  <a:lnTo>
                    <a:pt x="104571" y="81584"/>
                  </a:lnTo>
                  <a:lnTo>
                    <a:pt x="106286" y="79044"/>
                  </a:lnTo>
                  <a:lnTo>
                    <a:pt x="106362" y="76504"/>
                  </a:lnTo>
                  <a:lnTo>
                    <a:pt x="104127" y="76504"/>
                  </a:lnTo>
                  <a:lnTo>
                    <a:pt x="101358" y="77774"/>
                  </a:lnTo>
                  <a:lnTo>
                    <a:pt x="101358" y="81584"/>
                  </a:lnTo>
                  <a:lnTo>
                    <a:pt x="99771" y="81584"/>
                  </a:lnTo>
                  <a:lnTo>
                    <a:pt x="98336" y="80314"/>
                  </a:lnTo>
                  <a:lnTo>
                    <a:pt x="99148" y="77774"/>
                  </a:lnTo>
                  <a:lnTo>
                    <a:pt x="99148" y="75234"/>
                  </a:lnTo>
                  <a:lnTo>
                    <a:pt x="100431" y="73964"/>
                  </a:lnTo>
                  <a:lnTo>
                    <a:pt x="102184" y="73964"/>
                  </a:lnTo>
                  <a:lnTo>
                    <a:pt x="108242" y="71424"/>
                  </a:lnTo>
                  <a:lnTo>
                    <a:pt x="117322" y="67614"/>
                  </a:lnTo>
                  <a:lnTo>
                    <a:pt x="119253" y="67614"/>
                  </a:lnTo>
                  <a:lnTo>
                    <a:pt x="120573" y="66344"/>
                  </a:lnTo>
                  <a:lnTo>
                    <a:pt x="121945" y="67614"/>
                  </a:lnTo>
                  <a:lnTo>
                    <a:pt x="122872" y="68884"/>
                  </a:lnTo>
                  <a:lnTo>
                    <a:pt x="125285" y="70154"/>
                  </a:lnTo>
                  <a:lnTo>
                    <a:pt x="124701" y="71424"/>
                  </a:lnTo>
                  <a:lnTo>
                    <a:pt x="123837" y="72694"/>
                  </a:lnTo>
                  <a:lnTo>
                    <a:pt x="120573" y="70154"/>
                  </a:lnTo>
                  <a:lnTo>
                    <a:pt x="116611" y="72694"/>
                  </a:lnTo>
                  <a:lnTo>
                    <a:pt x="118198" y="73964"/>
                  </a:lnTo>
                  <a:lnTo>
                    <a:pt x="121640" y="75234"/>
                  </a:lnTo>
                  <a:lnTo>
                    <a:pt x="118351" y="77774"/>
                  </a:lnTo>
                  <a:lnTo>
                    <a:pt x="114795" y="79044"/>
                  </a:lnTo>
                  <a:lnTo>
                    <a:pt x="115938" y="81584"/>
                  </a:lnTo>
                  <a:lnTo>
                    <a:pt x="116979" y="84124"/>
                  </a:lnTo>
                  <a:lnTo>
                    <a:pt x="118605" y="85394"/>
                  </a:lnTo>
                  <a:lnTo>
                    <a:pt x="123444" y="85394"/>
                  </a:lnTo>
                  <a:lnTo>
                    <a:pt x="124701" y="87934"/>
                  </a:lnTo>
                  <a:lnTo>
                    <a:pt x="126047" y="90474"/>
                  </a:lnTo>
                  <a:lnTo>
                    <a:pt x="127508" y="94284"/>
                  </a:lnTo>
                  <a:lnTo>
                    <a:pt x="127635" y="95554"/>
                  </a:lnTo>
                  <a:lnTo>
                    <a:pt x="127749" y="96824"/>
                  </a:lnTo>
                  <a:lnTo>
                    <a:pt x="127990" y="99364"/>
                  </a:lnTo>
                  <a:lnTo>
                    <a:pt x="127990" y="40741"/>
                  </a:lnTo>
                  <a:lnTo>
                    <a:pt x="127812" y="40881"/>
                  </a:lnTo>
                  <a:lnTo>
                    <a:pt x="127812" y="48564"/>
                  </a:lnTo>
                  <a:lnTo>
                    <a:pt x="123837" y="54914"/>
                  </a:lnTo>
                  <a:lnTo>
                    <a:pt x="126466" y="57454"/>
                  </a:lnTo>
                  <a:lnTo>
                    <a:pt x="123317" y="59994"/>
                  </a:lnTo>
                  <a:lnTo>
                    <a:pt x="119341" y="62534"/>
                  </a:lnTo>
                  <a:lnTo>
                    <a:pt x="113868" y="59994"/>
                  </a:lnTo>
                  <a:lnTo>
                    <a:pt x="111506" y="56184"/>
                  </a:lnTo>
                  <a:lnTo>
                    <a:pt x="123444" y="51104"/>
                  </a:lnTo>
                  <a:lnTo>
                    <a:pt x="127812" y="48564"/>
                  </a:lnTo>
                  <a:lnTo>
                    <a:pt x="127812" y="40881"/>
                  </a:lnTo>
                  <a:lnTo>
                    <a:pt x="127304" y="37134"/>
                  </a:lnTo>
                  <a:lnTo>
                    <a:pt x="120103" y="37134"/>
                  </a:lnTo>
                  <a:lnTo>
                    <a:pt x="120370" y="38404"/>
                  </a:lnTo>
                  <a:lnTo>
                    <a:pt x="121107" y="40944"/>
                  </a:lnTo>
                  <a:lnTo>
                    <a:pt x="116611" y="40944"/>
                  </a:lnTo>
                  <a:lnTo>
                    <a:pt x="107657" y="43484"/>
                  </a:lnTo>
                  <a:lnTo>
                    <a:pt x="100787" y="45999"/>
                  </a:lnTo>
                  <a:lnTo>
                    <a:pt x="100787" y="65074"/>
                  </a:lnTo>
                  <a:lnTo>
                    <a:pt x="98907" y="71424"/>
                  </a:lnTo>
                  <a:lnTo>
                    <a:pt x="89750" y="71424"/>
                  </a:lnTo>
                  <a:lnTo>
                    <a:pt x="89852" y="67614"/>
                  </a:lnTo>
                  <a:lnTo>
                    <a:pt x="82880" y="66344"/>
                  </a:lnTo>
                  <a:lnTo>
                    <a:pt x="87757" y="65074"/>
                  </a:lnTo>
                  <a:lnTo>
                    <a:pt x="99771" y="61264"/>
                  </a:lnTo>
                  <a:lnTo>
                    <a:pt x="100787" y="65074"/>
                  </a:lnTo>
                  <a:lnTo>
                    <a:pt x="100787" y="45999"/>
                  </a:lnTo>
                  <a:lnTo>
                    <a:pt x="93726" y="48564"/>
                  </a:lnTo>
                  <a:lnTo>
                    <a:pt x="85864" y="53644"/>
                  </a:lnTo>
                  <a:lnTo>
                    <a:pt x="82118" y="56184"/>
                  </a:lnTo>
                  <a:lnTo>
                    <a:pt x="80949" y="53644"/>
                  </a:lnTo>
                  <a:lnTo>
                    <a:pt x="80086" y="53644"/>
                  </a:lnTo>
                  <a:lnTo>
                    <a:pt x="77660" y="54914"/>
                  </a:lnTo>
                  <a:lnTo>
                    <a:pt x="75184" y="57454"/>
                  </a:lnTo>
                  <a:lnTo>
                    <a:pt x="77101" y="59994"/>
                  </a:lnTo>
                  <a:lnTo>
                    <a:pt x="73152" y="61264"/>
                  </a:lnTo>
                  <a:lnTo>
                    <a:pt x="68872" y="61264"/>
                  </a:lnTo>
                  <a:lnTo>
                    <a:pt x="65252" y="65074"/>
                  </a:lnTo>
                  <a:lnTo>
                    <a:pt x="65252" y="68884"/>
                  </a:lnTo>
                  <a:lnTo>
                    <a:pt x="69011" y="72694"/>
                  </a:lnTo>
                  <a:lnTo>
                    <a:pt x="74536" y="75234"/>
                  </a:lnTo>
                  <a:lnTo>
                    <a:pt x="70332" y="82854"/>
                  </a:lnTo>
                  <a:lnTo>
                    <a:pt x="69583" y="89204"/>
                  </a:lnTo>
                  <a:lnTo>
                    <a:pt x="69481" y="90474"/>
                  </a:lnTo>
                  <a:lnTo>
                    <a:pt x="69367" y="91744"/>
                  </a:lnTo>
                  <a:lnTo>
                    <a:pt x="69265" y="93014"/>
                  </a:lnTo>
                  <a:lnTo>
                    <a:pt x="69151" y="94284"/>
                  </a:lnTo>
                  <a:lnTo>
                    <a:pt x="69037" y="95554"/>
                  </a:lnTo>
                  <a:lnTo>
                    <a:pt x="65455" y="100634"/>
                  </a:lnTo>
                  <a:lnTo>
                    <a:pt x="71932" y="99364"/>
                  </a:lnTo>
                  <a:lnTo>
                    <a:pt x="75272" y="93014"/>
                  </a:lnTo>
                  <a:lnTo>
                    <a:pt x="77533" y="87934"/>
                  </a:lnTo>
                  <a:lnTo>
                    <a:pt x="80759" y="84124"/>
                  </a:lnTo>
                  <a:lnTo>
                    <a:pt x="79476" y="90474"/>
                  </a:lnTo>
                  <a:lnTo>
                    <a:pt x="77114" y="95554"/>
                  </a:lnTo>
                  <a:lnTo>
                    <a:pt x="74841" y="100634"/>
                  </a:lnTo>
                  <a:lnTo>
                    <a:pt x="73825" y="108254"/>
                  </a:lnTo>
                  <a:lnTo>
                    <a:pt x="73825" y="114604"/>
                  </a:lnTo>
                  <a:lnTo>
                    <a:pt x="77812" y="122224"/>
                  </a:lnTo>
                  <a:lnTo>
                    <a:pt x="74371" y="126034"/>
                  </a:lnTo>
                  <a:lnTo>
                    <a:pt x="79641" y="120954"/>
                  </a:lnTo>
                  <a:lnTo>
                    <a:pt x="82283" y="112064"/>
                  </a:lnTo>
                  <a:lnTo>
                    <a:pt x="84251" y="103174"/>
                  </a:lnTo>
                  <a:lnTo>
                    <a:pt x="87490" y="96824"/>
                  </a:lnTo>
                  <a:lnTo>
                    <a:pt x="88582" y="99364"/>
                  </a:lnTo>
                  <a:lnTo>
                    <a:pt x="87820" y="103174"/>
                  </a:lnTo>
                  <a:lnTo>
                    <a:pt x="86588" y="106984"/>
                  </a:lnTo>
                  <a:lnTo>
                    <a:pt x="85166" y="114604"/>
                  </a:lnTo>
                  <a:lnTo>
                    <a:pt x="85077" y="117144"/>
                  </a:lnTo>
                  <a:lnTo>
                    <a:pt x="85026" y="118414"/>
                  </a:lnTo>
                  <a:lnTo>
                    <a:pt x="84937" y="120954"/>
                  </a:lnTo>
                  <a:lnTo>
                    <a:pt x="84886" y="122224"/>
                  </a:lnTo>
                  <a:lnTo>
                    <a:pt x="84785" y="123494"/>
                  </a:lnTo>
                  <a:lnTo>
                    <a:pt x="84670" y="124764"/>
                  </a:lnTo>
                  <a:lnTo>
                    <a:pt x="84569" y="126034"/>
                  </a:lnTo>
                  <a:lnTo>
                    <a:pt x="84467" y="127304"/>
                  </a:lnTo>
                  <a:lnTo>
                    <a:pt x="84353" y="128574"/>
                  </a:lnTo>
                  <a:lnTo>
                    <a:pt x="84251" y="129844"/>
                  </a:lnTo>
                  <a:lnTo>
                    <a:pt x="81749" y="134924"/>
                  </a:lnTo>
                  <a:lnTo>
                    <a:pt x="87782" y="131114"/>
                  </a:lnTo>
                  <a:lnTo>
                    <a:pt x="91973" y="124764"/>
                  </a:lnTo>
                  <a:lnTo>
                    <a:pt x="95834" y="118414"/>
                  </a:lnTo>
                  <a:lnTo>
                    <a:pt x="100863" y="112064"/>
                  </a:lnTo>
                  <a:lnTo>
                    <a:pt x="95580" y="124764"/>
                  </a:lnTo>
                  <a:lnTo>
                    <a:pt x="89928" y="141274"/>
                  </a:lnTo>
                  <a:lnTo>
                    <a:pt x="83604" y="157784"/>
                  </a:lnTo>
                  <a:lnTo>
                    <a:pt x="54737" y="203504"/>
                  </a:lnTo>
                  <a:lnTo>
                    <a:pt x="34188" y="220014"/>
                  </a:lnTo>
                  <a:lnTo>
                    <a:pt x="27292" y="220014"/>
                  </a:lnTo>
                  <a:lnTo>
                    <a:pt x="22275" y="216204"/>
                  </a:lnTo>
                  <a:lnTo>
                    <a:pt x="22275" y="207314"/>
                  </a:lnTo>
                  <a:lnTo>
                    <a:pt x="29210" y="189534"/>
                  </a:lnTo>
                  <a:lnTo>
                    <a:pt x="59677" y="156514"/>
                  </a:lnTo>
                  <a:lnTo>
                    <a:pt x="66611" y="137464"/>
                  </a:lnTo>
                  <a:lnTo>
                    <a:pt x="66611" y="126034"/>
                  </a:lnTo>
                  <a:lnTo>
                    <a:pt x="56540" y="122224"/>
                  </a:lnTo>
                  <a:lnTo>
                    <a:pt x="46024" y="122224"/>
                  </a:lnTo>
                  <a:lnTo>
                    <a:pt x="41008" y="123494"/>
                  </a:lnTo>
                  <a:lnTo>
                    <a:pt x="36728" y="127304"/>
                  </a:lnTo>
                  <a:lnTo>
                    <a:pt x="34886" y="126034"/>
                  </a:lnTo>
                  <a:lnTo>
                    <a:pt x="31457" y="126034"/>
                  </a:lnTo>
                  <a:lnTo>
                    <a:pt x="22860" y="129844"/>
                  </a:lnTo>
                  <a:lnTo>
                    <a:pt x="18186" y="140004"/>
                  </a:lnTo>
                  <a:lnTo>
                    <a:pt x="13868" y="148894"/>
                  </a:lnTo>
                  <a:lnTo>
                    <a:pt x="6350" y="152704"/>
                  </a:lnTo>
                  <a:lnTo>
                    <a:pt x="11036" y="153974"/>
                  </a:lnTo>
                  <a:lnTo>
                    <a:pt x="16459" y="151434"/>
                  </a:lnTo>
                  <a:lnTo>
                    <a:pt x="21882" y="147624"/>
                  </a:lnTo>
                  <a:lnTo>
                    <a:pt x="26606" y="142544"/>
                  </a:lnTo>
                  <a:lnTo>
                    <a:pt x="21170" y="152704"/>
                  </a:lnTo>
                  <a:lnTo>
                    <a:pt x="11671" y="159054"/>
                  </a:lnTo>
                  <a:lnTo>
                    <a:pt x="2984" y="165404"/>
                  </a:lnTo>
                  <a:lnTo>
                    <a:pt x="0" y="176834"/>
                  </a:lnTo>
                  <a:lnTo>
                    <a:pt x="8699" y="167944"/>
                  </a:lnTo>
                  <a:lnTo>
                    <a:pt x="24218" y="160324"/>
                  </a:lnTo>
                  <a:lnTo>
                    <a:pt x="39052" y="151434"/>
                  </a:lnTo>
                  <a:lnTo>
                    <a:pt x="43256" y="142544"/>
                  </a:lnTo>
                  <a:lnTo>
                    <a:pt x="45656" y="137464"/>
                  </a:lnTo>
                  <a:lnTo>
                    <a:pt x="45656" y="134924"/>
                  </a:lnTo>
                  <a:lnTo>
                    <a:pt x="44043" y="132384"/>
                  </a:lnTo>
                  <a:lnTo>
                    <a:pt x="42037" y="129844"/>
                  </a:lnTo>
                  <a:lnTo>
                    <a:pt x="45161" y="128574"/>
                  </a:lnTo>
                  <a:lnTo>
                    <a:pt x="48094" y="127304"/>
                  </a:lnTo>
                  <a:lnTo>
                    <a:pt x="55829" y="127304"/>
                  </a:lnTo>
                  <a:lnTo>
                    <a:pt x="60401" y="131114"/>
                  </a:lnTo>
                  <a:lnTo>
                    <a:pt x="60401" y="138734"/>
                  </a:lnTo>
                  <a:lnTo>
                    <a:pt x="53543" y="155244"/>
                  </a:lnTo>
                  <a:lnTo>
                    <a:pt x="23368" y="188264"/>
                  </a:lnTo>
                  <a:lnTo>
                    <a:pt x="16510" y="207314"/>
                  </a:lnTo>
                  <a:lnTo>
                    <a:pt x="16510" y="212394"/>
                  </a:lnTo>
                  <a:lnTo>
                    <a:pt x="17830" y="216204"/>
                  </a:lnTo>
                  <a:lnTo>
                    <a:pt x="20078" y="218744"/>
                  </a:lnTo>
                  <a:lnTo>
                    <a:pt x="16992" y="220014"/>
                  </a:lnTo>
                  <a:lnTo>
                    <a:pt x="13716" y="220014"/>
                  </a:lnTo>
                  <a:lnTo>
                    <a:pt x="11137" y="217474"/>
                  </a:lnTo>
                  <a:lnTo>
                    <a:pt x="11036" y="220014"/>
                  </a:lnTo>
                  <a:lnTo>
                    <a:pt x="10947" y="222554"/>
                  </a:lnTo>
                  <a:lnTo>
                    <a:pt x="10896" y="223824"/>
                  </a:lnTo>
                  <a:lnTo>
                    <a:pt x="21221" y="228904"/>
                  </a:lnTo>
                  <a:lnTo>
                    <a:pt x="27800" y="225094"/>
                  </a:lnTo>
                  <a:lnTo>
                    <a:pt x="29210" y="225094"/>
                  </a:lnTo>
                  <a:lnTo>
                    <a:pt x="30848" y="226364"/>
                  </a:lnTo>
                  <a:lnTo>
                    <a:pt x="32397" y="226364"/>
                  </a:lnTo>
                  <a:lnTo>
                    <a:pt x="30403" y="231444"/>
                  </a:lnTo>
                  <a:lnTo>
                    <a:pt x="23749" y="232714"/>
                  </a:lnTo>
                  <a:lnTo>
                    <a:pt x="20078" y="232714"/>
                  </a:lnTo>
                  <a:lnTo>
                    <a:pt x="29337" y="235254"/>
                  </a:lnTo>
                  <a:lnTo>
                    <a:pt x="38938" y="232714"/>
                  </a:lnTo>
                  <a:lnTo>
                    <a:pt x="46266" y="227634"/>
                  </a:lnTo>
                  <a:lnTo>
                    <a:pt x="47091" y="225094"/>
                  </a:lnTo>
                  <a:lnTo>
                    <a:pt x="48755" y="220014"/>
                  </a:lnTo>
                  <a:lnTo>
                    <a:pt x="54610" y="214934"/>
                  </a:lnTo>
                  <a:lnTo>
                    <a:pt x="59690" y="207314"/>
                  </a:lnTo>
                  <a:lnTo>
                    <a:pt x="69011" y="194614"/>
                  </a:lnTo>
                  <a:lnTo>
                    <a:pt x="68592" y="195884"/>
                  </a:lnTo>
                  <a:lnTo>
                    <a:pt x="67957" y="199694"/>
                  </a:lnTo>
                  <a:lnTo>
                    <a:pt x="63398" y="208584"/>
                  </a:lnTo>
                  <a:lnTo>
                    <a:pt x="59321" y="216204"/>
                  </a:lnTo>
                  <a:lnTo>
                    <a:pt x="56083" y="225094"/>
                  </a:lnTo>
                  <a:lnTo>
                    <a:pt x="54038" y="236524"/>
                  </a:lnTo>
                  <a:lnTo>
                    <a:pt x="52171" y="245414"/>
                  </a:lnTo>
                  <a:lnTo>
                    <a:pt x="48602" y="251764"/>
                  </a:lnTo>
                  <a:lnTo>
                    <a:pt x="43611" y="258114"/>
                  </a:lnTo>
                  <a:lnTo>
                    <a:pt x="37465" y="259384"/>
                  </a:lnTo>
                  <a:lnTo>
                    <a:pt x="35496" y="259384"/>
                  </a:lnTo>
                  <a:lnTo>
                    <a:pt x="32232" y="256844"/>
                  </a:lnTo>
                  <a:lnTo>
                    <a:pt x="30746" y="258114"/>
                  </a:lnTo>
                  <a:lnTo>
                    <a:pt x="27901" y="260654"/>
                  </a:lnTo>
                  <a:lnTo>
                    <a:pt x="30543" y="263194"/>
                  </a:lnTo>
                  <a:lnTo>
                    <a:pt x="30543" y="268274"/>
                  </a:lnTo>
                  <a:lnTo>
                    <a:pt x="23749" y="272084"/>
                  </a:lnTo>
                  <a:lnTo>
                    <a:pt x="23749" y="288594"/>
                  </a:lnTo>
                  <a:lnTo>
                    <a:pt x="26606" y="293674"/>
                  </a:lnTo>
                  <a:lnTo>
                    <a:pt x="25463" y="297484"/>
                  </a:lnTo>
                  <a:lnTo>
                    <a:pt x="28359" y="296214"/>
                  </a:lnTo>
                  <a:lnTo>
                    <a:pt x="32156" y="291134"/>
                  </a:lnTo>
                  <a:lnTo>
                    <a:pt x="33616" y="284784"/>
                  </a:lnTo>
                  <a:lnTo>
                    <a:pt x="33667" y="286054"/>
                  </a:lnTo>
                  <a:lnTo>
                    <a:pt x="33782" y="288594"/>
                  </a:lnTo>
                  <a:lnTo>
                    <a:pt x="33896" y="291134"/>
                  </a:lnTo>
                  <a:lnTo>
                    <a:pt x="34010" y="293674"/>
                  </a:lnTo>
                  <a:lnTo>
                    <a:pt x="32435" y="298754"/>
                  </a:lnTo>
                  <a:lnTo>
                    <a:pt x="31559" y="303834"/>
                  </a:lnTo>
                  <a:lnTo>
                    <a:pt x="34061" y="311454"/>
                  </a:lnTo>
                  <a:lnTo>
                    <a:pt x="34886" y="307644"/>
                  </a:lnTo>
                  <a:lnTo>
                    <a:pt x="39166" y="305104"/>
                  </a:lnTo>
                  <a:lnTo>
                    <a:pt x="41821" y="307644"/>
                  </a:lnTo>
                  <a:lnTo>
                    <a:pt x="44538" y="308914"/>
                  </a:lnTo>
                  <a:lnTo>
                    <a:pt x="43256" y="310184"/>
                  </a:lnTo>
                  <a:lnTo>
                    <a:pt x="41325" y="312724"/>
                  </a:lnTo>
                  <a:lnTo>
                    <a:pt x="39331" y="313994"/>
                  </a:lnTo>
                  <a:lnTo>
                    <a:pt x="37553" y="324154"/>
                  </a:lnTo>
                  <a:lnTo>
                    <a:pt x="46456" y="322884"/>
                  </a:lnTo>
                  <a:lnTo>
                    <a:pt x="44729" y="321614"/>
                  </a:lnTo>
                  <a:lnTo>
                    <a:pt x="44615" y="319074"/>
                  </a:lnTo>
                  <a:lnTo>
                    <a:pt x="49085" y="319074"/>
                  </a:lnTo>
                  <a:lnTo>
                    <a:pt x="55181" y="317804"/>
                  </a:lnTo>
                  <a:lnTo>
                    <a:pt x="57010" y="320344"/>
                  </a:lnTo>
                  <a:lnTo>
                    <a:pt x="67665" y="320344"/>
                  </a:lnTo>
                  <a:lnTo>
                    <a:pt x="68122" y="317804"/>
                  </a:lnTo>
                  <a:lnTo>
                    <a:pt x="68592" y="315264"/>
                  </a:lnTo>
                  <a:lnTo>
                    <a:pt x="75107" y="315264"/>
                  </a:lnTo>
                  <a:lnTo>
                    <a:pt x="75107" y="317804"/>
                  </a:lnTo>
                  <a:lnTo>
                    <a:pt x="73964" y="319074"/>
                  </a:lnTo>
                  <a:lnTo>
                    <a:pt x="79070" y="317804"/>
                  </a:lnTo>
                  <a:lnTo>
                    <a:pt x="80035" y="315264"/>
                  </a:lnTo>
                  <a:lnTo>
                    <a:pt x="80035" y="310184"/>
                  </a:lnTo>
                  <a:lnTo>
                    <a:pt x="77660" y="307644"/>
                  </a:lnTo>
                  <a:lnTo>
                    <a:pt x="79451" y="306374"/>
                  </a:lnTo>
                  <a:lnTo>
                    <a:pt x="81305" y="305104"/>
                  </a:lnTo>
                  <a:lnTo>
                    <a:pt x="87312" y="306374"/>
                  </a:lnTo>
                  <a:lnTo>
                    <a:pt x="84874" y="311454"/>
                  </a:lnTo>
                  <a:lnTo>
                    <a:pt x="87934" y="311454"/>
                  </a:lnTo>
                  <a:lnTo>
                    <a:pt x="89611" y="308914"/>
                  </a:lnTo>
                  <a:lnTo>
                    <a:pt x="89611" y="305104"/>
                  </a:lnTo>
                  <a:lnTo>
                    <a:pt x="89611" y="302564"/>
                  </a:lnTo>
                  <a:lnTo>
                    <a:pt x="89611" y="301294"/>
                  </a:lnTo>
                  <a:lnTo>
                    <a:pt x="87490" y="300024"/>
                  </a:lnTo>
                  <a:lnTo>
                    <a:pt x="85369" y="298754"/>
                  </a:lnTo>
                  <a:lnTo>
                    <a:pt x="81305" y="300024"/>
                  </a:lnTo>
                  <a:lnTo>
                    <a:pt x="80645" y="297484"/>
                  </a:lnTo>
                  <a:lnTo>
                    <a:pt x="77177" y="296214"/>
                  </a:lnTo>
                  <a:lnTo>
                    <a:pt x="66738" y="296214"/>
                  </a:lnTo>
                  <a:lnTo>
                    <a:pt x="67792" y="302564"/>
                  </a:lnTo>
                  <a:lnTo>
                    <a:pt x="62826" y="302564"/>
                  </a:lnTo>
                  <a:lnTo>
                    <a:pt x="47180" y="274624"/>
                  </a:lnTo>
                  <a:lnTo>
                    <a:pt x="47180" y="265734"/>
                  </a:lnTo>
                  <a:lnTo>
                    <a:pt x="57175" y="263194"/>
                  </a:lnTo>
                  <a:lnTo>
                    <a:pt x="64363" y="260654"/>
                  </a:lnTo>
                  <a:lnTo>
                    <a:pt x="66408" y="259384"/>
                  </a:lnTo>
                  <a:lnTo>
                    <a:pt x="70510" y="256844"/>
                  </a:lnTo>
                  <a:lnTo>
                    <a:pt x="77673" y="253034"/>
                  </a:lnTo>
                  <a:lnTo>
                    <a:pt x="84912" y="246684"/>
                  </a:lnTo>
                  <a:lnTo>
                    <a:pt x="91262" y="237794"/>
                  </a:lnTo>
                  <a:lnTo>
                    <a:pt x="94653" y="230174"/>
                  </a:lnTo>
                  <a:lnTo>
                    <a:pt x="96367" y="222554"/>
                  </a:lnTo>
                  <a:lnTo>
                    <a:pt x="96443" y="221284"/>
                  </a:lnTo>
                  <a:lnTo>
                    <a:pt x="96532" y="220014"/>
                  </a:lnTo>
                  <a:lnTo>
                    <a:pt x="96596" y="206044"/>
                  </a:lnTo>
                  <a:lnTo>
                    <a:pt x="106603" y="211124"/>
                  </a:lnTo>
                  <a:lnTo>
                    <a:pt x="107657" y="218744"/>
                  </a:lnTo>
                  <a:lnTo>
                    <a:pt x="107657" y="232714"/>
                  </a:lnTo>
                  <a:lnTo>
                    <a:pt x="103619" y="235254"/>
                  </a:lnTo>
                  <a:lnTo>
                    <a:pt x="100457" y="236524"/>
                  </a:lnTo>
                  <a:lnTo>
                    <a:pt x="97840" y="237794"/>
                  </a:lnTo>
                  <a:lnTo>
                    <a:pt x="96926" y="237794"/>
                  </a:lnTo>
                  <a:lnTo>
                    <a:pt x="96685" y="239064"/>
                  </a:lnTo>
                  <a:lnTo>
                    <a:pt x="96278" y="241604"/>
                  </a:lnTo>
                  <a:lnTo>
                    <a:pt x="97612" y="242874"/>
                  </a:lnTo>
                  <a:lnTo>
                    <a:pt x="98793" y="242874"/>
                  </a:lnTo>
                  <a:lnTo>
                    <a:pt x="102425" y="245414"/>
                  </a:lnTo>
                  <a:lnTo>
                    <a:pt x="101536" y="247954"/>
                  </a:lnTo>
                  <a:lnTo>
                    <a:pt x="102679" y="251764"/>
                  </a:lnTo>
                  <a:lnTo>
                    <a:pt x="103619" y="255574"/>
                  </a:lnTo>
                  <a:lnTo>
                    <a:pt x="107010" y="260654"/>
                  </a:lnTo>
                  <a:lnTo>
                    <a:pt x="112610" y="265734"/>
                  </a:lnTo>
                  <a:lnTo>
                    <a:pt x="113144" y="263194"/>
                  </a:lnTo>
                  <a:lnTo>
                    <a:pt x="113017" y="259384"/>
                  </a:lnTo>
                  <a:lnTo>
                    <a:pt x="112915" y="258114"/>
                  </a:lnTo>
                  <a:lnTo>
                    <a:pt x="112814" y="256844"/>
                  </a:lnTo>
                  <a:lnTo>
                    <a:pt x="112712" y="255574"/>
                  </a:lnTo>
                  <a:lnTo>
                    <a:pt x="112610" y="254304"/>
                  </a:lnTo>
                  <a:lnTo>
                    <a:pt x="116344" y="259384"/>
                  </a:lnTo>
                  <a:lnTo>
                    <a:pt x="118135" y="265734"/>
                  </a:lnTo>
                  <a:lnTo>
                    <a:pt x="121272" y="270814"/>
                  </a:lnTo>
                  <a:lnTo>
                    <a:pt x="129095" y="273354"/>
                  </a:lnTo>
                  <a:lnTo>
                    <a:pt x="126403" y="272084"/>
                  </a:lnTo>
                  <a:lnTo>
                    <a:pt x="127088" y="268274"/>
                  </a:lnTo>
                  <a:lnTo>
                    <a:pt x="128651" y="268274"/>
                  </a:lnTo>
                  <a:lnTo>
                    <a:pt x="130251" y="267004"/>
                  </a:lnTo>
                  <a:lnTo>
                    <a:pt x="132194" y="268274"/>
                  </a:lnTo>
                  <a:lnTo>
                    <a:pt x="135178" y="272084"/>
                  </a:lnTo>
                  <a:lnTo>
                    <a:pt x="138023" y="275894"/>
                  </a:lnTo>
                  <a:lnTo>
                    <a:pt x="151409" y="275894"/>
                  </a:lnTo>
                  <a:lnTo>
                    <a:pt x="148082" y="273354"/>
                  </a:lnTo>
                  <a:lnTo>
                    <a:pt x="155600" y="273354"/>
                  </a:lnTo>
                  <a:lnTo>
                    <a:pt x="155498" y="275894"/>
                  </a:lnTo>
                  <a:lnTo>
                    <a:pt x="155397" y="278434"/>
                  </a:lnTo>
                  <a:lnTo>
                    <a:pt x="153352" y="280974"/>
                  </a:lnTo>
                  <a:lnTo>
                    <a:pt x="159702" y="279704"/>
                  </a:lnTo>
                  <a:lnTo>
                    <a:pt x="161594" y="274624"/>
                  </a:lnTo>
                  <a:lnTo>
                    <a:pt x="161061" y="273354"/>
                  </a:lnTo>
                  <a:lnTo>
                    <a:pt x="159461" y="269544"/>
                  </a:lnTo>
                  <a:lnTo>
                    <a:pt x="164973" y="267004"/>
                  </a:lnTo>
                  <a:lnTo>
                    <a:pt x="167970" y="270814"/>
                  </a:lnTo>
                  <a:lnTo>
                    <a:pt x="168694" y="273354"/>
                  </a:lnTo>
                  <a:lnTo>
                    <a:pt x="174205" y="268274"/>
                  </a:lnTo>
                  <a:lnTo>
                    <a:pt x="173101" y="267004"/>
                  </a:lnTo>
                  <a:lnTo>
                    <a:pt x="168694" y="261924"/>
                  </a:lnTo>
                  <a:lnTo>
                    <a:pt x="164477" y="261924"/>
                  </a:lnTo>
                  <a:lnTo>
                    <a:pt x="164477" y="260654"/>
                  </a:lnTo>
                  <a:lnTo>
                    <a:pt x="164477" y="259384"/>
                  </a:lnTo>
                  <a:lnTo>
                    <a:pt x="162674" y="258114"/>
                  </a:lnTo>
                  <a:lnTo>
                    <a:pt x="158038" y="256844"/>
                  </a:lnTo>
                  <a:lnTo>
                    <a:pt x="150787" y="256844"/>
                  </a:lnTo>
                  <a:lnTo>
                    <a:pt x="149288" y="260654"/>
                  </a:lnTo>
                  <a:lnTo>
                    <a:pt x="146304" y="260654"/>
                  </a:lnTo>
                  <a:lnTo>
                    <a:pt x="118516" y="237794"/>
                  </a:lnTo>
                  <a:lnTo>
                    <a:pt x="121272" y="232714"/>
                  </a:lnTo>
                  <a:lnTo>
                    <a:pt x="127317" y="227634"/>
                  </a:lnTo>
                  <a:lnTo>
                    <a:pt x="133362" y="221284"/>
                  </a:lnTo>
                  <a:lnTo>
                    <a:pt x="136105" y="214934"/>
                  </a:lnTo>
                  <a:lnTo>
                    <a:pt x="133959" y="206044"/>
                  </a:lnTo>
                  <a:lnTo>
                    <a:pt x="133654" y="204774"/>
                  </a:lnTo>
                  <a:lnTo>
                    <a:pt x="127330" y="198424"/>
                  </a:lnTo>
                  <a:lnTo>
                    <a:pt x="122161" y="194614"/>
                  </a:lnTo>
                  <a:lnTo>
                    <a:pt x="118706" y="192074"/>
                  </a:lnTo>
                  <a:lnTo>
                    <a:pt x="109321" y="185724"/>
                  </a:lnTo>
                  <a:lnTo>
                    <a:pt x="113931" y="183184"/>
                  </a:lnTo>
                  <a:lnTo>
                    <a:pt x="120421" y="181914"/>
                  </a:lnTo>
                  <a:lnTo>
                    <a:pt x="127457" y="181914"/>
                  </a:lnTo>
                  <a:lnTo>
                    <a:pt x="133756" y="183184"/>
                  </a:lnTo>
                  <a:lnTo>
                    <a:pt x="133985" y="181914"/>
                  </a:lnTo>
                  <a:lnTo>
                    <a:pt x="134442" y="179374"/>
                  </a:lnTo>
                  <a:lnTo>
                    <a:pt x="137185" y="180644"/>
                  </a:lnTo>
                  <a:lnTo>
                    <a:pt x="137350" y="179374"/>
                  </a:lnTo>
                  <a:lnTo>
                    <a:pt x="138137" y="173024"/>
                  </a:lnTo>
                  <a:lnTo>
                    <a:pt x="140690" y="179374"/>
                  </a:lnTo>
                  <a:lnTo>
                    <a:pt x="138023" y="184454"/>
                  </a:lnTo>
                  <a:lnTo>
                    <a:pt x="140690" y="186994"/>
                  </a:lnTo>
                  <a:lnTo>
                    <a:pt x="142824" y="184454"/>
                  </a:lnTo>
                  <a:lnTo>
                    <a:pt x="148082" y="184454"/>
                  </a:lnTo>
                  <a:lnTo>
                    <a:pt x="148018" y="183184"/>
                  </a:lnTo>
                  <a:lnTo>
                    <a:pt x="147942" y="181914"/>
                  </a:lnTo>
                  <a:lnTo>
                    <a:pt x="147878" y="180644"/>
                  </a:lnTo>
                  <a:lnTo>
                    <a:pt x="147815" y="179374"/>
                  </a:lnTo>
                  <a:lnTo>
                    <a:pt x="147688" y="176834"/>
                  </a:lnTo>
                  <a:lnTo>
                    <a:pt x="149288" y="181914"/>
                  </a:lnTo>
                  <a:lnTo>
                    <a:pt x="145732" y="189534"/>
                  </a:lnTo>
                  <a:lnTo>
                    <a:pt x="149288" y="192074"/>
                  </a:lnTo>
                  <a:lnTo>
                    <a:pt x="149948" y="188264"/>
                  </a:lnTo>
                  <a:lnTo>
                    <a:pt x="155397" y="188264"/>
                  </a:lnTo>
                  <a:lnTo>
                    <a:pt x="156654" y="189534"/>
                  </a:lnTo>
                  <a:lnTo>
                    <a:pt x="156654" y="197154"/>
                  </a:lnTo>
                  <a:lnTo>
                    <a:pt x="149428" y="194614"/>
                  </a:lnTo>
                  <a:lnTo>
                    <a:pt x="149428" y="203504"/>
                  </a:lnTo>
                  <a:lnTo>
                    <a:pt x="152920" y="204774"/>
                  </a:lnTo>
                  <a:lnTo>
                    <a:pt x="152920" y="208584"/>
                  </a:lnTo>
                  <a:lnTo>
                    <a:pt x="150025" y="211124"/>
                  </a:lnTo>
                  <a:lnTo>
                    <a:pt x="146532" y="208584"/>
                  </a:lnTo>
                  <a:lnTo>
                    <a:pt x="147586" y="211124"/>
                  </a:lnTo>
                  <a:lnTo>
                    <a:pt x="149948" y="213664"/>
                  </a:lnTo>
                  <a:lnTo>
                    <a:pt x="156222" y="213664"/>
                  </a:lnTo>
                  <a:lnTo>
                    <a:pt x="159702" y="211124"/>
                  </a:lnTo>
                  <a:lnTo>
                    <a:pt x="161112" y="207314"/>
                  </a:lnTo>
                  <a:lnTo>
                    <a:pt x="162674" y="212394"/>
                  </a:lnTo>
                  <a:lnTo>
                    <a:pt x="161404" y="216204"/>
                  </a:lnTo>
                  <a:lnTo>
                    <a:pt x="158419" y="217474"/>
                  </a:lnTo>
                  <a:lnTo>
                    <a:pt x="161645" y="218744"/>
                  </a:lnTo>
                  <a:lnTo>
                    <a:pt x="169303" y="217474"/>
                  </a:lnTo>
                  <a:lnTo>
                    <a:pt x="169202" y="216204"/>
                  </a:lnTo>
                  <a:lnTo>
                    <a:pt x="169100" y="214934"/>
                  </a:lnTo>
                  <a:lnTo>
                    <a:pt x="168998" y="213664"/>
                  </a:lnTo>
                  <a:lnTo>
                    <a:pt x="168897" y="212394"/>
                  </a:lnTo>
                  <a:lnTo>
                    <a:pt x="168795" y="211124"/>
                  </a:lnTo>
                  <a:lnTo>
                    <a:pt x="168490" y="207314"/>
                  </a:lnTo>
                  <a:lnTo>
                    <a:pt x="172745" y="208584"/>
                  </a:lnTo>
                  <a:lnTo>
                    <a:pt x="175107" y="211124"/>
                  </a:lnTo>
                  <a:lnTo>
                    <a:pt x="172478" y="216204"/>
                  </a:lnTo>
                  <a:lnTo>
                    <a:pt x="176034" y="214934"/>
                  </a:lnTo>
                  <a:lnTo>
                    <a:pt x="179311" y="213664"/>
                  </a:lnTo>
                  <a:lnTo>
                    <a:pt x="179311" y="207314"/>
                  </a:lnTo>
                  <a:close/>
                </a:path>
                <a:path w="492759" h="325119">
                  <a:moveTo>
                    <a:pt x="351866" y="173456"/>
                  </a:moveTo>
                  <a:lnTo>
                    <a:pt x="351332" y="171704"/>
                  </a:lnTo>
                  <a:lnTo>
                    <a:pt x="350418" y="169164"/>
                  </a:lnTo>
                  <a:lnTo>
                    <a:pt x="348843" y="167652"/>
                  </a:lnTo>
                  <a:lnTo>
                    <a:pt x="348843" y="174574"/>
                  </a:lnTo>
                  <a:lnTo>
                    <a:pt x="348145" y="175653"/>
                  </a:lnTo>
                  <a:lnTo>
                    <a:pt x="347700" y="176771"/>
                  </a:lnTo>
                  <a:lnTo>
                    <a:pt x="346570" y="177380"/>
                  </a:lnTo>
                  <a:lnTo>
                    <a:pt x="344220" y="178257"/>
                  </a:lnTo>
                  <a:lnTo>
                    <a:pt x="342074" y="178079"/>
                  </a:lnTo>
                  <a:lnTo>
                    <a:pt x="340004" y="177050"/>
                  </a:lnTo>
                  <a:lnTo>
                    <a:pt x="337032" y="175653"/>
                  </a:lnTo>
                  <a:lnTo>
                    <a:pt x="336943" y="175488"/>
                  </a:lnTo>
                  <a:lnTo>
                    <a:pt x="335330" y="172554"/>
                  </a:lnTo>
                  <a:lnTo>
                    <a:pt x="336499" y="170218"/>
                  </a:lnTo>
                  <a:lnTo>
                    <a:pt x="337032" y="169011"/>
                  </a:lnTo>
                  <a:lnTo>
                    <a:pt x="338061" y="168389"/>
                  </a:lnTo>
                  <a:lnTo>
                    <a:pt x="338759" y="168249"/>
                  </a:lnTo>
                  <a:lnTo>
                    <a:pt x="340410" y="167627"/>
                  </a:lnTo>
                  <a:lnTo>
                    <a:pt x="342531" y="167830"/>
                  </a:lnTo>
                  <a:lnTo>
                    <a:pt x="346265" y="169519"/>
                  </a:lnTo>
                  <a:lnTo>
                    <a:pt x="347700" y="171145"/>
                  </a:lnTo>
                  <a:lnTo>
                    <a:pt x="348259" y="172707"/>
                  </a:lnTo>
                  <a:lnTo>
                    <a:pt x="348576" y="173456"/>
                  </a:lnTo>
                  <a:lnTo>
                    <a:pt x="348843" y="174574"/>
                  </a:lnTo>
                  <a:lnTo>
                    <a:pt x="348843" y="167652"/>
                  </a:lnTo>
                  <a:lnTo>
                    <a:pt x="348399" y="167233"/>
                  </a:lnTo>
                  <a:lnTo>
                    <a:pt x="345757" y="165989"/>
                  </a:lnTo>
                  <a:lnTo>
                    <a:pt x="343179" y="164680"/>
                  </a:lnTo>
                  <a:lnTo>
                    <a:pt x="331622" y="172707"/>
                  </a:lnTo>
                  <a:lnTo>
                    <a:pt x="334048" y="177711"/>
                  </a:lnTo>
                  <a:lnTo>
                    <a:pt x="338696" y="179946"/>
                  </a:lnTo>
                  <a:lnTo>
                    <a:pt x="341477" y="181203"/>
                  </a:lnTo>
                  <a:lnTo>
                    <a:pt x="344398" y="181483"/>
                  </a:lnTo>
                  <a:lnTo>
                    <a:pt x="346989" y="180555"/>
                  </a:lnTo>
                  <a:lnTo>
                    <a:pt x="348843" y="179946"/>
                  </a:lnTo>
                  <a:lnTo>
                    <a:pt x="350418" y="178689"/>
                  </a:lnTo>
                  <a:lnTo>
                    <a:pt x="350583" y="178257"/>
                  </a:lnTo>
                  <a:lnTo>
                    <a:pt x="350659" y="178079"/>
                  </a:lnTo>
                  <a:lnTo>
                    <a:pt x="351066" y="177050"/>
                  </a:lnTo>
                  <a:lnTo>
                    <a:pt x="351815" y="175653"/>
                  </a:lnTo>
                  <a:lnTo>
                    <a:pt x="351866" y="173456"/>
                  </a:lnTo>
                  <a:close/>
                </a:path>
                <a:path w="492759" h="325119">
                  <a:moveTo>
                    <a:pt x="357720" y="116687"/>
                  </a:moveTo>
                  <a:lnTo>
                    <a:pt x="357682" y="116166"/>
                  </a:lnTo>
                  <a:lnTo>
                    <a:pt x="357593" y="115912"/>
                  </a:lnTo>
                  <a:lnTo>
                    <a:pt x="357212" y="114719"/>
                  </a:lnTo>
                  <a:lnTo>
                    <a:pt x="356565" y="113868"/>
                  </a:lnTo>
                  <a:lnTo>
                    <a:pt x="355180" y="112064"/>
                  </a:lnTo>
                  <a:lnTo>
                    <a:pt x="354393" y="111607"/>
                  </a:lnTo>
                  <a:lnTo>
                    <a:pt x="354393" y="116166"/>
                  </a:lnTo>
                  <a:lnTo>
                    <a:pt x="354317" y="118237"/>
                  </a:lnTo>
                  <a:lnTo>
                    <a:pt x="354253" y="118579"/>
                  </a:lnTo>
                  <a:lnTo>
                    <a:pt x="354126" y="119329"/>
                  </a:lnTo>
                  <a:lnTo>
                    <a:pt x="353199" y="120853"/>
                  </a:lnTo>
                  <a:lnTo>
                    <a:pt x="349351" y="123799"/>
                  </a:lnTo>
                  <a:lnTo>
                    <a:pt x="346049" y="123799"/>
                  </a:lnTo>
                  <a:lnTo>
                    <a:pt x="344779" y="122135"/>
                  </a:lnTo>
                  <a:lnTo>
                    <a:pt x="344258" y="121551"/>
                  </a:lnTo>
                  <a:lnTo>
                    <a:pt x="344106" y="120853"/>
                  </a:lnTo>
                  <a:lnTo>
                    <a:pt x="344106" y="118579"/>
                  </a:lnTo>
                  <a:lnTo>
                    <a:pt x="345046" y="116687"/>
                  </a:lnTo>
                  <a:lnTo>
                    <a:pt x="346684" y="115493"/>
                  </a:lnTo>
                  <a:lnTo>
                    <a:pt x="348157" y="114376"/>
                  </a:lnTo>
                  <a:lnTo>
                    <a:pt x="349910" y="113868"/>
                  </a:lnTo>
                  <a:lnTo>
                    <a:pt x="351091" y="113868"/>
                  </a:lnTo>
                  <a:lnTo>
                    <a:pt x="352069" y="114147"/>
                  </a:lnTo>
                  <a:lnTo>
                    <a:pt x="352793" y="114376"/>
                  </a:lnTo>
                  <a:lnTo>
                    <a:pt x="352971" y="114376"/>
                  </a:lnTo>
                  <a:lnTo>
                    <a:pt x="354393" y="116166"/>
                  </a:lnTo>
                  <a:lnTo>
                    <a:pt x="354393" y="111607"/>
                  </a:lnTo>
                  <a:lnTo>
                    <a:pt x="353745" y="111213"/>
                  </a:lnTo>
                  <a:lnTo>
                    <a:pt x="351853" y="110947"/>
                  </a:lnTo>
                  <a:lnTo>
                    <a:pt x="349351" y="110642"/>
                  </a:lnTo>
                  <a:lnTo>
                    <a:pt x="346887" y="111417"/>
                  </a:lnTo>
                  <a:lnTo>
                    <a:pt x="344779" y="113106"/>
                  </a:lnTo>
                  <a:lnTo>
                    <a:pt x="340868" y="115912"/>
                  </a:lnTo>
                  <a:lnTo>
                    <a:pt x="340753" y="116433"/>
                  </a:lnTo>
                  <a:lnTo>
                    <a:pt x="340690" y="116687"/>
                  </a:lnTo>
                  <a:lnTo>
                    <a:pt x="339750" y="120853"/>
                  </a:lnTo>
                  <a:lnTo>
                    <a:pt x="340207" y="121551"/>
                  </a:lnTo>
                  <a:lnTo>
                    <a:pt x="342188" y="124028"/>
                  </a:lnTo>
                  <a:lnTo>
                    <a:pt x="344779" y="127152"/>
                  </a:lnTo>
                  <a:lnTo>
                    <a:pt x="349770" y="127355"/>
                  </a:lnTo>
                  <a:lnTo>
                    <a:pt x="353745" y="124383"/>
                  </a:lnTo>
                  <a:lnTo>
                    <a:pt x="354495" y="123799"/>
                  </a:lnTo>
                  <a:lnTo>
                    <a:pt x="355828" y="122758"/>
                  </a:lnTo>
                  <a:lnTo>
                    <a:pt x="357212" y="120586"/>
                  </a:lnTo>
                  <a:lnTo>
                    <a:pt x="357263" y="120091"/>
                  </a:lnTo>
                  <a:lnTo>
                    <a:pt x="357365" y="119329"/>
                  </a:lnTo>
                  <a:lnTo>
                    <a:pt x="357454" y="118579"/>
                  </a:lnTo>
                  <a:lnTo>
                    <a:pt x="357555" y="117805"/>
                  </a:lnTo>
                  <a:lnTo>
                    <a:pt x="357720" y="116687"/>
                  </a:lnTo>
                  <a:close/>
                </a:path>
                <a:path w="492759" h="325119">
                  <a:moveTo>
                    <a:pt x="411416" y="274193"/>
                  </a:moveTo>
                  <a:lnTo>
                    <a:pt x="411353" y="268147"/>
                  </a:lnTo>
                  <a:lnTo>
                    <a:pt x="411264" y="267804"/>
                  </a:lnTo>
                  <a:lnTo>
                    <a:pt x="410921" y="266509"/>
                  </a:lnTo>
                  <a:lnTo>
                    <a:pt x="409473" y="264642"/>
                  </a:lnTo>
                  <a:lnTo>
                    <a:pt x="408432" y="263271"/>
                  </a:lnTo>
                  <a:lnTo>
                    <a:pt x="408432" y="267804"/>
                  </a:lnTo>
                  <a:lnTo>
                    <a:pt x="408393" y="273164"/>
                  </a:lnTo>
                  <a:lnTo>
                    <a:pt x="408012" y="274193"/>
                  </a:lnTo>
                  <a:lnTo>
                    <a:pt x="407657" y="275056"/>
                  </a:lnTo>
                  <a:lnTo>
                    <a:pt x="405765" y="276860"/>
                  </a:lnTo>
                  <a:lnTo>
                    <a:pt x="404761" y="277533"/>
                  </a:lnTo>
                  <a:lnTo>
                    <a:pt x="402107" y="277533"/>
                  </a:lnTo>
                  <a:lnTo>
                    <a:pt x="401269" y="276860"/>
                  </a:lnTo>
                  <a:lnTo>
                    <a:pt x="400685" y="276263"/>
                  </a:lnTo>
                  <a:lnTo>
                    <a:pt x="399554" y="275056"/>
                  </a:lnTo>
                  <a:lnTo>
                    <a:pt x="398767" y="273164"/>
                  </a:lnTo>
                  <a:lnTo>
                    <a:pt x="398830" y="268909"/>
                  </a:lnTo>
                  <a:lnTo>
                    <a:pt x="408432" y="267804"/>
                  </a:lnTo>
                  <a:lnTo>
                    <a:pt x="408432" y="263271"/>
                  </a:lnTo>
                  <a:lnTo>
                    <a:pt x="408051" y="262763"/>
                  </a:lnTo>
                  <a:lnTo>
                    <a:pt x="405574" y="261569"/>
                  </a:lnTo>
                  <a:lnTo>
                    <a:pt x="401942" y="261569"/>
                  </a:lnTo>
                  <a:lnTo>
                    <a:pt x="400138" y="262356"/>
                  </a:lnTo>
                  <a:lnTo>
                    <a:pt x="398703" y="263702"/>
                  </a:lnTo>
                  <a:lnTo>
                    <a:pt x="396824" y="265417"/>
                  </a:lnTo>
                  <a:lnTo>
                    <a:pt x="395719" y="268147"/>
                  </a:lnTo>
                  <a:lnTo>
                    <a:pt x="395681" y="274193"/>
                  </a:lnTo>
                  <a:lnTo>
                    <a:pt x="396621" y="276593"/>
                  </a:lnTo>
                  <a:lnTo>
                    <a:pt x="398424" y="278396"/>
                  </a:lnTo>
                  <a:lnTo>
                    <a:pt x="399783" y="279844"/>
                  </a:lnTo>
                  <a:lnTo>
                    <a:pt x="401637" y="280606"/>
                  </a:lnTo>
                  <a:lnTo>
                    <a:pt x="405472" y="280606"/>
                  </a:lnTo>
                  <a:lnTo>
                    <a:pt x="407136" y="279984"/>
                  </a:lnTo>
                  <a:lnTo>
                    <a:pt x="409778" y="277533"/>
                  </a:lnTo>
                  <a:lnTo>
                    <a:pt x="410514" y="276860"/>
                  </a:lnTo>
                  <a:lnTo>
                    <a:pt x="410603" y="276593"/>
                  </a:lnTo>
                  <a:lnTo>
                    <a:pt x="410718" y="276263"/>
                  </a:lnTo>
                  <a:lnTo>
                    <a:pt x="411416" y="274193"/>
                  </a:lnTo>
                  <a:close/>
                </a:path>
                <a:path w="492759" h="325119">
                  <a:moveTo>
                    <a:pt x="430123" y="287591"/>
                  </a:moveTo>
                  <a:lnTo>
                    <a:pt x="428066" y="285229"/>
                  </a:lnTo>
                  <a:lnTo>
                    <a:pt x="426478" y="283413"/>
                  </a:lnTo>
                  <a:lnTo>
                    <a:pt x="426262" y="283375"/>
                  </a:lnTo>
                  <a:lnTo>
                    <a:pt x="426262" y="288366"/>
                  </a:lnTo>
                  <a:lnTo>
                    <a:pt x="426161" y="291312"/>
                  </a:lnTo>
                  <a:lnTo>
                    <a:pt x="426046" y="291884"/>
                  </a:lnTo>
                  <a:lnTo>
                    <a:pt x="425627" y="293827"/>
                  </a:lnTo>
                  <a:lnTo>
                    <a:pt x="422427" y="295465"/>
                  </a:lnTo>
                  <a:lnTo>
                    <a:pt x="418896" y="294805"/>
                  </a:lnTo>
                  <a:lnTo>
                    <a:pt x="415340" y="294170"/>
                  </a:lnTo>
                  <a:lnTo>
                    <a:pt x="412915" y="291528"/>
                  </a:lnTo>
                  <a:lnTo>
                    <a:pt x="412953" y="291312"/>
                  </a:lnTo>
                  <a:lnTo>
                    <a:pt x="413054" y="290677"/>
                  </a:lnTo>
                  <a:lnTo>
                    <a:pt x="413321" y="289064"/>
                  </a:lnTo>
                  <a:lnTo>
                    <a:pt x="413626" y="287769"/>
                  </a:lnTo>
                  <a:lnTo>
                    <a:pt x="414350" y="286893"/>
                  </a:lnTo>
                  <a:lnTo>
                    <a:pt x="415112" y="286575"/>
                  </a:lnTo>
                  <a:lnTo>
                    <a:pt x="416623" y="285572"/>
                  </a:lnTo>
                  <a:lnTo>
                    <a:pt x="418553" y="285229"/>
                  </a:lnTo>
                  <a:lnTo>
                    <a:pt x="423900" y="286118"/>
                  </a:lnTo>
                  <a:lnTo>
                    <a:pt x="426262" y="288366"/>
                  </a:lnTo>
                  <a:lnTo>
                    <a:pt x="426262" y="283375"/>
                  </a:lnTo>
                  <a:lnTo>
                    <a:pt x="421208" y="282422"/>
                  </a:lnTo>
                  <a:lnTo>
                    <a:pt x="418249" y="281952"/>
                  </a:lnTo>
                  <a:lnTo>
                    <a:pt x="415340" y="282422"/>
                  </a:lnTo>
                  <a:lnTo>
                    <a:pt x="413321" y="284035"/>
                  </a:lnTo>
                  <a:lnTo>
                    <a:pt x="411556" y="285038"/>
                  </a:lnTo>
                  <a:lnTo>
                    <a:pt x="411441" y="285229"/>
                  </a:lnTo>
                  <a:lnTo>
                    <a:pt x="410578" y="286575"/>
                  </a:lnTo>
                  <a:lnTo>
                    <a:pt x="410476" y="286893"/>
                  </a:lnTo>
                  <a:lnTo>
                    <a:pt x="409765" y="290677"/>
                  </a:lnTo>
                  <a:lnTo>
                    <a:pt x="410527" y="292798"/>
                  </a:lnTo>
                  <a:lnTo>
                    <a:pt x="412127" y="294525"/>
                  </a:lnTo>
                  <a:lnTo>
                    <a:pt x="413626" y="296316"/>
                  </a:lnTo>
                  <a:lnTo>
                    <a:pt x="415937" y="297421"/>
                  </a:lnTo>
                  <a:lnTo>
                    <a:pt x="418249" y="297865"/>
                  </a:lnTo>
                  <a:lnTo>
                    <a:pt x="420916" y="298284"/>
                  </a:lnTo>
                  <a:lnTo>
                    <a:pt x="423964" y="297865"/>
                  </a:lnTo>
                  <a:lnTo>
                    <a:pt x="423545" y="297865"/>
                  </a:lnTo>
                  <a:lnTo>
                    <a:pt x="425348" y="296913"/>
                  </a:lnTo>
                  <a:lnTo>
                    <a:pt x="429285" y="291884"/>
                  </a:lnTo>
                  <a:lnTo>
                    <a:pt x="429399" y="291312"/>
                  </a:lnTo>
                  <a:lnTo>
                    <a:pt x="429526" y="290677"/>
                  </a:lnTo>
                  <a:lnTo>
                    <a:pt x="430123" y="287591"/>
                  </a:lnTo>
                  <a:close/>
                </a:path>
                <a:path w="492759" h="325119">
                  <a:moveTo>
                    <a:pt x="484619" y="266001"/>
                  </a:moveTo>
                  <a:lnTo>
                    <a:pt x="482269" y="263702"/>
                  </a:lnTo>
                  <a:lnTo>
                    <a:pt x="481469" y="262928"/>
                  </a:lnTo>
                  <a:lnTo>
                    <a:pt x="481469" y="267804"/>
                  </a:lnTo>
                  <a:lnTo>
                    <a:pt x="481469" y="277698"/>
                  </a:lnTo>
                  <a:lnTo>
                    <a:pt x="477342" y="281800"/>
                  </a:lnTo>
                  <a:lnTo>
                    <a:pt x="466966" y="281800"/>
                  </a:lnTo>
                  <a:lnTo>
                    <a:pt x="462940" y="277698"/>
                  </a:lnTo>
                  <a:lnTo>
                    <a:pt x="462940" y="267804"/>
                  </a:lnTo>
                  <a:lnTo>
                    <a:pt x="466966" y="263702"/>
                  </a:lnTo>
                  <a:lnTo>
                    <a:pt x="477342" y="263702"/>
                  </a:lnTo>
                  <a:lnTo>
                    <a:pt x="481469" y="267804"/>
                  </a:lnTo>
                  <a:lnTo>
                    <a:pt x="481469" y="262928"/>
                  </a:lnTo>
                  <a:lnTo>
                    <a:pt x="479031" y="260540"/>
                  </a:lnTo>
                  <a:lnTo>
                    <a:pt x="465429" y="260540"/>
                  </a:lnTo>
                  <a:lnTo>
                    <a:pt x="459765" y="266001"/>
                  </a:lnTo>
                  <a:lnTo>
                    <a:pt x="459765" y="279412"/>
                  </a:lnTo>
                  <a:lnTo>
                    <a:pt x="465429" y="284886"/>
                  </a:lnTo>
                  <a:lnTo>
                    <a:pt x="479031" y="284886"/>
                  </a:lnTo>
                  <a:lnTo>
                    <a:pt x="482180" y="281800"/>
                  </a:lnTo>
                  <a:lnTo>
                    <a:pt x="484619" y="279412"/>
                  </a:lnTo>
                  <a:lnTo>
                    <a:pt x="484619" y="266001"/>
                  </a:lnTo>
                  <a:close/>
                </a:path>
                <a:path w="492759" h="325119">
                  <a:moveTo>
                    <a:pt x="492290" y="184150"/>
                  </a:moveTo>
                  <a:lnTo>
                    <a:pt x="490448" y="175260"/>
                  </a:lnTo>
                  <a:lnTo>
                    <a:pt x="482346" y="170180"/>
                  </a:lnTo>
                  <a:lnTo>
                    <a:pt x="473278" y="163830"/>
                  </a:lnTo>
                  <a:lnTo>
                    <a:pt x="472706" y="162560"/>
                  </a:lnTo>
                  <a:lnTo>
                    <a:pt x="468541" y="152400"/>
                  </a:lnTo>
                  <a:lnTo>
                    <a:pt x="472757" y="162560"/>
                  </a:lnTo>
                  <a:lnTo>
                    <a:pt x="480745" y="166370"/>
                  </a:lnTo>
                  <a:lnTo>
                    <a:pt x="486765" y="163830"/>
                  </a:lnTo>
                  <a:lnTo>
                    <a:pt x="480288" y="160020"/>
                  </a:lnTo>
                  <a:lnTo>
                    <a:pt x="478434" y="152400"/>
                  </a:lnTo>
                  <a:lnTo>
                    <a:pt x="478129" y="151130"/>
                  </a:lnTo>
                  <a:lnTo>
                    <a:pt x="475221" y="143510"/>
                  </a:lnTo>
                  <a:lnTo>
                    <a:pt x="469404" y="140970"/>
                  </a:lnTo>
                  <a:lnTo>
                    <a:pt x="466496" y="139700"/>
                  </a:lnTo>
                  <a:lnTo>
                    <a:pt x="463778" y="139700"/>
                  </a:lnTo>
                  <a:lnTo>
                    <a:pt x="460679" y="137160"/>
                  </a:lnTo>
                  <a:lnTo>
                    <a:pt x="457301" y="135890"/>
                  </a:lnTo>
                  <a:lnTo>
                    <a:pt x="452170" y="135890"/>
                  </a:lnTo>
                  <a:lnTo>
                    <a:pt x="445808" y="137160"/>
                  </a:lnTo>
                  <a:lnTo>
                    <a:pt x="439178" y="140970"/>
                  </a:lnTo>
                  <a:lnTo>
                    <a:pt x="433959" y="147320"/>
                  </a:lnTo>
                  <a:lnTo>
                    <a:pt x="431838" y="157480"/>
                  </a:lnTo>
                  <a:lnTo>
                    <a:pt x="437680" y="176530"/>
                  </a:lnTo>
                  <a:lnTo>
                    <a:pt x="463359" y="201930"/>
                  </a:lnTo>
                  <a:lnTo>
                    <a:pt x="469201" y="219710"/>
                  </a:lnTo>
                  <a:lnTo>
                    <a:pt x="469201" y="227330"/>
                  </a:lnTo>
                  <a:lnTo>
                    <a:pt x="462864" y="232410"/>
                  </a:lnTo>
                  <a:lnTo>
                    <a:pt x="449491" y="232410"/>
                  </a:lnTo>
                  <a:lnTo>
                    <a:pt x="444500" y="224790"/>
                  </a:lnTo>
                  <a:lnTo>
                    <a:pt x="440537" y="217170"/>
                  </a:lnTo>
                  <a:lnTo>
                    <a:pt x="439216" y="214630"/>
                  </a:lnTo>
                  <a:lnTo>
                    <a:pt x="437349" y="210820"/>
                  </a:lnTo>
                  <a:lnTo>
                    <a:pt x="436727" y="209550"/>
                  </a:lnTo>
                  <a:lnTo>
                    <a:pt x="431253" y="201930"/>
                  </a:lnTo>
                  <a:lnTo>
                    <a:pt x="429983" y="200507"/>
                  </a:lnTo>
                  <a:lnTo>
                    <a:pt x="429983" y="217170"/>
                  </a:lnTo>
                  <a:lnTo>
                    <a:pt x="425983" y="222250"/>
                  </a:lnTo>
                  <a:lnTo>
                    <a:pt x="422414" y="223520"/>
                  </a:lnTo>
                  <a:lnTo>
                    <a:pt x="417893" y="220980"/>
                  </a:lnTo>
                  <a:lnTo>
                    <a:pt x="417830" y="219710"/>
                  </a:lnTo>
                  <a:lnTo>
                    <a:pt x="417703" y="217170"/>
                  </a:lnTo>
                  <a:lnTo>
                    <a:pt x="421906" y="212090"/>
                  </a:lnTo>
                  <a:lnTo>
                    <a:pt x="425196" y="210820"/>
                  </a:lnTo>
                  <a:lnTo>
                    <a:pt x="427583" y="212090"/>
                  </a:lnTo>
                  <a:lnTo>
                    <a:pt x="429895" y="213360"/>
                  </a:lnTo>
                  <a:lnTo>
                    <a:pt x="429983" y="217170"/>
                  </a:lnTo>
                  <a:lnTo>
                    <a:pt x="429983" y="200507"/>
                  </a:lnTo>
                  <a:lnTo>
                    <a:pt x="425627" y="195580"/>
                  </a:lnTo>
                  <a:lnTo>
                    <a:pt x="427202" y="196850"/>
                  </a:lnTo>
                  <a:lnTo>
                    <a:pt x="434835" y="196850"/>
                  </a:lnTo>
                  <a:lnTo>
                    <a:pt x="436270" y="195580"/>
                  </a:lnTo>
                  <a:lnTo>
                    <a:pt x="437692" y="194310"/>
                  </a:lnTo>
                  <a:lnTo>
                    <a:pt x="438391" y="191770"/>
                  </a:lnTo>
                  <a:lnTo>
                    <a:pt x="438518" y="187960"/>
                  </a:lnTo>
                  <a:lnTo>
                    <a:pt x="437299" y="185420"/>
                  </a:lnTo>
                  <a:lnTo>
                    <a:pt x="435508" y="182880"/>
                  </a:lnTo>
                  <a:lnTo>
                    <a:pt x="435292" y="182626"/>
                  </a:lnTo>
                  <a:lnTo>
                    <a:pt x="435292" y="187960"/>
                  </a:lnTo>
                  <a:lnTo>
                    <a:pt x="435229" y="190500"/>
                  </a:lnTo>
                  <a:lnTo>
                    <a:pt x="435038" y="191770"/>
                  </a:lnTo>
                  <a:lnTo>
                    <a:pt x="434035" y="193040"/>
                  </a:lnTo>
                  <a:lnTo>
                    <a:pt x="433108" y="194310"/>
                  </a:lnTo>
                  <a:lnTo>
                    <a:pt x="429450" y="194310"/>
                  </a:lnTo>
                  <a:lnTo>
                    <a:pt x="427443" y="193040"/>
                  </a:lnTo>
                  <a:lnTo>
                    <a:pt x="424751" y="190500"/>
                  </a:lnTo>
                  <a:lnTo>
                    <a:pt x="424332" y="189230"/>
                  </a:lnTo>
                  <a:lnTo>
                    <a:pt x="423913" y="187960"/>
                  </a:lnTo>
                  <a:lnTo>
                    <a:pt x="423989" y="186690"/>
                  </a:lnTo>
                  <a:lnTo>
                    <a:pt x="424116" y="184150"/>
                  </a:lnTo>
                  <a:lnTo>
                    <a:pt x="425170" y="184150"/>
                  </a:lnTo>
                  <a:lnTo>
                    <a:pt x="425996" y="182880"/>
                  </a:lnTo>
                  <a:lnTo>
                    <a:pt x="429793" y="182880"/>
                  </a:lnTo>
                  <a:lnTo>
                    <a:pt x="431685" y="184150"/>
                  </a:lnTo>
                  <a:lnTo>
                    <a:pt x="433108" y="185420"/>
                  </a:lnTo>
                  <a:lnTo>
                    <a:pt x="434479" y="186690"/>
                  </a:lnTo>
                  <a:lnTo>
                    <a:pt x="435292" y="187960"/>
                  </a:lnTo>
                  <a:lnTo>
                    <a:pt x="435292" y="182626"/>
                  </a:lnTo>
                  <a:lnTo>
                    <a:pt x="433425" y="180340"/>
                  </a:lnTo>
                  <a:lnTo>
                    <a:pt x="430631" y="179070"/>
                  </a:lnTo>
                  <a:lnTo>
                    <a:pt x="426173" y="179070"/>
                  </a:lnTo>
                  <a:lnTo>
                    <a:pt x="424205" y="180340"/>
                  </a:lnTo>
                  <a:lnTo>
                    <a:pt x="422960" y="181610"/>
                  </a:lnTo>
                  <a:lnTo>
                    <a:pt x="421614" y="182880"/>
                  </a:lnTo>
                  <a:lnTo>
                    <a:pt x="420916" y="184150"/>
                  </a:lnTo>
                  <a:lnTo>
                    <a:pt x="420839" y="188506"/>
                  </a:lnTo>
                  <a:lnTo>
                    <a:pt x="415556" y="181610"/>
                  </a:lnTo>
                  <a:lnTo>
                    <a:pt x="415340" y="181343"/>
                  </a:lnTo>
                  <a:lnTo>
                    <a:pt x="415340" y="240030"/>
                  </a:lnTo>
                  <a:lnTo>
                    <a:pt x="413334" y="242570"/>
                  </a:lnTo>
                  <a:lnTo>
                    <a:pt x="411175" y="245110"/>
                  </a:lnTo>
                  <a:lnTo>
                    <a:pt x="407771" y="246380"/>
                  </a:lnTo>
                  <a:lnTo>
                    <a:pt x="403326" y="243840"/>
                  </a:lnTo>
                  <a:lnTo>
                    <a:pt x="403237" y="242570"/>
                  </a:lnTo>
                  <a:lnTo>
                    <a:pt x="403161" y="241300"/>
                  </a:lnTo>
                  <a:lnTo>
                    <a:pt x="403072" y="240030"/>
                  </a:lnTo>
                  <a:lnTo>
                    <a:pt x="405117" y="237490"/>
                  </a:lnTo>
                  <a:lnTo>
                    <a:pt x="407123" y="233680"/>
                  </a:lnTo>
                  <a:lnTo>
                    <a:pt x="410603" y="233680"/>
                  </a:lnTo>
                  <a:lnTo>
                    <a:pt x="412915" y="234950"/>
                  </a:lnTo>
                  <a:lnTo>
                    <a:pt x="415150" y="236220"/>
                  </a:lnTo>
                  <a:lnTo>
                    <a:pt x="415277" y="238760"/>
                  </a:lnTo>
                  <a:lnTo>
                    <a:pt x="415340" y="240030"/>
                  </a:lnTo>
                  <a:lnTo>
                    <a:pt x="415340" y="181343"/>
                  </a:lnTo>
                  <a:lnTo>
                    <a:pt x="410591" y="175260"/>
                  </a:lnTo>
                  <a:lnTo>
                    <a:pt x="407136" y="168910"/>
                  </a:lnTo>
                  <a:lnTo>
                    <a:pt x="405841" y="163830"/>
                  </a:lnTo>
                  <a:lnTo>
                    <a:pt x="405841" y="158750"/>
                  </a:lnTo>
                  <a:lnTo>
                    <a:pt x="409321" y="154940"/>
                  </a:lnTo>
                  <a:lnTo>
                    <a:pt x="411429" y="152400"/>
                  </a:lnTo>
                  <a:lnTo>
                    <a:pt x="413537" y="149860"/>
                  </a:lnTo>
                  <a:lnTo>
                    <a:pt x="414972" y="149860"/>
                  </a:lnTo>
                  <a:lnTo>
                    <a:pt x="416052" y="148590"/>
                  </a:lnTo>
                  <a:lnTo>
                    <a:pt x="417576" y="147320"/>
                  </a:lnTo>
                  <a:lnTo>
                    <a:pt x="420776" y="144780"/>
                  </a:lnTo>
                  <a:lnTo>
                    <a:pt x="427202" y="137160"/>
                  </a:lnTo>
                  <a:lnTo>
                    <a:pt x="427443" y="137160"/>
                  </a:lnTo>
                  <a:lnTo>
                    <a:pt x="429209" y="135890"/>
                  </a:lnTo>
                  <a:lnTo>
                    <a:pt x="425996" y="132956"/>
                  </a:lnTo>
                  <a:lnTo>
                    <a:pt x="425996" y="135890"/>
                  </a:lnTo>
                  <a:lnTo>
                    <a:pt x="418261" y="143510"/>
                  </a:lnTo>
                  <a:lnTo>
                    <a:pt x="414566" y="147320"/>
                  </a:lnTo>
                  <a:lnTo>
                    <a:pt x="410083" y="144780"/>
                  </a:lnTo>
                  <a:lnTo>
                    <a:pt x="362991" y="118110"/>
                  </a:lnTo>
                  <a:lnTo>
                    <a:pt x="368033" y="102870"/>
                  </a:lnTo>
                  <a:lnTo>
                    <a:pt x="373672" y="105410"/>
                  </a:lnTo>
                  <a:lnTo>
                    <a:pt x="372059" y="105410"/>
                  </a:lnTo>
                  <a:lnTo>
                    <a:pt x="370001" y="106680"/>
                  </a:lnTo>
                  <a:lnTo>
                    <a:pt x="368211" y="109220"/>
                  </a:lnTo>
                  <a:lnTo>
                    <a:pt x="371894" y="109220"/>
                  </a:lnTo>
                  <a:lnTo>
                    <a:pt x="373405" y="107950"/>
                  </a:lnTo>
                  <a:lnTo>
                    <a:pt x="371182" y="114300"/>
                  </a:lnTo>
                  <a:lnTo>
                    <a:pt x="370611" y="113030"/>
                  </a:lnTo>
                  <a:lnTo>
                    <a:pt x="368973" y="111760"/>
                  </a:lnTo>
                  <a:lnTo>
                    <a:pt x="367385" y="110490"/>
                  </a:lnTo>
                  <a:lnTo>
                    <a:pt x="366268" y="115570"/>
                  </a:lnTo>
                  <a:lnTo>
                    <a:pt x="369189" y="116840"/>
                  </a:lnTo>
                  <a:lnTo>
                    <a:pt x="371182" y="118110"/>
                  </a:lnTo>
                  <a:lnTo>
                    <a:pt x="374700" y="119380"/>
                  </a:lnTo>
                  <a:lnTo>
                    <a:pt x="376859" y="119380"/>
                  </a:lnTo>
                  <a:lnTo>
                    <a:pt x="377825" y="118110"/>
                  </a:lnTo>
                  <a:lnTo>
                    <a:pt x="378917" y="116840"/>
                  </a:lnTo>
                  <a:lnTo>
                    <a:pt x="377799" y="115570"/>
                  </a:lnTo>
                  <a:lnTo>
                    <a:pt x="376694" y="114300"/>
                  </a:lnTo>
                  <a:lnTo>
                    <a:pt x="373773" y="115570"/>
                  </a:lnTo>
                  <a:lnTo>
                    <a:pt x="373646" y="114300"/>
                  </a:lnTo>
                  <a:lnTo>
                    <a:pt x="373519" y="113030"/>
                  </a:lnTo>
                  <a:lnTo>
                    <a:pt x="373405" y="111760"/>
                  </a:lnTo>
                  <a:lnTo>
                    <a:pt x="375069" y="110490"/>
                  </a:lnTo>
                  <a:lnTo>
                    <a:pt x="378625" y="110490"/>
                  </a:lnTo>
                  <a:lnTo>
                    <a:pt x="379857" y="111760"/>
                  </a:lnTo>
                  <a:lnTo>
                    <a:pt x="380326" y="114300"/>
                  </a:lnTo>
                  <a:lnTo>
                    <a:pt x="380263" y="113030"/>
                  </a:lnTo>
                  <a:lnTo>
                    <a:pt x="380149" y="110490"/>
                  </a:lnTo>
                  <a:lnTo>
                    <a:pt x="380085" y="109220"/>
                  </a:lnTo>
                  <a:lnTo>
                    <a:pt x="380834" y="107950"/>
                  </a:lnTo>
                  <a:lnTo>
                    <a:pt x="382320" y="105410"/>
                  </a:lnTo>
                  <a:lnTo>
                    <a:pt x="386626" y="104140"/>
                  </a:lnTo>
                  <a:lnTo>
                    <a:pt x="388315" y="109220"/>
                  </a:lnTo>
                  <a:lnTo>
                    <a:pt x="386981" y="111760"/>
                  </a:lnTo>
                  <a:lnTo>
                    <a:pt x="383514" y="115570"/>
                  </a:lnTo>
                  <a:lnTo>
                    <a:pt x="385419" y="114300"/>
                  </a:lnTo>
                  <a:lnTo>
                    <a:pt x="387464" y="114300"/>
                  </a:lnTo>
                  <a:lnTo>
                    <a:pt x="388200" y="115570"/>
                  </a:lnTo>
                  <a:lnTo>
                    <a:pt x="389394" y="116840"/>
                  </a:lnTo>
                  <a:lnTo>
                    <a:pt x="388988" y="119380"/>
                  </a:lnTo>
                  <a:lnTo>
                    <a:pt x="386334" y="120650"/>
                  </a:lnTo>
                  <a:lnTo>
                    <a:pt x="385762" y="118110"/>
                  </a:lnTo>
                  <a:lnTo>
                    <a:pt x="382193" y="118110"/>
                  </a:lnTo>
                  <a:lnTo>
                    <a:pt x="381190" y="119380"/>
                  </a:lnTo>
                  <a:lnTo>
                    <a:pt x="380085" y="121920"/>
                  </a:lnTo>
                  <a:lnTo>
                    <a:pt x="381762" y="123190"/>
                  </a:lnTo>
                  <a:lnTo>
                    <a:pt x="384835" y="125730"/>
                  </a:lnTo>
                  <a:lnTo>
                    <a:pt x="388493" y="127000"/>
                  </a:lnTo>
                  <a:lnTo>
                    <a:pt x="391490" y="125730"/>
                  </a:lnTo>
                  <a:lnTo>
                    <a:pt x="392480" y="124460"/>
                  </a:lnTo>
                  <a:lnTo>
                    <a:pt x="393484" y="123190"/>
                  </a:lnTo>
                  <a:lnTo>
                    <a:pt x="392277" y="121920"/>
                  </a:lnTo>
                  <a:lnTo>
                    <a:pt x="390169" y="123190"/>
                  </a:lnTo>
                  <a:lnTo>
                    <a:pt x="388175" y="124460"/>
                  </a:lnTo>
                  <a:lnTo>
                    <a:pt x="390042" y="120650"/>
                  </a:lnTo>
                  <a:lnTo>
                    <a:pt x="391909" y="116840"/>
                  </a:lnTo>
                  <a:lnTo>
                    <a:pt x="392137" y="118110"/>
                  </a:lnTo>
                  <a:lnTo>
                    <a:pt x="392696" y="119380"/>
                  </a:lnTo>
                  <a:lnTo>
                    <a:pt x="394398" y="120650"/>
                  </a:lnTo>
                  <a:lnTo>
                    <a:pt x="395706" y="116840"/>
                  </a:lnTo>
                  <a:lnTo>
                    <a:pt x="394614" y="114300"/>
                  </a:lnTo>
                  <a:lnTo>
                    <a:pt x="402628" y="119380"/>
                  </a:lnTo>
                  <a:lnTo>
                    <a:pt x="399910" y="119380"/>
                  </a:lnTo>
                  <a:lnTo>
                    <a:pt x="396963" y="121920"/>
                  </a:lnTo>
                  <a:lnTo>
                    <a:pt x="398780" y="123190"/>
                  </a:lnTo>
                  <a:lnTo>
                    <a:pt x="400685" y="123190"/>
                  </a:lnTo>
                  <a:lnTo>
                    <a:pt x="401726" y="121920"/>
                  </a:lnTo>
                  <a:lnTo>
                    <a:pt x="397535" y="129540"/>
                  </a:lnTo>
                  <a:lnTo>
                    <a:pt x="397535" y="127000"/>
                  </a:lnTo>
                  <a:lnTo>
                    <a:pt x="396608" y="124460"/>
                  </a:lnTo>
                  <a:lnTo>
                    <a:pt x="395706" y="124460"/>
                  </a:lnTo>
                  <a:lnTo>
                    <a:pt x="393954" y="127000"/>
                  </a:lnTo>
                  <a:lnTo>
                    <a:pt x="394398" y="130810"/>
                  </a:lnTo>
                  <a:lnTo>
                    <a:pt x="398043" y="132080"/>
                  </a:lnTo>
                  <a:lnTo>
                    <a:pt x="401104" y="134620"/>
                  </a:lnTo>
                  <a:lnTo>
                    <a:pt x="403466" y="134620"/>
                  </a:lnTo>
                  <a:lnTo>
                    <a:pt x="404698" y="133350"/>
                  </a:lnTo>
                  <a:lnTo>
                    <a:pt x="405917" y="130810"/>
                  </a:lnTo>
                  <a:lnTo>
                    <a:pt x="404914" y="129540"/>
                  </a:lnTo>
                  <a:lnTo>
                    <a:pt x="403910" y="128270"/>
                  </a:lnTo>
                  <a:lnTo>
                    <a:pt x="400900" y="129540"/>
                  </a:lnTo>
                  <a:lnTo>
                    <a:pt x="400799" y="125730"/>
                  </a:lnTo>
                  <a:lnTo>
                    <a:pt x="402551" y="124460"/>
                  </a:lnTo>
                  <a:lnTo>
                    <a:pt x="406069" y="124460"/>
                  </a:lnTo>
                  <a:lnTo>
                    <a:pt x="407250" y="127000"/>
                  </a:lnTo>
                  <a:lnTo>
                    <a:pt x="407504" y="128270"/>
                  </a:lnTo>
                  <a:lnTo>
                    <a:pt x="408660" y="124460"/>
                  </a:lnTo>
                  <a:lnTo>
                    <a:pt x="410730" y="121920"/>
                  </a:lnTo>
                  <a:lnTo>
                    <a:pt x="415582" y="120650"/>
                  </a:lnTo>
                  <a:lnTo>
                    <a:pt x="416623" y="124460"/>
                  </a:lnTo>
                  <a:lnTo>
                    <a:pt x="414439" y="128270"/>
                  </a:lnTo>
                  <a:lnTo>
                    <a:pt x="412305" y="129540"/>
                  </a:lnTo>
                  <a:lnTo>
                    <a:pt x="412076" y="129540"/>
                  </a:lnTo>
                  <a:lnTo>
                    <a:pt x="410184" y="130810"/>
                  </a:lnTo>
                  <a:lnTo>
                    <a:pt x="412178" y="129616"/>
                  </a:lnTo>
                  <a:lnTo>
                    <a:pt x="414058" y="130810"/>
                  </a:lnTo>
                  <a:lnTo>
                    <a:pt x="414769" y="132080"/>
                  </a:lnTo>
                  <a:lnTo>
                    <a:pt x="415798" y="133350"/>
                  </a:lnTo>
                  <a:lnTo>
                    <a:pt x="415150" y="135890"/>
                  </a:lnTo>
                  <a:lnTo>
                    <a:pt x="412483" y="137160"/>
                  </a:lnTo>
                  <a:lnTo>
                    <a:pt x="411975" y="133350"/>
                  </a:lnTo>
                  <a:lnTo>
                    <a:pt x="408571" y="133350"/>
                  </a:lnTo>
                  <a:lnTo>
                    <a:pt x="406476" y="137160"/>
                  </a:lnTo>
                  <a:lnTo>
                    <a:pt x="407873" y="138430"/>
                  </a:lnTo>
                  <a:lnTo>
                    <a:pt x="411111" y="140970"/>
                  </a:lnTo>
                  <a:lnTo>
                    <a:pt x="413105" y="142240"/>
                  </a:lnTo>
                  <a:lnTo>
                    <a:pt x="416026" y="143510"/>
                  </a:lnTo>
                  <a:lnTo>
                    <a:pt x="419328" y="139700"/>
                  </a:lnTo>
                  <a:lnTo>
                    <a:pt x="418261" y="138430"/>
                  </a:lnTo>
                  <a:lnTo>
                    <a:pt x="414680" y="138430"/>
                  </a:lnTo>
                  <a:lnTo>
                    <a:pt x="415607" y="137160"/>
                  </a:lnTo>
                  <a:lnTo>
                    <a:pt x="418414" y="133350"/>
                  </a:lnTo>
                  <a:lnTo>
                    <a:pt x="418338" y="134620"/>
                  </a:lnTo>
                  <a:lnTo>
                    <a:pt x="418261" y="135890"/>
                  </a:lnTo>
                  <a:lnTo>
                    <a:pt x="419557" y="137160"/>
                  </a:lnTo>
                  <a:lnTo>
                    <a:pt x="420687" y="138430"/>
                  </a:lnTo>
                  <a:lnTo>
                    <a:pt x="421297" y="135890"/>
                  </a:lnTo>
                  <a:lnTo>
                    <a:pt x="421398" y="134620"/>
                  </a:lnTo>
                  <a:lnTo>
                    <a:pt x="421500" y="133350"/>
                  </a:lnTo>
                  <a:lnTo>
                    <a:pt x="421297" y="132080"/>
                  </a:lnTo>
                  <a:lnTo>
                    <a:pt x="425996" y="135890"/>
                  </a:lnTo>
                  <a:lnTo>
                    <a:pt x="425996" y="132956"/>
                  </a:lnTo>
                  <a:lnTo>
                    <a:pt x="425043" y="132080"/>
                  </a:lnTo>
                  <a:lnTo>
                    <a:pt x="426173" y="129540"/>
                  </a:lnTo>
                  <a:lnTo>
                    <a:pt x="427062" y="127000"/>
                  </a:lnTo>
                  <a:lnTo>
                    <a:pt x="427685" y="124460"/>
                  </a:lnTo>
                  <a:lnTo>
                    <a:pt x="428993" y="129540"/>
                  </a:lnTo>
                  <a:lnTo>
                    <a:pt x="431685" y="133350"/>
                  </a:lnTo>
                  <a:lnTo>
                    <a:pt x="435292" y="132080"/>
                  </a:lnTo>
                  <a:lnTo>
                    <a:pt x="434594" y="127000"/>
                  </a:lnTo>
                  <a:lnTo>
                    <a:pt x="434898" y="124460"/>
                  </a:lnTo>
                  <a:lnTo>
                    <a:pt x="435216" y="121920"/>
                  </a:lnTo>
                  <a:lnTo>
                    <a:pt x="435305" y="120650"/>
                  </a:lnTo>
                  <a:lnTo>
                    <a:pt x="435406" y="119380"/>
                  </a:lnTo>
                  <a:lnTo>
                    <a:pt x="435521" y="114300"/>
                  </a:lnTo>
                  <a:lnTo>
                    <a:pt x="434568" y="106680"/>
                  </a:lnTo>
                  <a:lnTo>
                    <a:pt x="437692" y="111760"/>
                  </a:lnTo>
                  <a:lnTo>
                    <a:pt x="441985" y="114300"/>
                  </a:lnTo>
                  <a:lnTo>
                    <a:pt x="445135" y="113030"/>
                  </a:lnTo>
                  <a:lnTo>
                    <a:pt x="441909" y="107950"/>
                  </a:lnTo>
                  <a:lnTo>
                    <a:pt x="441921" y="106680"/>
                  </a:lnTo>
                  <a:lnTo>
                    <a:pt x="441871" y="97790"/>
                  </a:lnTo>
                  <a:lnTo>
                    <a:pt x="441756" y="95250"/>
                  </a:lnTo>
                  <a:lnTo>
                    <a:pt x="441706" y="93980"/>
                  </a:lnTo>
                  <a:lnTo>
                    <a:pt x="441591" y="91440"/>
                  </a:lnTo>
                  <a:lnTo>
                    <a:pt x="436968" y="81280"/>
                  </a:lnTo>
                  <a:lnTo>
                    <a:pt x="440359" y="82550"/>
                  </a:lnTo>
                  <a:lnTo>
                    <a:pt x="442785" y="81280"/>
                  </a:lnTo>
                  <a:lnTo>
                    <a:pt x="444207" y="80010"/>
                  </a:lnTo>
                  <a:lnTo>
                    <a:pt x="439000" y="77470"/>
                  </a:lnTo>
                  <a:lnTo>
                    <a:pt x="435749" y="72390"/>
                  </a:lnTo>
                  <a:lnTo>
                    <a:pt x="431101" y="66040"/>
                  </a:lnTo>
                  <a:lnTo>
                    <a:pt x="421741" y="60960"/>
                  </a:lnTo>
                  <a:lnTo>
                    <a:pt x="425996" y="60960"/>
                  </a:lnTo>
                  <a:lnTo>
                    <a:pt x="428498" y="58420"/>
                  </a:lnTo>
                  <a:lnTo>
                    <a:pt x="428218" y="57150"/>
                  </a:lnTo>
                  <a:lnTo>
                    <a:pt x="427926" y="55880"/>
                  </a:lnTo>
                  <a:lnTo>
                    <a:pt x="424446" y="57150"/>
                  </a:lnTo>
                  <a:lnTo>
                    <a:pt x="420065" y="54610"/>
                  </a:lnTo>
                  <a:lnTo>
                    <a:pt x="413753" y="52070"/>
                  </a:lnTo>
                  <a:lnTo>
                    <a:pt x="404418" y="50800"/>
                  </a:lnTo>
                  <a:lnTo>
                    <a:pt x="404037" y="48260"/>
                  </a:lnTo>
                  <a:lnTo>
                    <a:pt x="403466" y="44450"/>
                  </a:lnTo>
                  <a:lnTo>
                    <a:pt x="398322" y="39370"/>
                  </a:lnTo>
                  <a:lnTo>
                    <a:pt x="392404" y="36830"/>
                  </a:lnTo>
                  <a:lnTo>
                    <a:pt x="393496" y="40640"/>
                  </a:lnTo>
                  <a:lnTo>
                    <a:pt x="392557" y="44450"/>
                  </a:lnTo>
                  <a:lnTo>
                    <a:pt x="391464" y="48260"/>
                  </a:lnTo>
                  <a:lnTo>
                    <a:pt x="388200" y="45110"/>
                  </a:lnTo>
                  <a:lnTo>
                    <a:pt x="388200" y="64770"/>
                  </a:lnTo>
                  <a:lnTo>
                    <a:pt x="382524" y="66040"/>
                  </a:lnTo>
                  <a:lnTo>
                    <a:pt x="377151" y="67310"/>
                  </a:lnTo>
                  <a:lnTo>
                    <a:pt x="373011" y="69850"/>
                  </a:lnTo>
                  <a:lnTo>
                    <a:pt x="374700" y="66040"/>
                  </a:lnTo>
                  <a:lnTo>
                    <a:pt x="373011" y="60960"/>
                  </a:lnTo>
                  <a:lnTo>
                    <a:pt x="382143" y="60960"/>
                  </a:lnTo>
                  <a:lnTo>
                    <a:pt x="384708" y="64770"/>
                  </a:lnTo>
                  <a:lnTo>
                    <a:pt x="388200" y="64770"/>
                  </a:lnTo>
                  <a:lnTo>
                    <a:pt x="388200" y="45110"/>
                  </a:lnTo>
                  <a:lnTo>
                    <a:pt x="342785" y="1270"/>
                  </a:lnTo>
                  <a:lnTo>
                    <a:pt x="341261" y="0"/>
                  </a:lnTo>
                  <a:lnTo>
                    <a:pt x="339813" y="0"/>
                  </a:lnTo>
                  <a:lnTo>
                    <a:pt x="339813" y="1270"/>
                  </a:lnTo>
                  <a:lnTo>
                    <a:pt x="340626" y="2540"/>
                  </a:lnTo>
                  <a:lnTo>
                    <a:pt x="382524" y="53340"/>
                  </a:lnTo>
                  <a:lnTo>
                    <a:pt x="379323" y="54610"/>
                  </a:lnTo>
                  <a:lnTo>
                    <a:pt x="376212" y="55880"/>
                  </a:lnTo>
                  <a:lnTo>
                    <a:pt x="370916" y="57150"/>
                  </a:lnTo>
                  <a:lnTo>
                    <a:pt x="369354" y="59690"/>
                  </a:lnTo>
                  <a:lnTo>
                    <a:pt x="369354" y="62230"/>
                  </a:lnTo>
                  <a:lnTo>
                    <a:pt x="361581" y="66040"/>
                  </a:lnTo>
                  <a:lnTo>
                    <a:pt x="354990" y="71005"/>
                  </a:lnTo>
                  <a:lnTo>
                    <a:pt x="348843" y="76200"/>
                  </a:lnTo>
                  <a:lnTo>
                    <a:pt x="346748" y="76200"/>
                  </a:lnTo>
                  <a:lnTo>
                    <a:pt x="349072" y="81280"/>
                  </a:lnTo>
                  <a:lnTo>
                    <a:pt x="349910" y="83820"/>
                  </a:lnTo>
                  <a:lnTo>
                    <a:pt x="347179" y="88900"/>
                  </a:lnTo>
                  <a:lnTo>
                    <a:pt x="357212" y="82550"/>
                  </a:lnTo>
                  <a:lnTo>
                    <a:pt x="366268" y="77470"/>
                  </a:lnTo>
                  <a:lnTo>
                    <a:pt x="367614" y="81280"/>
                  </a:lnTo>
                  <a:lnTo>
                    <a:pt x="368338" y="82550"/>
                  </a:lnTo>
                  <a:lnTo>
                    <a:pt x="363918" y="83820"/>
                  </a:lnTo>
                  <a:lnTo>
                    <a:pt x="360781" y="85090"/>
                  </a:lnTo>
                  <a:lnTo>
                    <a:pt x="357759" y="86360"/>
                  </a:lnTo>
                  <a:lnTo>
                    <a:pt x="354418" y="88900"/>
                  </a:lnTo>
                  <a:lnTo>
                    <a:pt x="355396" y="91440"/>
                  </a:lnTo>
                  <a:lnTo>
                    <a:pt x="357886" y="90170"/>
                  </a:lnTo>
                  <a:lnTo>
                    <a:pt x="357962" y="91440"/>
                  </a:lnTo>
                  <a:lnTo>
                    <a:pt x="358178" y="92710"/>
                  </a:lnTo>
                  <a:lnTo>
                    <a:pt x="359092" y="93980"/>
                  </a:lnTo>
                  <a:lnTo>
                    <a:pt x="361581" y="93980"/>
                  </a:lnTo>
                  <a:lnTo>
                    <a:pt x="363143" y="91440"/>
                  </a:lnTo>
                  <a:lnTo>
                    <a:pt x="364058" y="92710"/>
                  </a:lnTo>
                  <a:lnTo>
                    <a:pt x="365112" y="92710"/>
                  </a:lnTo>
                  <a:lnTo>
                    <a:pt x="363677" y="99060"/>
                  </a:lnTo>
                  <a:lnTo>
                    <a:pt x="362623" y="100330"/>
                  </a:lnTo>
                  <a:lnTo>
                    <a:pt x="367385" y="99060"/>
                  </a:lnTo>
                  <a:lnTo>
                    <a:pt x="370344" y="95250"/>
                  </a:lnTo>
                  <a:lnTo>
                    <a:pt x="370408" y="93980"/>
                  </a:lnTo>
                  <a:lnTo>
                    <a:pt x="370535" y="91440"/>
                  </a:lnTo>
                  <a:lnTo>
                    <a:pt x="370560" y="90170"/>
                  </a:lnTo>
                  <a:lnTo>
                    <a:pt x="370611" y="87630"/>
                  </a:lnTo>
                  <a:lnTo>
                    <a:pt x="371627" y="87630"/>
                  </a:lnTo>
                  <a:lnTo>
                    <a:pt x="372338" y="86360"/>
                  </a:lnTo>
                  <a:lnTo>
                    <a:pt x="373100" y="86360"/>
                  </a:lnTo>
                  <a:lnTo>
                    <a:pt x="373913" y="90170"/>
                  </a:lnTo>
                  <a:lnTo>
                    <a:pt x="373011" y="92710"/>
                  </a:lnTo>
                  <a:lnTo>
                    <a:pt x="375475" y="92710"/>
                  </a:lnTo>
                  <a:lnTo>
                    <a:pt x="378079" y="88900"/>
                  </a:lnTo>
                  <a:lnTo>
                    <a:pt x="377977" y="87630"/>
                  </a:lnTo>
                  <a:lnTo>
                    <a:pt x="377888" y="86360"/>
                  </a:lnTo>
                  <a:lnTo>
                    <a:pt x="377799" y="85090"/>
                  </a:lnTo>
                  <a:lnTo>
                    <a:pt x="377710" y="83820"/>
                  </a:lnTo>
                  <a:lnTo>
                    <a:pt x="378917" y="82550"/>
                  </a:lnTo>
                  <a:lnTo>
                    <a:pt x="380263" y="81280"/>
                  </a:lnTo>
                  <a:lnTo>
                    <a:pt x="382739" y="81280"/>
                  </a:lnTo>
                  <a:lnTo>
                    <a:pt x="385991" y="86360"/>
                  </a:lnTo>
                  <a:lnTo>
                    <a:pt x="398703" y="86360"/>
                  </a:lnTo>
                  <a:lnTo>
                    <a:pt x="402399" y="81280"/>
                  </a:lnTo>
                  <a:lnTo>
                    <a:pt x="403326" y="80010"/>
                  </a:lnTo>
                  <a:lnTo>
                    <a:pt x="403669" y="77470"/>
                  </a:lnTo>
                  <a:lnTo>
                    <a:pt x="404177" y="73660"/>
                  </a:lnTo>
                  <a:lnTo>
                    <a:pt x="404075" y="72390"/>
                  </a:lnTo>
                  <a:lnTo>
                    <a:pt x="403860" y="71005"/>
                  </a:lnTo>
                  <a:lnTo>
                    <a:pt x="402628" y="69850"/>
                  </a:lnTo>
                  <a:lnTo>
                    <a:pt x="405561" y="72390"/>
                  </a:lnTo>
                  <a:lnTo>
                    <a:pt x="406476" y="74930"/>
                  </a:lnTo>
                  <a:lnTo>
                    <a:pt x="406476" y="78740"/>
                  </a:lnTo>
                  <a:lnTo>
                    <a:pt x="403123" y="86360"/>
                  </a:lnTo>
                  <a:lnTo>
                    <a:pt x="395097" y="91440"/>
                  </a:lnTo>
                  <a:lnTo>
                    <a:pt x="385483" y="97790"/>
                  </a:lnTo>
                  <a:lnTo>
                    <a:pt x="377329" y="102870"/>
                  </a:lnTo>
                  <a:lnTo>
                    <a:pt x="376936" y="102870"/>
                  </a:lnTo>
                  <a:lnTo>
                    <a:pt x="376694" y="104140"/>
                  </a:lnTo>
                  <a:lnTo>
                    <a:pt x="376389" y="104140"/>
                  </a:lnTo>
                  <a:lnTo>
                    <a:pt x="373164" y="102870"/>
                  </a:lnTo>
                  <a:lnTo>
                    <a:pt x="366687" y="100330"/>
                  </a:lnTo>
                  <a:lnTo>
                    <a:pt x="365912" y="102870"/>
                  </a:lnTo>
                  <a:lnTo>
                    <a:pt x="365467" y="104140"/>
                  </a:lnTo>
                  <a:lnTo>
                    <a:pt x="364401" y="107950"/>
                  </a:lnTo>
                  <a:lnTo>
                    <a:pt x="362356" y="114300"/>
                  </a:lnTo>
                  <a:lnTo>
                    <a:pt x="360972" y="118110"/>
                  </a:lnTo>
                  <a:lnTo>
                    <a:pt x="360451" y="119380"/>
                  </a:lnTo>
                  <a:lnTo>
                    <a:pt x="361327" y="120650"/>
                  </a:lnTo>
                  <a:lnTo>
                    <a:pt x="357263" y="125730"/>
                  </a:lnTo>
                  <a:lnTo>
                    <a:pt x="353860" y="132080"/>
                  </a:lnTo>
                  <a:lnTo>
                    <a:pt x="351345" y="138430"/>
                  </a:lnTo>
                  <a:lnTo>
                    <a:pt x="349910" y="144780"/>
                  </a:lnTo>
                  <a:lnTo>
                    <a:pt x="347560" y="142240"/>
                  </a:lnTo>
                  <a:lnTo>
                    <a:pt x="345998" y="140970"/>
                  </a:lnTo>
                  <a:lnTo>
                    <a:pt x="342849" y="138430"/>
                  </a:lnTo>
                  <a:lnTo>
                    <a:pt x="343115" y="137160"/>
                  </a:lnTo>
                  <a:lnTo>
                    <a:pt x="343255" y="137160"/>
                  </a:lnTo>
                  <a:lnTo>
                    <a:pt x="343344" y="135890"/>
                  </a:lnTo>
                  <a:lnTo>
                    <a:pt x="343433" y="134620"/>
                  </a:lnTo>
                  <a:lnTo>
                    <a:pt x="343535" y="133350"/>
                  </a:lnTo>
                  <a:lnTo>
                    <a:pt x="342709" y="130810"/>
                  </a:lnTo>
                  <a:lnTo>
                    <a:pt x="341071" y="129540"/>
                  </a:lnTo>
                  <a:lnTo>
                    <a:pt x="340283" y="128651"/>
                  </a:lnTo>
                  <a:lnTo>
                    <a:pt x="340283" y="133350"/>
                  </a:lnTo>
                  <a:lnTo>
                    <a:pt x="340169" y="134620"/>
                  </a:lnTo>
                  <a:lnTo>
                    <a:pt x="340042" y="137160"/>
                  </a:lnTo>
                  <a:lnTo>
                    <a:pt x="339242" y="138430"/>
                  </a:lnTo>
                  <a:lnTo>
                    <a:pt x="338289" y="139700"/>
                  </a:lnTo>
                  <a:lnTo>
                    <a:pt x="337769" y="139700"/>
                  </a:lnTo>
                  <a:lnTo>
                    <a:pt x="336931" y="140970"/>
                  </a:lnTo>
                  <a:lnTo>
                    <a:pt x="333756" y="140970"/>
                  </a:lnTo>
                  <a:lnTo>
                    <a:pt x="332130" y="138430"/>
                  </a:lnTo>
                  <a:lnTo>
                    <a:pt x="332244" y="133350"/>
                  </a:lnTo>
                  <a:lnTo>
                    <a:pt x="332892" y="132080"/>
                  </a:lnTo>
                  <a:lnTo>
                    <a:pt x="334556" y="130810"/>
                  </a:lnTo>
                  <a:lnTo>
                    <a:pt x="335470" y="129540"/>
                  </a:lnTo>
                  <a:lnTo>
                    <a:pt x="337464" y="129540"/>
                  </a:lnTo>
                  <a:lnTo>
                    <a:pt x="338340" y="130810"/>
                  </a:lnTo>
                  <a:lnTo>
                    <a:pt x="338759" y="130810"/>
                  </a:lnTo>
                  <a:lnTo>
                    <a:pt x="339813" y="132080"/>
                  </a:lnTo>
                  <a:lnTo>
                    <a:pt x="340283" y="133350"/>
                  </a:lnTo>
                  <a:lnTo>
                    <a:pt x="340283" y="128651"/>
                  </a:lnTo>
                  <a:lnTo>
                    <a:pt x="339953" y="128270"/>
                  </a:lnTo>
                  <a:lnTo>
                    <a:pt x="338340" y="127000"/>
                  </a:lnTo>
                  <a:lnTo>
                    <a:pt x="333248" y="127000"/>
                  </a:lnTo>
                  <a:lnTo>
                    <a:pt x="331546" y="128270"/>
                  </a:lnTo>
                  <a:lnTo>
                    <a:pt x="330987" y="129540"/>
                  </a:lnTo>
                  <a:lnTo>
                    <a:pt x="330352" y="128270"/>
                  </a:lnTo>
                  <a:lnTo>
                    <a:pt x="330085" y="128270"/>
                  </a:lnTo>
                  <a:lnTo>
                    <a:pt x="326758" y="125730"/>
                  </a:lnTo>
                  <a:lnTo>
                    <a:pt x="322948" y="123190"/>
                  </a:lnTo>
                  <a:lnTo>
                    <a:pt x="320459" y="120650"/>
                  </a:lnTo>
                  <a:lnTo>
                    <a:pt x="319417" y="119380"/>
                  </a:lnTo>
                  <a:lnTo>
                    <a:pt x="309676" y="119380"/>
                  </a:lnTo>
                  <a:lnTo>
                    <a:pt x="308051" y="121920"/>
                  </a:lnTo>
                  <a:lnTo>
                    <a:pt x="307073" y="121920"/>
                  </a:lnTo>
                  <a:lnTo>
                    <a:pt x="304977" y="124460"/>
                  </a:lnTo>
                  <a:lnTo>
                    <a:pt x="302539" y="125730"/>
                  </a:lnTo>
                  <a:lnTo>
                    <a:pt x="303682" y="127000"/>
                  </a:lnTo>
                  <a:lnTo>
                    <a:pt x="304761" y="128270"/>
                  </a:lnTo>
                  <a:lnTo>
                    <a:pt x="305917" y="129540"/>
                  </a:lnTo>
                  <a:lnTo>
                    <a:pt x="306628" y="129540"/>
                  </a:lnTo>
                  <a:lnTo>
                    <a:pt x="307822" y="130810"/>
                  </a:lnTo>
                  <a:lnTo>
                    <a:pt x="309486" y="130810"/>
                  </a:lnTo>
                  <a:lnTo>
                    <a:pt x="310553" y="129540"/>
                  </a:lnTo>
                  <a:lnTo>
                    <a:pt x="316103" y="129540"/>
                  </a:lnTo>
                  <a:lnTo>
                    <a:pt x="317347" y="132080"/>
                  </a:lnTo>
                  <a:lnTo>
                    <a:pt x="318185" y="133350"/>
                  </a:lnTo>
                  <a:lnTo>
                    <a:pt x="326174" y="143510"/>
                  </a:lnTo>
                  <a:lnTo>
                    <a:pt x="332574" y="149860"/>
                  </a:lnTo>
                  <a:lnTo>
                    <a:pt x="331876" y="151130"/>
                  </a:lnTo>
                  <a:lnTo>
                    <a:pt x="330479" y="151130"/>
                  </a:lnTo>
                  <a:lnTo>
                    <a:pt x="327837" y="152400"/>
                  </a:lnTo>
                  <a:lnTo>
                    <a:pt x="318655" y="152400"/>
                  </a:lnTo>
                  <a:lnTo>
                    <a:pt x="315899" y="151130"/>
                  </a:lnTo>
                  <a:lnTo>
                    <a:pt x="315328" y="151130"/>
                  </a:lnTo>
                  <a:lnTo>
                    <a:pt x="311848" y="156210"/>
                  </a:lnTo>
                  <a:lnTo>
                    <a:pt x="310819" y="157480"/>
                  </a:lnTo>
                  <a:lnTo>
                    <a:pt x="309841" y="158750"/>
                  </a:lnTo>
                  <a:lnTo>
                    <a:pt x="309206" y="160020"/>
                  </a:lnTo>
                  <a:lnTo>
                    <a:pt x="313931" y="167640"/>
                  </a:lnTo>
                  <a:lnTo>
                    <a:pt x="317512" y="173990"/>
                  </a:lnTo>
                  <a:lnTo>
                    <a:pt x="321005" y="180340"/>
                  </a:lnTo>
                  <a:lnTo>
                    <a:pt x="323545" y="185420"/>
                  </a:lnTo>
                  <a:lnTo>
                    <a:pt x="325793" y="191770"/>
                  </a:lnTo>
                  <a:lnTo>
                    <a:pt x="328752" y="193040"/>
                  </a:lnTo>
                  <a:lnTo>
                    <a:pt x="337769" y="195580"/>
                  </a:lnTo>
                  <a:lnTo>
                    <a:pt x="345617" y="200660"/>
                  </a:lnTo>
                  <a:lnTo>
                    <a:pt x="346468" y="201930"/>
                  </a:lnTo>
                  <a:lnTo>
                    <a:pt x="346583" y="199390"/>
                  </a:lnTo>
                  <a:lnTo>
                    <a:pt x="346684" y="196850"/>
                  </a:lnTo>
                  <a:lnTo>
                    <a:pt x="345465" y="195580"/>
                  </a:lnTo>
                  <a:lnTo>
                    <a:pt x="341071" y="194310"/>
                  </a:lnTo>
                  <a:lnTo>
                    <a:pt x="339407" y="193040"/>
                  </a:lnTo>
                  <a:lnTo>
                    <a:pt x="341223" y="193040"/>
                  </a:lnTo>
                  <a:lnTo>
                    <a:pt x="346684" y="194310"/>
                  </a:lnTo>
                  <a:lnTo>
                    <a:pt x="350608" y="195580"/>
                  </a:lnTo>
                  <a:lnTo>
                    <a:pt x="349770" y="193040"/>
                  </a:lnTo>
                  <a:lnTo>
                    <a:pt x="349351" y="191770"/>
                  </a:lnTo>
                  <a:lnTo>
                    <a:pt x="345313" y="186690"/>
                  </a:lnTo>
                  <a:lnTo>
                    <a:pt x="342849" y="184150"/>
                  </a:lnTo>
                  <a:lnTo>
                    <a:pt x="339509" y="182880"/>
                  </a:lnTo>
                  <a:lnTo>
                    <a:pt x="336245" y="182880"/>
                  </a:lnTo>
                  <a:lnTo>
                    <a:pt x="334848" y="184150"/>
                  </a:lnTo>
                  <a:lnTo>
                    <a:pt x="335064" y="185420"/>
                  </a:lnTo>
                  <a:lnTo>
                    <a:pt x="334340" y="186690"/>
                  </a:lnTo>
                  <a:lnTo>
                    <a:pt x="331749" y="186690"/>
                  </a:lnTo>
                  <a:lnTo>
                    <a:pt x="330898" y="185420"/>
                  </a:lnTo>
                  <a:lnTo>
                    <a:pt x="331749" y="182880"/>
                  </a:lnTo>
                  <a:lnTo>
                    <a:pt x="333616" y="182880"/>
                  </a:lnTo>
                  <a:lnTo>
                    <a:pt x="333248" y="180340"/>
                  </a:lnTo>
                  <a:lnTo>
                    <a:pt x="332828" y="177800"/>
                  </a:lnTo>
                  <a:lnTo>
                    <a:pt x="329666" y="177800"/>
                  </a:lnTo>
                  <a:lnTo>
                    <a:pt x="327837" y="176530"/>
                  </a:lnTo>
                  <a:lnTo>
                    <a:pt x="324878" y="172720"/>
                  </a:lnTo>
                  <a:lnTo>
                    <a:pt x="321818" y="167640"/>
                  </a:lnTo>
                  <a:lnTo>
                    <a:pt x="320255" y="165100"/>
                  </a:lnTo>
                  <a:lnTo>
                    <a:pt x="318858" y="162560"/>
                  </a:lnTo>
                  <a:lnTo>
                    <a:pt x="320776" y="160020"/>
                  </a:lnTo>
                  <a:lnTo>
                    <a:pt x="323126" y="158750"/>
                  </a:lnTo>
                  <a:lnTo>
                    <a:pt x="328142" y="161290"/>
                  </a:lnTo>
                  <a:lnTo>
                    <a:pt x="337921" y="162560"/>
                  </a:lnTo>
                  <a:lnTo>
                    <a:pt x="350177" y="162560"/>
                  </a:lnTo>
                  <a:lnTo>
                    <a:pt x="351904" y="171450"/>
                  </a:lnTo>
                  <a:lnTo>
                    <a:pt x="355638" y="179070"/>
                  </a:lnTo>
                  <a:lnTo>
                    <a:pt x="362140" y="184150"/>
                  </a:lnTo>
                  <a:lnTo>
                    <a:pt x="372186" y="187960"/>
                  </a:lnTo>
                  <a:lnTo>
                    <a:pt x="379857" y="190500"/>
                  </a:lnTo>
                  <a:lnTo>
                    <a:pt x="387934" y="195580"/>
                  </a:lnTo>
                  <a:lnTo>
                    <a:pt x="390728" y="203200"/>
                  </a:lnTo>
                  <a:lnTo>
                    <a:pt x="371500" y="205740"/>
                  </a:lnTo>
                  <a:lnTo>
                    <a:pt x="360311" y="210820"/>
                  </a:lnTo>
                  <a:lnTo>
                    <a:pt x="355104" y="218440"/>
                  </a:lnTo>
                  <a:lnTo>
                    <a:pt x="353822" y="226060"/>
                  </a:lnTo>
                  <a:lnTo>
                    <a:pt x="355574" y="233680"/>
                  </a:lnTo>
                  <a:lnTo>
                    <a:pt x="359435" y="238760"/>
                  </a:lnTo>
                  <a:lnTo>
                    <a:pt x="363296" y="242570"/>
                  </a:lnTo>
                  <a:lnTo>
                    <a:pt x="365048" y="248920"/>
                  </a:lnTo>
                  <a:lnTo>
                    <a:pt x="360730" y="254000"/>
                  </a:lnTo>
                  <a:lnTo>
                    <a:pt x="350647" y="257810"/>
                  </a:lnTo>
                  <a:lnTo>
                    <a:pt x="339013" y="260350"/>
                  </a:lnTo>
                  <a:lnTo>
                    <a:pt x="330085" y="261620"/>
                  </a:lnTo>
                  <a:lnTo>
                    <a:pt x="323126" y="262890"/>
                  </a:lnTo>
                  <a:lnTo>
                    <a:pt x="319354" y="264160"/>
                  </a:lnTo>
                  <a:lnTo>
                    <a:pt x="315937" y="267970"/>
                  </a:lnTo>
                  <a:lnTo>
                    <a:pt x="312686" y="270510"/>
                  </a:lnTo>
                  <a:lnTo>
                    <a:pt x="303352" y="279400"/>
                  </a:lnTo>
                  <a:lnTo>
                    <a:pt x="305917" y="280670"/>
                  </a:lnTo>
                  <a:lnTo>
                    <a:pt x="308483" y="280670"/>
                  </a:lnTo>
                  <a:lnTo>
                    <a:pt x="313067" y="274320"/>
                  </a:lnTo>
                  <a:lnTo>
                    <a:pt x="314350" y="273050"/>
                  </a:lnTo>
                  <a:lnTo>
                    <a:pt x="315328" y="270510"/>
                  </a:lnTo>
                  <a:lnTo>
                    <a:pt x="316166" y="271780"/>
                  </a:lnTo>
                  <a:lnTo>
                    <a:pt x="317119" y="271780"/>
                  </a:lnTo>
                  <a:lnTo>
                    <a:pt x="315429" y="274320"/>
                  </a:lnTo>
                  <a:lnTo>
                    <a:pt x="311670" y="280670"/>
                  </a:lnTo>
                  <a:lnTo>
                    <a:pt x="327406" y="281940"/>
                  </a:lnTo>
                  <a:lnTo>
                    <a:pt x="328422" y="276860"/>
                  </a:lnTo>
                  <a:lnTo>
                    <a:pt x="328422" y="271780"/>
                  </a:lnTo>
                  <a:lnTo>
                    <a:pt x="324472" y="270510"/>
                  </a:lnTo>
                  <a:lnTo>
                    <a:pt x="326758" y="267970"/>
                  </a:lnTo>
                  <a:lnTo>
                    <a:pt x="329120" y="266700"/>
                  </a:lnTo>
                  <a:lnTo>
                    <a:pt x="330987" y="267970"/>
                  </a:lnTo>
                  <a:lnTo>
                    <a:pt x="334632" y="271780"/>
                  </a:lnTo>
                  <a:lnTo>
                    <a:pt x="335203" y="274320"/>
                  </a:lnTo>
                  <a:lnTo>
                    <a:pt x="339598" y="271780"/>
                  </a:lnTo>
                  <a:lnTo>
                    <a:pt x="353187" y="266700"/>
                  </a:lnTo>
                  <a:lnTo>
                    <a:pt x="370166" y="260350"/>
                  </a:lnTo>
                  <a:lnTo>
                    <a:pt x="375221" y="257810"/>
                  </a:lnTo>
                  <a:lnTo>
                    <a:pt x="378282" y="256540"/>
                  </a:lnTo>
                  <a:lnTo>
                    <a:pt x="382143" y="255270"/>
                  </a:lnTo>
                  <a:lnTo>
                    <a:pt x="381000" y="252730"/>
                  </a:lnTo>
                  <a:lnTo>
                    <a:pt x="378625" y="251460"/>
                  </a:lnTo>
                  <a:lnTo>
                    <a:pt x="376212" y="248920"/>
                  </a:lnTo>
                  <a:lnTo>
                    <a:pt x="375666" y="246380"/>
                  </a:lnTo>
                  <a:lnTo>
                    <a:pt x="375666" y="232410"/>
                  </a:lnTo>
                  <a:lnTo>
                    <a:pt x="381927" y="228600"/>
                  </a:lnTo>
                  <a:lnTo>
                    <a:pt x="393192" y="228600"/>
                  </a:lnTo>
                  <a:lnTo>
                    <a:pt x="392696" y="232410"/>
                  </a:lnTo>
                  <a:lnTo>
                    <a:pt x="392696" y="233680"/>
                  </a:lnTo>
                  <a:lnTo>
                    <a:pt x="396659" y="245110"/>
                  </a:lnTo>
                  <a:lnTo>
                    <a:pt x="405841" y="255270"/>
                  </a:lnTo>
                  <a:lnTo>
                    <a:pt x="416255" y="262890"/>
                  </a:lnTo>
                  <a:lnTo>
                    <a:pt x="423913" y="265430"/>
                  </a:lnTo>
                  <a:lnTo>
                    <a:pt x="426872" y="265430"/>
                  </a:lnTo>
                  <a:lnTo>
                    <a:pt x="430911" y="262890"/>
                  </a:lnTo>
                  <a:lnTo>
                    <a:pt x="431025" y="267970"/>
                  </a:lnTo>
                  <a:lnTo>
                    <a:pt x="431139" y="273050"/>
                  </a:lnTo>
                  <a:lnTo>
                    <a:pt x="431253" y="279400"/>
                  </a:lnTo>
                  <a:lnTo>
                    <a:pt x="432803" y="284480"/>
                  </a:lnTo>
                  <a:lnTo>
                    <a:pt x="430110" y="300990"/>
                  </a:lnTo>
                  <a:lnTo>
                    <a:pt x="427685" y="302260"/>
                  </a:lnTo>
                  <a:lnTo>
                    <a:pt x="417766" y="309880"/>
                  </a:lnTo>
                  <a:lnTo>
                    <a:pt x="413105" y="320040"/>
                  </a:lnTo>
                  <a:lnTo>
                    <a:pt x="411048" y="322580"/>
                  </a:lnTo>
                  <a:lnTo>
                    <a:pt x="413207" y="323850"/>
                  </a:lnTo>
                  <a:lnTo>
                    <a:pt x="415505" y="323850"/>
                  </a:lnTo>
                  <a:lnTo>
                    <a:pt x="417347" y="318770"/>
                  </a:lnTo>
                  <a:lnTo>
                    <a:pt x="419049" y="313690"/>
                  </a:lnTo>
                  <a:lnTo>
                    <a:pt x="420776" y="311150"/>
                  </a:lnTo>
                  <a:lnTo>
                    <a:pt x="422656" y="309880"/>
                  </a:lnTo>
                  <a:lnTo>
                    <a:pt x="420687" y="314960"/>
                  </a:lnTo>
                  <a:lnTo>
                    <a:pt x="419328" y="321310"/>
                  </a:lnTo>
                  <a:lnTo>
                    <a:pt x="418261" y="323850"/>
                  </a:lnTo>
                  <a:lnTo>
                    <a:pt x="424751" y="325120"/>
                  </a:lnTo>
                  <a:lnTo>
                    <a:pt x="434784" y="320040"/>
                  </a:lnTo>
                  <a:lnTo>
                    <a:pt x="434784" y="311150"/>
                  </a:lnTo>
                  <a:lnTo>
                    <a:pt x="431253" y="311150"/>
                  </a:lnTo>
                  <a:lnTo>
                    <a:pt x="431253" y="309880"/>
                  </a:lnTo>
                  <a:lnTo>
                    <a:pt x="431253" y="307340"/>
                  </a:lnTo>
                  <a:lnTo>
                    <a:pt x="432841" y="306070"/>
                  </a:lnTo>
                  <a:lnTo>
                    <a:pt x="437273" y="306070"/>
                  </a:lnTo>
                  <a:lnTo>
                    <a:pt x="439216" y="307340"/>
                  </a:lnTo>
                  <a:lnTo>
                    <a:pt x="439331" y="308610"/>
                  </a:lnTo>
                  <a:lnTo>
                    <a:pt x="441998" y="307340"/>
                  </a:lnTo>
                  <a:lnTo>
                    <a:pt x="442925" y="306070"/>
                  </a:lnTo>
                  <a:lnTo>
                    <a:pt x="443839" y="304800"/>
                  </a:lnTo>
                  <a:lnTo>
                    <a:pt x="443814" y="302260"/>
                  </a:lnTo>
                  <a:lnTo>
                    <a:pt x="443699" y="290830"/>
                  </a:lnTo>
                  <a:lnTo>
                    <a:pt x="444119" y="290830"/>
                  </a:lnTo>
                  <a:lnTo>
                    <a:pt x="445274" y="293370"/>
                  </a:lnTo>
                  <a:lnTo>
                    <a:pt x="447344" y="294640"/>
                  </a:lnTo>
                  <a:lnTo>
                    <a:pt x="454558" y="294640"/>
                  </a:lnTo>
                  <a:lnTo>
                    <a:pt x="456590" y="292100"/>
                  </a:lnTo>
                  <a:lnTo>
                    <a:pt x="458990" y="290830"/>
                  </a:lnTo>
                  <a:lnTo>
                    <a:pt x="460717" y="288290"/>
                  </a:lnTo>
                  <a:lnTo>
                    <a:pt x="461416" y="285750"/>
                  </a:lnTo>
                  <a:lnTo>
                    <a:pt x="461416" y="283210"/>
                  </a:lnTo>
                  <a:lnTo>
                    <a:pt x="461124" y="281940"/>
                  </a:lnTo>
                  <a:lnTo>
                    <a:pt x="460336" y="280670"/>
                  </a:lnTo>
                  <a:lnTo>
                    <a:pt x="459333" y="279400"/>
                  </a:lnTo>
                  <a:lnTo>
                    <a:pt x="458419" y="278714"/>
                  </a:lnTo>
                  <a:lnTo>
                    <a:pt x="458419" y="283210"/>
                  </a:lnTo>
                  <a:lnTo>
                    <a:pt x="458279" y="284480"/>
                  </a:lnTo>
                  <a:lnTo>
                    <a:pt x="458101" y="285750"/>
                  </a:lnTo>
                  <a:lnTo>
                    <a:pt x="457771" y="287020"/>
                  </a:lnTo>
                  <a:lnTo>
                    <a:pt x="456590" y="289560"/>
                  </a:lnTo>
                  <a:lnTo>
                    <a:pt x="454875" y="289560"/>
                  </a:lnTo>
                  <a:lnTo>
                    <a:pt x="451815" y="292100"/>
                  </a:lnTo>
                  <a:lnTo>
                    <a:pt x="448259" y="292100"/>
                  </a:lnTo>
                  <a:lnTo>
                    <a:pt x="447535" y="290830"/>
                  </a:lnTo>
                  <a:lnTo>
                    <a:pt x="446811" y="289560"/>
                  </a:lnTo>
                  <a:lnTo>
                    <a:pt x="445973" y="288290"/>
                  </a:lnTo>
                  <a:lnTo>
                    <a:pt x="446062" y="287020"/>
                  </a:lnTo>
                  <a:lnTo>
                    <a:pt x="446227" y="287020"/>
                  </a:lnTo>
                  <a:lnTo>
                    <a:pt x="446392" y="285750"/>
                  </a:lnTo>
                  <a:lnTo>
                    <a:pt x="446557" y="284480"/>
                  </a:lnTo>
                  <a:lnTo>
                    <a:pt x="447903" y="283210"/>
                  </a:lnTo>
                  <a:lnTo>
                    <a:pt x="449491" y="281940"/>
                  </a:lnTo>
                  <a:lnTo>
                    <a:pt x="451345" y="280670"/>
                  </a:lnTo>
                  <a:lnTo>
                    <a:pt x="455129" y="280670"/>
                  </a:lnTo>
                  <a:lnTo>
                    <a:pt x="457060" y="281940"/>
                  </a:lnTo>
                  <a:lnTo>
                    <a:pt x="457644" y="283210"/>
                  </a:lnTo>
                  <a:lnTo>
                    <a:pt x="458419" y="283210"/>
                  </a:lnTo>
                  <a:lnTo>
                    <a:pt x="458419" y="278714"/>
                  </a:lnTo>
                  <a:lnTo>
                    <a:pt x="457644" y="278130"/>
                  </a:lnTo>
                  <a:lnTo>
                    <a:pt x="455764" y="278130"/>
                  </a:lnTo>
                  <a:lnTo>
                    <a:pt x="453199" y="276860"/>
                  </a:lnTo>
                  <a:lnTo>
                    <a:pt x="450265" y="278130"/>
                  </a:lnTo>
                  <a:lnTo>
                    <a:pt x="445681" y="280670"/>
                  </a:lnTo>
                  <a:lnTo>
                    <a:pt x="443839" y="283210"/>
                  </a:lnTo>
                  <a:lnTo>
                    <a:pt x="443280" y="285750"/>
                  </a:lnTo>
                  <a:lnTo>
                    <a:pt x="443217" y="284480"/>
                  </a:lnTo>
                  <a:lnTo>
                    <a:pt x="443141" y="283210"/>
                  </a:lnTo>
                  <a:lnTo>
                    <a:pt x="443064" y="281940"/>
                  </a:lnTo>
                  <a:lnTo>
                    <a:pt x="443001" y="280670"/>
                  </a:lnTo>
                  <a:lnTo>
                    <a:pt x="442925" y="279400"/>
                  </a:lnTo>
                  <a:lnTo>
                    <a:pt x="442849" y="278130"/>
                  </a:lnTo>
                  <a:lnTo>
                    <a:pt x="442785" y="276860"/>
                  </a:lnTo>
                  <a:lnTo>
                    <a:pt x="441998" y="269240"/>
                  </a:lnTo>
                  <a:lnTo>
                    <a:pt x="442125" y="267970"/>
                  </a:lnTo>
                  <a:lnTo>
                    <a:pt x="442252" y="266700"/>
                  </a:lnTo>
                  <a:lnTo>
                    <a:pt x="442366" y="265430"/>
                  </a:lnTo>
                  <a:lnTo>
                    <a:pt x="442468" y="264160"/>
                  </a:lnTo>
                  <a:lnTo>
                    <a:pt x="442569" y="262890"/>
                  </a:lnTo>
                  <a:lnTo>
                    <a:pt x="442671" y="261620"/>
                  </a:lnTo>
                  <a:lnTo>
                    <a:pt x="442785" y="260350"/>
                  </a:lnTo>
                  <a:lnTo>
                    <a:pt x="442925" y="257810"/>
                  </a:lnTo>
                  <a:lnTo>
                    <a:pt x="441325" y="257810"/>
                  </a:lnTo>
                  <a:lnTo>
                    <a:pt x="439623" y="256540"/>
                  </a:lnTo>
                  <a:lnTo>
                    <a:pt x="437781" y="260350"/>
                  </a:lnTo>
                  <a:lnTo>
                    <a:pt x="432930" y="260350"/>
                  </a:lnTo>
                  <a:lnTo>
                    <a:pt x="425742" y="252730"/>
                  </a:lnTo>
                  <a:lnTo>
                    <a:pt x="425742" y="246380"/>
                  </a:lnTo>
                  <a:lnTo>
                    <a:pt x="426923" y="241300"/>
                  </a:lnTo>
                  <a:lnTo>
                    <a:pt x="429983" y="233680"/>
                  </a:lnTo>
                  <a:lnTo>
                    <a:pt x="431977" y="228600"/>
                  </a:lnTo>
                  <a:lnTo>
                    <a:pt x="432612" y="223520"/>
                  </a:lnTo>
                  <a:lnTo>
                    <a:pt x="432930" y="220980"/>
                  </a:lnTo>
                  <a:lnTo>
                    <a:pt x="432841" y="218440"/>
                  </a:lnTo>
                  <a:lnTo>
                    <a:pt x="434682" y="217170"/>
                  </a:lnTo>
                  <a:lnTo>
                    <a:pt x="437299" y="222250"/>
                  </a:lnTo>
                  <a:lnTo>
                    <a:pt x="439470" y="227330"/>
                  </a:lnTo>
                  <a:lnTo>
                    <a:pt x="442785" y="231140"/>
                  </a:lnTo>
                  <a:lnTo>
                    <a:pt x="443852" y="238760"/>
                  </a:lnTo>
                  <a:lnTo>
                    <a:pt x="448995" y="245110"/>
                  </a:lnTo>
                  <a:lnTo>
                    <a:pt x="456577" y="248920"/>
                  </a:lnTo>
                  <a:lnTo>
                    <a:pt x="462165" y="246380"/>
                  </a:lnTo>
                  <a:lnTo>
                    <a:pt x="464959" y="245110"/>
                  </a:lnTo>
                  <a:lnTo>
                    <a:pt x="459587" y="246380"/>
                  </a:lnTo>
                  <a:lnTo>
                    <a:pt x="455790" y="241300"/>
                  </a:lnTo>
                  <a:lnTo>
                    <a:pt x="453402" y="236220"/>
                  </a:lnTo>
                  <a:lnTo>
                    <a:pt x="454355" y="236220"/>
                  </a:lnTo>
                  <a:lnTo>
                    <a:pt x="457974" y="237490"/>
                  </a:lnTo>
                  <a:lnTo>
                    <a:pt x="461835" y="241300"/>
                  </a:lnTo>
                  <a:lnTo>
                    <a:pt x="474002" y="241300"/>
                  </a:lnTo>
                  <a:lnTo>
                    <a:pt x="475411" y="236220"/>
                  </a:lnTo>
                  <a:lnTo>
                    <a:pt x="476110" y="233680"/>
                  </a:lnTo>
                  <a:lnTo>
                    <a:pt x="477164" y="229870"/>
                  </a:lnTo>
                  <a:lnTo>
                    <a:pt x="475043" y="232410"/>
                  </a:lnTo>
                  <a:lnTo>
                    <a:pt x="470611" y="233680"/>
                  </a:lnTo>
                  <a:lnTo>
                    <a:pt x="467575" y="233680"/>
                  </a:lnTo>
                  <a:lnTo>
                    <a:pt x="469087" y="232410"/>
                  </a:lnTo>
                  <a:lnTo>
                    <a:pt x="472109" y="229870"/>
                  </a:lnTo>
                  <a:lnTo>
                    <a:pt x="474484" y="224790"/>
                  </a:lnTo>
                  <a:lnTo>
                    <a:pt x="474484" y="218440"/>
                  </a:lnTo>
                  <a:lnTo>
                    <a:pt x="468680" y="199390"/>
                  </a:lnTo>
                  <a:lnTo>
                    <a:pt x="443090" y="173990"/>
                  </a:lnTo>
                  <a:lnTo>
                    <a:pt x="437273" y="157480"/>
                  </a:lnTo>
                  <a:lnTo>
                    <a:pt x="437273" y="147320"/>
                  </a:lnTo>
                  <a:lnTo>
                    <a:pt x="446354" y="140970"/>
                  </a:lnTo>
                  <a:lnTo>
                    <a:pt x="455129" y="140970"/>
                  </a:lnTo>
                  <a:lnTo>
                    <a:pt x="456984" y="142240"/>
                  </a:lnTo>
                  <a:lnTo>
                    <a:pt x="458419" y="142240"/>
                  </a:lnTo>
                  <a:lnTo>
                    <a:pt x="456082" y="144780"/>
                  </a:lnTo>
                  <a:lnTo>
                    <a:pt x="454748" y="148590"/>
                  </a:lnTo>
                  <a:lnTo>
                    <a:pt x="454875" y="153670"/>
                  </a:lnTo>
                  <a:lnTo>
                    <a:pt x="461048" y="165100"/>
                  </a:lnTo>
                  <a:lnTo>
                    <a:pt x="473748" y="172720"/>
                  </a:lnTo>
                  <a:lnTo>
                    <a:pt x="486371" y="177800"/>
                  </a:lnTo>
                  <a:lnTo>
                    <a:pt x="492290" y="184150"/>
                  </a:lnTo>
                  <a:close/>
                </a:path>
              </a:pathLst>
            </a:custGeom>
            <a:solidFill>
              <a:srgbClr val="FFFFFF"/>
            </a:solidFill>
          </p:spPr>
          <p:txBody>
            <a:bodyPr wrap="square" lIns="0" tIns="0" rIns="0" bIns="0" rtlCol="0"/>
            <a:lstStyle/>
            <a:p>
              <a:endParaRPr/>
            </a:p>
          </p:txBody>
        </p:sp>
        <p:pic>
          <p:nvPicPr>
            <p:cNvPr id="8" name="object 8"/>
            <p:cNvPicPr>
              <a:picLocks noGrp="1" noRot="1" noMove="1" noResize="1" noEditPoints="1" noAdjustHandles="1" noChangeArrowheads="1" noChangeShapeType="1" noCrop="1"/>
            </p:cNvPicPr>
            <p:nvPr/>
          </p:nvPicPr>
          <p:blipFill>
            <a:blip r:embed="rId5" cstate="print"/>
            <a:stretch>
              <a:fillRect/>
            </a:stretch>
          </p:blipFill>
          <p:spPr>
            <a:xfrm>
              <a:off x="723307" y="1028083"/>
              <a:ext cx="162182" cy="202135"/>
            </a:xfrm>
            <a:prstGeom prst="rect">
              <a:avLst/>
            </a:prstGeom>
          </p:spPr>
        </p:pic>
        <p:pic>
          <p:nvPicPr>
            <p:cNvPr id="9" name="object 9"/>
            <p:cNvPicPr>
              <a:picLocks noGrp="1" noRot="1" noMove="1" noResize="1" noEditPoints="1" noAdjustHandles="1" noChangeArrowheads="1" noChangeShapeType="1" noCrop="1"/>
            </p:cNvPicPr>
            <p:nvPr/>
          </p:nvPicPr>
          <p:blipFill>
            <a:blip r:embed="rId6" cstate="print"/>
            <a:stretch>
              <a:fillRect/>
            </a:stretch>
          </p:blipFill>
          <p:spPr>
            <a:xfrm>
              <a:off x="928447" y="1028087"/>
              <a:ext cx="167248" cy="197425"/>
            </a:xfrm>
            <a:prstGeom prst="rect">
              <a:avLst/>
            </a:prstGeom>
          </p:spPr>
        </p:pic>
        <p:sp>
          <p:nvSpPr>
            <p:cNvPr id="10" name="object 10"/>
            <p:cNvSpPr>
              <a:spLocks noGrp="1" noRot="1" noMove="1" noResize="1" noEditPoints="1" noAdjustHandles="1" noChangeArrowheads="1" noChangeShapeType="1"/>
            </p:cNvSpPr>
            <p:nvPr/>
          </p:nvSpPr>
          <p:spPr>
            <a:xfrm>
              <a:off x="1195451" y="1028089"/>
              <a:ext cx="160020" cy="197485"/>
            </a:xfrm>
            <a:custGeom>
              <a:avLst/>
              <a:gdLst/>
              <a:ahLst/>
              <a:cxnLst/>
              <a:rect l="l" t="t" r="r" b="b"/>
              <a:pathLst>
                <a:path w="160019" h="197484">
                  <a:moveTo>
                    <a:pt x="159918" y="0"/>
                  </a:moveTo>
                  <a:lnTo>
                    <a:pt x="133070" y="0"/>
                  </a:lnTo>
                  <a:lnTo>
                    <a:pt x="133070" y="85432"/>
                  </a:lnTo>
                  <a:lnTo>
                    <a:pt x="26835" y="85432"/>
                  </a:lnTo>
                  <a:lnTo>
                    <a:pt x="26835" y="0"/>
                  </a:lnTo>
                  <a:lnTo>
                    <a:pt x="0" y="0"/>
                  </a:lnTo>
                  <a:lnTo>
                    <a:pt x="0" y="85432"/>
                  </a:lnTo>
                  <a:lnTo>
                    <a:pt x="0" y="106794"/>
                  </a:lnTo>
                  <a:lnTo>
                    <a:pt x="0" y="197243"/>
                  </a:lnTo>
                  <a:lnTo>
                    <a:pt x="26835" y="197243"/>
                  </a:lnTo>
                  <a:lnTo>
                    <a:pt x="26835" y="106794"/>
                  </a:lnTo>
                  <a:lnTo>
                    <a:pt x="133070" y="106794"/>
                  </a:lnTo>
                  <a:lnTo>
                    <a:pt x="133070" y="197243"/>
                  </a:lnTo>
                  <a:lnTo>
                    <a:pt x="159918" y="197243"/>
                  </a:lnTo>
                  <a:lnTo>
                    <a:pt x="159918" y="106794"/>
                  </a:lnTo>
                  <a:lnTo>
                    <a:pt x="159918" y="85432"/>
                  </a:lnTo>
                  <a:lnTo>
                    <a:pt x="159918" y="0"/>
                  </a:lnTo>
                  <a:close/>
                </a:path>
              </a:pathLst>
            </a:custGeom>
            <a:solidFill>
              <a:srgbClr val="FFFFFF"/>
            </a:solidFill>
          </p:spPr>
          <p:txBody>
            <a:bodyPr wrap="square" lIns="0" tIns="0" rIns="0" bIns="0" rtlCol="0"/>
            <a:lstStyle/>
            <a:p>
              <a:endParaRPr/>
            </a:p>
          </p:txBody>
        </p:sp>
        <p:pic>
          <p:nvPicPr>
            <p:cNvPr id="11" name="object 11"/>
            <p:cNvPicPr>
              <a:picLocks noGrp="1" noRot="1" noMove="1" noResize="1" noEditPoints="1" noAdjustHandles="1" noChangeArrowheads="1" noChangeShapeType="1" noCrop="1"/>
            </p:cNvPicPr>
            <p:nvPr/>
          </p:nvPicPr>
          <p:blipFill>
            <a:blip r:embed="rId7" cstate="print"/>
            <a:stretch>
              <a:fillRect/>
            </a:stretch>
          </p:blipFill>
          <p:spPr>
            <a:xfrm>
              <a:off x="1387592" y="1079243"/>
              <a:ext cx="289038" cy="149587"/>
            </a:xfrm>
            <a:prstGeom prst="rect">
              <a:avLst/>
            </a:prstGeom>
          </p:spPr>
        </p:pic>
        <p:sp>
          <p:nvSpPr>
            <p:cNvPr id="12" name="object 12"/>
            <p:cNvSpPr>
              <a:spLocks noGrp="1" noRot="1" noMove="1" noResize="1" noEditPoints="1" noAdjustHandles="1" noChangeArrowheads="1" noChangeShapeType="1"/>
            </p:cNvSpPr>
            <p:nvPr/>
          </p:nvSpPr>
          <p:spPr>
            <a:xfrm>
              <a:off x="1700362" y="1028087"/>
              <a:ext cx="24130" cy="197485"/>
            </a:xfrm>
            <a:custGeom>
              <a:avLst/>
              <a:gdLst/>
              <a:ahLst/>
              <a:cxnLst/>
              <a:rect l="l" t="t" r="r" b="b"/>
              <a:pathLst>
                <a:path w="24130" h="197484">
                  <a:moveTo>
                    <a:pt x="24017" y="197425"/>
                  </a:moveTo>
                  <a:lnTo>
                    <a:pt x="0" y="197425"/>
                  </a:lnTo>
                  <a:lnTo>
                    <a:pt x="0" y="0"/>
                  </a:lnTo>
                  <a:lnTo>
                    <a:pt x="24017" y="0"/>
                  </a:lnTo>
                  <a:lnTo>
                    <a:pt x="24017" y="197425"/>
                  </a:lnTo>
                  <a:close/>
                </a:path>
              </a:pathLst>
            </a:custGeom>
            <a:solidFill>
              <a:srgbClr val="FFFFFF"/>
            </a:solidFill>
          </p:spPr>
          <p:txBody>
            <a:bodyPr wrap="square" lIns="0" tIns="0" rIns="0" bIns="0" rtlCol="0"/>
            <a:lstStyle/>
            <a:p>
              <a:endParaRPr/>
            </a:p>
          </p:txBody>
        </p:sp>
        <p:pic>
          <p:nvPicPr>
            <p:cNvPr id="13" name="object 13"/>
            <p:cNvPicPr>
              <a:picLocks noGrp="1" noRot="1" noMove="1" noResize="1" noEditPoints="1" noAdjustHandles="1" noChangeArrowheads="1" noChangeShapeType="1" noCrop="1"/>
            </p:cNvPicPr>
            <p:nvPr/>
          </p:nvPicPr>
          <p:blipFill>
            <a:blip r:embed="rId8" cstate="print"/>
            <a:stretch>
              <a:fillRect/>
            </a:stretch>
          </p:blipFill>
          <p:spPr>
            <a:xfrm>
              <a:off x="1746146" y="1039702"/>
              <a:ext cx="77972" cy="185820"/>
            </a:xfrm>
            <a:prstGeom prst="rect">
              <a:avLst/>
            </a:prstGeom>
          </p:spPr>
        </p:pic>
        <p:pic>
          <p:nvPicPr>
            <p:cNvPr id="14" name="object 14"/>
            <p:cNvPicPr>
              <a:picLocks noGrp="1" noRot="1" noMove="1" noResize="1" noEditPoints="1" noAdjustHandles="1" noChangeArrowheads="1" noChangeShapeType="1" noCrop="1"/>
            </p:cNvPicPr>
            <p:nvPr/>
          </p:nvPicPr>
          <p:blipFill>
            <a:blip r:embed="rId9" cstate="print"/>
            <a:stretch>
              <a:fillRect/>
            </a:stretch>
          </p:blipFill>
          <p:spPr>
            <a:xfrm>
              <a:off x="1850678" y="1028087"/>
              <a:ext cx="120924" cy="197425"/>
            </a:xfrm>
            <a:prstGeom prst="rect">
              <a:avLst/>
            </a:prstGeom>
          </p:spPr>
        </p:pic>
        <p:pic>
          <p:nvPicPr>
            <p:cNvPr id="15" name="object 15"/>
            <p:cNvPicPr>
              <a:picLocks noGrp="1" noRot="1" noMove="1" noResize="1" noEditPoints="1" noAdjustHandles="1" noChangeArrowheads="1" noChangeShapeType="1" noCrop="1"/>
            </p:cNvPicPr>
            <p:nvPr/>
          </p:nvPicPr>
          <p:blipFill>
            <a:blip r:embed="rId10" cstate="print"/>
            <a:stretch>
              <a:fillRect/>
            </a:stretch>
          </p:blipFill>
          <p:spPr>
            <a:xfrm>
              <a:off x="712861" y="1314126"/>
              <a:ext cx="162182" cy="206814"/>
            </a:xfrm>
            <a:prstGeom prst="rect">
              <a:avLst/>
            </a:prstGeom>
          </p:spPr>
        </p:pic>
        <p:pic>
          <p:nvPicPr>
            <p:cNvPr id="16" name="object 16"/>
            <p:cNvPicPr>
              <a:picLocks noGrp="1" noRot="1" noMove="1" noResize="1" noEditPoints="1" noAdjustHandles="1" noChangeArrowheads="1" noChangeShapeType="1" noCrop="1"/>
            </p:cNvPicPr>
            <p:nvPr/>
          </p:nvPicPr>
          <p:blipFill>
            <a:blip r:embed="rId11" cstate="print"/>
            <a:stretch>
              <a:fillRect/>
            </a:stretch>
          </p:blipFill>
          <p:spPr>
            <a:xfrm>
              <a:off x="895674" y="1369975"/>
              <a:ext cx="284513" cy="149595"/>
            </a:xfrm>
            <a:prstGeom prst="rect">
              <a:avLst/>
            </a:prstGeom>
          </p:spPr>
        </p:pic>
        <p:pic>
          <p:nvPicPr>
            <p:cNvPr id="17" name="object 17"/>
            <p:cNvPicPr>
              <a:picLocks noGrp="1" noRot="1" noMove="1" noResize="1" noEditPoints="1" noAdjustHandles="1" noChangeArrowheads="1" noChangeShapeType="1" noCrop="1"/>
            </p:cNvPicPr>
            <p:nvPr/>
          </p:nvPicPr>
          <p:blipFill>
            <a:blip r:embed="rId12" cstate="print"/>
            <a:stretch>
              <a:fillRect/>
            </a:stretch>
          </p:blipFill>
          <p:spPr>
            <a:xfrm>
              <a:off x="1207038" y="1373286"/>
              <a:ext cx="120924" cy="146279"/>
            </a:xfrm>
            <a:prstGeom prst="rect">
              <a:avLst/>
            </a:prstGeom>
          </p:spPr>
        </p:pic>
        <p:pic>
          <p:nvPicPr>
            <p:cNvPr id="18" name="object 18"/>
            <p:cNvPicPr>
              <a:picLocks noGrp="1" noRot="1" noMove="1" noResize="1" noEditPoints="1" noAdjustHandles="1" noChangeArrowheads="1" noChangeShapeType="1" noCrop="1"/>
            </p:cNvPicPr>
            <p:nvPr/>
          </p:nvPicPr>
          <p:blipFill>
            <a:blip r:embed="rId13" cstate="print"/>
            <a:stretch>
              <a:fillRect/>
            </a:stretch>
          </p:blipFill>
          <p:spPr>
            <a:xfrm>
              <a:off x="1363291" y="1369976"/>
              <a:ext cx="76848" cy="146279"/>
            </a:xfrm>
            <a:prstGeom prst="rect">
              <a:avLst/>
            </a:prstGeom>
          </p:spPr>
        </p:pic>
        <p:sp>
          <p:nvSpPr>
            <p:cNvPr id="19" name="object 19"/>
            <p:cNvSpPr>
              <a:spLocks noGrp="1" noRot="1" noMove="1" noResize="1" noEditPoints="1" noAdjustHandles="1" noChangeArrowheads="1" noChangeShapeType="1"/>
            </p:cNvSpPr>
            <p:nvPr/>
          </p:nvSpPr>
          <p:spPr>
            <a:xfrm>
              <a:off x="1459636" y="1318843"/>
              <a:ext cx="24130" cy="197485"/>
            </a:xfrm>
            <a:custGeom>
              <a:avLst/>
              <a:gdLst/>
              <a:ahLst/>
              <a:cxnLst/>
              <a:rect l="l" t="t" r="r" b="b"/>
              <a:pathLst>
                <a:path w="24130" h="197484">
                  <a:moveTo>
                    <a:pt x="24015" y="54457"/>
                  </a:moveTo>
                  <a:lnTo>
                    <a:pt x="0" y="54457"/>
                  </a:lnTo>
                  <a:lnTo>
                    <a:pt x="0" y="197421"/>
                  </a:lnTo>
                  <a:lnTo>
                    <a:pt x="24015" y="197421"/>
                  </a:lnTo>
                  <a:lnTo>
                    <a:pt x="24015" y="54457"/>
                  </a:lnTo>
                  <a:close/>
                </a:path>
                <a:path w="24130" h="197484">
                  <a:moveTo>
                    <a:pt x="24015" y="0"/>
                  </a:moveTo>
                  <a:lnTo>
                    <a:pt x="0" y="0"/>
                  </a:lnTo>
                  <a:lnTo>
                    <a:pt x="0" y="28752"/>
                  </a:lnTo>
                  <a:lnTo>
                    <a:pt x="24015" y="28752"/>
                  </a:lnTo>
                  <a:lnTo>
                    <a:pt x="24015" y="0"/>
                  </a:lnTo>
                  <a:close/>
                </a:path>
              </a:pathLst>
            </a:custGeom>
            <a:solidFill>
              <a:srgbClr val="FFFFFF"/>
            </a:solidFill>
          </p:spPr>
          <p:txBody>
            <a:bodyPr wrap="square" lIns="0" tIns="0" rIns="0" bIns="0" rtlCol="0"/>
            <a:lstStyle/>
            <a:p>
              <a:endParaRPr/>
            </a:p>
          </p:txBody>
        </p:sp>
        <p:pic>
          <p:nvPicPr>
            <p:cNvPr id="20" name="object 20"/>
            <p:cNvPicPr>
              <a:picLocks noGrp="1" noRot="1" noMove="1" noResize="1" noEditPoints="1" noAdjustHandles="1" noChangeArrowheads="1" noChangeShapeType="1" noCrop="1"/>
            </p:cNvPicPr>
            <p:nvPr/>
          </p:nvPicPr>
          <p:blipFill>
            <a:blip r:embed="rId14" cstate="print"/>
            <a:stretch>
              <a:fillRect/>
            </a:stretch>
          </p:blipFill>
          <p:spPr>
            <a:xfrm>
              <a:off x="1505414" y="1330435"/>
              <a:ext cx="225455" cy="243047"/>
            </a:xfrm>
            <a:prstGeom prst="rect">
              <a:avLst/>
            </a:prstGeom>
          </p:spPr>
        </p:pic>
        <p:pic>
          <p:nvPicPr>
            <p:cNvPr id="21" name="object 21"/>
            <p:cNvPicPr>
              <a:picLocks noGrp="1" noRot="1" noMove="1" noResize="1" noEditPoints="1" noAdjustHandles="1" noChangeArrowheads="1" noChangeShapeType="1" noCrop="1"/>
            </p:cNvPicPr>
            <p:nvPr/>
          </p:nvPicPr>
          <p:blipFill>
            <a:blip r:embed="rId15" cstate="print"/>
            <a:stretch>
              <a:fillRect/>
            </a:stretch>
          </p:blipFill>
          <p:spPr>
            <a:xfrm>
              <a:off x="700430" y="1609553"/>
              <a:ext cx="329161" cy="255481"/>
            </a:xfrm>
            <a:prstGeom prst="rect">
              <a:avLst/>
            </a:prstGeom>
          </p:spPr>
        </p:pic>
        <p:pic>
          <p:nvPicPr>
            <p:cNvPr id="22" name="object 22"/>
            <p:cNvPicPr>
              <a:picLocks noGrp="1" noRot="1" noMove="1" noResize="1" noEditPoints="1" noAdjustHandles="1" noChangeArrowheads="1" noChangeShapeType="1" noCrop="1"/>
            </p:cNvPicPr>
            <p:nvPr/>
          </p:nvPicPr>
          <p:blipFill>
            <a:blip r:embed="rId16" cstate="print"/>
            <a:stretch>
              <a:fillRect/>
            </a:stretch>
          </p:blipFill>
          <p:spPr>
            <a:xfrm>
              <a:off x="1057859" y="1660702"/>
              <a:ext cx="134761" cy="149579"/>
            </a:xfrm>
            <a:prstGeom prst="rect">
              <a:avLst/>
            </a:prstGeom>
          </p:spPr>
        </p:pic>
        <p:pic>
          <p:nvPicPr>
            <p:cNvPr id="23" name="object 23"/>
            <p:cNvPicPr>
              <a:picLocks noGrp="1" noRot="1" noMove="1" noResize="1" noEditPoints="1" noAdjustHandles="1" noChangeArrowheads="1" noChangeShapeType="1" noCrop="1"/>
            </p:cNvPicPr>
            <p:nvPr/>
          </p:nvPicPr>
          <p:blipFill>
            <a:blip r:embed="rId17" cstate="print"/>
            <a:stretch>
              <a:fillRect/>
            </a:stretch>
          </p:blipFill>
          <p:spPr>
            <a:xfrm>
              <a:off x="1217495" y="1660710"/>
              <a:ext cx="120924" cy="146263"/>
            </a:xfrm>
            <a:prstGeom prst="rect">
              <a:avLst/>
            </a:prstGeom>
          </p:spPr>
        </p:pic>
        <p:pic>
          <p:nvPicPr>
            <p:cNvPr id="24" name="object 24"/>
            <p:cNvPicPr>
              <a:picLocks noGrp="1" noRot="1" noMove="1" noResize="1" noEditPoints="1" noAdjustHandles="1" noChangeArrowheads="1" noChangeShapeType="1" noCrop="1"/>
            </p:cNvPicPr>
            <p:nvPr/>
          </p:nvPicPr>
          <p:blipFill>
            <a:blip r:embed="rId18" cstate="print"/>
            <a:stretch>
              <a:fillRect/>
            </a:stretch>
          </p:blipFill>
          <p:spPr>
            <a:xfrm>
              <a:off x="1366679" y="1660701"/>
              <a:ext cx="280563" cy="203500"/>
            </a:xfrm>
            <a:prstGeom prst="rect">
              <a:avLst/>
            </a:prstGeom>
          </p:spPr>
        </p:pic>
        <p:sp>
          <p:nvSpPr>
            <p:cNvPr id="25" name="object 25"/>
            <p:cNvSpPr>
              <a:spLocks noGrp="1" noRot="1" noMove="1" noResize="1" noEditPoints="1" noAdjustHandles="1" noChangeArrowheads="1" noChangeShapeType="1"/>
            </p:cNvSpPr>
            <p:nvPr/>
          </p:nvSpPr>
          <p:spPr>
            <a:xfrm>
              <a:off x="0" y="2362200"/>
              <a:ext cx="17348200" cy="6705600"/>
            </a:xfrm>
            <a:custGeom>
              <a:avLst/>
              <a:gdLst/>
              <a:ahLst/>
              <a:cxnLst/>
              <a:rect l="l" t="t" r="r" b="b"/>
              <a:pathLst>
                <a:path w="17348200" h="6705600">
                  <a:moveTo>
                    <a:pt x="17348200" y="0"/>
                  </a:moveTo>
                  <a:lnTo>
                    <a:pt x="0" y="0"/>
                  </a:lnTo>
                  <a:lnTo>
                    <a:pt x="0" y="6705600"/>
                  </a:lnTo>
                  <a:lnTo>
                    <a:pt x="17348200" y="6705600"/>
                  </a:lnTo>
                  <a:lnTo>
                    <a:pt x="17348200" y="0"/>
                  </a:lnTo>
                  <a:close/>
                </a:path>
              </a:pathLst>
            </a:custGeom>
            <a:solidFill>
              <a:srgbClr val="FFFFFF"/>
            </a:solidFill>
          </p:spPr>
          <p:txBody>
            <a:bodyPr wrap="square" lIns="0" tIns="0" rIns="0" bIns="0" rtlCol="0"/>
            <a:lstStyle/>
            <a:p>
              <a:endParaRPr/>
            </a:p>
          </p:txBody>
        </p:sp>
      </p:grpSp>
      <p:sp>
        <p:nvSpPr>
          <p:cNvPr id="27" name="object 27"/>
          <p:cNvSpPr txBox="1">
            <a:spLocks noGrp="1"/>
          </p:cNvSpPr>
          <p:nvPr>
            <p:ph type="title"/>
          </p:nvPr>
        </p:nvSpPr>
        <p:spPr>
          <a:xfrm>
            <a:off x="2357093" y="865190"/>
            <a:ext cx="15092701" cy="751488"/>
          </a:xfrm>
          <a:prstGeom prst="rect">
            <a:avLst/>
          </a:prstGeom>
        </p:spPr>
        <p:txBody>
          <a:bodyPr vert="horz" wrap="square" lIns="0" tIns="12700" rIns="0" bIns="0" rtlCol="0">
            <a:spAutoFit/>
          </a:bodyPr>
          <a:lstStyle/>
          <a:p>
            <a:pPr marL="12700">
              <a:lnSpc>
                <a:spcPct val="100000"/>
              </a:lnSpc>
              <a:spcBef>
                <a:spcPts val="100"/>
              </a:spcBef>
              <a:tabLst>
                <a:tab pos="2597150" algn="l"/>
              </a:tabLst>
            </a:pPr>
            <a:r>
              <a:rPr lang="en-GB" sz="4800" spc="-10">
                <a:solidFill>
                  <a:srgbClr val="92D050"/>
                </a:solidFill>
                <a:latin typeface="Arial" panose="020B0604020202020204" pitchFamily="34" charset="0"/>
                <a:cs typeface="Arial" panose="020B0604020202020204" pitchFamily="34" charset="0"/>
              </a:rPr>
              <a:t>What is UKHSA doing?</a:t>
            </a:r>
            <a:endParaRPr sz="4800">
              <a:solidFill>
                <a:srgbClr val="92D050"/>
              </a:solidFill>
              <a:latin typeface="Arial" panose="020B0604020202020204" pitchFamily="34" charset="0"/>
              <a:cs typeface="Arial" panose="020B0604020202020204" pitchFamily="34" charset="0"/>
            </a:endParaRPr>
          </a:p>
        </p:txBody>
      </p:sp>
      <p:pic>
        <p:nvPicPr>
          <p:cNvPr id="28" name="Picture 27" descr="A screenshot of a screenshot of a test&#10;&#10;Description automatically generated">
            <a:extLst>
              <a:ext uri="{FF2B5EF4-FFF2-40B4-BE49-F238E27FC236}">
                <a16:creationId xmlns:a16="http://schemas.microsoft.com/office/drawing/2014/main" id="{3A44C43C-BDFC-95D8-E9C9-CBDFE6268156}"/>
              </a:ext>
            </a:extLst>
          </p:cNvPr>
          <p:cNvPicPr>
            <a:picLocks noChangeAspect="1"/>
          </p:cNvPicPr>
          <p:nvPr/>
        </p:nvPicPr>
        <p:blipFill>
          <a:blip r:embed="rId19"/>
          <a:srcRect t="14562" r="196" b="162"/>
          <a:stretch/>
        </p:blipFill>
        <p:spPr>
          <a:xfrm>
            <a:off x="12635574" y="2362200"/>
            <a:ext cx="4712626" cy="6705600"/>
          </a:xfrm>
          <a:prstGeom prst="rect">
            <a:avLst/>
          </a:prstGeom>
        </p:spPr>
      </p:pic>
      <p:pic>
        <p:nvPicPr>
          <p:cNvPr id="30" name="Picture 29">
            <a:extLst>
              <a:ext uri="{FF2B5EF4-FFF2-40B4-BE49-F238E27FC236}">
                <a16:creationId xmlns:a16="http://schemas.microsoft.com/office/drawing/2014/main" id="{943A8E7B-A290-E66F-E44B-1ABD1020887D}"/>
              </a:ext>
            </a:extLst>
          </p:cNvPr>
          <p:cNvPicPr>
            <a:picLocks noChangeAspect="1"/>
          </p:cNvPicPr>
          <p:nvPr/>
        </p:nvPicPr>
        <p:blipFill>
          <a:blip r:embed="rId20"/>
          <a:stretch>
            <a:fillRect/>
          </a:stretch>
        </p:blipFill>
        <p:spPr>
          <a:xfrm>
            <a:off x="505251" y="2617713"/>
            <a:ext cx="2438481" cy="1731684"/>
          </a:xfrm>
          <a:prstGeom prst="rect">
            <a:avLst/>
          </a:prstGeom>
        </p:spPr>
      </p:pic>
      <p:pic>
        <p:nvPicPr>
          <p:cNvPr id="32" name="Picture 31">
            <a:extLst>
              <a:ext uri="{FF2B5EF4-FFF2-40B4-BE49-F238E27FC236}">
                <a16:creationId xmlns:a16="http://schemas.microsoft.com/office/drawing/2014/main" id="{F11BFE43-C755-CD90-47CE-DD507ACD5B27}"/>
              </a:ext>
            </a:extLst>
          </p:cNvPr>
          <p:cNvPicPr>
            <a:picLocks noChangeAspect="1"/>
          </p:cNvPicPr>
          <p:nvPr/>
        </p:nvPicPr>
        <p:blipFill>
          <a:blip r:embed="rId21"/>
          <a:stretch>
            <a:fillRect/>
          </a:stretch>
        </p:blipFill>
        <p:spPr>
          <a:xfrm>
            <a:off x="505251" y="4440295"/>
            <a:ext cx="2443761" cy="2128380"/>
          </a:xfrm>
          <a:prstGeom prst="rect">
            <a:avLst/>
          </a:prstGeom>
        </p:spPr>
      </p:pic>
      <p:pic>
        <p:nvPicPr>
          <p:cNvPr id="34" name="Picture 33">
            <a:extLst>
              <a:ext uri="{FF2B5EF4-FFF2-40B4-BE49-F238E27FC236}">
                <a16:creationId xmlns:a16="http://schemas.microsoft.com/office/drawing/2014/main" id="{BA169B62-79BE-B637-AAA0-1601F55B030B}"/>
              </a:ext>
            </a:extLst>
          </p:cNvPr>
          <p:cNvPicPr>
            <a:picLocks noChangeAspect="1"/>
          </p:cNvPicPr>
          <p:nvPr/>
        </p:nvPicPr>
        <p:blipFill>
          <a:blip r:embed="rId22"/>
          <a:stretch>
            <a:fillRect/>
          </a:stretch>
        </p:blipFill>
        <p:spPr>
          <a:xfrm>
            <a:off x="505251" y="6841626"/>
            <a:ext cx="2435270" cy="1953222"/>
          </a:xfrm>
          <a:prstGeom prst="rect">
            <a:avLst/>
          </a:prstGeom>
        </p:spPr>
      </p:pic>
      <p:sp>
        <p:nvSpPr>
          <p:cNvPr id="35" name="TextBox 34">
            <a:extLst>
              <a:ext uri="{FF2B5EF4-FFF2-40B4-BE49-F238E27FC236}">
                <a16:creationId xmlns:a16="http://schemas.microsoft.com/office/drawing/2014/main" id="{6E253619-368B-F277-B535-C1552408EC38}"/>
              </a:ext>
            </a:extLst>
          </p:cNvPr>
          <p:cNvSpPr txBox="1"/>
          <p:nvPr/>
        </p:nvSpPr>
        <p:spPr>
          <a:xfrm>
            <a:off x="3173028" y="3107722"/>
            <a:ext cx="9686216" cy="2554545"/>
          </a:xfrm>
          <a:prstGeom prst="rect">
            <a:avLst/>
          </a:prstGeom>
          <a:noFill/>
        </p:spPr>
        <p:txBody>
          <a:bodyPr wrap="square" rtlCol="0">
            <a:spAutoFit/>
          </a:bodyPr>
          <a:lstStyle/>
          <a:p>
            <a:pPr marL="571500" indent="-571500">
              <a:buFont typeface="Arial" panose="020B0604020202020204" pitchFamily="34" charset="0"/>
              <a:buChar char="•"/>
            </a:pPr>
            <a:r>
              <a:rPr lang="en-GB" sz="3200">
                <a:solidFill>
                  <a:schemeClr val="bg1"/>
                </a:solidFill>
              </a:rPr>
              <a:t>Established Centre for Climate and Health Security in 2022</a:t>
            </a:r>
          </a:p>
          <a:p>
            <a:pPr marL="571500" indent="-571500">
              <a:buFont typeface="Arial" panose="020B0604020202020204" pitchFamily="34" charset="0"/>
              <a:buChar char="•"/>
            </a:pPr>
            <a:endParaRPr lang="en-GB" sz="3200">
              <a:solidFill>
                <a:schemeClr val="accent5">
                  <a:lumMod val="75000"/>
                </a:schemeClr>
              </a:solidFill>
            </a:endParaRPr>
          </a:p>
          <a:p>
            <a:pPr marL="571500" indent="-571500">
              <a:buFont typeface="Arial" panose="020B0604020202020204" pitchFamily="34" charset="0"/>
              <a:buChar char="•"/>
            </a:pPr>
            <a:endParaRPr lang="en-GB" sz="3200">
              <a:solidFill>
                <a:schemeClr val="accent5">
                  <a:lumMod val="75000"/>
                </a:schemeClr>
              </a:solidFill>
            </a:endParaRPr>
          </a:p>
          <a:p>
            <a:pPr marL="571500" indent="-571500">
              <a:buFont typeface="Arial" panose="020B0604020202020204" pitchFamily="34" charset="0"/>
              <a:buChar char="•"/>
            </a:pPr>
            <a:endParaRPr lang="en-GB" sz="3200">
              <a:solidFill>
                <a:schemeClr val="accent5">
                  <a:lumMod val="75000"/>
                </a:schemeClr>
              </a:solidFill>
            </a:endParaRPr>
          </a:p>
        </p:txBody>
      </p:sp>
      <p:sp>
        <p:nvSpPr>
          <p:cNvPr id="36" name="Rectangle 35">
            <a:extLst>
              <a:ext uri="{FF2B5EF4-FFF2-40B4-BE49-F238E27FC236}">
                <a16:creationId xmlns:a16="http://schemas.microsoft.com/office/drawing/2014/main" id="{1B691C64-75D9-8109-FBFA-A61148BAE040}"/>
              </a:ext>
            </a:extLst>
          </p:cNvPr>
          <p:cNvSpPr/>
          <p:nvPr/>
        </p:nvSpPr>
        <p:spPr>
          <a:xfrm>
            <a:off x="3715686" y="2516559"/>
            <a:ext cx="8553691" cy="1036216"/>
          </a:xfrm>
          <a:prstGeom prst="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a:solidFill>
                  <a:schemeClr val="bg1"/>
                </a:solidFill>
                <a:latin typeface="Arial" panose="020B0604020202020204" pitchFamily="34" charset="0"/>
                <a:cs typeface="Arial" panose="020B0604020202020204" pitchFamily="34" charset="0"/>
              </a:rPr>
              <a:t>Established Centre for Climate Health Security 2022</a:t>
            </a:r>
            <a:endParaRPr lang="en-US" sz="2800">
              <a:solidFill>
                <a:schemeClr val="bg1"/>
              </a:solidFill>
              <a:latin typeface="Arial" panose="020B0604020202020204" pitchFamily="34" charset="0"/>
              <a:cs typeface="Arial" panose="020B0604020202020204" pitchFamily="34" charset="0"/>
            </a:endParaRPr>
          </a:p>
        </p:txBody>
      </p:sp>
      <p:sp>
        <p:nvSpPr>
          <p:cNvPr id="37" name="Rectangle 36">
            <a:extLst>
              <a:ext uri="{FF2B5EF4-FFF2-40B4-BE49-F238E27FC236}">
                <a16:creationId xmlns:a16="http://schemas.microsoft.com/office/drawing/2014/main" id="{37F50572-017F-EA38-2FA2-3B7C20CC7DA5}"/>
              </a:ext>
            </a:extLst>
          </p:cNvPr>
          <p:cNvSpPr/>
          <p:nvPr/>
        </p:nvSpPr>
        <p:spPr>
          <a:xfrm>
            <a:off x="3735678" y="4358692"/>
            <a:ext cx="8553691" cy="1036216"/>
          </a:xfrm>
          <a:prstGeom prst="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a:solidFill>
                  <a:schemeClr val="bg1"/>
                </a:solidFill>
                <a:latin typeface="Arial" panose="020B0604020202020204" pitchFamily="34" charset="0"/>
                <a:cs typeface="Arial" panose="020B0604020202020204" pitchFamily="34" charset="0"/>
              </a:rPr>
              <a:t>Working with HAIRS since 2004</a:t>
            </a:r>
            <a:endParaRPr lang="en-US" sz="2800">
              <a:solidFill>
                <a:schemeClr val="bg1"/>
              </a:solidFill>
              <a:latin typeface="Arial" panose="020B0604020202020204" pitchFamily="34" charset="0"/>
              <a:cs typeface="Arial" panose="020B0604020202020204" pitchFamily="34" charset="0"/>
            </a:endParaRPr>
          </a:p>
        </p:txBody>
      </p:sp>
      <p:sp>
        <p:nvSpPr>
          <p:cNvPr id="38" name="Rectangle 37">
            <a:extLst>
              <a:ext uri="{FF2B5EF4-FFF2-40B4-BE49-F238E27FC236}">
                <a16:creationId xmlns:a16="http://schemas.microsoft.com/office/drawing/2014/main" id="{CC764504-D992-B576-C7BD-627D36A536F2}"/>
              </a:ext>
            </a:extLst>
          </p:cNvPr>
          <p:cNvSpPr/>
          <p:nvPr/>
        </p:nvSpPr>
        <p:spPr>
          <a:xfrm>
            <a:off x="3715685" y="6214186"/>
            <a:ext cx="8553691" cy="1036216"/>
          </a:xfrm>
          <a:prstGeom prst="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a:solidFill>
                  <a:schemeClr val="bg1"/>
                </a:solidFill>
                <a:latin typeface="Arial" panose="020B0604020202020204" pitchFamily="34" charset="0"/>
                <a:cs typeface="Arial" panose="020B0604020202020204" pitchFamily="34" charset="0"/>
              </a:rPr>
              <a:t>MEZE Team works with local authorities and stakeholders</a:t>
            </a:r>
            <a:endParaRPr lang="en-US" sz="2800">
              <a:solidFill>
                <a:schemeClr val="bg1"/>
              </a:solidFill>
              <a:latin typeface="Arial" panose="020B0604020202020204" pitchFamily="34" charset="0"/>
              <a:cs typeface="Arial" panose="020B0604020202020204" pitchFamily="34" charset="0"/>
            </a:endParaRPr>
          </a:p>
        </p:txBody>
      </p:sp>
      <p:sp>
        <p:nvSpPr>
          <p:cNvPr id="39" name="Rectangle 38">
            <a:extLst>
              <a:ext uri="{FF2B5EF4-FFF2-40B4-BE49-F238E27FC236}">
                <a16:creationId xmlns:a16="http://schemas.microsoft.com/office/drawing/2014/main" id="{6667AA72-4728-E67B-4B26-900D14AFAD56}"/>
              </a:ext>
            </a:extLst>
          </p:cNvPr>
          <p:cNvSpPr/>
          <p:nvPr/>
        </p:nvSpPr>
        <p:spPr>
          <a:xfrm>
            <a:off x="3715684" y="7942414"/>
            <a:ext cx="8553691" cy="1036216"/>
          </a:xfrm>
          <a:prstGeom prst="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a:solidFill>
                  <a:schemeClr val="bg1"/>
                </a:solidFill>
                <a:latin typeface="Arial" panose="020B0604020202020204" pitchFamily="34" charset="0"/>
                <a:cs typeface="Arial" panose="020B0604020202020204" pitchFamily="34" charset="0"/>
              </a:rPr>
              <a:t>Collaboration across government, crown dependencies and overseas territories</a:t>
            </a:r>
            <a:endParaRPr lang="en-US" sz="2800">
              <a:solidFill>
                <a:schemeClr val="bg1"/>
              </a:solidFill>
              <a:latin typeface="Arial" panose="020B0604020202020204" pitchFamily="34" charset="0"/>
              <a:cs typeface="Arial" panose="020B0604020202020204" pitchFamily="34" charset="0"/>
            </a:endParaRPr>
          </a:p>
        </p:txBody>
      </p:sp>
      <p:sp>
        <p:nvSpPr>
          <p:cNvPr id="26" name="Rectangle 25">
            <a:extLst>
              <a:ext uri="{FF2B5EF4-FFF2-40B4-BE49-F238E27FC236}">
                <a16:creationId xmlns:a16="http://schemas.microsoft.com/office/drawing/2014/main" id="{A11C2740-C353-E414-9A1B-4FB4C239EB7F}"/>
              </a:ext>
            </a:extLst>
          </p:cNvPr>
          <p:cNvSpPr/>
          <p:nvPr/>
        </p:nvSpPr>
        <p:spPr>
          <a:xfrm>
            <a:off x="12928060" y="2490281"/>
            <a:ext cx="3881336" cy="648834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530E691D-368D-C2A4-3F9A-660B280F2B70}"/>
              </a:ext>
            </a:extLst>
          </p:cNvPr>
          <p:cNvSpPr/>
          <p:nvPr/>
        </p:nvSpPr>
        <p:spPr>
          <a:xfrm>
            <a:off x="367274" y="2459308"/>
            <a:ext cx="2805753" cy="6519322"/>
          </a:xfrm>
          <a:prstGeom prst="rect">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21885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a:grpSpLocks noGrp="1" noUngrp="1" noRot="1" noMove="1" noResize="1"/>
          </p:cNvGrpSpPr>
          <p:nvPr/>
        </p:nvGrpSpPr>
        <p:grpSpPr>
          <a:xfrm>
            <a:off x="0" y="0"/>
            <a:ext cx="17348200" cy="9753600"/>
            <a:chOff x="0" y="0"/>
            <a:chExt cx="17348200" cy="9753600"/>
          </a:xfrm>
        </p:grpSpPr>
        <p:sp>
          <p:nvSpPr>
            <p:cNvPr id="3" name="object 3"/>
            <p:cNvSpPr>
              <a:spLocks noGrp="1" noRot="1" noMove="1" noResize="1" noEditPoints="1" noAdjustHandles="1" noChangeArrowheads="1" noChangeShapeType="1"/>
            </p:cNvSpPr>
            <p:nvPr/>
          </p:nvSpPr>
          <p:spPr>
            <a:xfrm>
              <a:off x="580440" y="535698"/>
              <a:ext cx="431165" cy="1273810"/>
            </a:xfrm>
            <a:custGeom>
              <a:avLst/>
              <a:gdLst/>
              <a:ahLst/>
              <a:cxnLst/>
              <a:rect l="l" t="t" r="r" b="b"/>
              <a:pathLst>
                <a:path w="431165" h="1273810">
                  <a:moveTo>
                    <a:pt x="23545" y="0"/>
                  </a:moveTo>
                  <a:lnTo>
                    <a:pt x="0" y="0"/>
                  </a:lnTo>
                  <a:lnTo>
                    <a:pt x="0" y="1273492"/>
                  </a:lnTo>
                  <a:lnTo>
                    <a:pt x="23545" y="1273492"/>
                  </a:lnTo>
                  <a:lnTo>
                    <a:pt x="23545" y="0"/>
                  </a:lnTo>
                  <a:close/>
                </a:path>
                <a:path w="431165" h="1273810">
                  <a:moveTo>
                    <a:pt x="300494" y="65722"/>
                  </a:moveTo>
                  <a:lnTo>
                    <a:pt x="298564" y="63982"/>
                  </a:lnTo>
                  <a:lnTo>
                    <a:pt x="294246" y="63982"/>
                  </a:lnTo>
                  <a:lnTo>
                    <a:pt x="292481" y="65722"/>
                  </a:lnTo>
                  <a:lnTo>
                    <a:pt x="292481" y="70129"/>
                  </a:lnTo>
                  <a:lnTo>
                    <a:pt x="294246" y="71729"/>
                  </a:lnTo>
                  <a:lnTo>
                    <a:pt x="298564" y="71729"/>
                  </a:lnTo>
                  <a:lnTo>
                    <a:pt x="300494" y="70129"/>
                  </a:lnTo>
                  <a:lnTo>
                    <a:pt x="300494" y="67830"/>
                  </a:lnTo>
                  <a:lnTo>
                    <a:pt x="300494" y="65722"/>
                  </a:lnTo>
                  <a:close/>
                </a:path>
                <a:path w="431165" h="1273810">
                  <a:moveTo>
                    <a:pt x="301802" y="56197"/>
                  </a:moveTo>
                  <a:lnTo>
                    <a:pt x="299999" y="54305"/>
                  </a:lnTo>
                  <a:lnTo>
                    <a:pt x="295567" y="54305"/>
                  </a:lnTo>
                  <a:lnTo>
                    <a:pt x="293725" y="56197"/>
                  </a:lnTo>
                  <a:lnTo>
                    <a:pt x="293725" y="60490"/>
                  </a:lnTo>
                  <a:lnTo>
                    <a:pt x="295567" y="62318"/>
                  </a:lnTo>
                  <a:lnTo>
                    <a:pt x="297764" y="62318"/>
                  </a:lnTo>
                  <a:lnTo>
                    <a:pt x="299999" y="62318"/>
                  </a:lnTo>
                  <a:lnTo>
                    <a:pt x="301802" y="60490"/>
                  </a:lnTo>
                  <a:lnTo>
                    <a:pt x="301802" y="56197"/>
                  </a:lnTo>
                  <a:close/>
                </a:path>
                <a:path w="431165" h="1273810">
                  <a:moveTo>
                    <a:pt x="302501" y="75171"/>
                  </a:moveTo>
                  <a:lnTo>
                    <a:pt x="300659" y="73393"/>
                  </a:lnTo>
                  <a:lnTo>
                    <a:pt x="296202" y="73393"/>
                  </a:lnTo>
                  <a:lnTo>
                    <a:pt x="294335" y="75171"/>
                  </a:lnTo>
                  <a:lnTo>
                    <a:pt x="294335" y="79565"/>
                  </a:lnTo>
                  <a:lnTo>
                    <a:pt x="296202" y="81343"/>
                  </a:lnTo>
                  <a:lnTo>
                    <a:pt x="300659" y="81343"/>
                  </a:lnTo>
                  <a:lnTo>
                    <a:pt x="302501" y="79565"/>
                  </a:lnTo>
                  <a:lnTo>
                    <a:pt x="302501" y="77470"/>
                  </a:lnTo>
                  <a:lnTo>
                    <a:pt x="302501" y="75171"/>
                  </a:lnTo>
                  <a:close/>
                </a:path>
                <a:path w="431165" h="1273810">
                  <a:moveTo>
                    <a:pt x="306197" y="47142"/>
                  </a:moveTo>
                  <a:lnTo>
                    <a:pt x="304342" y="45440"/>
                  </a:lnTo>
                  <a:lnTo>
                    <a:pt x="299999" y="45440"/>
                  </a:lnTo>
                  <a:lnTo>
                    <a:pt x="298157" y="47142"/>
                  </a:lnTo>
                  <a:lnTo>
                    <a:pt x="298157" y="51600"/>
                  </a:lnTo>
                  <a:lnTo>
                    <a:pt x="299999" y="53225"/>
                  </a:lnTo>
                  <a:lnTo>
                    <a:pt x="302221" y="53225"/>
                  </a:lnTo>
                  <a:lnTo>
                    <a:pt x="304342" y="53225"/>
                  </a:lnTo>
                  <a:lnTo>
                    <a:pt x="306197" y="51600"/>
                  </a:lnTo>
                  <a:lnTo>
                    <a:pt x="306197" y="47142"/>
                  </a:lnTo>
                  <a:close/>
                </a:path>
                <a:path w="431165" h="1273810">
                  <a:moveTo>
                    <a:pt x="314058" y="40386"/>
                  </a:moveTo>
                  <a:lnTo>
                    <a:pt x="312254" y="38684"/>
                  </a:lnTo>
                  <a:lnTo>
                    <a:pt x="307848" y="38684"/>
                  </a:lnTo>
                  <a:lnTo>
                    <a:pt x="305968" y="40386"/>
                  </a:lnTo>
                  <a:lnTo>
                    <a:pt x="305968" y="44856"/>
                  </a:lnTo>
                  <a:lnTo>
                    <a:pt x="307848" y="46507"/>
                  </a:lnTo>
                  <a:lnTo>
                    <a:pt x="309994" y="46507"/>
                  </a:lnTo>
                  <a:lnTo>
                    <a:pt x="312254" y="46507"/>
                  </a:lnTo>
                  <a:lnTo>
                    <a:pt x="314058" y="44856"/>
                  </a:lnTo>
                  <a:lnTo>
                    <a:pt x="314058" y="40386"/>
                  </a:lnTo>
                  <a:close/>
                </a:path>
                <a:path w="431165" h="1273810">
                  <a:moveTo>
                    <a:pt x="324015" y="37541"/>
                  </a:moveTo>
                  <a:lnTo>
                    <a:pt x="322148" y="35699"/>
                  </a:lnTo>
                  <a:lnTo>
                    <a:pt x="317741" y="35699"/>
                  </a:lnTo>
                  <a:lnTo>
                    <a:pt x="316001" y="37541"/>
                  </a:lnTo>
                  <a:lnTo>
                    <a:pt x="316001" y="41694"/>
                  </a:lnTo>
                  <a:lnTo>
                    <a:pt x="317741" y="43586"/>
                  </a:lnTo>
                  <a:lnTo>
                    <a:pt x="320052" y="43586"/>
                  </a:lnTo>
                  <a:lnTo>
                    <a:pt x="322148" y="43586"/>
                  </a:lnTo>
                  <a:lnTo>
                    <a:pt x="324015" y="41694"/>
                  </a:lnTo>
                  <a:lnTo>
                    <a:pt x="324015" y="37541"/>
                  </a:lnTo>
                  <a:close/>
                </a:path>
                <a:path w="431165" h="1273810">
                  <a:moveTo>
                    <a:pt x="334505" y="38442"/>
                  </a:moveTo>
                  <a:lnTo>
                    <a:pt x="332587" y="36753"/>
                  </a:lnTo>
                  <a:lnTo>
                    <a:pt x="328358" y="36753"/>
                  </a:lnTo>
                  <a:lnTo>
                    <a:pt x="326504" y="38442"/>
                  </a:lnTo>
                  <a:lnTo>
                    <a:pt x="326504" y="42710"/>
                  </a:lnTo>
                  <a:lnTo>
                    <a:pt x="328358" y="44526"/>
                  </a:lnTo>
                  <a:lnTo>
                    <a:pt x="330403" y="44526"/>
                  </a:lnTo>
                  <a:lnTo>
                    <a:pt x="332587" y="44526"/>
                  </a:lnTo>
                  <a:lnTo>
                    <a:pt x="334505" y="42710"/>
                  </a:lnTo>
                  <a:lnTo>
                    <a:pt x="334505" y="38442"/>
                  </a:lnTo>
                  <a:close/>
                </a:path>
                <a:path w="431165" h="1273810">
                  <a:moveTo>
                    <a:pt x="337553" y="77203"/>
                  </a:moveTo>
                  <a:lnTo>
                    <a:pt x="337032" y="71132"/>
                  </a:lnTo>
                  <a:lnTo>
                    <a:pt x="332727" y="66992"/>
                  </a:lnTo>
                  <a:lnTo>
                    <a:pt x="331863" y="64820"/>
                  </a:lnTo>
                  <a:lnTo>
                    <a:pt x="329653" y="69037"/>
                  </a:lnTo>
                  <a:lnTo>
                    <a:pt x="327596" y="71640"/>
                  </a:lnTo>
                  <a:lnTo>
                    <a:pt x="327914" y="74891"/>
                  </a:lnTo>
                  <a:lnTo>
                    <a:pt x="328345" y="78308"/>
                  </a:lnTo>
                  <a:lnTo>
                    <a:pt x="331863" y="80645"/>
                  </a:lnTo>
                  <a:lnTo>
                    <a:pt x="333540" y="84035"/>
                  </a:lnTo>
                  <a:lnTo>
                    <a:pt x="335064" y="80149"/>
                  </a:lnTo>
                  <a:lnTo>
                    <a:pt x="337553" y="77203"/>
                  </a:lnTo>
                  <a:close/>
                </a:path>
                <a:path w="431165" h="1273810">
                  <a:moveTo>
                    <a:pt x="344360" y="41186"/>
                  </a:moveTo>
                  <a:lnTo>
                    <a:pt x="342633" y="39420"/>
                  </a:lnTo>
                  <a:lnTo>
                    <a:pt x="338074" y="39420"/>
                  </a:lnTo>
                  <a:lnTo>
                    <a:pt x="336359" y="41186"/>
                  </a:lnTo>
                  <a:lnTo>
                    <a:pt x="336359" y="45580"/>
                  </a:lnTo>
                  <a:lnTo>
                    <a:pt x="338074" y="47307"/>
                  </a:lnTo>
                  <a:lnTo>
                    <a:pt x="340296" y="47307"/>
                  </a:lnTo>
                  <a:lnTo>
                    <a:pt x="342633" y="47307"/>
                  </a:lnTo>
                  <a:lnTo>
                    <a:pt x="344360" y="45580"/>
                  </a:lnTo>
                  <a:lnTo>
                    <a:pt x="344360" y="41186"/>
                  </a:lnTo>
                  <a:close/>
                </a:path>
                <a:path w="431165" h="1273810">
                  <a:moveTo>
                    <a:pt x="353720" y="45440"/>
                  </a:moveTo>
                  <a:lnTo>
                    <a:pt x="351980" y="43878"/>
                  </a:lnTo>
                  <a:lnTo>
                    <a:pt x="347649" y="43878"/>
                  </a:lnTo>
                  <a:lnTo>
                    <a:pt x="345732" y="45440"/>
                  </a:lnTo>
                  <a:lnTo>
                    <a:pt x="345732" y="49872"/>
                  </a:lnTo>
                  <a:lnTo>
                    <a:pt x="347649" y="51689"/>
                  </a:lnTo>
                  <a:lnTo>
                    <a:pt x="349656" y="51689"/>
                  </a:lnTo>
                  <a:lnTo>
                    <a:pt x="351980" y="51689"/>
                  </a:lnTo>
                  <a:lnTo>
                    <a:pt x="353720" y="49872"/>
                  </a:lnTo>
                  <a:lnTo>
                    <a:pt x="353720" y="45440"/>
                  </a:lnTo>
                  <a:close/>
                </a:path>
                <a:path w="431165" h="1273810">
                  <a:moveTo>
                    <a:pt x="358990" y="22199"/>
                  </a:moveTo>
                  <a:lnTo>
                    <a:pt x="353961" y="23253"/>
                  </a:lnTo>
                  <a:lnTo>
                    <a:pt x="350113" y="27165"/>
                  </a:lnTo>
                  <a:lnTo>
                    <a:pt x="349097" y="32194"/>
                  </a:lnTo>
                  <a:lnTo>
                    <a:pt x="358990" y="32194"/>
                  </a:lnTo>
                  <a:lnTo>
                    <a:pt x="358990" y="22199"/>
                  </a:lnTo>
                  <a:close/>
                </a:path>
                <a:path w="431165" h="1273810">
                  <a:moveTo>
                    <a:pt x="359194" y="52082"/>
                  </a:moveTo>
                  <a:lnTo>
                    <a:pt x="357606" y="51841"/>
                  </a:lnTo>
                  <a:lnTo>
                    <a:pt x="356069" y="51346"/>
                  </a:lnTo>
                  <a:lnTo>
                    <a:pt x="354660" y="50787"/>
                  </a:lnTo>
                  <a:lnTo>
                    <a:pt x="354660" y="68884"/>
                  </a:lnTo>
                  <a:lnTo>
                    <a:pt x="359194" y="68884"/>
                  </a:lnTo>
                  <a:lnTo>
                    <a:pt x="359194" y="52082"/>
                  </a:lnTo>
                  <a:close/>
                </a:path>
                <a:path w="431165" h="1273810">
                  <a:moveTo>
                    <a:pt x="368490" y="50774"/>
                  </a:moveTo>
                  <a:lnTo>
                    <a:pt x="367004" y="51346"/>
                  </a:lnTo>
                  <a:lnTo>
                    <a:pt x="365569" y="51828"/>
                  </a:lnTo>
                  <a:lnTo>
                    <a:pt x="363855" y="52082"/>
                  </a:lnTo>
                  <a:lnTo>
                    <a:pt x="363855" y="68872"/>
                  </a:lnTo>
                  <a:lnTo>
                    <a:pt x="368490" y="68872"/>
                  </a:lnTo>
                  <a:lnTo>
                    <a:pt x="368490" y="50774"/>
                  </a:lnTo>
                  <a:close/>
                </a:path>
                <a:path w="431165" h="1273810">
                  <a:moveTo>
                    <a:pt x="372084" y="4114"/>
                  </a:moveTo>
                  <a:lnTo>
                    <a:pt x="369938" y="6832"/>
                  </a:lnTo>
                  <a:lnTo>
                    <a:pt x="366166" y="9245"/>
                  </a:lnTo>
                  <a:lnTo>
                    <a:pt x="362978" y="9880"/>
                  </a:lnTo>
                  <a:lnTo>
                    <a:pt x="363347" y="6400"/>
                  </a:lnTo>
                  <a:lnTo>
                    <a:pt x="365455" y="3568"/>
                  </a:lnTo>
                  <a:lnTo>
                    <a:pt x="368274" y="0"/>
                  </a:lnTo>
                  <a:lnTo>
                    <a:pt x="354850" y="0"/>
                  </a:lnTo>
                  <a:lnTo>
                    <a:pt x="357619" y="3568"/>
                  </a:lnTo>
                  <a:lnTo>
                    <a:pt x="359740" y="6400"/>
                  </a:lnTo>
                  <a:lnTo>
                    <a:pt x="360172" y="9880"/>
                  </a:lnTo>
                  <a:lnTo>
                    <a:pt x="356920" y="9245"/>
                  </a:lnTo>
                  <a:lnTo>
                    <a:pt x="353174" y="6832"/>
                  </a:lnTo>
                  <a:lnTo>
                    <a:pt x="351015" y="4114"/>
                  </a:lnTo>
                  <a:lnTo>
                    <a:pt x="351015" y="17754"/>
                  </a:lnTo>
                  <a:lnTo>
                    <a:pt x="353174" y="14846"/>
                  </a:lnTo>
                  <a:lnTo>
                    <a:pt x="356844" y="12395"/>
                  </a:lnTo>
                  <a:lnTo>
                    <a:pt x="360172" y="11925"/>
                  </a:lnTo>
                  <a:lnTo>
                    <a:pt x="359702" y="15367"/>
                  </a:lnTo>
                  <a:lnTo>
                    <a:pt x="357352" y="18453"/>
                  </a:lnTo>
                  <a:lnTo>
                    <a:pt x="354571" y="20612"/>
                  </a:lnTo>
                  <a:lnTo>
                    <a:pt x="368490" y="20612"/>
                  </a:lnTo>
                  <a:lnTo>
                    <a:pt x="365645" y="18453"/>
                  </a:lnTo>
                  <a:lnTo>
                    <a:pt x="363448" y="15367"/>
                  </a:lnTo>
                  <a:lnTo>
                    <a:pt x="362978" y="11925"/>
                  </a:lnTo>
                  <a:lnTo>
                    <a:pt x="366293" y="12395"/>
                  </a:lnTo>
                  <a:lnTo>
                    <a:pt x="369938" y="14846"/>
                  </a:lnTo>
                  <a:lnTo>
                    <a:pt x="372084" y="17754"/>
                  </a:lnTo>
                  <a:lnTo>
                    <a:pt x="372084" y="4114"/>
                  </a:lnTo>
                  <a:close/>
                </a:path>
                <a:path w="431165" h="1273810">
                  <a:moveTo>
                    <a:pt x="373849" y="37109"/>
                  </a:moveTo>
                  <a:lnTo>
                    <a:pt x="349224" y="37109"/>
                  </a:lnTo>
                  <a:lnTo>
                    <a:pt x="350507" y="42595"/>
                  </a:lnTo>
                  <a:lnTo>
                    <a:pt x="355485" y="46570"/>
                  </a:lnTo>
                  <a:lnTo>
                    <a:pt x="367588" y="46570"/>
                  </a:lnTo>
                  <a:lnTo>
                    <a:pt x="372643" y="42595"/>
                  </a:lnTo>
                  <a:lnTo>
                    <a:pt x="373849" y="37109"/>
                  </a:lnTo>
                  <a:close/>
                </a:path>
                <a:path w="431165" h="1273810">
                  <a:moveTo>
                    <a:pt x="374015" y="32194"/>
                  </a:moveTo>
                  <a:lnTo>
                    <a:pt x="373087" y="27165"/>
                  </a:lnTo>
                  <a:lnTo>
                    <a:pt x="369163" y="23380"/>
                  </a:lnTo>
                  <a:lnTo>
                    <a:pt x="364197" y="22199"/>
                  </a:lnTo>
                  <a:lnTo>
                    <a:pt x="364197" y="32194"/>
                  </a:lnTo>
                  <a:lnTo>
                    <a:pt x="374015" y="32194"/>
                  </a:lnTo>
                  <a:close/>
                </a:path>
                <a:path w="431165" h="1273810">
                  <a:moveTo>
                    <a:pt x="377444" y="45427"/>
                  </a:moveTo>
                  <a:lnTo>
                    <a:pt x="375589" y="43865"/>
                  </a:lnTo>
                  <a:lnTo>
                    <a:pt x="371144" y="43865"/>
                  </a:lnTo>
                  <a:lnTo>
                    <a:pt x="369366" y="45427"/>
                  </a:lnTo>
                  <a:lnTo>
                    <a:pt x="369366" y="47663"/>
                  </a:lnTo>
                  <a:lnTo>
                    <a:pt x="369366" y="49872"/>
                  </a:lnTo>
                  <a:lnTo>
                    <a:pt x="371144" y="51689"/>
                  </a:lnTo>
                  <a:lnTo>
                    <a:pt x="375589" y="51689"/>
                  </a:lnTo>
                  <a:lnTo>
                    <a:pt x="377444" y="49872"/>
                  </a:lnTo>
                  <a:lnTo>
                    <a:pt x="377444" y="45427"/>
                  </a:lnTo>
                  <a:close/>
                </a:path>
                <a:path w="431165" h="1273810">
                  <a:moveTo>
                    <a:pt x="386740" y="41186"/>
                  </a:moveTo>
                  <a:lnTo>
                    <a:pt x="384873" y="39420"/>
                  </a:lnTo>
                  <a:lnTo>
                    <a:pt x="380593" y="39420"/>
                  </a:lnTo>
                  <a:lnTo>
                    <a:pt x="378726" y="41186"/>
                  </a:lnTo>
                  <a:lnTo>
                    <a:pt x="378726" y="45580"/>
                  </a:lnTo>
                  <a:lnTo>
                    <a:pt x="380593" y="47307"/>
                  </a:lnTo>
                  <a:lnTo>
                    <a:pt x="382701" y="47307"/>
                  </a:lnTo>
                  <a:lnTo>
                    <a:pt x="384873" y="47307"/>
                  </a:lnTo>
                  <a:lnTo>
                    <a:pt x="386740" y="45580"/>
                  </a:lnTo>
                  <a:lnTo>
                    <a:pt x="386740" y="41186"/>
                  </a:lnTo>
                  <a:close/>
                </a:path>
                <a:path w="431165" h="1273810">
                  <a:moveTo>
                    <a:pt x="395592" y="71640"/>
                  </a:moveTo>
                  <a:lnTo>
                    <a:pt x="393585" y="69037"/>
                  </a:lnTo>
                  <a:lnTo>
                    <a:pt x="391363" y="64820"/>
                  </a:lnTo>
                  <a:lnTo>
                    <a:pt x="390550" y="66992"/>
                  </a:lnTo>
                  <a:lnTo>
                    <a:pt x="386181" y="71132"/>
                  </a:lnTo>
                  <a:lnTo>
                    <a:pt x="385559" y="77203"/>
                  </a:lnTo>
                  <a:lnTo>
                    <a:pt x="388239" y="80149"/>
                  </a:lnTo>
                  <a:lnTo>
                    <a:pt x="389712" y="84035"/>
                  </a:lnTo>
                  <a:lnTo>
                    <a:pt x="391363" y="80645"/>
                  </a:lnTo>
                  <a:lnTo>
                    <a:pt x="394995" y="78308"/>
                  </a:lnTo>
                  <a:lnTo>
                    <a:pt x="395592" y="71640"/>
                  </a:lnTo>
                  <a:close/>
                </a:path>
                <a:path w="431165" h="1273810">
                  <a:moveTo>
                    <a:pt x="396595" y="38442"/>
                  </a:moveTo>
                  <a:lnTo>
                    <a:pt x="394919" y="36753"/>
                  </a:lnTo>
                  <a:lnTo>
                    <a:pt x="390410" y="36753"/>
                  </a:lnTo>
                  <a:lnTo>
                    <a:pt x="388632" y="38442"/>
                  </a:lnTo>
                  <a:lnTo>
                    <a:pt x="388632" y="42710"/>
                  </a:lnTo>
                  <a:lnTo>
                    <a:pt x="390410" y="44526"/>
                  </a:lnTo>
                  <a:lnTo>
                    <a:pt x="392633" y="44526"/>
                  </a:lnTo>
                  <a:lnTo>
                    <a:pt x="394919" y="44526"/>
                  </a:lnTo>
                  <a:lnTo>
                    <a:pt x="396595" y="42710"/>
                  </a:lnTo>
                  <a:lnTo>
                    <a:pt x="396595" y="38442"/>
                  </a:lnTo>
                  <a:close/>
                </a:path>
                <a:path w="431165" h="1273810">
                  <a:moveTo>
                    <a:pt x="407123" y="37541"/>
                  </a:moveTo>
                  <a:lnTo>
                    <a:pt x="405218" y="35699"/>
                  </a:lnTo>
                  <a:lnTo>
                    <a:pt x="400888" y="35699"/>
                  </a:lnTo>
                  <a:lnTo>
                    <a:pt x="399161" y="37541"/>
                  </a:lnTo>
                  <a:lnTo>
                    <a:pt x="399161" y="41694"/>
                  </a:lnTo>
                  <a:lnTo>
                    <a:pt x="400888" y="43586"/>
                  </a:lnTo>
                  <a:lnTo>
                    <a:pt x="403199" y="43586"/>
                  </a:lnTo>
                  <a:lnTo>
                    <a:pt x="405218" y="43586"/>
                  </a:lnTo>
                  <a:lnTo>
                    <a:pt x="407123" y="41694"/>
                  </a:lnTo>
                  <a:lnTo>
                    <a:pt x="407123" y="37541"/>
                  </a:lnTo>
                  <a:close/>
                </a:path>
                <a:path w="431165" h="1273810">
                  <a:moveTo>
                    <a:pt x="417156" y="40386"/>
                  </a:moveTo>
                  <a:lnTo>
                    <a:pt x="415315" y="38684"/>
                  </a:lnTo>
                  <a:lnTo>
                    <a:pt x="410819" y="38684"/>
                  </a:lnTo>
                  <a:lnTo>
                    <a:pt x="409079" y="40386"/>
                  </a:lnTo>
                  <a:lnTo>
                    <a:pt x="409079" y="44856"/>
                  </a:lnTo>
                  <a:lnTo>
                    <a:pt x="410819" y="46507"/>
                  </a:lnTo>
                  <a:lnTo>
                    <a:pt x="413131" y="46507"/>
                  </a:lnTo>
                  <a:lnTo>
                    <a:pt x="415315" y="46507"/>
                  </a:lnTo>
                  <a:lnTo>
                    <a:pt x="417156" y="44856"/>
                  </a:lnTo>
                  <a:lnTo>
                    <a:pt x="417156" y="40386"/>
                  </a:lnTo>
                  <a:close/>
                </a:path>
                <a:path w="431165" h="1273810">
                  <a:moveTo>
                    <a:pt x="424954" y="47142"/>
                  </a:moveTo>
                  <a:lnTo>
                    <a:pt x="423075" y="45440"/>
                  </a:lnTo>
                  <a:lnTo>
                    <a:pt x="418706" y="45440"/>
                  </a:lnTo>
                  <a:lnTo>
                    <a:pt x="416941" y="47142"/>
                  </a:lnTo>
                  <a:lnTo>
                    <a:pt x="416941" y="51600"/>
                  </a:lnTo>
                  <a:lnTo>
                    <a:pt x="418706" y="53225"/>
                  </a:lnTo>
                  <a:lnTo>
                    <a:pt x="421005" y="53225"/>
                  </a:lnTo>
                  <a:lnTo>
                    <a:pt x="423075" y="53225"/>
                  </a:lnTo>
                  <a:lnTo>
                    <a:pt x="424954" y="51600"/>
                  </a:lnTo>
                  <a:lnTo>
                    <a:pt x="424954" y="47142"/>
                  </a:lnTo>
                  <a:close/>
                </a:path>
                <a:path w="431165" h="1273810">
                  <a:moveTo>
                    <a:pt x="428637" y="75158"/>
                  </a:moveTo>
                  <a:lnTo>
                    <a:pt x="426923" y="73393"/>
                  </a:lnTo>
                  <a:lnTo>
                    <a:pt x="424726" y="73393"/>
                  </a:lnTo>
                  <a:lnTo>
                    <a:pt x="422478" y="73393"/>
                  </a:lnTo>
                  <a:lnTo>
                    <a:pt x="420598" y="75158"/>
                  </a:lnTo>
                  <a:lnTo>
                    <a:pt x="420598" y="79552"/>
                  </a:lnTo>
                  <a:lnTo>
                    <a:pt x="422478" y="81330"/>
                  </a:lnTo>
                  <a:lnTo>
                    <a:pt x="426923" y="81330"/>
                  </a:lnTo>
                  <a:lnTo>
                    <a:pt x="428637" y="79552"/>
                  </a:lnTo>
                  <a:lnTo>
                    <a:pt x="428637" y="75158"/>
                  </a:lnTo>
                  <a:close/>
                </a:path>
                <a:path w="431165" h="1273810">
                  <a:moveTo>
                    <a:pt x="429285" y="56184"/>
                  </a:moveTo>
                  <a:lnTo>
                    <a:pt x="427507" y="54317"/>
                  </a:lnTo>
                  <a:lnTo>
                    <a:pt x="423075" y="54317"/>
                  </a:lnTo>
                  <a:lnTo>
                    <a:pt x="421360" y="56184"/>
                  </a:lnTo>
                  <a:lnTo>
                    <a:pt x="421360" y="58331"/>
                  </a:lnTo>
                  <a:lnTo>
                    <a:pt x="421360" y="60502"/>
                  </a:lnTo>
                  <a:lnTo>
                    <a:pt x="423075" y="62306"/>
                  </a:lnTo>
                  <a:lnTo>
                    <a:pt x="427507" y="62306"/>
                  </a:lnTo>
                  <a:lnTo>
                    <a:pt x="429285" y="60502"/>
                  </a:lnTo>
                  <a:lnTo>
                    <a:pt x="429285" y="56184"/>
                  </a:lnTo>
                  <a:close/>
                </a:path>
                <a:path w="431165" h="1273810">
                  <a:moveTo>
                    <a:pt x="430644" y="65735"/>
                  </a:moveTo>
                  <a:lnTo>
                    <a:pt x="428879" y="63995"/>
                  </a:lnTo>
                  <a:lnTo>
                    <a:pt x="426631" y="63995"/>
                  </a:lnTo>
                  <a:lnTo>
                    <a:pt x="424510" y="63995"/>
                  </a:lnTo>
                  <a:lnTo>
                    <a:pt x="422579" y="65735"/>
                  </a:lnTo>
                  <a:lnTo>
                    <a:pt x="422579" y="70129"/>
                  </a:lnTo>
                  <a:lnTo>
                    <a:pt x="424510" y="71742"/>
                  </a:lnTo>
                  <a:lnTo>
                    <a:pt x="428879" y="71742"/>
                  </a:lnTo>
                  <a:lnTo>
                    <a:pt x="430644" y="70129"/>
                  </a:lnTo>
                  <a:lnTo>
                    <a:pt x="430644" y="65735"/>
                  </a:lnTo>
                  <a:close/>
                </a:path>
              </a:pathLst>
            </a:custGeom>
            <a:solidFill>
              <a:srgbClr val="FFFFFF"/>
            </a:solidFill>
          </p:spPr>
          <p:txBody>
            <a:bodyPr wrap="square" lIns="0" tIns="0" rIns="0" bIns="0" rtlCol="0"/>
            <a:lstStyle/>
            <a:p>
              <a:endParaRPr/>
            </a:p>
          </p:txBody>
        </p:sp>
        <p:pic>
          <p:nvPicPr>
            <p:cNvPr id="4" name="object 4"/>
            <p:cNvPicPr>
              <a:picLocks noGrp="1" noRot="1" noMove="1" noResize="1" noEditPoints="1" noAdjustHandles="1" noChangeArrowheads="1" noChangeShapeType="1" noCrop="1"/>
            </p:cNvPicPr>
            <p:nvPr/>
          </p:nvPicPr>
          <p:blipFill>
            <a:blip r:embed="rId3" cstate="print"/>
            <a:stretch>
              <a:fillRect/>
            </a:stretch>
          </p:blipFill>
          <p:spPr>
            <a:xfrm>
              <a:off x="859313" y="758855"/>
              <a:ext cx="127684" cy="138549"/>
            </a:xfrm>
            <a:prstGeom prst="rect">
              <a:avLst/>
            </a:prstGeom>
          </p:spPr>
        </p:pic>
        <p:sp>
          <p:nvSpPr>
            <p:cNvPr id="5" name="object 5"/>
            <p:cNvSpPr>
              <a:spLocks noGrp="1" noRot="1" noMove="1" noResize="1" noEditPoints="1" noAdjustHandles="1" noChangeArrowheads="1" noChangeShapeType="1"/>
            </p:cNvSpPr>
            <p:nvPr/>
          </p:nvSpPr>
          <p:spPr>
            <a:xfrm>
              <a:off x="750720" y="833538"/>
              <a:ext cx="382905" cy="100965"/>
            </a:xfrm>
            <a:custGeom>
              <a:avLst/>
              <a:gdLst/>
              <a:ahLst/>
              <a:cxnLst/>
              <a:rect l="l" t="t" r="r" b="b"/>
              <a:pathLst>
                <a:path w="382905" h="100965">
                  <a:moveTo>
                    <a:pt x="191296" y="100680"/>
                  </a:moveTo>
                  <a:lnTo>
                    <a:pt x="141980" y="95797"/>
                  </a:lnTo>
                  <a:lnTo>
                    <a:pt x="116222" y="66004"/>
                  </a:lnTo>
                  <a:lnTo>
                    <a:pt x="108211" y="49550"/>
                  </a:lnTo>
                  <a:lnTo>
                    <a:pt x="108211" y="38518"/>
                  </a:lnTo>
                  <a:lnTo>
                    <a:pt x="119910" y="28106"/>
                  </a:lnTo>
                  <a:lnTo>
                    <a:pt x="109483" y="30361"/>
                  </a:lnTo>
                  <a:lnTo>
                    <a:pt x="98933" y="35024"/>
                  </a:lnTo>
                  <a:lnTo>
                    <a:pt x="88336" y="41244"/>
                  </a:lnTo>
                  <a:lnTo>
                    <a:pt x="61533" y="58575"/>
                  </a:lnTo>
                  <a:lnTo>
                    <a:pt x="47923" y="65679"/>
                  </a:lnTo>
                  <a:lnTo>
                    <a:pt x="41178" y="67616"/>
                  </a:lnTo>
                  <a:lnTo>
                    <a:pt x="28212" y="67616"/>
                  </a:lnTo>
                  <a:lnTo>
                    <a:pt x="6506" y="51161"/>
                  </a:lnTo>
                  <a:lnTo>
                    <a:pt x="348" y="48403"/>
                  </a:lnTo>
                  <a:lnTo>
                    <a:pt x="0" y="47551"/>
                  </a:lnTo>
                  <a:lnTo>
                    <a:pt x="522" y="45924"/>
                  </a:lnTo>
                  <a:lnTo>
                    <a:pt x="1409" y="45521"/>
                  </a:lnTo>
                  <a:lnTo>
                    <a:pt x="2216" y="45769"/>
                  </a:lnTo>
                  <a:lnTo>
                    <a:pt x="16212" y="46242"/>
                  </a:lnTo>
                  <a:lnTo>
                    <a:pt x="31341" y="41314"/>
                  </a:lnTo>
                  <a:lnTo>
                    <a:pt x="47137" y="32831"/>
                  </a:lnTo>
                  <a:lnTo>
                    <a:pt x="76300" y="14203"/>
                  </a:lnTo>
                  <a:lnTo>
                    <a:pt x="88981" y="6966"/>
                  </a:lnTo>
                  <a:lnTo>
                    <a:pt x="101041" y="1905"/>
                  </a:lnTo>
                  <a:lnTo>
                    <a:pt x="112343" y="0"/>
                  </a:lnTo>
                  <a:lnTo>
                    <a:pt x="117662" y="0"/>
                  </a:lnTo>
                  <a:lnTo>
                    <a:pt x="122364" y="1146"/>
                  </a:lnTo>
                  <a:lnTo>
                    <a:pt x="131531" y="5965"/>
                  </a:lnTo>
                  <a:lnTo>
                    <a:pt x="135346" y="10365"/>
                  </a:lnTo>
                  <a:lnTo>
                    <a:pt x="140223" y="21846"/>
                  </a:lnTo>
                  <a:lnTo>
                    <a:pt x="148946" y="35527"/>
                  </a:lnTo>
                  <a:lnTo>
                    <a:pt x="148946" y="41756"/>
                  </a:lnTo>
                  <a:lnTo>
                    <a:pt x="147870" y="44080"/>
                  </a:lnTo>
                  <a:lnTo>
                    <a:pt x="143136" y="48171"/>
                  </a:lnTo>
                  <a:lnTo>
                    <a:pt x="127526" y="56026"/>
                  </a:lnTo>
                  <a:lnTo>
                    <a:pt x="127272" y="58908"/>
                  </a:lnTo>
                  <a:lnTo>
                    <a:pt x="171766" y="68448"/>
                  </a:lnTo>
                  <a:lnTo>
                    <a:pt x="191296" y="69242"/>
                  </a:lnTo>
                  <a:lnTo>
                    <a:pt x="201286" y="69039"/>
                  </a:lnTo>
                  <a:lnTo>
                    <a:pt x="243526" y="63080"/>
                  </a:lnTo>
                  <a:lnTo>
                    <a:pt x="255511" y="59016"/>
                  </a:lnTo>
                  <a:lnTo>
                    <a:pt x="255020" y="57064"/>
                  </a:lnTo>
                  <a:lnTo>
                    <a:pt x="242307" y="50650"/>
                  </a:lnTo>
                  <a:lnTo>
                    <a:pt x="239441" y="48682"/>
                  </a:lnTo>
                  <a:lnTo>
                    <a:pt x="234945" y="44251"/>
                  </a:lnTo>
                  <a:lnTo>
                    <a:pt x="233726" y="41756"/>
                  </a:lnTo>
                  <a:lnTo>
                    <a:pt x="233726" y="35527"/>
                  </a:lnTo>
                  <a:lnTo>
                    <a:pt x="242560" y="21846"/>
                  </a:lnTo>
                  <a:lnTo>
                    <a:pt x="247389" y="10365"/>
                  </a:lnTo>
                  <a:lnTo>
                    <a:pt x="251236" y="5965"/>
                  </a:lnTo>
                  <a:lnTo>
                    <a:pt x="256096" y="3176"/>
                  </a:lnTo>
                  <a:lnTo>
                    <a:pt x="260260" y="1146"/>
                  </a:lnTo>
                  <a:lnTo>
                    <a:pt x="264962" y="0"/>
                  </a:lnTo>
                  <a:lnTo>
                    <a:pt x="270424" y="0"/>
                  </a:lnTo>
                  <a:lnTo>
                    <a:pt x="281660" y="1905"/>
                  </a:lnTo>
                  <a:lnTo>
                    <a:pt x="293697" y="6966"/>
                  </a:lnTo>
                  <a:lnTo>
                    <a:pt x="306376" y="14203"/>
                  </a:lnTo>
                  <a:lnTo>
                    <a:pt x="335500" y="32831"/>
                  </a:lnTo>
                  <a:lnTo>
                    <a:pt x="351306" y="41314"/>
                  </a:lnTo>
                  <a:lnTo>
                    <a:pt x="366475" y="46242"/>
                  </a:lnTo>
                  <a:lnTo>
                    <a:pt x="380535" y="45769"/>
                  </a:lnTo>
                  <a:lnTo>
                    <a:pt x="381311" y="45521"/>
                  </a:lnTo>
                  <a:lnTo>
                    <a:pt x="382182" y="45924"/>
                  </a:lnTo>
                  <a:lnTo>
                    <a:pt x="382467" y="46683"/>
                  </a:lnTo>
                  <a:lnTo>
                    <a:pt x="382688" y="47551"/>
                  </a:lnTo>
                  <a:lnTo>
                    <a:pt x="382324" y="48403"/>
                  </a:lnTo>
                  <a:lnTo>
                    <a:pt x="376166" y="51083"/>
                  </a:lnTo>
                  <a:lnTo>
                    <a:pt x="354460" y="67616"/>
                  </a:lnTo>
                  <a:lnTo>
                    <a:pt x="341510" y="67616"/>
                  </a:lnTo>
                  <a:lnTo>
                    <a:pt x="334860" y="65679"/>
                  </a:lnTo>
                  <a:lnTo>
                    <a:pt x="319456" y="57715"/>
                  </a:lnTo>
                  <a:lnTo>
                    <a:pt x="294434" y="41212"/>
                  </a:lnTo>
                  <a:lnTo>
                    <a:pt x="283777" y="34995"/>
                  </a:lnTo>
                  <a:lnTo>
                    <a:pt x="273188" y="30350"/>
                  </a:lnTo>
                  <a:lnTo>
                    <a:pt x="262746" y="28106"/>
                  </a:lnTo>
                  <a:lnTo>
                    <a:pt x="274968" y="38936"/>
                  </a:lnTo>
                  <a:lnTo>
                    <a:pt x="274968" y="49704"/>
                  </a:lnTo>
                  <a:lnTo>
                    <a:pt x="271216" y="56599"/>
                  </a:lnTo>
                  <a:lnTo>
                    <a:pt x="266593" y="66004"/>
                  </a:lnTo>
                  <a:lnTo>
                    <a:pt x="261099" y="86999"/>
                  </a:lnTo>
                  <a:lnTo>
                    <a:pt x="251078" y="92034"/>
                  </a:lnTo>
                  <a:lnTo>
                    <a:pt x="240766" y="95797"/>
                  </a:lnTo>
                  <a:lnTo>
                    <a:pt x="227326" y="98501"/>
                  </a:lnTo>
                  <a:lnTo>
                    <a:pt x="210816" y="100133"/>
                  </a:lnTo>
                  <a:lnTo>
                    <a:pt x="191296" y="100680"/>
                  </a:lnTo>
                  <a:close/>
                </a:path>
              </a:pathLst>
            </a:custGeom>
            <a:solidFill>
              <a:srgbClr val="FFFFFF"/>
            </a:solidFill>
          </p:spPr>
          <p:txBody>
            <a:bodyPr wrap="square" lIns="0" tIns="0" rIns="0" bIns="0" rtlCol="0"/>
            <a:lstStyle/>
            <a:p>
              <a:endParaRPr/>
            </a:p>
          </p:txBody>
        </p:sp>
        <p:pic>
          <p:nvPicPr>
            <p:cNvPr id="6" name="object 6"/>
            <p:cNvPicPr>
              <a:picLocks noGrp="1" noRot="1" noMove="1" noResize="1" noEditPoints="1" noAdjustHandles="1" noChangeArrowheads="1" noChangeShapeType="1" noCrop="1"/>
            </p:cNvPicPr>
            <p:nvPr/>
          </p:nvPicPr>
          <p:blipFill>
            <a:blip r:embed="rId4" cstate="print"/>
            <a:stretch>
              <a:fillRect/>
            </a:stretch>
          </p:blipFill>
          <p:spPr>
            <a:xfrm>
              <a:off x="864000" y="607992"/>
              <a:ext cx="162906" cy="217170"/>
            </a:xfrm>
            <a:prstGeom prst="rect">
              <a:avLst/>
            </a:prstGeom>
          </p:spPr>
        </p:pic>
        <p:sp>
          <p:nvSpPr>
            <p:cNvPr id="7" name="object 7"/>
            <p:cNvSpPr>
              <a:spLocks noGrp="1" noRot="1" noMove="1" noResize="1" noEditPoints="1" noAdjustHandles="1" noChangeArrowheads="1" noChangeShapeType="1"/>
            </p:cNvSpPr>
            <p:nvPr/>
          </p:nvSpPr>
          <p:spPr>
            <a:xfrm>
              <a:off x="702043" y="546036"/>
              <a:ext cx="492759" cy="325120"/>
            </a:xfrm>
            <a:custGeom>
              <a:avLst/>
              <a:gdLst/>
              <a:ahLst/>
              <a:cxnLst/>
              <a:rect l="l" t="t" r="r" b="b"/>
              <a:pathLst>
                <a:path w="492759" h="325119">
                  <a:moveTo>
                    <a:pt x="71945" y="28511"/>
                  </a:moveTo>
                  <a:lnTo>
                    <a:pt x="70612" y="27266"/>
                  </a:lnTo>
                  <a:lnTo>
                    <a:pt x="67449" y="27266"/>
                  </a:lnTo>
                  <a:lnTo>
                    <a:pt x="66065" y="28511"/>
                  </a:lnTo>
                  <a:lnTo>
                    <a:pt x="66065" y="31661"/>
                  </a:lnTo>
                  <a:lnTo>
                    <a:pt x="67449" y="32893"/>
                  </a:lnTo>
                  <a:lnTo>
                    <a:pt x="70612" y="32893"/>
                  </a:lnTo>
                  <a:lnTo>
                    <a:pt x="71945" y="31661"/>
                  </a:lnTo>
                  <a:lnTo>
                    <a:pt x="71945" y="30048"/>
                  </a:lnTo>
                  <a:lnTo>
                    <a:pt x="71945" y="28511"/>
                  </a:lnTo>
                  <a:close/>
                </a:path>
                <a:path w="492759" h="325119">
                  <a:moveTo>
                    <a:pt x="73012" y="36055"/>
                  </a:moveTo>
                  <a:lnTo>
                    <a:pt x="71653" y="34772"/>
                  </a:lnTo>
                  <a:lnTo>
                    <a:pt x="68478" y="34772"/>
                  </a:lnTo>
                  <a:lnTo>
                    <a:pt x="67106" y="36055"/>
                  </a:lnTo>
                  <a:lnTo>
                    <a:pt x="67106" y="39103"/>
                  </a:lnTo>
                  <a:lnTo>
                    <a:pt x="68478" y="40513"/>
                  </a:lnTo>
                  <a:lnTo>
                    <a:pt x="71653" y="40513"/>
                  </a:lnTo>
                  <a:lnTo>
                    <a:pt x="73012" y="39103"/>
                  </a:lnTo>
                  <a:lnTo>
                    <a:pt x="73012" y="37490"/>
                  </a:lnTo>
                  <a:lnTo>
                    <a:pt x="73012" y="36055"/>
                  </a:lnTo>
                  <a:close/>
                </a:path>
                <a:path w="492759" h="325119">
                  <a:moveTo>
                    <a:pt x="76466" y="22326"/>
                  </a:moveTo>
                  <a:lnTo>
                    <a:pt x="75107" y="21132"/>
                  </a:lnTo>
                  <a:lnTo>
                    <a:pt x="71945" y="21132"/>
                  </a:lnTo>
                  <a:lnTo>
                    <a:pt x="70688" y="22326"/>
                  </a:lnTo>
                  <a:lnTo>
                    <a:pt x="70688" y="25438"/>
                  </a:lnTo>
                  <a:lnTo>
                    <a:pt x="71945" y="26771"/>
                  </a:lnTo>
                  <a:lnTo>
                    <a:pt x="73596" y="26771"/>
                  </a:lnTo>
                  <a:lnTo>
                    <a:pt x="75107" y="26771"/>
                  </a:lnTo>
                  <a:lnTo>
                    <a:pt x="76466" y="25438"/>
                  </a:lnTo>
                  <a:lnTo>
                    <a:pt x="76466" y="22326"/>
                  </a:lnTo>
                  <a:close/>
                </a:path>
                <a:path w="492759" h="325119">
                  <a:moveTo>
                    <a:pt x="84124" y="21856"/>
                  </a:moveTo>
                  <a:lnTo>
                    <a:pt x="82880" y="20637"/>
                  </a:lnTo>
                  <a:lnTo>
                    <a:pt x="79679" y="20637"/>
                  </a:lnTo>
                  <a:lnTo>
                    <a:pt x="78409" y="21856"/>
                  </a:lnTo>
                  <a:lnTo>
                    <a:pt x="78409" y="24993"/>
                  </a:lnTo>
                  <a:lnTo>
                    <a:pt x="79679" y="26327"/>
                  </a:lnTo>
                  <a:lnTo>
                    <a:pt x="81229" y="26327"/>
                  </a:lnTo>
                  <a:lnTo>
                    <a:pt x="82880" y="26327"/>
                  </a:lnTo>
                  <a:lnTo>
                    <a:pt x="84124" y="24993"/>
                  </a:lnTo>
                  <a:lnTo>
                    <a:pt x="84124" y="21856"/>
                  </a:lnTo>
                  <a:close/>
                </a:path>
                <a:path w="492759" h="325119">
                  <a:moveTo>
                    <a:pt x="94157" y="24358"/>
                  </a:moveTo>
                  <a:lnTo>
                    <a:pt x="94043" y="20967"/>
                  </a:lnTo>
                  <a:lnTo>
                    <a:pt x="93319" y="19939"/>
                  </a:lnTo>
                  <a:lnTo>
                    <a:pt x="92087" y="19316"/>
                  </a:lnTo>
                  <a:lnTo>
                    <a:pt x="90779" y="18237"/>
                  </a:lnTo>
                  <a:lnTo>
                    <a:pt x="89103" y="16637"/>
                  </a:lnTo>
                  <a:lnTo>
                    <a:pt x="88595" y="16052"/>
                  </a:lnTo>
                  <a:lnTo>
                    <a:pt x="88112" y="15494"/>
                  </a:lnTo>
                  <a:lnTo>
                    <a:pt x="88163" y="15341"/>
                  </a:lnTo>
                  <a:lnTo>
                    <a:pt x="88265" y="15113"/>
                  </a:lnTo>
                  <a:lnTo>
                    <a:pt x="93243" y="15494"/>
                  </a:lnTo>
                  <a:lnTo>
                    <a:pt x="93179" y="15341"/>
                  </a:lnTo>
                  <a:lnTo>
                    <a:pt x="93091" y="15113"/>
                  </a:lnTo>
                  <a:lnTo>
                    <a:pt x="92456" y="13474"/>
                  </a:lnTo>
                  <a:lnTo>
                    <a:pt x="91262" y="10426"/>
                  </a:lnTo>
                  <a:lnTo>
                    <a:pt x="87731" y="13474"/>
                  </a:lnTo>
                  <a:lnTo>
                    <a:pt x="87363" y="13474"/>
                  </a:lnTo>
                  <a:lnTo>
                    <a:pt x="87083" y="8115"/>
                  </a:lnTo>
                  <a:lnTo>
                    <a:pt x="82042" y="9906"/>
                  </a:lnTo>
                  <a:lnTo>
                    <a:pt x="85382" y="13995"/>
                  </a:lnTo>
                  <a:lnTo>
                    <a:pt x="85242" y="14224"/>
                  </a:lnTo>
                  <a:lnTo>
                    <a:pt x="85242" y="14376"/>
                  </a:lnTo>
                  <a:lnTo>
                    <a:pt x="80759" y="14630"/>
                  </a:lnTo>
                  <a:lnTo>
                    <a:pt x="83185" y="19697"/>
                  </a:lnTo>
                  <a:lnTo>
                    <a:pt x="86080" y="16052"/>
                  </a:lnTo>
                  <a:lnTo>
                    <a:pt x="86220" y="16052"/>
                  </a:lnTo>
                  <a:lnTo>
                    <a:pt x="86347" y="16637"/>
                  </a:lnTo>
                  <a:lnTo>
                    <a:pt x="86588" y="17881"/>
                  </a:lnTo>
                  <a:lnTo>
                    <a:pt x="86715" y="19697"/>
                  </a:lnTo>
                  <a:lnTo>
                    <a:pt x="86791" y="24358"/>
                  </a:lnTo>
                  <a:lnTo>
                    <a:pt x="88392" y="26060"/>
                  </a:lnTo>
                  <a:lnTo>
                    <a:pt x="92506" y="26060"/>
                  </a:lnTo>
                  <a:lnTo>
                    <a:pt x="94157" y="24358"/>
                  </a:lnTo>
                  <a:close/>
                </a:path>
                <a:path w="492759" h="325119">
                  <a:moveTo>
                    <a:pt x="100431" y="15557"/>
                  </a:moveTo>
                  <a:lnTo>
                    <a:pt x="99174" y="14630"/>
                  </a:lnTo>
                  <a:lnTo>
                    <a:pt x="98107" y="13474"/>
                  </a:lnTo>
                  <a:lnTo>
                    <a:pt x="96126" y="13474"/>
                  </a:lnTo>
                  <a:lnTo>
                    <a:pt x="95008" y="14630"/>
                  </a:lnTo>
                  <a:lnTo>
                    <a:pt x="93941" y="15557"/>
                  </a:lnTo>
                  <a:lnTo>
                    <a:pt x="93941" y="17360"/>
                  </a:lnTo>
                  <a:lnTo>
                    <a:pt x="95084" y="18605"/>
                  </a:lnTo>
                  <a:lnTo>
                    <a:pt x="96126" y="19685"/>
                  </a:lnTo>
                  <a:lnTo>
                    <a:pt x="98107" y="19685"/>
                  </a:lnTo>
                  <a:lnTo>
                    <a:pt x="99174" y="18516"/>
                  </a:lnTo>
                  <a:lnTo>
                    <a:pt x="100431" y="17360"/>
                  </a:lnTo>
                  <a:lnTo>
                    <a:pt x="100431" y="15557"/>
                  </a:lnTo>
                  <a:close/>
                </a:path>
                <a:path w="492759" h="325119">
                  <a:moveTo>
                    <a:pt x="106845" y="10795"/>
                  </a:moveTo>
                  <a:lnTo>
                    <a:pt x="105765" y="9817"/>
                  </a:lnTo>
                  <a:lnTo>
                    <a:pt x="104559" y="8572"/>
                  </a:lnTo>
                  <a:lnTo>
                    <a:pt x="102730" y="8572"/>
                  </a:lnTo>
                  <a:lnTo>
                    <a:pt x="101536" y="9817"/>
                  </a:lnTo>
                  <a:lnTo>
                    <a:pt x="100457" y="10795"/>
                  </a:lnTo>
                  <a:lnTo>
                    <a:pt x="100457" y="12661"/>
                  </a:lnTo>
                  <a:lnTo>
                    <a:pt x="101536" y="13906"/>
                  </a:lnTo>
                  <a:lnTo>
                    <a:pt x="102730" y="14859"/>
                  </a:lnTo>
                  <a:lnTo>
                    <a:pt x="104559" y="14859"/>
                  </a:lnTo>
                  <a:lnTo>
                    <a:pt x="105765" y="13906"/>
                  </a:lnTo>
                  <a:lnTo>
                    <a:pt x="106845" y="12661"/>
                  </a:lnTo>
                  <a:lnTo>
                    <a:pt x="106845" y="10795"/>
                  </a:lnTo>
                  <a:close/>
                </a:path>
                <a:path w="492759" h="325119">
                  <a:moveTo>
                    <a:pt x="114452" y="12128"/>
                  </a:moveTo>
                  <a:lnTo>
                    <a:pt x="113347" y="10960"/>
                  </a:lnTo>
                  <a:lnTo>
                    <a:pt x="112191" y="9906"/>
                  </a:lnTo>
                  <a:lnTo>
                    <a:pt x="110337" y="9906"/>
                  </a:lnTo>
                  <a:lnTo>
                    <a:pt x="109321" y="10960"/>
                  </a:lnTo>
                  <a:lnTo>
                    <a:pt x="108089" y="12128"/>
                  </a:lnTo>
                  <a:lnTo>
                    <a:pt x="108216" y="13995"/>
                  </a:lnTo>
                  <a:lnTo>
                    <a:pt x="110464" y="16052"/>
                  </a:lnTo>
                  <a:lnTo>
                    <a:pt x="112318" y="16052"/>
                  </a:lnTo>
                  <a:lnTo>
                    <a:pt x="113347" y="15024"/>
                  </a:lnTo>
                  <a:lnTo>
                    <a:pt x="114452" y="13995"/>
                  </a:lnTo>
                  <a:lnTo>
                    <a:pt x="114452" y="12128"/>
                  </a:lnTo>
                  <a:close/>
                </a:path>
                <a:path w="492759" h="325119">
                  <a:moveTo>
                    <a:pt x="118529" y="23126"/>
                  </a:moveTo>
                  <a:lnTo>
                    <a:pt x="114071" y="23393"/>
                  </a:lnTo>
                  <a:lnTo>
                    <a:pt x="115328" y="25158"/>
                  </a:lnTo>
                  <a:lnTo>
                    <a:pt x="115722" y="25984"/>
                  </a:lnTo>
                  <a:lnTo>
                    <a:pt x="115836" y="27457"/>
                  </a:lnTo>
                  <a:lnTo>
                    <a:pt x="115011" y="27051"/>
                  </a:lnTo>
                  <a:lnTo>
                    <a:pt x="113855" y="26162"/>
                  </a:lnTo>
                  <a:lnTo>
                    <a:pt x="112826" y="24726"/>
                  </a:lnTo>
                  <a:lnTo>
                    <a:pt x="112941" y="26162"/>
                  </a:lnTo>
                  <a:lnTo>
                    <a:pt x="113042" y="27457"/>
                  </a:lnTo>
                  <a:lnTo>
                    <a:pt x="113157" y="28829"/>
                  </a:lnTo>
                  <a:lnTo>
                    <a:pt x="113258" y="30035"/>
                  </a:lnTo>
                  <a:lnTo>
                    <a:pt x="113322" y="30848"/>
                  </a:lnTo>
                  <a:lnTo>
                    <a:pt x="113398" y="31127"/>
                  </a:lnTo>
                  <a:lnTo>
                    <a:pt x="114071" y="30035"/>
                  </a:lnTo>
                  <a:lnTo>
                    <a:pt x="114198" y="29908"/>
                  </a:lnTo>
                  <a:lnTo>
                    <a:pt x="114782" y="29235"/>
                  </a:lnTo>
                  <a:lnTo>
                    <a:pt x="115836" y="28829"/>
                  </a:lnTo>
                  <a:lnTo>
                    <a:pt x="115722" y="31127"/>
                  </a:lnTo>
                  <a:lnTo>
                    <a:pt x="115608" y="33248"/>
                  </a:lnTo>
                  <a:lnTo>
                    <a:pt x="113855" y="34925"/>
                  </a:lnTo>
                  <a:lnTo>
                    <a:pt x="112318" y="35242"/>
                  </a:lnTo>
                  <a:lnTo>
                    <a:pt x="111023" y="35496"/>
                  </a:lnTo>
                  <a:lnTo>
                    <a:pt x="110426" y="35496"/>
                  </a:lnTo>
                  <a:lnTo>
                    <a:pt x="109093" y="34429"/>
                  </a:lnTo>
                  <a:lnTo>
                    <a:pt x="109029" y="34036"/>
                  </a:lnTo>
                  <a:lnTo>
                    <a:pt x="108940" y="33528"/>
                  </a:lnTo>
                  <a:lnTo>
                    <a:pt x="108889" y="33248"/>
                  </a:lnTo>
                  <a:lnTo>
                    <a:pt x="108775" y="32537"/>
                  </a:lnTo>
                  <a:lnTo>
                    <a:pt x="108534" y="31127"/>
                  </a:lnTo>
                  <a:lnTo>
                    <a:pt x="108915" y="30848"/>
                  </a:lnTo>
                  <a:lnTo>
                    <a:pt x="110197" y="29908"/>
                  </a:lnTo>
                  <a:lnTo>
                    <a:pt x="112014" y="31648"/>
                  </a:lnTo>
                  <a:lnTo>
                    <a:pt x="112039" y="31369"/>
                  </a:lnTo>
                  <a:lnTo>
                    <a:pt x="112153" y="29908"/>
                  </a:lnTo>
                  <a:lnTo>
                    <a:pt x="112191" y="29489"/>
                  </a:lnTo>
                  <a:lnTo>
                    <a:pt x="112204" y="29235"/>
                  </a:lnTo>
                  <a:lnTo>
                    <a:pt x="112318" y="27774"/>
                  </a:lnTo>
                  <a:lnTo>
                    <a:pt x="109004" y="27774"/>
                  </a:lnTo>
                  <a:lnTo>
                    <a:pt x="107619" y="29235"/>
                  </a:lnTo>
                  <a:lnTo>
                    <a:pt x="109321" y="25615"/>
                  </a:lnTo>
                  <a:lnTo>
                    <a:pt x="109207" y="25158"/>
                  </a:lnTo>
                  <a:lnTo>
                    <a:pt x="109080" y="24726"/>
                  </a:lnTo>
                  <a:lnTo>
                    <a:pt x="109029" y="24561"/>
                  </a:lnTo>
                  <a:lnTo>
                    <a:pt x="108597" y="22974"/>
                  </a:lnTo>
                  <a:lnTo>
                    <a:pt x="105181" y="21132"/>
                  </a:lnTo>
                  <a:lnTo>
                    <a:pt x="102971" y="24561"/>
                  </a:lnTo>
                  <a:lnTo>
                    <a:pt x="103035" y="24726"/>
                  </a:lnTo>
                  <a:lnTo>
                    <a:pt x="103911" y="27051"/>
                  </a:lnTo>
                  <a:lnTo>
                    <a:pt x="106489" y="29489"/>
                  </a:lnTo>
                  <a:lnTo>
                    <a:pt x="103911" y="28333"/>
                  </a:lnTo>
                  <a:lnTo>
                    <a:pt x="101536" y="30492"/>
                  </a:lnTo>
                  <a:lnTo>
                    <a:pt x="103911" y="33528"/>
                  </a:lnTo>
                  <a:lnTo>
                    <a:pt x="103962" y="33248"/>
                  </a:lnTo>
                  <a:lnTo>
                    <a:pt x="104432" y="30848"/>
                  </a:lnTo>
                  <a:lnTo>
                    <a:pt x="106730" y="31369"/>
                  </a:lnTo>
                  <a:lnTo>
                    <a:pt x="106794" y="31648"/>
                  </a:lnTo>
                  <a:lnTo>
                    <a:pt x="107632" y="35242"/>
                  </a:lnTo>
                  <a:lnTo>
                    <a:pt x="105879" y="37414"/>
                  </a:lnTo>
                  <a:lnTo>
                    <a:pt x="99047" y="39535"/>
                  </a:lnTo>
                  <a:lnTo>
                    <a:pt x="98971" y="39382"/>
                  </a:lnTo>
                  <a:lnTo>
                    <a:pt x="97599" y="36906"/>
                  </a:lnTo>
                  <a:lnTo>
                    <a:pt x="96939" y="35496"/>
                  </a:lnTo>
                  <a:lnTo>
                    <a:pt x="96824" y="35242"/>
                  </a:lnTo>
                  <a:lnTo>
                    <a:pt x="96672" y="34925"/>
                  </a:lnTo>
                  <a:lnTo>
                    <a:pt x="96710" y="34683"/>
                  </a:lnTo>
                  <a:lnTo>
                    <a:pt x="97485" y="34188"/>
                  </a:lnTo>
                  <a:lnTo>
                    <a:pt x="99631" y="34429"/>
                  </a:lnTo>
                  <a:lnTo>
                    <a:pt x="101879" y="35737"/>
                  </a:lnTo>
                  <a:lnTo>
                    <a:pt x="102006" y="35737"/>
                  </a:lnTo>
                  <a:lnTo>
                    <a:pt x="101930" y="35496"/>
                  </a:lnTo>
                  <a:lnTo>
                    <a:pt x="101854" y="35242"/>
                  </a:lnTo>
                  <a:lnTo>
                    <a:pt x="101739" y="34925"/>
                  </a:lnTo>
                  <a:lnTo>
                    <a:pt x="101663" y="34683"/>
                  </a:lnTo>
                  <a:lnTo>
                    <a:pt x="101574" y="34429"/>
                  </a:lnTo>
                  <a:lnTo>
                    <a:pt x="101180" y="33248"/>
                  </a:lnTo>
                  <a:lnTo>
                    <a:pt x="99936" y="29489"/>
                  </a:lnTo>
                  <a:lnTo>
                    <a:pt x="99174" y="31648"/>
                  </a:lnTo>
                  <a:lnTo>
                    <a:pt x="98005" y="32537"/>
                  </a:lnTo>
                  <a:lnTo>
                    <a:pt x="98285" y="32537"/>
                  </a:lnTo>
                  <a:lnTo>
                    <a:pt x="96304" y="33248"/>
                  </a:lnTo>
                  <a:lnTo>
                    <a:pt x="96037" y="33248"/>
                  </a:lnTo>
                  <a:lnTo>
                    <a:pt x="96113" y="30848"/>
                  </a:lnTo>
                  <a:lnTo>
                    <a:pt x="97243" y="27774"/>
                  </a:lnTo>
                  <a:lnTo>
                    <a:pt x="89408" y="30848"/>
                  </a:lnTo>
                  <a:lnTo>
                    <a:pt x="92862" y="32537"/>
                  </a:lnTo>
                  <a:lnTo>
                    <a:pt x="93573" y="33248"/>
                  </a:lnTo>
                  <a:lnTo>
                    <a:pt x="94259" y="34036"/>
                  </a:lnTo>
                  <a:lnTo>
                    <a:pt x="94500" y="34036"/>
                  </a:lnTo>
                  <a:lnTo>
                    <a:pt x="92570" y="34683"/>
                  </a:lnTo>
                  <a:lnTo>
                    <a:pt x="91084" y="34925"/>
                  </a:lnTo>
                  <a:lnTo>
                    <a:pt x="88684" y="34036"/>
                  </a:lnTo>
                  <a:lnTo>
                    <a:pt x="91757" y="39992"/>
                  </a:lnTo>
                  <a:lnTo>
                    <a:pt x="91871" y="39535"/>
                  </a:lnTo>
                  <a:lnTo>
                    <a:pt x="91986" y="39103"/>
                  </a:lnTo>
                  <a:lnTo>
                    <a:pt x="92049" y="38862"/>
                  </a:lnTo>
                  <a:lnTo>
                    <a:pt x="92138" y="38557"/>
                  </a:lnTo>
                  <a:lnTo>
                    <a:pt x="92252" y="38125"/>
                  </a:lnTo>
                  <a:lnTo>
                    <a:pt x="92303" y="37922"/>
                  </a:lnTo>
                  <a:lnTo>
                    <a:pt x="92506" y="37134"/>
                  </a:lnTo>
                  <a:lnTo>
                    <a:pt x="93941" y="35496"/>
                  </a:lnTo>
                  <a:lnTo>
                    <a:pt x="95008" y="35496"/>
                  </a:lnTo>
                  <a:lnTo>
                    <a:pt x="95097" y="35737"/>
                  </a:lnTo>
                  <a:lnTo>
                    <a:pt x="96672" y="40513"/>
                  </a:lnTo>
                  <a:lnTo>
                    <a:pt x="92227" y="42557"/>
                  </a:lnTo>
                  <a:lnTo>
                    <a:pt x="91262" y="43154"/>
                  </a:lnTo>
                  <a:lnTo>
                    <a:pt x="90538" y="43548"/>
                  </a:lnTo>
                  <a:lnTo>
                    <a:pt x="89154" y="43548"/>
                  </a:lnTo>
                  <a:lnTo>
                    <a:pt x="87363" y="43307"/>
                  </a:lnTo>
                  <a:lnTo>
                    <a:pt x="87274" y="43154"/>
                  </a:lnTo>
                  <a:lnTo>
                    <a:pt x="86436" y="41821"/>
                  </a:lnTo>
                  <a:lnTo>
                    <a:pt x="85953" y="41008"/>
                  </a:lnTo>
                  <a:lnTo>
                    <a:pt x="85356" y="39992"/>
                  </a:lnTo>
                  <a:lnTo>
                    <a:pt x="85864" y="39103"/>
                  </a:lnTo>
                  <a:lnTo>
                    <a:pt x="86169" y="38557"/>
                  </a:lnTo>
                  <a:lnTo>
                    <a:pt x="86525" y="37922"/>
                  </a:lnTo>
                  <a:lnTo>
                    <a:pt x="88760" y="39535"/>
                  </a:lnTo>
                  <a:lnTo>
                    <a:pt x="88722" y="39103"/>
                  </a:lnTo>
                  <a:lnTo>
                    <a:pt x="88607" y="37922"/>
                  </a:lnTo>
                  <a:lnTo>
                    <a:pt x="88506" y="36906"/>
                  </a:lnTo>
                  <a:lnTo>
                    <a:pt x="88392" y="35737"/>
                  </a:lnTo>
                  <a:lnTo>
                    <a:pt x="85039" y="35737"/>
                  </a:lnTo>
                  <a:lnTo>
                    <a:pt x="84124" y="38557"/>
                  </a:lnTo>
                  <a:lnTo>
                    <a:pt x="84226" y="34683"/>
                  </a:lnTo>
                  <a:lnTo>
                    <a:pt x="83185" y="32537"/>
                  </a:lnTo>
                  <a:lnTo>
                    <a:pt x="79006" y="31369"/>
                  </a:lnTo>
                  <a:lnTo>
                    <a:pt x="78930" y="31648"/>
                  </a:lnTo>
                  <a:lnTo>
                    <a:pt x="78193" y="34429"/>
                  </a:lnTo>
                  <a:lnTo>
                    <a:pt x="78130" y="35496"/>
                  </a:lnTo>
                  <a:lnTo>
                    <a:pt x="79324" y="37414"/>
                  </a:lnTo>
                  <a:lnTo>
                    <a:pt x="83261" y="39103"/>
                  </a:lnTo>
                  <a:lnTo>
                    <a:pt x="81038" y="38862"/>
                  </a:lnTo>
                  <a:lnTo>
                    <a:pt x="78663" y="41008"/>
                  </a:lnTo>
                  <a:lnTo>
                    <a:pt x="81686" y="43548"/>
                  </a:lnTo>
                  <a:lnTo>
                    <a:pt x="81686" y="41351"/>
                  </a:lnTo>
                  <a:lnTo>
                    <a:pt x="83705" y="41008"/>
                  </a:lnTo>
                  <a:lnTo>
                    <a:pt x="84886" y="42557"/>
                  </a:lnTo>
                  <a:lnTo>
                    <a:pt x="85572" y="43548"/>
                  </a:lnTo>
                  <a:lnTo>
                    <a:pt x="85572" y="44246"/>
                  </a:lnTo>
                  <a:lnTo>
                    <a:pt x="85432" y="45504"/>
                  </a:lnTo>
                  <a:lnTo>
                    <a:pt x="83934" y="46558"/>
                  </a:lnTo>
                  <a:lnTo>
                    <a:pt x="82905" y="47244"/>
                  </a:lnTo>
                  <a:lnTo>
                    <a:pt x="80149" y="47244"/>
                  </a:lnTo>
                  <a:lnTo>
                    <a:pt x="76949" y="44246"/>
                  </a:lnTo>
                  <a:lnTo>
                    <a:pt x="77609" y="43967"/>
                  </a:lnTo>
                  <a:lnTo>
                    <a:pt x="78574" y="43967"/>
                  </a:lnTo>
                  <a:lnTo>
                    <a:pt x="79921" y="44246"/>
                  </a:lnTo>
                  <a:lnTo>
                    <a:pt x="80289" y="44246"/>
                  </a:lnTo>
                  <a:lnTo>
                    <a:pt x="80048" y="43967"/>
                  </a:lnTo>
                  <a:lnTo>
                    <a:pt x="79349" y="43154"/>
                  </a:lnTo>
                  <a:lnTo>
                    <a:pt x="76631" y="39992"/>
                  </a:lnTo>
                  <a:lnTo>
                    <a:pt x="76136" y="39535"/>
                  </a:lnTo>
                  <a:lnTo>
                    <a:pt x="76200" y="42557"/>
                  </a:lnTo>
                  <a:lnTo>
                    <a:pt x="75831" y="43154"/>
                  </a:lnTo>
                  <a:lnTo>
                    <a:pt x="74396" y="39992"/>
                  </a:lnTo>
                  <a:lnTo>
                    <a:pt x="74269" y="39382"/>
                  </a:lnTo>
                  <a:lnTo>
                    <a:pt x="71056" y="42075"/>
                  </a:lnTo>
                  <a:lnTo>
                    <a:pt x="70827" y="42075"/>
                  </a:lnTo>
                  <a:lnTo>
                    <a:pt x="74041" y="43967"/>
                  </a:lnTo>
                  <a:lnTo>
                    <a:pt x="77660" y="46913"/>
                  </a:lnTo>
                  <a:lnTo>
                    <a:pt x="81965" y="52768"/>
                  </a:lnTo>
                  <a:lnTo>
                    <a:pt x="86372" y="49885"/>
                  </a:lnTo>
                  <a:lnTo>
                    <a:pt x="92011" y="47244"/>
                  </a:lnTo>
                  <a:lnTo>
                    <a:pt x="94424" y="46113"/>
                  </a:lnTo>
                  <a:lnTo>
                    <a:pt x="99644" y="43967"/>
                  </a:lnTo>
                  <a:lnTo>
                    <a:pt x="100736" y="43548"/>
                  </a:lnTo>
                  <a:lnTo>
                    <a:pt x="104559" y="42075"/>
                  </a:lnTo>
                  <a:lnTo>
                    <a:pt x="112534" y="39535"/>
                  </a:lnTo>
                  <a:lnTo>
                    <a:pt x="113017" y="39382"/>
                  </a:lnTo>
                  <a:lnTo>
                    <a:pt x="118211" y="38125"/>
                  </a:lnTo>
                  <a:lnTo>
                    <a:pt x="118097" y="37414"/>
                  </a:lnTo>
                  <a:lnTo>
                    <a:pt x="118021" y="36906"/>
                  </a:lnTo>
                  <a:lnTo>
                    <a:pt x="117805" y="35496"/>
                  </a:lnTo>
                  <a:lnTo>
                    <a:pt x="117678" y="34683"/>
                  </a:lnTo>
                  <a:lnTo>
                    <a:pt x="117576" y="34036"/>
                  </a:lnTo>
                  <a:lnTo>
                    <a:pt x="117462" y="33248"/>
                  </a:lnTo>
                  <a:lnTo>
                    <a:pt x="117348" y="32537"/>
                  </a:lnTo>
                  <a:lnTo>
                    <a:pt x="117208" y="31648"/>
                  </a:lnTo>
                  <a:lnTo>
                    <a:pt x="117271" y="30035"/>
                  </a:lnTo>
                  <a:lnTo>
                    <a:pt x="117335" y="29489"/>
                  </a:lnTo>
                  <a:lnTo>
                    <a:pt x="117424" y="28829"/>
                  </a:lnTo>
                  <a:lnTo>
                    <a:pt x="117487" y="28333"/>
                  </a:lnTo>
                  <a:lnTo>
                    <a:pt x="117602" y="27457"/>
                  </a:lnTo>
                  <a:lnTo>
                    <a:pt x="117690" y="26771"/>
                  </a:lnTo>
                  <a:lnTo>
                    <a:pt x="118529" y="23126"/>
                  </a:lnTo>
                  <a:close/>
                </a:path>
                <a:path w="492759" h="325119">
                  <a:moveTo>
                    <a:pt x="119253" y="18161"/>
                  </a:moveTo>
                  <a:lnTo>
                    <a:pt x="118110" y="16916"/>
                  </a:lnTo>
                  <a:lnTo>
                    <a:pt x="116979" y="15887"/>
                  </a:lnTo>
                  <a:lnTo>
                    <a:pt x="115150" y="15887"/>
                  </a:lnTo>
                  <a:lnTo>
                    <a:pt x="113944" y="16916"/>
                  </a:lnTo>
                  <a:lnTo>
                    <a:pt x="112903" y="18161"/>
                  </a:lnTo>
                  <a:lnTo>
                    <a:pt x="112903" y="20040"/>
                  </a:lnTo>
                  <a:lnTo>
                    <a:pt x="113944" y="21145"/>
                  </a:lnTo>
                  <a:lnTo>
                    <a:pt x="115150" y="22085"/>
                  </a:lnTo>
                  <a:lnTo>
                    <a:pt x="116979" y="22085"/>
                  </a:lnTo>
                  <a:lnTo>
                    <a:pt x="118110" y="21031"/>
                  </a:lnTo>
                  <a:lnTo>
                    <a:pt x="119253" y="20040"/>
                  </a:lnTo>
                  <a:lnTo>
                    <a:pt x="119253" y="18161"/>
                  </a:lnTo>
                  <a:close/>
                </a:path>
                <a:path w="492759" h="325119">
                  <a:moveTo>
                    <a:pt x="179311" y="207314"/>
                  </a:moveTo>
                  <a:lnTo>
                    <a:pt x="176161" y="206044"/>
                  </a:lnTo>
                  <a:lnTo>
                    <a:pt x="177507" y="202234"/>
                  </a:lnTo>
                  <a:lnTo>
                    <a:pt x="178765" y="199694"/>
                  </a:lnTo>
                  <a:lnTo>
                    <a:pt x="174840" y="197154"/>
                  </a:lnTo>
                  <a:lnTo>
                    <a:pt x="172885" y="195884"/>
                  </a:lnTo>
                  <a:lnTo>
                    <a:pt x="171792" y="188264"/>
                  </a:lnTo>
                  <a:lnTo>
                    <a:pt x="171602" y="186994"/>
                  </a:lnTo>
                  <a:lnTo>
                    <a:pt x="172186" y="183184"/>
                  </a:lnTo>
                  <a:lnTo>
                    <a:pt x="167233" y="176834"/>
                  </a:lnTo>
                  <a:lnTo>
                    <a:pt x="162941" y="173024"/>
                  </a:lnTo>
                  <a:lnTo>
                    <a:pt x="161518" y="171754"/>
                  </a:lnTo>
                  <a:lnTo>
                    <a:pt x="139700" y="147624"/>
                  </a:lnTo>
                  <a:lnTo>
                    <a:pt x="144119" y="147624"/>
                  </a:lnTo>
                  <a:lnTo>
                    <a:pt x="147243" y="150164"/>
                  </a:lnTo>
                  <a:lnTo>
                    <a:pt x="149161" y="151434"/>
                  </a:lnTo>
                  <a:lnTo>
                    <a:pt x="152844" y="155244"/>
                  </a:lnTo>
                  <a:lnTo>
                    <a:pt x="156222" y="159054"/>
                  </a:lnTo>
                  <a:lnTo>
                    <a:pt x="159893" y="150164"/>
                  </a:lnTo>
                  <a:lnTo>
                    <a:pt x="161569" y="147624"/>
                  </a:lnTo>
                  <a:lnTo>
                    <a:pt x="164096" y="143814"/>
                  </a:lnTo>
                  <a:lnTo>
                    <a:pt x="168948" y="136194"/>
                  </a:lnTo>
                  <a:lnTo>
                    <a:pt x="174599" y="129844"/>
                  </a:lnTo>
                  <a:lnTo>
                    <a:pt x="176682" y="127304"/>
                  </a:lnTo>
                  <a:lnTo>
                    <a:pt x="177685" y="126034"/>
                  </a:lnTo>
                  <a:lnTo>
                    <a:pt x="174777" y="127304"/>
                  </a:lnTo>
                  <a:lnTo>
                    <a:pt x="170154" y="127304"/>
                  </a:lnTo>
                  <a:lnTo>
                    <a:pt x="167678" y="129844"/>
                  </a:lnTo>
                  <a:lnTo>
                    <a:pt x="167678" y="120954"/>
                  </a:lnTo>
                  <a:lnTo>
                    <a:pt x="164338" y="117144"/>
                  </a:lnTo>
                  <a:lnTo>
                    <a:pt x="164617" y="112064"/>
                  </a:lnTo>
                  <a:lnTo>
                    <a:pt x="162864" y="105714"/>
                  </a:lnTo>
                  <a:lnTo>
                    <a:pt x="160858" y="103174"/>
                  </a:lnTo>
                  <a:lnTo>
                    <a:pt x="157873" y="99364"/>
                  </a:lnTo>
                  <a:lnTo>
                    <a:pt x="148463" y="91744"/>
                  </a:lnTo>
                  <a:lnTo>
                    <a:pt x="156654" y="94284"/>
                  </a:lnTo>
                  <a:lnTo>
                    <a:pt x="161404" y="100634"/>
                  </a:lnTo>
                  <a:lnTo>
                    <a:pt x="167678" y="95554"/>
                  </a:lnTo>
                  <a:lnTo>
                    <a:pt x="164160" y="93014"/>
                  </a:lnTo>
                  <a:lnTo>
                    <a:pt x="163182" y="91744"/>
                  </a:lnTo>
                  <a:lnTo>
                    <a:pt x="160274" y="87934"/>
                  </a:lnTo>
                  <a:lnTo>
                    <a:pt x="153619" y="81584"/>
                  </a:lnTo>
                  <a:lnTo>
                    <a:pt x="141795" y="73964"/>
                  </a:lnTo>
                  <a:lnTo>
                    <a:pt x="147332" y="75234"/>
                  </a:lnTo>
                  <a:lnTo>
                    <a:pt x="152666" y="79044"/>
                  </a:lnTo>
                  <a:lnTo>
                    <a:pt x="158229" y="80314"/>
                  </a:lnTo>
                  <a:lnTo>
                    <a:pt x="164477" y="79044"/>
                  </a:lnTo>
                  <a:lnTo>
                    <a:pt x="158902" y="75234"/>
                  </a:lnTo>
                  <a:lnTo>
                    <a:pt x="157619" y="73964"/>
                  </a:lnTo>
                  <a:lnTo>
                    <a:pt x="156337" y="72694"/>
                  </a:lnTo>
                  <a:lnTo>
                    <a:pt x="149948" y="66344"/>
                  </a:lnTo>
                  <a:lnTo>
                    <a:pt x="147408" y="63804"/>
                  </a:lnTo>
                  <a:lnTo>
                    <a:pt x="145084" y="62534"/>
                  </a:lnTo>
                  <a:lnTo>
                    <a:pt x="138137" y="58724"/>
                  </a:lnTo>
                  <a:lnTo>
                    <a:pt x="143268" y="58724"/>
                  </a:lnTo>
                  <a:lnTo>
                    <a:pt x="148755" y="61264"/>
                  </a:lnTo>
                  <a:lnTo>
                    <a:pt x="151015" y="58724"/>
                  </a:lnTo>
                  <a:lnTo>
                    <a:pt x="153276" y="56184"/>
                  </a:lnTo>
                  <a:lnTo>
                    <a:pt x="148082" y="56184"/>
                  </a:lnTo>
                  <a:lnTo>
                    <a:pt x="144868" y="52374"/>
                  </a:lnTo>
                  <a:lnTo>
                    <a:pt x="139280" y="51104"/>
                  </a:lnTo>
                  <a:lnTo>
                    <a:pt x="140144" y="48564"/>
                  </a:lnTo>
                  <a:lnTo>
                    <a:pt x="141439" y="44754"/>
                  </a:lnTo>
                  <a:lnTo>
                    <a:pt x="140919" y="40944"/>
                  </a:lnTo>
                  <a:lnTo>
                    <a:pt x="138633" y="37134"/>
                  </a:lnTo>
                  <a:lnTo>
                    <a:pt x="134658" y="37134"/>
                  </a:lnTo>
                  <a:lnTo>
                    <a:pt x="130771" y="38404"/>
                  </a:lnTo>
                  <a:lnTo>
                    <a:pt x="127990" y="40741"/>
                  </a:lnTo>
                  <a:lnTo>
                    <a:pt x="127990" y="99364"/>
                  </a:lnTo>
                  <a:lnTo>
                    <a:pt x="122453" y="100634"/>
                  </a:lnTo>
                  <a:lnTo>
                    <a:pt x="117322" y="103174"/>
                  </a:lnTo>
                  <a:lnTo>
                    <a:pt x="113169" y="99364"/>
                  </a:lnTo>
                  <a:lnTo>
                    <a:pt x="112522" y="96824"/>
                  </a:lnTo>
                  <a:lnTo>
                    <a:pt x="112191" y="95554"/>
                  </a:lnTo>
                  <a:lnTo>
                    <a:pt x="111137" y="93014"/>
                  </a:lnTo>
                  <a:lnTo>
                    <a:pt x="110350" y="90474"/>
                  </a:lnTo>
                  <a:lnTo>
                    <a:pt x="113868" y="86664"/>
                  </a:lnTo>
                  <a:lnTo>
                    <a:pt x="114452" y="85394"/>
                  </a:lnTo>
                  <a:lnTo>
                    <a:pt x="113880" y="84124"/>
                  </a:lnTo>
                  <a:lnTo>
                    <a:pt x="112750" y="81584"/>
                  </a:lnTo>
                  <a:lnTo>
                    <a:pt x="111620" y="79044"/>
                  </a:lnTo>
                  <a:lnTo>
                    <a:pt x="108216" y="81584"/>
                  </a:lnTo>
                  <a:lnTo>
                    <a:pt x="104571" y="81584"/>
                  </a:lnTo>
                  <a:lnTo>
                    <a:pt x="106286" y="79044"/>
                  </a:lnTo>
                  <a:lnTo>
                    <a:pt x="106362" y="76504"/>
                  </a:lnTo>
                  <a:lnTo>
                    <a:pt x="104127" y="76504"/>
                  </a:lnTo>
                  <a:lnTo>
                    <a:pt x="101358" y="77774"/>
                  </a:lnTo>
                  <a:lnTo>
                    <a:pt x="101358" y="81584"/>
                  </a:lnTo>
                  <a:lnTo>
                    <a:pt x="99771" y="81584"/>
                  </a:lnTo>
                  <a:lnTo>
                    <a:pt x="98336" y="80314"/>
                  </a:lnTo>
                  <a:lnTo>
                    <a:pt x="99148" y="77774"/>
                  </a:lnTo>
                  <a:lnTo>
                    <a:pt x="99148" y="75234"/>
                  </a:lnTo>
                  <a:lnTo>
                    <a:pt x="100431" y="73964"/>
                  </a:lnTo>
                  <a:lnTo>
                    <a:pt x="102184" y="73964"/>
                  </a:lnTo>
                  <a:lnTo>
                    <a:pt x="108242" y="71424"/>
                  </a:lnTo>
                  <a:lnTo>
                    <a:pt x="117322" y="67614"/>
                  </a:lnTo>
                  <a:lnTo>
                    <a:pt x="119253" y="67614"/>
                  </a:lnTo>
                  <a:lnTo>
                    <a:pt x="120573" y="66344"/>
                  </a:lnTo>
                  <a:lnTo>
                    <a:pt x="121945" y="67614"/>
                  </a:lnTo>
                  <a:lnTo>
                    <a:pt x="122872" y="68884"/>
                  </a:lnTo>
                  <a:lnTo>
                    <a:pt x="125285" y="70154"/>
                  </a:lnTo>
                  <a:lnTo>
                    <a:pt x="124701" y="71424"/>
                  </a:lnTo>
                  <a:lnTo>
                    <a:pt x="123837" y="72694"/>
                  </a:lnTo>
                  <a:lnTo>
                    <a:pt x="120573" y="70154"/>
                  </a:lnTo>
                  <a:lnTo>
                    <a:pt x="116611" y="72694"/>
                  </a:lnTo>
                  <a:lnTo>
                    <a:pt x="118198" y="73964"/>
                  </a:lnTo>
                  <a:lnTo>
                    <a:pt x="121640" y="75234"/>
                  </a:lnTo>
                  <a:lnTo>
                    <a:pt x="118351" y="77774"/>
                  </a:lnTo>
                  <a:lnTo>
                    <a:pt x="114795" y="79044"/>
                  </a:lnTo>
                  <a:lnTo>
                    <a:pt x="115938" y="81584"/>
                  </a:lnTo>
                  <a:lnTo>
                    <a:pt x="116979" y="84124"/>
                  </a:lnTo>
                  <a:lnTo>
                    <a:pt x="118605" y="85394"/>
                  </a:lnTo>
                  <a:lnTo>
                    <a:pt x="123444" y="85394"/>
                  </a:lnTo>
                  <a:lnTo>
                    <a:pt x="124701" y="87934"/>
                  </a:lnTo>
                  <a:lnTo>
                    <a:pt x="126047" y="90474"/>
                  </a:lnTo>
                  <a:lnTo>
                    <a:pt x="127508" y="94284"/>
                  </a:lnTo>
                  <a:lnTo>
                    <a:pt x="127635" y="95554"/>
                  </a:lnTo>
                  <a:lnTo>
                    <a:pt x="127749" y="96824"/>
                  </a:lnTo>
                  <a:lnTo>
                    <a:pt x="127990" y="99364"/>
                  </a:lnTo>
                  <a:lnTo>
                    <a:pt x="127990" y="40741"/>
                  </a:lnTo>
                  <a:lnTo>
                    <a:pt x="127812" y="40881"/>
                  </a:lnTo>
                  <a:lnTo>
                    <a:pt x="127812" y="48564"/>
                  </a:lnTo>
                  <a:lnTo>
                    <a:pt x="123837" y="54914"/>
                  </a:lnTo>
                  <a:lnTo>
                    <a:pt x="126466" y="57454"/>
                  </a:lnTo>
                  <a:lnTo>
                    <a:pt x="123317" y="59994"/>
                  </a:lnTo>
                  <a:lnTo>
                    <a:pt x="119341" y="62534"/>
                  </a:lnTo>
                  <a:lnTo>
                    <a:pt x="113868" y="59994"/>
                  </a:lnTo>
                  <a:lnTo>
                    <a:pt x="111506" y="56184"/>
                  </a:lnTo>
                  <a:lnTo>
                    <a:pt x="123444" y="51104"/>
                  </a:lnTo>
                  <a:lnTo>
                    <a:pt x="127812" y="48564"/>
                  </a:lnTo>
                  <a:lnTo>
                    <a:pt x="127812" y="40881"/>
                  </a:lnTo>
                  <a:lnTo>
                    <a:pt x="127304" y="37134"/>
                  </a:lnTo>
                  <a:lnTo>
                    <a:pt x="120103" y="37134"/>
                  </a:lnTo>
                  <a:lnTo>
                    <a:pt x="120370" y="38404"/>
                  </a:lnTo>
                  <a:lnTo>
                    <a:pt x="121107" y="40944"/>
                  </a:lnTo>
                  <a:lnTo>
                    <a:pt x="116611" y="40944"/>
                  </a:lnTo>
                  <a:lnTo>
                    <a:pt x="107657" y="43484"/>
                  </a:lnTo>
                  <a:lnTo>
                    <a:pt x="100787" y="45999"/>
                  </a:lnTo>
                  <a:lnTo>
                    <a:pt x="100787" y="65074"/>
                  </a:lnTo>
                  <a:lnTo>
                    <a:pt x="98907" y="71424"/>
                  </a:lnTo>
                  <a:lnTo>
                    <a:pt x="89750" y="71424"/>
                  </a:lnTo>
                  <a:lnTo>
                    <a:pt x="89852" y="67614"/>
                  </a:lnTo>
                  <a:lnTo>
                    <a:pt x="82880" y="66344"/>
                  </a:lnTo>
                  <a:lnTo>
                    <a:pt x="87757" y="65074"/>
                  </a:lnTo>
                  <a:lnTo>
                    <a:pt x="99771" y="61264"/>
                  </a:lnTo>
                  <a:lnTo>
                    <a:pt x="100787" y="65074"/>
                  </a:lnTo>
                  <a:lnTo>
                    <a:pt x="100787" y="45999"/>
                  </a:lnTo>
                  <a:lnTo>
                    <a:pt x="93726" y="48564"/>
                  </a:lnTo>
                  <a:lnTo>
                    <a:pt x="85864" y="53644"/>
                  </a:lnTo>
                  <a:lnTo>
                    <a:pt x="82118" y="56184"/>
                  </a:lnTo>
                  <a:lnTo>
                    <a:pt x="80949" y="53644"/>
                  </a:lnTo>
                  <a:lnTo>
                    <a:pt x="80086" y="53644"/>
                  </a:lnTo>
                  <a:lnTo>
                    <a:pt x="77660" y="54914"/>
                  </a:lnTo>
                  <a:lnTo>
                    <a:pt x="75184" y="57454"/>
                  </a:lnTo>
                  <a:lnTo>
                    <a:pt x="77101" y="59994"/>
                  </a:lnTo>
                  <a:lnTo>
                    <a:pt x="73152" y="61264"/>
                  </a:lnTo>
                  <a:lnTo>
                    <a:pt x="68872" y="61264"/>
                  </a:lnTo>
                  <a:lnTo>
                    <a:pt x="65252" y="65074"/>
                  </a:lnTo>
                  <a:lnTo>
                    <a:pt x="65252" y="68884"/>
                  </a:lnTo>
                  <a:lnTo>
                    <a:pt x="69011" y="72694"/>
                  </a:lnTo>
                  <a:lnTo>
                    <a:pt x="74536" y="75234"/>
                  </a:lnTo>
                  <a:lnTo>
                    <a:pt x="70332" y="82854"/>
                  </a:lnTo>
                  <a:lnTo>
                    <a:pt x="69583" y="89204"/>
                  </a:lnTo>
                  <a:lnTo>
                    <a:pt x="69481" y="90474"/>
                  </a:lnTo>
                  <a:lnTo>
                    <a:pt x="69367" y="91744"/>
                  </a:lnTo>
                  <a:lnTo>
                    <a:pt x="69265" y="93014"/>
                  </a:lnTo>
                  <a:lnTo>
                    <a:pt x="69151" y="94284"/>
                  </a:lnTo>
                  <a:lnTo>
                    <a:pt x="69037" y="95554"/>
                  </a:lnTo>
                  <a:lnTo>
                    <a:pt x="65455" y="100634"/>
                  </a:lnTo>
                  <a:lnTo>
                    <a:pt x="71932" y="99364"/>
                  </a:lnTo>
                  <a:lnTo>
                    <a:pt x="75272" y="93014"/>
                  </a:lnTo>
                  <a:lnTo>
                    <a:pt x="77533" y="87934"/>
                  </a:lnTo>
                  <a:lnTo>
                    <a:pt x="80759" y="84124"/>
                  </a:lnTo>
                  <a:lnTo>
                    <a:pt x="79476" y="90474"/>
                  </a:lnTo>
                  <a:lnTo>
                    <a:pt x="77114" y="95554"/>
                  </a:lnTo>
                  <a:lnTo>
                    <a:pt x="74841" y="100634"/>
                  </a:lnTo>
                  <a:lnTo>
                    <a:pt x="73825" y="108254"/>
                  </a:lnTo>
                  <a:lnTo>
                    <a:pt x="73825" y="114604"/>
                  </a:lnTo>
                  <a:lnTo>
                    <a:pt x="77812" y="122224"/>
                  </a:lnTo>
                  <a:lnTo>
                    <a:pt x="74371" y="126034"/>
                  </a:lnTo>
                  <a:lnTo>
                    <a:pt x="79641" y="120954"/>
                  </a:lnTo>
                  <a:lnTo>
                    <a:pt x="82283" y="112064"/>
                  </a:lnTo>
                  <a:lnTo>
                    <a:pt x="84251" y="103174"/>
                  </a:lnTo>
                  <a:lnTo>
                    <a:pt x="87490" y="96824"/>
                  </a:lnTo>
                  <a:lnTo>
                    <a:pt x="88582" y="99364"/>
                  </a:lnTo>
                  <a:lnTo>
                    <a:pt x="87820" y="103174"/>
                  </a:lnTo>
                  <a:lnTo>
                    <a:pt x="86588" y="106984"/>
                  </a:lnTo>
                  <a:lnTo>
                    <a:pt x="85166" y="114604"/>
                  </a:lnTo>
                  <a:lnTo>
                    <a:pt x="85077" y="117144"/>
                  </a:lnTo>
                  <a:lnTo>
                    <a:pt x="85026" y="118414"/>
                  </a:lnTo>
                  <a:lnTo>
                    <a:pt x="84937" y="120954"/>
                  </a:lnTo>
                  <a:lnTo>
                    <a:pt x="84886" y="122224"/>
                  </a:lnTo>
                  <a:lnTo>
                    <a:pt x="84785" y="123494"/>
                  </a:lnTo>
                  <a:lnTo>
                    <a:pt x="84670" y="124764"/>
                  </a:lnTo>
                  <a:lnTo>
                    <a:pt x="84569" y="126034"/>
                  </a:lnTo>
                  <a:lnTo>
                    <a:pt x="84467" y="127304"/>
                  </a:lnTo>
                  <a:lnTo>
                    <a:pt x="84353" y="128574"/>
                  </a:lnTo>
                  <a:lnTo>
                    <a:pt x="84251" y="129844"/>
                  </a:lnTo>
                  <a:lnTo>
                    <a:pt x="81749" y="134924"/>
                  </a:lnTo>
                  <a:lnTo>
                    <a:pt x="87782" y="131114"/>
                  </a:lnTo>
                  <a:lnTo>
                    <a:pt x="91973" y="124764"/>
                  </a:lnTo>
                  <a:lnTo>
                    <a:pt x="95834" y="118414"/>
                  </a:lnTo>
                  <a:lnTo>
                    <a:pt x="100863" y="112064"/>
                  </a:lnTo>
                  <a:lnTo>
                    <a:pt x="95580" y="124764"/>
                  </a:lnTo>
                  <a:lnTo>
                    <a:pt x="89928" y="141274"/>
                  </a:lnTo>
                  <a:lnTo>
                    <a:pt x="83604" y="157784"/>
                  </a:lnTo>
                  <a:lnTo>
                    <a:pt x="54737" y="203504"/>
                  </a:lnTo>
                  <a:lnTo>
                    <a:pt x="34188" y="220014"/>
                  </a:lnTo>
                  <a:lnTo>
                    <a:pt x="27292" y="220014"/>
                  </a:lnTo>
                  <a:lnTo>
                    <a:pt x="22275" y="216204"/>
                  </a:lnTo>
                  <a:lnTo>
                    <a:pt x="22275" y="207314"/>
                  </a:lnTo>
                  <a:lnTo>
                    <a:pt x="29210" y="189534"/>
                  </a:lnTo>
                  <a:lnTo>
                    <a:pt x="59677" y="156514"/>
                  </a:lnTo>
                  <a:lnTo>
                    <a:pt x="66611" y="137464"/>
                  </a:lnTo>
                  <a:lnTo>
                    <a:pt x="66611" y="126034"/>
                  </a:lnTo>
                  <a:lnTo>
                    <a:pt x="56540" y="122224"/>
                  </a:lnTo>
                  <a:lnTo>
                    <a:pt x="46024" y="122224"/>
                  </a:lnTo>
                  <a:lnTo>
                    <a:pt x="41008" y="123494"/>
                  </a:lnTo>
                  <a:lnTo>
                    <a:pt x="36728" y="127304"/>
                  </a:lnTo>
                  <a:lnTo>
                    <a:pt x="34886" y="126034"/>
                  </a:lnTo>
                  <a:lnTo>
                    <a:pt x="31457" y="126034"/>
                  </a:lnTo>
                  <a:lnTo>
                    <a:pt x="22860" y="129844"/>
                  </a:lnTo>
                  <a:lnTo>
                    <a:pt x="18186" y="140004"/>
                  </a:lnTo>
                  <a:lnTo>
                    <a:pt x="13868" y="148894"/>
                  </a:lnTo>
                  <a:lnTo>
                    <a:pt x="6350" y="152704"/>
                  </a:lnTo>
                  <a:lnTo>
                    <a:pt x="11036" y="153974"/>
                  </a:lnTo>
                  <a:lnTo>
                    <a:pt x="16459" y="151434"/>
                  </a:lnTo>
                  <a:lnTo>
                    <a:pt x="21882" y="147624"/>
                  </a:lnTo>
                  <a:lnTo>
                    <a:pt x="26606" y="142544"/>
                  </a:lnTo>
                  <a:lnTo>
                    <a:pt x="21170" y="152704"/>
                  </a:lnTo>
                  <a:lnTo>
                    <a:pt x="11671" y="159054"/>
                  </a:lnTo>
                  <a:lnTo>
                    <a:pt x="2984" y="165404"/>
                  </a:lnTo>
                  <a:lnTo>
                    <a:pt x="0" y="176834"/>
                  </a:lnTo>
                  <a:lnTo>
                    <a:pt x="8699" y="167944"/>
                  </a:lnTo>
                  <a:lnTo>
                    <a:pt x="24218" y="160324"/>
                  </a:lnTo>
                  <a:lnTo>
                    <a:pt x="39052" y="151434"/>
                  </a:lnTo>
                  <a:lnTo>
                    <a:pt x="43256" y="142544"/>
                  </a:lnTo>
                  <a:lnTo>
                    <a:pt x="45656" y="137464"/>
                  </a:lnTo>
                  <a:lnTo>
                    <a:pt x="45656" y="134924"/>
                  </a:lnTo>
                  <a:lnTo>
                    <a:pt x="44043" y="132384"/>
                  </a:lnTo>
                  <a:lnTo>
                    <a:pt x="42037" y="129844"/>
                  </a:lnTo>
                  <a:lnTo>
                    <a:pt x="45161" y="128574"/>
                  </a:lnTo>
                  <a:lnTo>
                    <a:pt x="48094" y="127304"/>
                  </a:lnTo>
                  <a:lnTo>
                    <a:pt x="55829" y="127304"/>
                  </a:lnTo>
                  <a:lnTo>
                    <a:pt x="60401" y="131114"/>
                  </a:lnTo>
                  <a:lnTo>
                    <a:pt x="60401" y="138734"/>
                  </a:lnTo>
                  <a:lnTo>
                    <a:pt x="53543" y="155244"/>
                  </a:lnTo>
                  <a:lnTo>
                    <a:pt x="23368" y="188264"/>
                  </a:lnTo>
                  <a:lnTo>
                    <a:pt x="16510" y="207314"/>
                  </a:lnTo>
                  <a:lnTo>
                    <a:pt x="16510" y="212394"/>
                  </a:lnTo>
                  <a:lnTo>
                    <a:pt x="17830" y="216204"/>
                  </a:lnTo>
                  <a:lnTo>
                    <a:pt x="20078" y="218744"/>
                  </a:lnTo>
                  <a:lnTo>
                    <a:pt x="16992" y="220014"/>
                  </a:lnTo>
                  <a:lnTo>
                    <a:pt x="13716" y="220014"/>
                  </a:lnTo>
                  <a:lnTo>
                    <a:pt x="11137" y="217474"/>
                  </a:lnTo>
                  <a:lnTo>
                    <a:pt x="11036" y="220014"/>
                  </a:lnTo>
                  <a:lnTo>
                    <a:pt x="10947" y="222554"/>
                  </a:lnTo>
                  <a:lnTo>
                    <a:pt x="10896" y="223824"/>
                  </a:lnTo>
                  <a:lnTo>
                    <a:pt x="21221" y="228904"/>
                  </a:lnTo>
                  <a:lnTo>
                    <a:pt x="27800" y="225094"/>
                  </a:lnTo>
                  <a:lnTo>
                    <a:pt x="29210" y="225094"/>
                  </a:lnTo>
                  <a:lnTo>
                    <a:pt x="30848" y="226364"/>
                  </a:lnTo>
                  <a:lnTo>
                    <a:pt x="32397" y="226364"/>
                  </a:lnTo>
                  <a:lnTo>
                    <a:pt x="30403" y="231444"/>
                  </a:lnTo>
                  <a:lnTo>
                    <a:pt x="23749" y="232714"/>
                  </a:lnTo>
                  <a:lnTo>
                    <a:pt x="20078" y="232714"/>
                  </a:lnTo>
                  <a:lnTo>
                    <a:pt x="29337" y="235254"/>
                  </a:lnTo>
                  <a:lnTo>
                    <a:pt x="38938" y="232714"/>
                  </a:lnTo>
                  <a:lnTo>
                    <a:pt x="46266" y="227634"/>
                  </a:lnTo>
                  <a:lnTo>
                    <a:pt x="47091" y="225094"/>
                  </a:lnTo>
                  <a:lnTo>
                    <a:pt x="48755" y="220014"/>
                  </a:lnTo>
                  <a:lnTo>
                    <a:pt x="54610" y="214934"/>
                  </a:lnTo>
                  <a:lnTo>
                    <a:pt x="59690" y="207314"/>
                  </a:lnTo>
                  <a:lnTo>
                    <a:pt x="69011" y="194614"/>
                  </a:lnTo>
                  <a:lnTo>
                    <a:pt x="68592" y="195884"/>
                  </a:lnTo>
                  <a:lnTo>
                    <a:pt x="67957" y="199694"/>
                  </a:lnTo>
                  <a:lnTo>
                    <a:pt x="63398" y="208584"/>
                  </a:lnTo>
                  <a:lnTo>
                    <a:pt x="59321" y="216204"/>
                  </a:lnTo>
                  <a:lnTo>
                    <a:pt x="56083" y="225094"/>
                  </a:lnTo>
                  <a:lnTo>
                    <a:pt x="54038" y="236524"/>
                  </a:lnTo>
                  <a:lnTo>
                    <a:pt x="52171" y="245414"/>
                  </a:lnTo>
                  <a:lnTo>
                    <a:pt x="48602" y="251764"/>
                  </a:lnTo>
                  <a:lnTo>
                    <a:pt x="43611" y="258114"/>
                  </a:lnTo>
                  <a:lnTo>
                    <a:pt x="37465" y="259384"/>
                  </a:lnTo>
                  <a:lnTo>
                    <a:pt x="35496" y="259384"/>
                  </a:lnTo>
                  <a:lnTo>
                    <a:pt x="32232" y="256844"/>
                  </a:lnTo>
                  <a:lnTo>
                    <a:pt x="30746" y="258114"/>
                  </a:lnTo>
                  <a:lnTo>
                    <a:pt x="27901" y="260654"/>
                  </a:lnTo>
                  <a:lnTo>
                    <a:pt x="30543" y="263194"/>
                  </a:lnTo>
                  <a:lnTo>
                    <a:pt x="30543" y="268274"/>
                  </a:lnTo>
                  <a:lnTo>
                    <a:pt x="23749" y="272084"/>
                  </a:lnTo>
                  <a:lnTo>
                    <a:pt x="23749" y="288594"/>
                  </a:lnTo>
                  <a:lnTo>
                    <a:pt x="26606" y="293674"/>
                  </a:lnTo>
                  <a:lnTo>
                    <a:pt x="25463" y="297484"/>
                  </a:lnTo>
                  <a:lnTo>
                    <a:pt x="28359" y="296214"/>
                  </a:lnTo>
                  <a:lnTo>
                    <a:pt x="32156" y="291134"/>
                  </a:lnTo>
                  <a:lnTo>
                    <a:pt x="33616" y="284784"/>
                  </a:lnTo>
                  <a:lnTo>
                    <a:pt x="33667" y="286054"/>
                  </a:lnTo>
                  <a:lnTo>
                    <a:pt x="33782" y="288594"/>
                  </a:lnTo>
                  <a:lnTo>
                    <a:pt x="33896" y="291134"/>
                  </a:lnTo>
                  <a:lnTo>
                    <a:pt x="34010" y="293674"/>
                  </a:lnTo>
                  <a:lnTo>
                    <a:pt x="32435" y="298754"/>
                  </a:lnTo>
                  <a:lnTo>
                    <a:pt x="31559" y="303834"/>
                  </a:lnTo>
                  <a:lnTo>
                    <a:pt x="34061" y="311454"/>
                  </a:lnTo>
                  <a:lnTo>
                    <a:pt x="34886" y="307644"/>
                  </a:lnTo>
                  <a:lnTo>
                    <a:pt x="39166" y="305104"/>
                  </a:lnTo>
                  <a:lnTo>
                    <a:pt x="41821" y="307644"/>
                  </a:lnTo>
                  <a:lnTo>
                    <a:pt x="44538" y="308914"/>
                  </a:lnTo>
                  <a:lnTo>
                    <a:pt x="43256" y="310184"/>
                  </a:lnTo>
                  <a:lnTo>
                    <a:pt x="41325" y="312724"/>
                  </a:lnTo>
                  <a:lnTo>
                    <a:pt x="39331" y="313994"/>
                  </a:lnTo>
                  <a:lnTo>
                    <a:pt x="37553" y="324154"/>
                  </a:lnTo>
                  <a:lnTo>
                    <a:pt x="46456" y="322884"/>
                  </a:lnTo>
                  <a:lnTo>
                    <a:pt x="44729" y="321614"/>
                  </a:lnTo>
                  <a:lnTo>
                    <a:pt x="44615" y="319074"/>
                  </a:lnTo>
                  <a:lnTo>
                    <a:pt x="49085" y="319074"/>
                  </a:lnTo>
                  <a:lnTo>
                    <a:pt x="55181" y="317804"/>
                  </a:lnTo>
                  <a:lnTo>
                    <a:pt x="57010" y="320344"/>
                  </a:lnTo>
                  <a:lnTo>
                    <a:pt x="67665" y="320344"/>
                  </a:lnTo>
                  <a:lnTo>
                    <a:pt x="68122" y="317804"/>
                  </a:lnTo>
                  <a:lnTo>
                    <a:pt x="68592" y="315264"/>
                  </a:lnTo>
                  <a:lnTo>
                    <a:pt x="75107" y="315264"/>
                  </a:lnTo>
                  <a:lnTo>
                    <a:pt x="75107" y="317804"/>
                  </a:lnTo>
                  <a:lnTo>
                    <a:pt x="73964" y="319074"/>
                  </a:lnTo>
                  <a:lnTo>
                    <a:pt x="79070" y="317804"/>
                  </a:lnTo>
                  <a:lnTo>
                    <a:pt x="80035" y="315264"/>
                  </a:lnTo>
                  <a:lnTo>
                    <a:pt x="80035" y="310184"/>
                  </a:lnTo>
                  <a:lnTo>
                    <a:pt x="77660" y="307644"/>
                  </a:lnTo>
                  <a:lnTo>
                    <a:pt x="79451" y="306374"/>
                  </a:lnTo>
                  <a:lnTo>
                    <a:pt x="81305" y="305104"/>
                  </a:lnTo>
                  <a:lnTo>
                    <a:pt x="87312" y="306374"/>
                  </a:lnTo>
                  <a:lnTo>
                    <a:pt x="84874" y="311454"/>
                  </a:lnTo>
                  <a:lnTo>
                    <a:pt x="87934" y="311454"/>
                  </a:lnTo>
                  <a:lnTo>
                    <a:pt x="89611" y="308914"/>
                  </a:lnTo>
                  <a:lnTo>
                    <a:pt x="89611" y="305104"/>
                  </a:lnTo>
                  <a:lnTo>
                    <a:pt x="89611" y="302564"/>
                  </a:lnTo>
                  <a:lnTo>
                    <a:pt x="89611" y="301294"/>
                  </a:lnTo>
                  <a:lnTo>
                    <a:pt x="87490" y="300024"/>
                  </a:lnTo>
                  <a:lnTo>
                    <a:pt x="85369" y="298754"/>
                  </a:lnTo>
                  <a:lnTo>
                    <a:pt x="81305" y="300024"/>
                  </a:lnTo>
                  <a:lnTo>
                    <a:pt x="80645" y="297484"/>
                  </a:lnTo>
                  <a:lnTo>
                    <a:pt x="77177" y="296214"/>
                  </a:lnTo>
                  <a:lnTo>
                    <a:pt x="66738" y="296214"/>
                  </a:lnTo>
                  <a:lnTo>
                    <a:pt x="67792" y="302564"/>
                  </a:lnTo>
                  <a:lnTo>
                    <a:pt x="62826" y="302564"/>
                  </a:lnTo>
                  <a:lnTo>
                    <a:pt x="47180" y="274624"/>
                  </a:lnTo>
                  <a:lnTo>
                    <a:pt x="47180" y="265734"/>
                  </a:lnTo>
                  <a:lnTo>
                    <a:pt x="57175" y="263194"/>
                  </a:lnTo>
                  <a:lnTo>
                    <a:pt x="64363" y="260654"/>
                  </a:lnTo>
                  <a:lnTo>
                    <a:pt x="66408" y="259384"/>
                  </a:lnTo>
                  <a:lnTo>
                    <a:pt x="70510" y="256844"/>
                  </a:lnTo>
                  <a:lnTo>
                    <a:pt x="77673" y="253034"/>
                  </a:lnTo>
                  <a:lnTo>
                    <a:pt x="84912" y="246684"/>
                  </a:lnTo>
                  <a:lnTo>
                    <a:pt x="91262" y="237794"/>
                  </a:lnTo>
                  <a:lnTo>
                    <a:pt x="94653" y="230174"/>
                  </a:lnTo>
                  <a:lnTo>
                    <a:pt x="96367" y="222554"/>
                  </a:lnTo>
                  <a:lnTo>
                    <a:pt x="96443" y="221284"/>
                  </a:lnTo>
                  <a:lnTo>
                    <a:pt x="96532" y="220014"/>
                  </a:lnTo>
                  <a:lnTo>
                    <a:pt x="96596" y="206044"/>
                  </a:lnTo>
                  <a:lnTo>
                    <a:pt x="106603" y="211124"/>
                  </a:lnTo>
                  <a:lnTo>
                    <a:pt x="107657" y="218744"/>
                  </a:lnTo>
                  <a:lnTo>
                    <a:pt x="107657" y="232714"/>
                  </a:lnTo>
                  <a:lnTo>
                    <a:pt x="103619" y="235254"/>
                  </a:lnTo>
                  <a:lnTo>
                    <a:pt x="100457" y="236524"/>
                  </a:lnTo>
                  <a:lnTo>
                    <a:pt x="97840" y="237794"/>
                  </a:lnTo>
                  <a:lnTo>
                    <a:pt x="96926" y="237794"/>
                  </a:lnTo>
                  <a:lnTo>
                    <a:pt x="96685" y="239064"/>
                  </a:lnTo>
                  <a:lnTo>
                    <a:pt x="96278" y="241604"/>
                  </a:lnTo>
                  <a:lnTo>
                    <a:pt x="97612" y="242874"/>
                  </a:lnTo>
                  <a:lnTo>
                    <a:pt x="98793" y="242874"/>
                  </a:lnTo>
                  <a:lnTo>
                    <a:pt x="102425" y="245414"/>
                  </a:lnTo>
                  <a:lnTo>
                    <a:pt x="101536" y="247954"/>
                  </a:lnTo>
                  <a:lnTo>
                    <a:pt x="102679" y="251764"/>
                  </a:lnTo>
                  <a:lnTo>
                    <a:pt x="103619" y="255574"/>
                  </a:lnTo>
                  <a:lnTo>
                    <a:pt x="107010" y="260654"/>
                  </a:lnTo>
                  <a:lnTo>
                    <a:pt x="112610" y="265734"/>
                  </a:lnTo>
                  <a:lnTo>
                    <a:pt x="113144" y="263194"/>
                  </a:lnTo>
                  <a:lnTo>
                    <a:pt x="113017" y="259384"/>
                  </a:lnTo>
                  <a:lnTo>
                    <a:pt x="112915" y="258114"/>
                  </a:lnTo>
                  <a:lnTo>
                    <a:pt x="112814" y="256844"/>
                  </a:lnTo>
                  <a:lnTo>
                    <a:pt x="112712" y="255574"/>
                  </a:lnTo>
                  <a:lnTo>
                    <a:pt x="112610" y="254304"/>
                  </a:lnTo>
                  <a:lnTo>
                    <a:pt x="116344" y="259384"/>
                  </a:lnTo>
                  <a:lnTo>
                    <a:pt x="118135" y="265734"/>
                  </a:lnTo>
                  <a:lnTo>
                    <a:pt x="121272" y="270814"/>
                  </a:lnTo>
                  <a:lnTo>
                    <a:pt x="129095" y="273354"/>
                  </a:lnTo>
                  <a:lnTo>
                    <a:pt x="126403" y="272084"/>
                  </a:lnTo>
                  <a:lnTo>
                    <a:pt x="127088" y="268274"/>
                  </a:lnTo>
                  <a:lnTo>
                    <a:pt x="128651" y="268274"/>
                  </a:lnTo>
                  <a:lnTo>
                    <a:pt x="130251" y="267004"/>
                  </a:lnTo>
                  <a:lnTo>
                    <a:pt x="132194" y="268274"/>
                  </a:lnTo>
                  <a:lnTo>
                    <a:pt x="135178" y="272084"/>
                  </a:lnTo>
                  <a:lnTo>
                    <a:pt x="138023" y="275894"/>
                  </a:lnTo>
                  <a:lnTo>
                    <a:pt x="151409" y="275894"/>
                  </a:lnTo>
                  <a:lnTo>
                    <a:pt x="148082" y="273354"/>
                  </a:lnTo>
                  <a:lnTo>
                    <a:pt x="155600" y="273354"/>
                  </a:lnTo>
                  <a:lnTo>
                    <a:pt x="155498" y="275894"/>
                  </a:lnTo>
                  <a:lnTo>
                    <a:pt x="155397" y="278434"/>
                  </a:lnTo>
                  <a:lnTo>
                    <a:pt x="153352" y="280974"/>
                  </a:lnTo>
                  <a:lnTo>
                    <a:pt x="159702" y="279704"/>
                  </a:lnTo>
                  <a:lnTo>
                    <a:pt x="161594" y="274624"/>
                  </a:lnTo>
                  <a:lnTo>
                    <a:pt x="161061" y="273354"/>
                  </a:lnTo>
                  <a:lnTo>
                    <a:pt x="159461" y="269544"/>
                  </a:lnTo>
                  <a:lnTo>
                    <a:pt x="164973" y="267004"/>
                  </a:lnTo>
                  <a:lnTo>
                    <a:pt x="167970" y="270814"/>
                  </a:lnTo>
                  <a:lnTo>
                    <a:pt x="168694" y="273354"/>
                  </a:lnTo>
                  <a:lnTo>
                    <a:pt x="174205" y="268274"/>
                  </a:lnTo>
                  <a:lnTo>
                    <a:pt x="173101" y="267004"/>
                  </a:lnTo>
                  <a:lnTo>
                    <a:pt x="168694" y="261924"/>
                  </a:lnTo>
                  <a:lnTo>
                    <a:pt x="164477" y="261924"/>
                  </a:lnTo>
                  <a:lnTo>
                    <a:pt x="164477" y="260654"/>
                  </a:lnTo>
                  <a:lnTo>
                    <a:pt x="164477" y="259384"/>
                  </a:lnTo>
                  <a:lnTo>
                    <a:pt x="162674" y="258114"/>
                  </a:lnTo>
                  <a:lnTo>
                    <a:pt x="158038" y="256844"/>
                  </a:lnTo>
                  <a:lnTo>
                    <a:pt x="150787" y="256844"/>
                  </a:lnTo>
                  <a:lnTo>
                    <a:pt x="149288" y="260654"/>
                  </a:lnTo>
                  <a:lnTo>
                    <a:pt x="146304" y="260654"/>
                  </a:lnTo>
                  <a:lnTo>
                    <a:pt x="118516" y="237794"/>
                  </a:lnTo>
                  <a:lnTo>
                    <a:pt x="121272" y="232714"/>
                  </a:lnTo>
                  <a:lnTo>
                    <a:pt x="127317" y="227634"/>
                  </a:lnTo>
                  <a:lnTo>
                    <a:pt x="133362" y="221284"/>
                  </a:lnTo>
                  <a:lnTo>
                    <a:pt x="136105" y="214934"/>
                  </a:lnTo>
                  <a:lnTo>
                    <a:pt x="133959" y="206044"/>
                  </a:lnTo>
                  <a:lnTo>
                    <a:pt x="133654" y="204774"/>
                  </a:lnTo>
                  <a:lnTo>
                    <a:pt x="127330" y="198424"/>
                  </a:lnTo>
                  <a:lnTo>
                    <a:pt x="122161" y="194614"/>
                  </a:lnTo>
                  <a:lnTo>
                    <a:pt x="118706" y="192074"/>
                  </a:lnTo>
                  <a:lnTo>
                    <a:pt x="109321" y="185724"/>
                  </a:lnTo>
                  <a:lnTo>
                    <a:pt x="113931" y="183184"/>
                  </a:lnTo>
                  <a:lnTo>
                    <a:pt x="120421" y="181914"/>
                  </a:lnTo>
                  <a:lnTo>
                    <a:pt x="127457" y="181914"/>
                  </a:lnTo>
                  <a:lnTo>
                    <a:pt x="133756" y="183184"/>
                  </a:lnTo>
                  <a:lnTo>
                    <a:pt x="133985" y="181914"/>
                  </a:lnTo>
                  <a:lnTo>
                    <a:pt x="134442" y="179374"/>
                  </a:lnTo>
                  <a:lnTo>
                    <a:pt x="137185" y="180644"/>
                  </a:lnTo>
                  <a:lnTo>
                    <a:pt x="137350" y="179374"/>
                  </a:lnTo>
                  <a:lnTo>
                    <a:pt x="138137" y="173024"/>
                  </a:lnTo>
                  <a:lnTo>
                    <a:pt x="140690" y="179374"/>
                  </a:lnTo>
                  <a:lnTo>
                    <a:pt x="138023" y="184454"/>
                  </a:lnTo>
                  <a:lnTo>
                    <a:pt x="140690" y="186994"/>
                  </a:lnTo>
                  <a:lnTo>
                    <a:pt x="142824" y="184454"/>
                  </a:lnTo>
                  <a:lnTo>
                    <a:pt x="148082" y="184454"/>
                  </a:lnTo>
                  <a:lnTo>
                    <a:pt x="148018" y="183184"/>
                  </a:lnTo>
                  <a:lnTo>
                    <a:pt x="147942" y="181914"/>
                  </a:lnTo>
                  <a:lnTo>
                    <a:pt x="147878" y="180644"/>
                  </a:lnTo>
                  <a:lnTo>
                    <a:pt x="147815" y="179374"/>
                  </a:lnTo>
                  <a:lnTo>
                    <a:pt x="147688" y="176834"/>
                  </a:lnTo>
                  <a:lnTo>
                    <a:pt x="149288" y="181914"/>
                  </a:lnTo>
                  <a:lnTo>
                    <a:pt x="145732" y="189534"/>
                  </a:lnTo>
                  <a:lnTo>
                    <a:pt x="149288" y="192074"/>
                  </a:lnTo>
                  <a:lnTo>
                    <a:pt x="149948" y="188264"/>
                  </a:lnTo>
                  <a:lnTo>
                    <a:pt x="155397" y="188264"/>
                  </a:lnTo>
                  <a:lnTo>
                    <a:pt x="156654" y="189534"/>
                  </a:lnTo>
                  <a:lnTo>
                    <a:pt x="156654" y="197154"/>
                  </a:lnTo>
                  <a:lnTo>
                    <a:pt x="149428" y="194614"/>
                  </a:lnTo>
                  <a:lnTo>
                    <a:pt x="149428" y="203504"/>
                  </a:lnTo>
                  <a:lnTo>
                    <a:pt x="152920" y="204774"/>
                  </a:lnTo>
                  <a:lnTo>
                    <a:pt x="152920" y="208584"/>
                  </a:lnTo>
                  <a:lnTo>
                    <a:pt x="150025" y="211124"/>
                  </a:lnTo>
                  <a:lnTo>
                    <a:pt x="146532" y="208584"/>
                  </a:lnTo>
                  <a:lnTo>
                    <a:pt x="147586" y="211124"/>
                  </a:lnTo>
                  <a:lnTo>
                    <a:pt x="149948" y="213664"/>
                  </a:lnTo>
                  <a:lnTo>
                    <a:pt x="156222" y="213664"/>
                  </a:lnTo>
                  <a:lnTo>
                    <a:pt x="159702" y="211124"/>
                  </a:lnTo>
                  <a:lnTo>
                    <a:pt x="161112" y="207314"/>
                  </a:lnTo>
                  <a:lnTo>
                    <a:pt x="162674" y="212394"/>
                  </a:lnTo>
                  <a:lnTo>
                    <a:pt x="161404" y="216204"/>
                  </a:lnTo>
                  <a:lnTo>
                    <a:pt x="158419" y="217474"/>
                  </a:lnTo>
                  <a:lnTo>
                    <a:pt x="161645" y="218744"/>
                  </a:lnTo>
                  <a:lnTo>
                    <a:pt x="169303" y="217474"/>
                  </a:lnTo>
                  <a:lnTo>
                    <a:pt x="169202" y="216204"/>
                  </a:lnTo>
                  <a:lnTo>
                    <a:pt x="169100" y="214934"/>
                  </a:lnTo>
                  <a:lnTo>
                    <a:pt x="168998" y="213664"/>
                  </a:lnTo>
                  <a:lnTo>
                    <a:pt x="168897" y="212394"/>
                  </a:lnTo>
                  <a:lnTo>
                    <a:pt x="168795" y="211124"/>
                  </a:lnTo>
                  <a:lnTo>
                    <a:pt x="168490" y="207314"/>
                  </a:lnTo>
                  <a:lnTo>
                    <a:pt x="172745" y="208584"/>
                  </a:lnTo>
                  <a:lnTo>
                    <a:pt x="175107" y="211124"/>
                  </a:lnTo>
                  <a:lnTo>
                    <a:pt x="172478" y="216204"/>
                  </a:lnTo>
                  <a:lnTo>
                    <a:pt x="176034" y="214934"/>
                  </a:lnTo>
                  <a:lnTo>
                    <a:pt x="179311" y="213664"/>
                  </a:lnTo>
                  <a:lnTo>
                    <a:pt x="179311" y="207314"/>
                  </a:lnTo>
                  <a:close/>
                </a:path>
                <a:path w="492759" h="325119">
                  <a:moveTo>
                    <a:pt x="351866" y="173456"/>
                  </a:moveTo>
                  <a:lnTo>
                    <a:pt x="351332" y="171704"/>
                  </a:lnTo>
                  <a:lnTo>
                    <a:pt x="350418" y="169164"/>
                  </a:lnTo>
                  <a:lnTo>
                    <a:pt x="348843" y="167652"/>
                  </a:lnTo>
                  <a:lnTo>
                    <a:pt x="348843" y="174574"/>
                  </a:lnTo>
                  <a:lnTo>
                    <a:pt x="348145" y="175653"/>
                  </a:lnTo>
                  <a:lnTo>
                    <a:pt x="347700" y="176771"/>
                  </a:lnTo>
                  <a:lnTo>
                    <a:pt x="346570" y="177380"/>
                  </a:lnTo>
                  <a:lnTo>
                    <a:pt x="344220" y="178257"/>
                  </a:lnTo>
                  <a:lnTo>
                    <a:pt x="342074" y="178079"/>
                  </a:lnTo>
                  <a:lnTo>
                    <a:pt x="340004" y="177050"/>
                  </a:lnTo>
                  <a:lnTo>
                    <a:pt x="337032" y="175653"/>
                  </a:lnTo>
                  <a:lnTo>
                    <a:pt x="336943" y="175488"/>
                  </a:lnTo>
                  <a:lnTo>
                    <a:pt x="335330" y="172554"/>
                  </a:lnTo>
                  <a:lnTo>
                    <a:pt x="336499" y="170218"/>
                  </a:lnTo>
                  <a:lnTo>
                    <a:pt x="337032" y="169011"/>
                  </a:lnTo>
                  <a:lnTo>
                    <a:pt x="338061" y="168389"/>
                  </a:lnTo>
                  <a:lnTo>
                    <a:pt x="338759" y="168249"/>
                  </a:lnTo>
                  <a:lnTo>
                    <a:pt x="340410" y="167627"/>
                  </a:lnTo>
                  <a:lnTo>
                    <a:pt x="342531" y="167830"/>
                  </a:lnTo>
                  <a:lnTo>
                    <a:pt x="346265" y="169519"/>
                  </a:lnTo>
                  <a:lnTo>
                    <a:pt x="347700" y="171145"/>
                  </a:lnTo>
                  <a:lnTo>
                    <a:pt x="348259" y="172707"/>
                  </a:lnTo>
                  <a:lnTo>
                    <a:pt x="348576" y="173456"/>
                  </a:lnTo>
                  <a:lnTo>
                    <a:pt x="348843" y="174574"/>
                  </a:lnTo>
                  <a:lnTo>
                    <a:pt x="348843" y="167652"/>
                  </a:lnTo>
                  <a:lnTo>
                    <a:pt x="348399" y="167233"/>
                  </a:lnTo>
                  <a:lnTo>
                    <a:pt x="345757" y="165989"/>
                  </a:lnTo>
                  <a:lnTo>
                    <a:pt x="343179" y="164680"/>
                  </a:lnTo>
                  <a:lnTo>
                    <a:pt x="331622" y="172707"/>
                  </a:lnTo>
                  <a:lnTo>
                    <a:pt x="334048" y="177711"/>
                  </a:lnTo>
                  <a:lnTo>
                    <a:pt x="338696" y="179946"/>
                  </a:lnTo>
                  <a:lnTo>
                    <a:pt x="341477" y="181203"/>
                  </a:lnTo>
                  <a:lnTo>
                    <a:pt x="344398" y="181483"/>
                  </a:lnTo>
                  <a:lnTo>
                    <a:pt x="346989" y="180555"/>
                  </a:lnTo>
                  <a:lnTo>
                    <a:pt x="348843" y="179946"/>
                  </a:lnTo>
                  <a:lnTo>
                    <a:pt x="350418" y="178689"/>
                  </a:lnTo>
                  <a:lnTo>
                    <a:pt x="350583" y="178257"/>
                  </a:lnTo>
                  <a:lnTo>
                    <a:pt x="350659" y="178079"/>
                  </a:lnTo>
                  <a:lnTo>
                    <a:pt x="351066" y="177050"/>
                  </a:lnTo>
                  <a:lnTo>
                    <a:pt x="351815" y="175653"/>
                  </a:lnTo>
                  <a:lnTo>
                    <a:pt x="351866" y="173456"/>
                  </a:lnTo>
                  <a:close/>
                </a:path>
                <a:path w="492759" h="325119">
                  <a:moveTo>
                    <a:pt x="357720" y="116687"/>
                  </a:moveTo>
                  <a:lnTo>
                    <a:pt x="357682" y="116166"/>
                  </a:lnTo>
                  <a:lnTo>
                    <a:pt x="357593" y="115912"/>
                  </a:lnTo>
                  <a:lnTo>
                    <a:pt x="357212" y="114719"/>
                  </a:lnTo>
                  <a:lnTo>
                    <a:pt x="356565" y="113868"/>
                  </a:lnTo>
                  <a:lnTo>
                    <a:pt x="355180" y="112064"/>
                  </a:lnTo>
                  <a:lnTo>
                    <a:pt x="354393" y="111607"/>
                  </a:lnTo>
                  <a:lnTo>
                    <a:pt x="354393" y="116166"/>
                  </a:lnTo>
                  <a:lnTo>
                    <a:pt x="354317" y="118237"/>
                  </a:lnTo>
                  <a:lnTo>
                    <a:pt x="354253" y="118579"/>
                  </a:lnTo>
                  <a:lnTo>
                    <a:pt x="354126" y="119329"/>
                  </a:lnTo>
                  <a:lnTo>
                    <a:pt x="353199" y="120853"/>
                  </a:lnTo>
                  <a:lnTo>
                    <a:pt x="349351" y="123799"/>
                  </a:lnTo>
                  <a:lnTo>
                    <a:pt x="346049" y="123799"/>
                  </a:lnTo>
                  <a:lnTo>
                    <a:pt x="344779" y="122135"/>
                  </a:lnTo>
                  <a:lnTo>
                    <a:pt x="344258" y="121551"/>
                  </a:lnTo>
                  <a:lnTo>
                    <a:pt x="344106" y="120853"/>
                  </a:lnTo>
                  <a:lnTo>
                    <a:pt x="344106" y="118579"/>
                  </a:lnTo>
                  <a:lnTo>
                    <a:pt x="345046" y="116687"/>
                  </a:lnTo>
                  <a:lnTo>
                    <a:pt x="346684" y="115493"/>
                  </a:lnTo>
                  <a:lnTo>
                    <a:pt x="348157" y="114376"/>
                  </a:lnTo>
                  <a:lnTo>
                    <a:pt x="349910" y="113868"/>
                  </a:lnTo>
                  <a:lnTo>
                    <a:pt x="351091" y="113868"/>
                  </a:lnTo>
                  <a:lnTo>
                    <a:pt x="352069" y="114147"/>
                  </a:lnTo>
                  <a:lnTo>
                    <a:pt x="352793" y="114376"/>
                  </a:lnTo>
                  <a:lnTo>
                    <a:pt x="352971" y="114376"/>
                  </a:lnTo>
                  <a:lnTo>
                    <a:pt x="354393" y="116166"/>
                  </a:lnTo>
                  <a:lnTo>
                    <a:pt x="354393" y="111607"/>
                  </a:lnTo>
                  <a:lnTo>
                    <a:pt x="353745" y="111213"/>
                  </a:lnTo>
                  <a:lnTo>
                    <a:pt x="351853" y="110947"/>
                  </a:lnTo>
                  <a:lnTo>
                    <a:pt x="349351" y="110642"/>
                  </a:lnTo>
                  <a:lnTo>
                    <a:pt x="346887" y="111417"/>
                  </a:lnTo>
                  <a:lnTo>
                    <a:pt x="344779" y="113106"/>
                  </a:lnTo>
                  <a:lnTo>
                    <a:pt x="340868" y="115912"/>
                  </a:lnTo>
                  <a:lnTo>
                    <a:pt x="340753" y="116433"/>
                  </a:lnTo>
                  <a:lnTo>
                    <a:pt x="340690" y="116687"/>
                  </a:lnTo>
                  <a:lnTo>
                    <a:pt x="339750" y="120853"/>
                  </a:lnTo>
                  <a:lnTo>
                    <a:pt x="340207" y="121551"/>
                  </a:lnTo>
                  <a:lnTo>
                    <a:pt x="342188" y="124028"/>
                  </a:lnTo>
                  <a:lnTo>
                    <a:pt x="344779" y="127152"/>
                  </a:lnTo>
                  <a:lnTo>
                    <a:pt x="349770" y="127355"/>
                  </a:lnTo>
                  <a:lnTo>
                    <a:pt x="353745" y="124383"/>
                  </a:lnTo>
                  <a:lnTo>
                    <a:pt x="354495" y="123799"/>
                  </a:lnTo>
                  <a:lnTo>
                    <a:pt x="355828" y="122758"/>
                  </a:lnTo>
                  <a:lnTo>
                    <a:pt x="357212" y="120586"/>
                  </a:lnTo>
                  <a:lnTo>
                    <a:pt x="357263" y="120091"/>
                  </a:lnTo>
                  <a:lnTo>
                    <a:pt x="357365" y="119329"/>
                  </a:lnTo>
                  <a:lnTo>
                    <a:pt x="357454" y="118579"/>
                  </a:lnTo>
                  <a:lnTo>
                    <a:pt x="357555" y="117805"/>
                  </a:lnTo>
                  <a:lnTo>
                    <a:pt x="357720" y="116687"/>
                  </a:lnTo>
                  <a:close/>
                </a:path>
                <a:path w="492759" h="325119">
                  <a:moveTo>
                    <a:pt x="411416" y="274193"/>
                  </a:moveTo>
                  <a:lnTo>
                    <a:pt x="411353" y="268147"/>
                  </a:lnTo>
                  <a:lnTo>
                    <a:pt x="411264" y="267804"/>
                  </a:lnTo>
                  <a:lnTo>
                    <a:pt x="410921" y="266509"/>
                  </a:lnTo>
                  <a:lnTo>
                    <a:pt x="409473" y="264642"/>
                  </a:lnTo>
                  <a:lnTo>
                    <a:pt x="408432" y="263271"/>
                  </a:lnTo>
                  <a:lnTo>
                    <a:pt x="408432" y="267804"/>
                  </a:lnTo>
                  <a:lnTo>
                    <a:pt x="408393" y="273164"/>
                  </a:lnTo>
                  <a:lnTo>
                    <a:pt x="408012" y="274193"/>
                  </a:lnTo>
                  <a:lnTo>
                    <a:pt x="407657" y="275056"/>
                  </a:lnTo>
                  <a:lnTo>
                    <a:pt x="405765" y="276860"/>
                  </a:lnTo>
                  <a:lnTo>
                    <a:pt x="404761" y="277533"/>
                  </a:lnTo>
                  <a:lnTo>
                    <a:pt x="402107" y="277533"/>
                  </a:lnTo>
                  <a:lnTo>
                    <a:pt x="401269" y="276860"/>
                  </a:lnTo>
                  <a:lnTo>
                    <a:pt x="400685" y="276263"/>
                  </a:lnTo>
                  <a:lnTo>
                    <a:pt x="399554" y="275056"/>
                  </a:lnTo>
                  <a:lnTo>
                    <a:pt x="398767" y="273164"/>
                  </a:lnTo>
                  <a:lnTo>
                    <a:pt x="398830" y="268909"/>
                  </a:lnTo>
                  <a:lnTo>
                    <a:pt x="408432" y="267804"/>
                  </a:lnTo>
                  <a:lnTo>
                    <a:pt x="408432" y="263271"/>
                  </a:lnTo>
                  <a:lnTo>
                    <a:pt x="408051" y="262763"/>
                  </a:lnTo>
                  <a:lnTo>
                    <a:pt x="405574" y="261569"/>
                  </a:lnTo>
                  <a:lnTo>
                    <a:pt x="401942" y="261569"/>
                  </a:lnTo>
                  <a:lnTo>
                    <a:pt x="400138" y="262356"/>
                  </a:lnTo>
                  <a:lnTo>
                    <a:pt x="398703" y="263702"/>
                  </a:lnTo>
                  <a:lnTo>
                    <a:pt x="396824" y="265417"/>
                  </a:lnTo>
                  <a:lnTo>
                    <a:pt x="395719" y="268147"/>
                  </a:lnTo>
                  <a:lnTo>
                    <a:pt x="395681" y="274193"/>
                  </a:lnTo>
                  <a:lnTo>
                    <a:pt x="396621" y="276593"/>
                  </a:lnTo>
                  <a:lnTo>
                    <a:pt x="398424" y="278396"/>
                  </a:lnTo>
                  <a:lnTo>
                    <a:pt x="399783" y="279844"/>
                  </a:lnTo>
                  <a:lnTo>
                    <a:pt x="401637" y="280606"/>
                  </a:lnTo>
                  <a:lnTo>
                    <a:pt x="405472" y="280606"/>
                  </a:lnTo>
                  <a:lnTo>
                    <a:pt x="407136" y="279984"/>
                  </a:lnTo>
                  <a:lnTo>
                    <a:pt x="409778" y="277533"/>
                  </a:lnTo>
                  <a:lnTo>
                    <a:pt x="410514" y="276860"/>
                  </a:lnTo>
                  <a:lnTo>
                    <a:pt x="410603" y="276593"/>
                  </a:lnTo>
                  <a:lnTo>
                    <a:pt x="410718" y="276263"/>
                  </a:lnTo>
                  <a:lnTo>
                    <a:pt x="411416" y="274193"/>
                  </a:lnTo>
                  <a:close/>
                </a:path>
                <a:path w="492759" h="325119">
                  <a:moveTo>
                    <a:pt x="430123" y="287591"/>
                  </a:moveTo>
                  <a:lnTo>
                    <a:pt x="428066" y="285229"/>
                  </a:lnTo>
                  <a:lnTo>
                    <a:pt x="426478" y="283413"/>
                  </a:lnTo>
                  <a:lnTo>
                    <a:pt x="426262" y="283375"/>
                  </a:lnTo>
                  <a:lnTo>
                    <a:pt x="426262" y="288366"/>
                  </a:lnTo>
                  <a:lnTo>
                    <a:pt x="426161" y="291312"/>
                  </a:lnTo>
                  <a:lnTo>
                    <a:pt x="426046" y="291884"/>
                  </a:lnTo>
                  <a:lnTo>
                    <a:pt x="425627" y="293827"/>
                  </a:lnTo>
                  <a:lnTo>
                    <a:pt x="422427" y="295465"/>
                  </a:lnTo>
                  <a:lnTo>
                    <a:pt x="418896" y="294805"/>
                  </a:lnTo>
                  <a:lnTo>
                    <a:pt x="415340" y="294170"/>
                  </a:lnTo>
                  <a:lnTo>
                    <a:pt x="412915" y="291528"/>
                  </a:lnTo>
                  <a:lnTo>
                    <a:pt x="412953" y="291312"/>
                  </a:lnTo>
                  <a:lnTo>
                    <a:pt x="413054" y="290677"/>
                  </a:lnTo>
                  <a:lnTo>
                    <a:pt x="413321" y="289064"/>
                  </a:lnTo>
                  <a:lnTo>
                    <a:pt x="413626" y="287769"/>
                  </a:lnTo>
                  <a:lnTo>
                    <a:pt x="414350" y="286893"/>
                  </a:lnTo>
                  <a:lnTo>
                    <a:pt x="415112" y="286575"/>
                  </a:lnTo>
                  <a:lnTo>
                    <a:pt x="416623" y="285572"/>
                  </a:lnTo>
                  <a:lnTo>
                    <a:pt x="418553" y="285229"/>
                  </a:lnTo>
                  <a:lnTo>
                    <a:pt x="423900" y="286118"/>
                  </a:lnTo>
                  <a:lnTo>
                    <a:pt x="426262" y="288366"/>
                  </a:lnTo>
                  <a:lnTo>
                    <a:pt x="426262" y="283375"/>
                  </a:lnTo>
                  <a:lnTo>
                    <a:pt x="421208" y="282422"/>
                  </a:lnTo>
                  <a:lnTo>
                    <a:pt x="418249" y="281952"/>
                  </a:lnTo>
                  <a:lnTo>
                    <a:pt x="415340" y="282422"/>
                  </a:lnTo>
                  <a:lnTo>
                    <a:pt x="413321" y="284035"/>
                  </a:lnTo>
                  <a:lnTo>
                    <a:pt x="411556" y="285038"/>
                  </a:lnTo>
                  <a:lnTo>
                    <a:pt x="411441" y="285229"/>
                  </a:lnTo>
                  <a:lnTo>
                    <a:pt x="410578" y="286575"/>
                  </a:lnTo>
                  <a:lnTo>
                    <a:pt x="410476" y="286893"/>
                  </a:lnTo>
                  <a:lnTo>
                    <a:pt x="409765" y="290677"/>
                  </a:lnTo>
                  <a:lnTo>
                    <a:pt x="410527" y="292798"/>
                  </a:lnTo>
                  <a:lnTo>
                    <a:pt x="412127" y="294525"/>
                  </a:lnTo>
                  <a:lnTo>
                    <a:pt x="413626" y="296316"/>
                  </a:lnTo>
                  <a:lnTo>
                    <a:pt x="415937" y="297421"/>
                  </a:lnTo>
                  <a:lnTo>
                    <a:pt x="418249" y="297865"/>
                  </a:lnTo>
                  <a:lnTo>
                    <a:pt x="420916" y="298284"/>
                  </a:lnTo>
                  <a:lnTo>
                    <a:pt x="423964" y="297865"/>
                  </a:lnTo>
                  <a:lnTo>
                    <a:pt x="423545" y="297865"/>
                  </a:lnTo>
                  <a:lnTo>
                    <a:pt x="425348" y="296913"/>
                  </a:lnTo>
                  <a:lnTo>
                    <a:pt x="429285" y="291884"/>
                  </a:lnTo>
                  <a:lnTo>
                    <a:pt x="429399" y="291312"/>
                  </a:lnTo>
                  <a:lnTo>
                    <a:pt x="429526" y="290677"/>
                  </a:lnTo>
                  <a:lnTo>
                    <a:pt x="430123" y="287591"/>
                  </a:lnTo>
                  <a:close/>
                </a:path>
                <a:path w="492759" h="325119">
                  <a:moveTo>
                    <a:pt x="484619" y="266001"/>
                  </a:moveTo>
                  <a:lnTo>
                    <a:pt x="482269" y="263702"/>
                  </a:lnTo>
                  <a:lnTo>
                    <a:pt x="481469" y="262928"/>
                  </a:lnTo>
                  <a:lnTo>
                    <a:pt x="481469" y="267804"/>
                  </a:lnTo>
                  <a:lnTo>
                    <a:pt x="481469" y="277698"/>
                  </a:lnTo>
                  <a:lnTo>
                    <a:pt x="477342" y="281800"/>
                  </a:lnTo>
                  <a:lnTo>
                    <a:pt x="466966" y="281800"/>
                  </a:lnTo>
                  <a:lnTo>
                    <a:pt x="462940" y="277698"/>
                  </a:lnTo>
                  <a:lnTo>
                    <a:pt x="462940" y="267804"/>
                  </a:lnTo>
                  <a:lnTo>
                    <a:pt x="466966" y="263702"/>
                  </a:lnTo>
                  <a:lnTo>
                    <a:pt x="477342" y="263702"/>
                  </a:lnTo>
                  <a:lnTo>
                    <a:pt x="481469" y="267804"/>
                  </a:lnTo>
                  <a:lnTo>
                    <a:pt x="481469" y="262928"/>
                  </a:lnTo>
                  <a:lnTo>
                    <a:pt x="479031" y="260540"/>
                  </a:lnTo>
                  <a:lnTo>
                    <a:pt x="465429" y="260540"/>
                  </a:lnTo>
                  <a:lnTo>
                    <a:pt x="459765" y="266001"/>
                  </a:lnTo>
                  <a:lnTo>
                    <a:pt x="459765" y="279412"/>
                  </a:lnTo>
                  <a:lnTo>
                    <a:pt x="465429" y="284886"/>
                  </a:lnTo>
                  <a:lnTo>
                    <a:pt x="479031" y="284886"/>
                  </a:lnTo>
                  <a:lnTo>
                    <a:pt x="482180" y="281800"/>
                  </a:lnTo>
                  <a:lnTo>
                    <a:pt x="484619" y="279412"/>
                  </a:lnTo>
                  <a:lnTo>
                    <a:pt x="484619" y="266001"/>
                  </a:lnTo>
                  <a:close/>
                </a:path>
                <a:path w="492759" h="325119">
                  <a:moveTo>
                    <a:pt x="492290" y="184150"/>
                  </a:moveTo>
                  <a:lnTo>
                    <a:pt x="490448" y="175260"/>
                  </a:lnTo>
                  <a:lnTo>
                    <a:pt x="482346" y="170180"/>
                  </a:lnTo>
                  <a:lnTo>
                    <a:pt x="473278" y="163830"/>
                  </a:lnTo>
                  <a:lnTo>
                    <a:pt x="472706" y="162560"/>
                  </a:lnTo>
                  <a:lnTo>
                    <a:pt x="468541" y="152400"/>
                  </a:lnTo>
                  <a:lnTo>
                    <a:pt x="472757" y="162560"/>
                  </a:lnTo>
                  <a:lnTo>
                    <a:pt x="480745" y="166370"/>
                  </a:lnTo>
                  <a:lnTo>
                    <a:pt x="486765" y="163830"/>
                  </a:lnTo>
                  <a:lnTo>
                    <a:pt x="480288" y="160020"/>
                  </a:lnTo>
                  <a:lnTo>
                    <a:pt x="478434" y="152400"/>
                  </a:lnTo>
                  <a:lnTo>
                    <a:pt x="478129" y="151130"/>
                  </a:lnTo>
                  <a:lnTo>
                    <a:pt x="475221" y="143510"/>
                  </a:lnTo>
                  <a:lnTo>
                    <a:pt x="469404" y="140970"/>
                  </a:lnTo>
                  <a:lnTo>
                    <a:pt x="466496" y="139700"/>
                  </a:lnTo>
                  <a:lnTo>
                    <a:pt x="463778" y="139700"/>
                  </a:lnTo>
                  <a:lnTo>
                    <a:pt x="460679" y="137160"/>
                  </a:lnTo>
                  <a:lnTo>
                    <a:pt x="457301" y="135890"/>
                  </a:lnTo>
                  <a:lnTo>
                    <a:pt x="452170" y="135890"/>
                  </a:lnTo>
                  <a:lnTo>
                    <a:pt x="445808" y="137160"/>
                  </a:lnTo>
                  <a:lnTo>
                    <a:pt x="439178" y="140970"/>
                  </a:lnTo>
                  <a:lnTo>
                    <a:pt x="433959" y="147320"/>
                  </a:lnTo>
                  <a:lnTo>
                    <a:pt x="431838" y="157480"/>
                  </a:lnTo>
                  <a:lnTo>
                    <a:pt x="437680" y="176530"/>
                  </a:lnTo>
                  <a:lnTo>
                    <a:pt x="463359" y="201930"/>
                  </a:lnTo>
                  <a:lnTo>
                    <a:pt x="469201" y="219710"/>
                  </a:lnTo>
                  <a:lnTo>
                    <a:pt x="469201" y="227330"/>
                  </a:lnTo>
                  <a:lnTo>
                    <a:pt x="462864" y="232410"/>
                  </a:lnTo>
                  <a:lnTo>
                    <a:pt x="449491" y="232410"/>
                  </a:lnTo>
                  <a:lnTo>
                    <a:pt x="444500" y="224790"/>
                  </a:lnTo>
                  <a:lnTo>
                    <a:pt x="440537" y="217170"/>
                  </a:lnTo>
                  <a:lnTo>
                    <a:pt x="439216" y="214630"/>
                  </a:lnTo>
                  <a:lnTo>
                    <a:pt x="437349" y="210820"/>
                  </a:lnTo>
                  <a:lnTo>
                    <a:pt x="436727" y="209550"/>
                  </a:lnTo>
                  <a:lnTo>
                    <a:pt x="431253" y="201930"/>
                  </a:lnTo>
                  <a:lnTo>
                    <a:pt x="429983" y="200507"/>
                  </a:lnTo>
                  <a:lnTo>
                    <a:pt x="429983" y="217170"/>
                  </a:lnTo>
                  <a:lnTo>
                    <a:pt x="425983" y="222250"/>
                  </a:lnTo>
                  <a:lnTo>
                    <a:pt x="422414" y="223520"/>
                  </a:lnTo>
                  <a:lnTo>
                    <a:pt x="417893" y="220980"/>
                  </a:lnTo>
                  <a:lnTo>
                    <a:pt x="417830" y="219710"/>
                  </a:lnTo>
                  <a:lnTo>
                    <a:pt x="417703" y="217170"/>
                  </a:lnTo>
                  <a:lnTo>
                    <a:pt x="421906" y="212090"/>
                  </a:lnTo>
                  <a:lnTo>
                    <a:pt x="425196" y="210820"/>
                  </a:lnTo>
                  <a:lnTo>
                    <a:pt x="427583" y="212090"/>
                  </a:lnTo>
                  <a:lnTo>
                    <a:pt x="429895" y="213360"/>
                  </a:lnTo>
                  <a:lnTo>
                    <a:pt x="429983" y="217170"/>
                  </a:lnTo>
                  <a:lnTo>
                    <a:pt x="429983" y="200507"/>
                  </a:lnTo>
                  <a:lnTo>
                    <a:pt x="425627" y="195580"/>
                  </a:lnTo>
                  <a:lnTo>
                    <a:pt x="427202" y="196850"/>
                  </a:lnTo>
                  <a:lnTo>
                    <a:pt x="434835" y="196850"/>
                  </a:lnTo>
                  <a:lnTo>
                    <a:pt x="436270" y="195580"/>
                  </a:lnTo>
                  <a:lnTo>
                    <a:pt x="437692" y="194310"/>
                  </a:lnTo>
                  <a:lnTo>
                    <a:pt x="438391" y="191770"/>
                  </a:lnTo>
                  <a:lnTo>
                    <a:pt x="438518" y="187960"/>
                  </a:lnTo>
                  <a:lnTo>
                    <a:pt x="437299" y="185420"/>
                  </a:lnTo>
                  <a:lnTo>
                    <a:pt x="435508" y="182880"/>
                  </a:lnTo>
                  <a:lnTo>
                    <a:pt x="435292" y="182626"/>
                  </a:lnTo>
                  <a:lnTo>
                    <a:pt x="435292" y="187960"/>
                  </a:lnTo>
                  <a:lnTo>
                    <a:pt x="435229" y="190500"/>
                  </a:lnTo>
                  <a:lnTo>
                    <a:pt x="435038" y="191770"/>
                  </a:lnTo>
                  <a:lnTo>
                    <a:pt x="434035" y="193040"/>
                  </a:lnTo>
                  <a:lnTo>
                    <a:pt x="433108" y="194310"/>
                  </a:lnTo>
                  <a:lnTo>
                    <a:pt x="429450" y="194310"/>
                  </a:lnTo>
                  <a:lnTo>
                    <a:pt x="427443" y="193040"/>
                  </a:lnTo>
                  <a:lnTo>
                    <a:pt x="424751" y="190500"/>
                  </a:lnTo>
                  <a:lnTo>
                    <a:pt x="424332" y="189230"/>
                  </a:lnTo>
                  <a:lnTo>
                    <a:pt x="423913" y="187960"/>
                  </a:lnTo>
                  <a:lnTo>
                    <a:pt x="423989" y="186690"/>
                  </a:lnTo>
                  <a:lnTo>
                    <a:pt x="424116" y="184150"/>
                  </a:lnTo>
                  <a:lnTo>
                    <a:pt x="425170" y="184150"/>
                  </a:lnTo>
                  <a:lnTo>
                    <a:pt x="425996" y="182880"/>
                  </a:lnTo>
                  <a:lnTo>
                    <a:pt x="429793" y="182880"/>
                  </a:lnTo>
                  <a:lnTo>
                    <a:pt x="431685" y="184150"/>
                  </a:lnTo>
                  <a:lnTo>
                    <a:pt x="433108" y="185420"/>
                  </a:lnTo>
                  <a:lnTo>
                    <a:pt x="434479" y="186690"/>
                  </a:lnTo>
                  <a:lnTo>
                    <a:pt x="435292" y="187960"/>
                  </a:lnTo>
                  <a:lnTo>
                    <a:pt x="435292" y="182626"/>
                  </a:lnTo>
                  <a:lnTo>
                    <a:pt x="433425" y="180340"/>
                  </a:lnTo>
                  <a:lnTo>
                    <a:pt x="430631" y="179070"/>
                  </a:lnTo>
                  <a:lnTo>
                    <a:pt x="426173" y="179070"/>
                  </a:lnTo>
                  <a:lnTo>
                    <a:pt x="424205" y="180340"/>
                  </a:lnTo>
                  <a:lnTo>
                    <a:pt x="422960" y="181610"/>
                  </a:lnTo>
                  <a:lnTo>
                    <a:pt x="421614" y="182880"/>
                  </a:lnTo>
                  <a:lnTo>
                    <a:pt x="420916" y="184150"/>
                  </a:lnTo>
                  <a:lnTo>
                    <a:pt x="420839" y="188506"/>
                  </a:lnTo>
                  <a:lnTo>
                    <a:pt x="415556" y="181610"/>
                  </a:lnTo>
                  <a:lnTo>
                    <a:pt x="415340" y="181343"/>
                  </a:lnTo>
                  <a:lnTo>
                    <a:pt x="415340" y="240030"/>
                  </a:lnTo>
                  <a:lnTo>
                    <a:pt x="413334" y="242570"/>
                  </a:lnTo>
                  <a:lnTo>
                    <a:pt x="411175" y="245110"/>
                  </a:lnTo>
                  <a:lnTo>
                    <a:pt x="407771" y="246380"/>
                  </a:lnTo>
                  <a:lnTo>
                    <a:pt x="403326" y="243840"/>
                  </a:lnTo>
                  <a:lnTo>
                    <a:pt x="403237" y="242570"/>
                  </a:lnTo>
                  <a:lnTo>
                    <a:pt x="403161" y="241300"/>
                  </a:lnTo>
                  <a:lnTo>
                    <a:pt x="403072" y="240030"/>
                  </a:lnTo>
                  <a:lnTo>
                    <a:pt x="405117" y="237490"/>
                  </a:lnTo>
                  <a:lnTo>
                    <a:pt x="407123" y="233680"/>
                  </a:lnTo>
                  <a:lnTo>
                    <a:pt x="410603" y="233680"/>
                  </a:lnTo>
                  <a:lnTo>
                    <a:pt x="412915" y="234950"/>
                  </a:lnTo>
                  <a:lnTo>
                    <a:pt x="415150" y="236220"/>
                  </a:lnTo>
                  <a:lnTo>
                    <a:pt x="415277" y="238760"/>
                  </a:lnTo>
                  <a:lnTo>
                    <a:pt x="415340" y="240030"/>
                  </a:lnTo>
                  <a:lnTo>
                    <a:pt x="415340" y="181343"/>
                  </a:lnTo>
                  <a:lnTo>
                    <a:pt x="410591" y="175260"/>
                  </a:lnTo>
                  <a:lnTo>
                    <a:pt x="407136" y="168910"/>
                  </a:lnTo>
                  <a:lnTo>
                    <a:pt x="405841" y="163830"/>
                  </a:lnTo>
                  <a:lnTo>
                    <a:pt x="405841" y="158750"/>
                  </a:lnTo>
                  <a:lnTo>
                    <a:pt x="409321" y="154940"/>
                  </a:lnTo>
                  <a:lnTo>
                    <a:pt x="411429" y="152400"/>
                  </a:lnTo>
                  <a:lnTo>
                    <a:pt x="413537" y="149860"/>
                  </a:lnTo>
                  <a:lnTo>
                    <a:pt x="414972" y="149860"/>
                  </a:lnTo>
                  <a:lnTo>
                    <a:pt x="416052" y="148590"/>
                  </a:lnTo>
                  <a:lnTo>
                    <a:pt x="417576" y="147320"/>
                  </a:lnTo>
                  <a:lnTo>
                    <a:pt x="420776" y="144780"/>
                  </a:lnTo>
                  <a:lnTo>
                    <a:pt x="427202" y="137160"/>
                  </a:lnTo>
                  <a:lnTo>
                    <a:pt x="427443" y="137160"/>
                  </a:lnTo>
                  <a:lnTo>
                    <a:pt x="429209" y="135890"/>
                  </a:lnTo>
                  <a:lnTo>
                    <a:pt x="425996" y="132956"/>
                  </a:lnTo>
                  <a:lnTo>
                    <a:pt x="425996" y="135890"/>
                  </a:lnTo>
                  <a:lnTo>
                    <a:pt x="418261" y="143510"/>
                  </a:lnTo>
                  <a:lnTo>
                    <a:pt x="414566" y="147320"/>
                  </a:lnTo>
                  <a:lnTo>
                    <a:pt x="410083" y="144780"/>
                  </a:lnTo>
                  <a:lnTo>
                    <a:pt x="362991" y="118110"/>
                  </a:lnTo>
                  <a:lnTo>
                    <a:pt x="368033" y="102870"/>
                  </a:lnTo>
                  <a:lnTo>
                    <a:pt x="373672" y="105410"/>
                  </a:lnTo>
                  <a:lnTo>
                    <a:pt x="372059" y="105410"/>
                  </a:lnTo>
                  <a:lnTo>
                    <a:pt x="370001" y="106680"/>
                  </a:lnTo>
                  <a:lnTo>
                    <a:pt x="368211" y="109220"/>
                  </a:lnTo>
                  <a:lnTo>
                    <a:pt x="371894" y="109220"/>
                  </a:lnTo>
                  <a:lnTo>
                    <a:pt x="373405" y="107950"/>
                  </a:lnTo>
                  <a:lnTo>
                    <a:pt x="371182" y="114300"/>
                  </a:lnTo>
                  <a:lnTo>
                    <a:pt x="370611" y="113030"/>
                  </a:lnTo>
                  <a:lnTo>
                    <a:pt x="368973" y="111760"/>
                  </a:lnTo>
                  <a:lnTo>
                    <a:pt x="367385" y="110490"/>
                  </a:lnTo>
                  <a:lnTo>
                    <a:pt x="366268" y="115570"/>
                  </a:lnTo>
                  <a:lnTo>
                    <a:pt x="369189" y="116840"/>
                  </a:lnTo>
                  <a:lnTo>
                    <a:pt x="371182" y="118110"/>
                  </a:lnTo>
                  <a:lnTo>
                    <a:pt x="374700" y="119380"/>
                  </a:lnTo>
                  <a:lnTo>
                    <a:pt x="376859" y="119380"/>
                  </a:lnTo>
                  <a:lnTo>
                    <a:pt x="377825" y="118110"/>
                  </a:lnTo>
                  <a:lnTo>
                    <a:pt x="378917" y="116840"/>
                  </a:lnTo>
                  <a:lnTo>
                    <a:pt x="377799" y="115570"/>
                  </a:lnTo>
                  <a:lnTo>
                    <a:pt x="376694" y="114300"/>
                  </a:lnTo>
                  <a:lnTo>
                    <a:pt x="373773" y="115570"/>
                  </a:lnTo>
                  <a:lnTo>
                    <a:pt x="373646" y="114300"/>
                  </a:lnTo>
                  <a:lnTo>
                    <a:pt x="373519" y="113030"/>
                  </a:lnTo>
                  <a:lnTo>
                    <a:pt x="373405" y="111760"/>
                  </a:lnTo>
                  <a:lnTo>
                    <a:pt x="375069" y="110490"/>
                  </a:lnTo>
                  <a:lnTo>
                    <a:pt x="378625" y="110490"/>
                  </a:lnTo>
                  <a:lnTo>
                    <a:pt x="379857" y="111760"/>
                  </a:lnTo>
                  <a:lnTo>
                    <a:pt x="380326" y="114300"/>
                  </a:lnTo>
                  <a:lnTo>
                    <a:pt x="380263" y="113030"/>
                  </a:lnTo>
                  <a:lnTo>
                    <a:pt x="380149" y="110490"/>
                  </a:lnTo>
                  <a:lnTo>
                    <a:pt x="380085" y="109220"/>
                  </a:lnTo>
                  <a:lnTo>
                    <a:pt x="380834" y="107950"/>
                  </a:lnTo>
                  <a:lnTo>
                    <a:pt x="382320" y="105410"/>
                  </a:lnTo>
                  <a:lnTo>
                    <a:pt x="386626" y="104140"/>
                  </a:lnTo>
                  <a:lnTo>
                    <a:pt x="388315" y="109220"/>
                  </a:lnTo>
                  <a:lnTo>
                    <a:pt x="386981" y="111760"/>
                  </a:lnTo>
                  <a:lnTo>
                    <a:pt x="383514" y="115570"/>
                  </a:lnTo>
                  <a:lnTo>
                    <a:pt x="385419" y="114300"/>
                  </a:lnTo>
                  <a:lnTo>
                    <a:pt x="387464" y="114300"/>
                  </a:lnTo>
                  <a:lnTo>
                    <a:pt x="388200" y="115570"/>
                  </a:lnTo>
                  <a:lnTo>
                    <a:pt x="389394" y="116840"/>
                  </a:lnTo>
                  <a:lnTo>
                    <a:pt x="388988" y="119380"/>
                  </a:lnTo>
                  <a:lnTo>
                    <a:pt x="386334" y="120650"/>
                  </a:lnTo>
                  <a:lnTo>
                    <a:pt x="385762" y="118110"/>
                  </a:lnTo>
                  <a:lnTo>
                    <a:pt x="382193" y="118110"/>
                  </a:lnTo>
                  <a:lnTo>
                    <a:pt x="381190" y="119380"/>
                  </a:lnTo>
                  <a:lnTo>
                    <a:pt x="380085" y="121920"/>
                  </a:lnTo>
                  <a:lnTo>
                    <a:pt x="381762" y="123190"/>
                  </a:lnTo>
                  <a:lnTo>
                    <a:pt x="384835" y="125730"/>
                  </a:lnTo>
                  <a:lnTo>
                    <a:pt x="388493" y="127000"/>
                  </a:lnTo>
                  <a:lnTo>
                    <a:pt x="391490" y="125730"/>
                  </a:lnTo>
                  <a:lnTo>
                    <a:pt x="392480" y="124460"/>
                  </a:lnTo>
                  <a:lnTo>
                    <a:pt x="393484" y="123190"/>
                  </a:lnTo>
                  <a:lnTo>
                    <a:pt x="392277" y="121920"/>
                  </a:lnTo>
                  <a:lnTo>
                    <a:pt x="390169" y="123190"/>
                  </a:lnTo>
                  <a:lnTo>
                    <a:pt x="388175" y="124460"/>
                  </a:lnTo>
                  <a:lnTo>
                    <a:pt x="390042" y="120650"/>
                  </a:lnTo>
                  <a:lnTo>
                    <a:pt x="391909" y="116840"/>
                  </a:lnTo>
                  <a:lnTo>
                    <a:pt x="392137" y="118110"/>
                  </a:lnTo>
                  <a:lnTo>
                    <a:pt x="392696" y="119380"/>
                  </a:lnTo>
                  <a:lnTo>
                    <a:pt x="394398" y="120650"/>
                  </a:lnTo>
                  <a:lnTo>
                    <a:pt x="395706" y="116840"/>
                  </a:lnTo>
                  <a:lnTo>
                    <a:pt x="394614" y="114300"/>
                  </a:lnTo>
                  <a:lnTo>
                    <a:pt x="402628" y="119380"/>
                  </a:lnTo>
                  <a:lnTo>
                    <a:pt x="399910" y="119380"/>
                  </a:lnTo>
                  <a:lnTo>
                    <a:pt x="396963" y="121920"/>
                  </a:lnTo>
                  <a:lnTo>
                    <a:pt x="398780" y="123190"/>
                  </a:lnTo>
                  <a:lnTo>
                    <a:pt x="400685" y="123190"/>
                  </a:lnTo>
                  <a:lnTo>
                    <a:pt x="401726" y="121920"/>
                  </a:lnTo>
                  <a:lnTo>
                    <a:pt x="397535" y="129540"/>
                  </a:lnTo>
                  <a:lnTo>
                    <a:pt x="397535" y="127000"/>
                  </a:lnTo>
                  <a:lnTo>
                    <a:pt x="396608" y="124460"/>
                  </a:lnTo>
                  <a:lnTo>
                    <a:pt x="395706" y="124460"/>
                  </a:lnTo>
                  <a:lnTo>
                    <a:pt x="393954" y="127000"/>
                  </a:lnTo>
                  <a:lnTo>
                    <a:pt x="394398" y="130810"/>
                  </a:lnTo>
                  <a:lnTo>
                    <a:pt x="398043" y="132080"/>
                  </a:lnTo>
                  <a:lnTo>
                    <a:pt x="401104" y="134620"/>
                  </a:lnTo>
                  <a:lnTo>
                    <a:pt x="403466" y="134620"/>
                  </a:lnTo>
                  <a:lnTo>
                    <a:pt x="404698" y="133350"/>
                  </a:lnTo>
                  <a:lnTo>
                    <a:pt x="405917" y="130810"/>
                  </a:lnTo>
                  <a:lnTo>
                    <a:pt x="404914" y="129540"/>
                  </a:lnTo>
                  <a:lnTo>
                    <a:pt x="403910" y="128270"/>
                  </a:lnTo>
                  <a:lnTo>
                    <a:pt x="400900" y="129540"/>
                  </a:lnTo>
                  <a:lnTo>
                    <a:pt x="400799" y="125730"/>
                  </a:lnTo>
                  <a:lnTo>
                    <a:pt x="402551" y="124460"/>
                  </a:lnTo>
                  <a:lnTo>
                    <a:pt x="406069" y="124460"/>
                  </a:lnTo>
                  <a:lnTo>
                    <a:pt x="407250" y="127000"/>
                  </a:lnTo>
                  <a:lnTo>
                    <a:pt x="407504" y="128270"/>
                  </a:lnTo>
                  <a:lnTo>
                    <a:pt x="408660" y="124460"/>
                  </a:lnTo>
                  <a:lnTo>
                    <a:pt x="410730" y="121920"/>
                  </a:lnTo>
                  <a:lnTo>
                    <a:pt x="415582" y="120650"/>
                  </a:lnTo>
                  <a:lnTo>
                    <a:pt x="416623" y="124460"/>
                  </a:lnTo>
                  <a:lnTo>
                    <a:pt x="414439" y="128270"/>
                  </a:lnTo>
                  <a:lnTo>
                    <a:pt x="412305" y="129540"/>
                  </a:lnTo>
                  <a:lnTo>
                    <a:pt x="412076" y="129540"/>
                  </a:lnTo>
                  <a:lnTo>
                    <a:pt x="410184" y="130810"/>
                  </a:lnTo>
                  <a:lnTo>
                    <a:pt x="412178" y="129616"/>
                  </a:lnTo>
                  <a:lnTo>
                    <a:pt x="414058" y="130810"/>
                  </a:lnTo>
                  <a:lnTo>
                    <a:pt x="414769" y="132080"/>
                  </a:lnTo>
                  <a:lnTo>
                    <a:pt x="415798" y="133350"/>
                  </a:lnTo>
                  <a:lnTo>
                    <a:pt x="415150" y="135890"/>
                  </a:lnTo>
                  <a:lnTo>
                    <a:pt x="412483" y="137160"/>
                  </a:lnTo>
                  <a:lnTo>
                    <a:pt x="411975" y="133350"/>
                  </a:lnTo>
                  <a:lnTo>
                    <a:pt x="408571" y="133350"/>
                  </a:lnTo>
                  <a:lnTo>
                    <a:pt x="406476" y="137160"/>
                  </a:lnTo>
                  <a:lnTo>
                    <a:pt x="407873" y="138430"/>
                  </a:lnTo>
                  <a:lnTo>
                    <a:pt x="411111" y="140970"/>
                  </a:lnTo>
                  <a:lnTo>
                    <a:pt x="413105" y="142240"/>
                  </a:lnTo>
                  <a:lnTo>
                    <a:pt x="416026" y="143510"/>
                  </a:lnTo>
                  <a:lnTo>
                    <a:pt x="419328" y="139700"/>
                  </a:lnTo>
                  <a:lnTo>
                    <a:pt x="418261" y="138430"/>
                  </a:lnTo>
                  <a:lnTo>
                    <a:pt x="414680" y="138430"/>
                  </a:lnTo>
                  <a:lnTo>
                    <a:pt x="415607" y="137160"/>
                  </a:lnTo>
                  <a:lnTo>
                    <a:pt x="418414" y="133350"/>
                  </a:lnTo>
                  <a:lnTo>
                    <a:pt x="418338" y="134620"/>
                  </a:lnTo>
                  <a:lnTo>
                    <a:pt x="418261" y="135890"/>
                  </a:lnTo>
                  <a:lnTo>
                    <a:pt x="419557" y="137160"/>
                  </a:lnTo>
                  <a:lnTo>
                    <a:pt x="420687" y="138430"/>
                  </a:lnTo>
                  <a:lnTo>
                    <a:pt x="421297" y="135890"/>
                  </a:lnTo>
                  <a:lnTo>
                    <a:pt x="421398" y="134620"/>
                  </a:lnTo>
                  <a:lnTo>
                    <a:pt x="421500" y="133350"/>
                  </a:lnTo>
                  <a:lnTo>
                    <a:pt x="421297" y="132080"/>
                  </a:lnTo>
                  <a:lnTo>
                    <a:pt x="425996" y="135890"/>
                  </a:lnTo>
                  <a:lnTo>
                    <a:pt x="425996" y="132956"/>
                  </a:lnTo>
                  <a:lnTo>
                    <a:pt x="425043" y="132080"/>
                  </a:lnTo>
                  <a:lnTo>
                    <a:pt x="426173" y="129540"/>
                  </a:lnTo>
                  <a:lnTo>
                    <a:pt x="427062" y="127000"/>
                  </a:lnTo>
                  <a:lnTo>
                    <a:pt x="427685" y="124460"/>
                  </a:lnTo>
                  <a:lnTo>
                    <a:pt x="428993" y="129540"/>
                  </a:lnTo>
                  <a:lnTo>
                    <a:pt x="431685" y="133350"/>
                  </a:lnTo>
                  <a:lnTo>
                    <a:pt x="435292" y="132080"/>
                  </a:lnTo>
                  <a:lnTo>
                    <a:pt x="434594" y="127000"/>
                  </a:lnTo>
                  <a:lnTo>
                    <a:pt x="434898" y="124460"/>
                  </a:lnTo>
                  <a:lnTo>
                    <a:pt x="435216" y="121920"/>
                  </a:lnTo>
                  <a:lnTo>
                    <a:pt x="435305" y="120650"/>
                  </a:lnTo>
                  <a:lnTo>
                    <a:pt x="435406" y="119380"/>
                  </a:lnTo>
                  <a:lnTo>
                    <a:pt x="435521" y="114300"/>
                  </a:lnTo>
                  <a:lnTo>
                    <a:pt x="434568" y="106680"/>
                  </a:lnTo>
                  <a:lnTo>
                    <a:pt x="437692" y="111760"/>
                  </a:lnTo>
                  <a:lnTo>
                    <a:pt x="441985" y="114300"/>
                  </a:lnTo>
                  <a:lnTo>
                    <a:pt x="445135" y="113030"/>
                  </a:lnTo>
                  <a:lnTo>
                    <a:pt x="441909" y="107950"/>
                  </a:lnTo>
                  <a:lnTo>
                    <a:pt x="441921" y="106680"/>
                  </a:lnTo>
                  <a:lnTo>
                    <a:pt x="441871" y="97790"/>
                  </a:lnTo>
                  <a:lnTo>
                    <a:pt x="441756" y="95250"/>
                  </a:lnTo>
                  <a:lnTo>
                    <a:pt x="441706" y="93980"/>
                  </a:lnTo>
                  <a:lnTo>
                    <a:pt x="441591" y="91440"/>
                  </a:lnTo>
                  <a:lnTo>
                    <a:pt x="436968" y="81280"/>
                  </a:lnTo>
                  <a:lnTo>
                    <a:pt x="440359" y="82550"/>
                  </a:lnTo>
                  <a:lnTo>
                    <a:pt x="442785" y="81280"/>
                  </a:lnTo>
                  <a:lnTo>
                    <a:pt x="444207" y="80010"/>
                  </a:lnTo>
                  <a:lnTo>
                    <a:pt x="439000" y="77470"/>
                  </a:lnTo>
                  <a:lnTo>
                    <a:pt x="435749" y="72390"/>
                  </a:lnTo>
                  <a:lnTo>
                    <a:pt x="431101" y="66040"/>
                  </a:lnTo>
                  <a:lnTo>
                    <a:pt x="421741" y="60960"/>
                  </a:lnTo>
                  <a:lnTo>
                    <a:pt x="425996" y="60960"/>
                  </a:lnTo>
                  <a:lnTo>
                    <a:pt x="428498" y="58420"/>
                  </a:lnTo>
                  <a:lnTo>
                    <a:pt x="428218" y="57150"/>
                  </a:lnTo>
                  <a:lnTo>
                    <a:pt x="427926" y="55880"/>
                  </a:lnTo>
                  <a:lnTo>
                    <a:pt x="424446" y="57150"/>
                  </a:lnTo>
                  <a:lnTo>
                    <a:pt x="420065" y="54610"/>
                  </a:lnTo>
                  <a:lnTo>
                    <a:pt x="413753" y="52070"/>
                  </a:lnTo>
                  <a:lnTo>
                    <a:pt x="404418" y="50800"/>
                  </a:lnTo>
                  <a:lnTo>
                    <a:pt x="404037" y="48260"/>
                  </a:lnTo>
                  <a:lnTo>
                    <a:pt x="403466" y="44450"/>
                  </a:lnTo>
                  <a:lnTo>
                    <a:pt x="398322" y="39370"/>
                  </a:lnTo>
                  <a:lnTo>
                    <a:pt x="392404" y="36830"/>
                  </a:lnTo>
                  <a:lnTo>
                    <a:pt x="393496" y="40640"/>
                  </a:lnTo>
                  <a:lnTo>
                    <a:pt x="392557" y="44450"/>
                  </a:lnTo>
                  <a:lnTo>
                    <a:pt x="391464" y="48260"/>
                  </a:lnTo>
                  <a:lnTo>
                    <a:pt x="388200" y="45110"/>
                  </a:lnTo>
                  <a:lnTo>
                    <a:pt x="388200" y="64770"/>
                  </a:lnTo>
                  <a:lnTo>
                    <a:pt x="382524" y="66040"/>
                  </a:lnTo>
                  <a:lnTo>
                    <a:pt x="377151" y="67310"/>
                  </a:lnTo>
                  <a:lnTo>
                    <a:pt x="373011" y="69850"/>
                  </a:lnTo>
                  <a:lnTo>
                    <a:pt x="374700" y="66040"/>
                  </a:lnTo>
                  <a:lnTo>
                    <a:pt x="373011" y="60960"/>
                  </a:lnTo>
                  <a:lnTo>
                    <a:pt x="382143" y="60960"/>
                  </a:lnTo>
                  <a:lnTo>
                    <a:pt x="384708" y="64770"/>
                  </a:lnTo>
                  <a:lnTo>
                    <a:pt x="388200" y="64770"/>
                  </a:lnTo>
                  <a:lnTo>
                    <a:pt x="388200" y="45110"/>
                  </a:lnTo>
                  <a:lnTo>
                    <a:pt x="342785" y="1270"/>
                  </a:lnTo>
                  <a:lnTo>
                    <a:pt x="341261" y="0"/>
                  </a:lnTo>
                  <a:lnTo>
                    <a:pt x="339813" y="0"/>
                  </a:lnTo>
                  <a:lnTo>
                    <a:pt x="339813" y="1270"/>
                  </a:lnTo>
                  <a:lnTo>
                    <a:pt x="340626" y="2540"/>
                  </a:lnTo>
                  <a:lnTo>
                    <a:pt x="382524" y="53340"/>
                  </a:lnTo>
                  <a:lnTo>
                    <a:pt x="379323" y="54610"/>
                  </a:lnTo>
                  <a:lnTo>
                    <a:pt x="376212" y="55880"/>
                  </a:lnTo>
                  <a:lnTo>
                    <a:pt x="370916" y="57150"/>
                  </a:lnTo>
                  <a:lnTo>
                    <a:pt x="369354" y="59690"/>
                  </a:lnTo>
                  <a:lnTo>
                    <a:pt x="369354" y="62230"/>
                  </a:lnTo>
                  <a:lnTo>
                    <a:pt x="361581" y="66040"/>
                  </a:lnTo>
                  <a:lnTo>
                    <a:pt x="354990" y="71005"/>
                  </a:lnTo>
                  <a:lnTo>
                    <a:pt x="348843" y="76200"/>
                  </a:lnTo>
                  <a:lnTo>
                    <a:pt x="346748" y="76200"/>
                  </a:lnTo>
                  <a:lnTo>
                    <a:pt x="349072" y="81280"/>
                  </a:lnTo>
                  <a:lnTo>
                    <a:pt x="349910" y="83820"/>
                  </a:lnTo>
                  <a:lnTo>
                    <a:pt x="347179" y="88900"/>
                  </a:lnTo>
                  <a:lnTo>
                    <a:pt x="357212" y="82550"/>
                  </a:lnTo>
                  <a:lnTo>
                    <a:pt x="366268" y="77470"/>
                  </a:lnTo>
                  <a:lnTo>
                    <a:pt x="367614" y="81280"/>
                  </a:lnTo>
                  <a:lnTo>
                    <a:pt x="368338" y="82550"/>
                  </a:lnTo>
                  <a:lnTo>
                    <a:pt x="363918" y="83820"/>
                  </a:lnTo>
                  <a:lnTo>
                    <a:pt x="360781" y="85090"/>
                  </a:lnTo>
                  <a:lnTo>
                    <a:pt x="357759" y="86360"/>
                  </a:lnTo>
                  <a:lnTo>
                    <a:pt x="354418" y="88900"/>
                  </a:lnTo>
                  <a:lnTo>
                    <a:pt x="355396" y="91440"/>
                  </a:lnTo>
                  <a:lnTo>
                    <a:pt x="357886" y="90170"/>
                  </a:lnTo>
                  <a:lnTo>
                    <a:pt x="357962" y="91440"/>
                  </a:lnTo>
                  <a:lnTo>
                    <a:pt x="358178" y="92710"/>
                  </a:lnTo>
                  <a:lnTo>
                    <a:pt x="359092" y="93980"/>
                  </a:lnTo>
                  <a:lnTo>
                    <a:pt x="361581" y="93980"/>
                  </a:lnTo>
                  <a:lnTo>
                    <a:pt x="363143" y="91440"/>
                  </a:lnTo>
                  <a:lnTo>
                    <a:pt x="364058" y="92710"/>
                  </a:lnTo>
                  <a:lnTo>
                    <a:pt x="365112" y="92710"/>
                  </a:lnTo>
                  <a:lnTo>
                    <a:pt x="363677" y="99060"/>
                  </a:lnTo>
                  <a:lnTo>
                    <a:pt x="362623" y="100330"/>
                  </a:lnTo>
                  <a:lnTo>
                    <a:pt x="367385" y="99060"/>
                  </a:lnTo>
                  <a:lnTo>
                    <a:pt x="370344" y="95250"/>
                  </a:lnTo>
                  <a:lnTo>
                    <a:pt x="370408" y="93980"/>
                  </a:lnTo>
                  <a:lnTo>
                    <a:pt x="370535" y="91440"/>
                  </a:lnTo>
                  <a:lnTo>
                    <a:pt x="370560" y="90170"/>
                  </a:lnTo>
                  <a:lnTo>
                    <a:pt x="370611" y="87630"/>
                  </a:lnTo>
                  <a:lnTo>
                    <a:pt x="371627" y="87630"/>
                  </a:lnTo>
                  <a:lnTo>
                    <a:pt x="372338" y="86360"/>
                  </a:lnTo>
                  <a:lnTo>
                    <a:pt x="373100" y="86360"/>
                  </a:lnTo>
                  <a:lnTo>
                    <a:pt x="373913" y="90170"/>
                  </a:lnTo>
                  <a:lnTo>
                    <a:pt x="373011" y="92710"/>
                  </a:lnTo>
                  <a:lnTo>
                    <a:pt x="375475" y="92710"/>
                  </a:lnTo>
                  <a:lnTo>
                    <a:pt x="378079" y="88900"/>
                  </a:lnTo>
                  <a:lnTo>
                    <a:pt x="377977" y="87630"/>
                  </a:lnTo>
                  <a:lnTo>
                    <a:pt x="377888" y="86360"/>
                  </a:lnTo>
                  <a:lnTo>
                    <a:pt x="377799" y="85090"/>
                  </a:lnTo>
                  <a:lnTo>
                    <a:pt x="377710" y="83820"/>
                  </a:lnTo>
                  <a:lnTo>
                    <a:pt x="378917" y="82550"/>
                  </a:lnTo>
                  <a:lnTo>
                    <a:pt x="380263" y="81280"/>
                  </a:lnTo>
                  <a:lnTo>
                    <a:pt x="382739" y="81280"/>
                  </a:lnTo>
                  <a:lnTo>
                    <a:pt x="385991" y="86360"/>
                  </a:lnTo>
                  <a:lnTo>
                    <a:pt x="398703" y="86360"/>
                  </a:lnTo>
                  <a:lnTo>
                    <a:pt x="402399" y="81280"/>
                  </a:lnTo>
                  <a:lnTo>
                    <a:pt x="403326" y="80010"/>
                  </a:lnTo>
                  <a:lnTo>
                    <a:pt x="403669" y="77470"/>
                  </a:lnTo>
                  <a:lnTo>
                    <a:pt x="404177" y="73660"/>
                  </a:lnTo>
                  <a:lnTo>
                    <a:pt x="404075" y="72390"/>
                  </a:lnTo>
                  <a:lnTo>
                    <a:pt x="403860" y="71005"/>
                  </a:lnTo>
                  <a:lnTo>
                    <a:pt x="402628" y="69850"/>
                  </a:lnTo>
                  <a:lnTo>
                    <a:pt x="405561" y="72390"/>
                  </a:lnTo>
                  <a:lnTo>
                    <a:pt x="406476" y="74930"/>
                  </a:lnTo>
                  <a:lnTo>
                    <a:pt x="406476" y="78740"/>
                  </a:lnTo>
                  <a:lnTo>
                    <a:pt x="403123" y="86360"/>
                  </a:lnTo>
                  <a:lnTo>
                    <a:pt x="395097" y="91440"/>
                  </a:lnTo>
                  <a:lnTo>
                    <a:pt x="385483" y="97790"/>
                  </a:lnTo>
                  <a:lnTo>
                    <a:pt x="377329" y="102870"/>
                  </a:lnTo>
                  <a:lnTo>
                    <a:pt x="376936" y="102870"/>
                  </a:lnTo>
                  <a:lnTo>
                    <a:pt x="376694" y="104140"/>
                  </a:lnTo>
                  <a:lnTo>
                    <a:pt x="376389" y="104140"/>
                  </a:lnTo>
                  <a:lnTo>
                    <a:pt x="373164" y="102870"/>
                  </a:lnTo>
                  <a:lnTo>
                    <a:pt x="366687" y="100330"/>
                  </a:lnTo>
                  <a:lnTo>
                    <a:pt x="365912" y="102870"/>
                  </a:lnTo>
                  <a:lnTo>
                    <a:pt x="365467" y="104140"/>
                  </a:lnTo>
                  <a:lnTo>
                    <a:pt x="364401" y="107950"/>
                  </a:lnTo>
                  <a:lnTo>
                    <a:pt x="362356" y="114300"/>
                  </a:lnTo>
                  <a:lnTo>
                    <a:pt x="360972" y="118110"/>
                  </a:lnTo>
                  <a:lnTo>
                    <a:pt x="360451" y="119380"/>
                  </a:lnTo>
                  <a:lnTo>
                    <a:pt x="361327" y="120650"/>
                  </a:lnTo>
                  <a:lnTo>
                    <a:pt x="357263" y="125730"/>
                  </a:lnTo>
                  <a:lnTo>
                    <a:pt x="353860" y="132080"/>
                  </a:lnTo>
                  <a:lnTo>
                    <a:pt x="351345" y="138430"/>
                  </a:lnTo>
                  <a:lnTo>
                    <a:pt x="349910" y="144780"/>
                  </a:lnTo>
                  <a:lnTo>
                    <a:pt x="347560" y="142240"/>
                  </a:lnTo>
                  <a:lnTo>
                    <a:pt x="345998" y="140970"/>
                  </a:lnTo>
                  <a:lnTo>
                    <a:pt x="342849" y="138430"/>
                  </a:lnTo>
                  <a:lnTo>
                    <a:pt x="343115" y="137160"/>
                  </a:lnTo>
                  <a:lnTo>
                    <a:pt x="343255" y="137160"/>
                  </a:lnTo>
                  <a:lnTo>
                    <a:pt x="343344" y="135890"/>
                  </a:lnTo>
                  <a:lnTo>
                    <a:pt x="343433" y="134620"/>
                  </a:lnTo>
                  <a:lnTo>
                    <a:pt x="343535" y="133350"/>
                  </a:lnTo>
                  <a:lnTo>
                    <a:pt x="342709" y="130810"/>
                  </a:lnTo>
                  <a:lnTo>
                    <a:pt x="341071" y="129540"/>
                  </a:lnTo>
                  <a:lnTo>
                    <a:pt x="340283" y="128651"/>
                  </a:lnTo>
                  <a:lnTo>
                    <a:pt x="340283" y="133350"/>
                  </a:lnTo>
                  <a:lnTo>
                    <a:pt x="340169" y="134620"/>
                  </a:lnTo>
                  <a:lnTo>
                    <a:pt x="340042" y="137160"/>
                  </a:lnTo>
                  <a:lnTo>
                    <a:pt x="339242" y="138430"/>
                  </a:lnTo>
                  <a:lnTo>
                    <a:pt x="338289" y="139700"/>
                  </a:lnTo>
                  <a:lnTo>
                    <a:pt x="337769" y="139700"/>
                  </a:lnTo>
                  <a:lnTo>
                    <a:pt x="336931" y="140970"/>
                  </a:lnTo>
                  <a:lnTo>
                    <a:pt x="333756" y="140970"/>
                  </a:lnTo>
                  <a:lnTo>
                    <a:pt x="332130" y="138430"/>
                  </a:lnTo>
                  <a:lnTo>
                    <a:pt x="332244" y="133350"/>
                  </a:lnTo>
                  <a:lnTo>
                    <a:pt x="332892" y="132080"/>
                  </a:lnTo>
                  <a:lnTo>
                    <a:pt x="334556" y="130810"/>
                  </a:lnTo>
                  <a:lnTo>
                    <a:pt x="335470" y="129540"/>
                  </a:lnTo>
                  <a:lnTo>
                    <a:pt x="337464" y="129540"/>
                  </a:lnTo>
                  <a:lnTo>
                    <a:pt x="338340" y="130810"/>
                  </a:lnTo>
                  <a:lnTo>
                    <a:pt x="338759" y="130810"/>
                  </a:lnTo>
                  <a:lnTo>
                    <a:pt x="339813" y="132080"/>
                  </a:lnTo>
                  <a:lnTo>
                    <a:pt x="340283" y="133350"/>
                  </a:lnTo>
                  <a:lnTo>
                    <a:pt x="340283" y="128651"/>
                  </a:lnTo>
                  <a:lnTo>
                    <a:pt x="339953" y="128270"/>
                  </a:lnTo>
                  <a:lnTo>
                    <a:pt x="338340" y="127000"/>
                  </a:lnTo>
                  <a:lnTo>
                    <a:pt x="333248" y="127000"/>
                  </a:lnTo>
                  <a:lnTo>
                    <a:pt x="331546" y="128270"/>
                  </a:lnTo>
                  <a:lnTo>
                    <a:pt x="330987" y="129540"/>
                  </a:lnTo>
                  <a:lnTo>
                    <a:pt x="330352" y="128270"/>
                  </a:lnTo>
                  <a:lnTo>
                    <a:pt x="330085" y="128270"/>
                  </a:lnTo>
                  <a:lnTo>
                    <a:pt x="326758" y="125730"/>
                  </a:lnTo>
                  <a:lnTo>
                    <a:pt x="322948" y="123190"/>
                  </a:lnTo>
                  <a:lnTo>
                    <a:pt x="320459" y="120650"/>
                  </a:lnTo>
                  <a:lnTo>
                    <a:pt x="319417" y="119380"/>
                  </a:lnTo>
                  <a:lnTo>
                    <a:pt x="309676" y="119380"/>
                  </a:lnTo>
                  <a:lnTo>
                    <a:pt x="308051" y="121920"/>
                  </a:lnTo>
                  <a:lnTo>
                    <a:pt x="307073" y="121920"/>
                  </a:lnTo>
                  <a:lnTo>
                    <a:pt x="304977" y="124460"/>
                  </a:lnTo>
                  <a:lnTo>
                    <a:pt x="302539" y="125730"/>
                  </a:lnTo>
                  <a:lnTo>
                    <a:pt x="303682" y="127000"/>
                  </a:lnTo>
                  <a:lnTo>
                    <a:pt x="304761" y="128270"/>
                  </a:lnTo>
                  <a:lnTo>
                    <a:pt x="305917" y="129540"/>
                  </a:lnTo>
                  <a:lnTo>
                    <a:pt x="306628" y="129540"/>
                  </a:lnTo>
                  <a:lnTo>
                    <a:pt x="307822" y="130810"/>
                  </a:lnTo>
                  <a:lnTo>
                    <a:pt x="309486" y="130810"/>
                  </a:lnTo>
                  <a:lnTo>
                    <a:pt x="310553" y="129540"/>
                  </a:lnTo>
                  <a:lnTo>
                    <a:pt x="316103" y="129540"/>
                  </a:lnTo>
                  <a:lnTo>
                    <a:pt x="317347" y="132080"/>
                  </a:lnTo>
                  <a:lnTo>
                    <a:pt x="318185" y="133350"/>
                  </a:lnTo>
                  <a:lnTo>
                    <a:pt x="326174" y="143510"/>
                  </a:lnTo>
                  <a:lnTo>
                    <a:pt x="332574" y="149860"/>
                  </a:lnTo>
                  <a:lnTo>
                    <a:pt x="331876" y="151130"/>
                  </a:lnTo>
                  <a:lnTo>
                    <a:pt x="330479" y="151130"/>
                  </a:lnTo>
                  <a:lnTo>
                    <a:pt x="327837" y="152400"/>
                  </a:lnTo>
                  <a:lnTo>
                    <a:pt x="318655" y="152400"/>
                  </a:lnTo>
                  <a:lnTo>
                    <a:pt x="315899" y="151130"/>
                  </a:lnTo>
                  <a:lnTo>
                    <a:pt x="315328" y="151130"/>
                  </a:lnTo>
                  <a:lnTo>
                    <a:pt x="311848" y="156210"/>
                  </a:lnTo>
                  <a:lnTo>
                    <a:pt x="310819" y="157480"/>
                  </a:lnTo>
                  <a:lnTo>
                    <a:pt x="309841" y="158750"/>
                  </a:lnTo>
                  <a:lnTo>
                    <a:pt x="309206" y="160020"/>
                  </a:lnTo>
                  <a:lnTo>
                    <a:pt x="313931" y="167640"/>
                  </a:lnTo>
                  <a:lnTo>
                    <a:pt x="317512" y="173990"/>
                  </a:lnTo>
                  <a:lnTo>
                    <a:pt x="321005" y="180340"/>
                  </a:lnTo>
                  <a:lnTo>
                    <a:pt x="323545" y="185420"/>
                  </a:lnTo>
                  <a:lnTo>
                    <a:pt x="325793" y="191770"/>
                  </a:lnTo>
                  <a:lnTo>
                    <a:pt x="328752" y="193040"/>
                  </a:lnTo>
                  <a:lnTo>
                    <a:pt x="337769" y="195580"/>
                  </a:lnTo>
                  <a:lnTo>
                    <a:pt x="345617" y="200660"/>
                  </a:lnTo>
                  <a:lnTo>
                    <a:pt x="346468" y="201930"/>
                  </a:lnTo>
                  <a:lnTo>
                    <a:pt x="346583" y="199390"/>
                  </a:lnTo>
                  <a:lnTo>
                    <a:pt x="346684" y="196850"/>
                  </a:lnTo>
                  <a:lnTo>
                    <a:pt x="345465" y="195580"/>
                  </a:lnTo>
                  <a:lnTo>
                    <a:pt x="341071" y="194310"/>
                  </a:lnTo>
                  <a:lnTo>
                    <a:pt x="339407" y="193040"/>
                  </a:lnTo>
                  <a:lnTo>
                    <a:pt x="341223" y="193040"/>
                  </a:lnTo>
                  <a:lnTo>
                    <a:pt x="346684" y="194310"/>
                  </a:lnTo>
                  <a:lnTo>
                    <a:pt x="350608" y="195580"/>
                  </a:lnTo>
                  <a:lnTo>
                    <a:pt x="349770" y="193040"/>
                  </a:lnTo>
                  <a:lnTo>
                    <a:pt x="349351" y="191770"/>
                  </a:lnTo>
                  <a:lnTo>
                    <a:pt x="345313" y="186690"/>
                  </a:lnTo>
                  <a:lnTo>
                    <a:pt x="342849" y="184150"/>
                  </a:lnTo>
                  <a:lnTo>
                    <a:pt x="339509" y="182880"/>
                  </a:lnTo>
                  <a:lnTo>
                    <a:pt x="336245" y="182880"/>
                  </a:lnTo>
                  <a:lnTo>
                    <a:pt x="334848" y="184150"/>
                  </a:lnTo>
                  <a:lnTo>
                    <a:pt x="335064" y="185420"/>
                  </a:lnTo>
                  <a:lnTo>
                    <a:pt x="334340" y="186690"/>
                  </a:lnTo>
                  <a:lnTo>
                    <a:pt x="331749" y="186690"/>
                  </a:lnTo>
                  <a:lnTo>
                    <a:pt x="330898" y="185420"/>
                  </a:lnTo>
                  <a:lnTo>
                    <a:pt x="331749" y="182880"/>
                  </a:lnTo>
                  <a:lnTo>
                    <a:pt x="333616" y="182880"/>
                  </a:lnTo>
                  <a:lnTo>
                    <a:pt x="333248" y="180340"/>
                  </a:lnTo>
                  <a:lnTo>
                    <a:pt x="332828" y="177800"/>
                  </a:lnTo>
                  <a:lnTo>
                    <a:pt x="329666" y="177800"/>
                  </a:lnTo>
                  <a:lnTo>
                    <a:pt x="327837" y="176530"/>
                  </a:lnTo>
                  <a:lnTo>
                    <a:pt x="324878" y="172720"/>
                  </a:lnTo>
                  <a:lnTo>
                    <a:pt x="321818" y="167640"/>
                  </a:lnTo>
                  <a:lnTo>
                    <a:pt x="320255" y="165100"/>
                  </a:lnTo>
                  <a:lnTo>
                    <a:pt x="318858" y="162560"/>
                  </a:lnTo>
                  <a:lnTo>
                    <a:pt x="320776" y="160020"/>
                  </a:lnTo>
                  <a:lnTo>
                    <a:pt x="323126" y="158750"/>
                  </a:lnTo>
                  <a:lnTo>
                    <a:pt x="328142" y="161290"/>
                  </a:lnTo>
                  <a:lnTo>
                    <a:pt x="337921" y="162560"/>
                  </a:lnTo>
                  <a:lnTo>
                    <a:pt x="350177" y="162560"/>
                  </a:lnTo>
                  <a:lnTo>
                    <a:pt x="351904" y="171450"/>
                  </a:lnTo>
                  <a:lnTo>
                    <a:pt x="355638" y="179070"/>
                  </a:lnTo>
                  <a:lnTo>
                    <a:pt x="362140" y="184150"/>
                  </a:lnTo>
                  <a:lnTo>
                    <a:pt x="372186" y="187960"/>
                  </a:lnTo>
                  <a:lnTo>
                    <a:pt x="379857" y="190500"/>
                  </a:lnTo>
                  <a:lnTo>
                    <a:pt x="387934" y="195580"/>
                  </a:lnTo>
                  <a:lnTo>
                    <a:pt x="390728" y="203200"/>
                  </a:lnTo>
                  <a:lnTo>
                    <a:pt x="371500" y="205740"/>
                  </a:lnTo>
                  <a:lnTo>
                    <a:pt x="360311" y="210820"/>
                  </a:lnTo>
                  <a:lnTo>
                    <a:pt x="355104" y="218440"/>
                  </a:lnTo>
                  <a:lnTo>
                    <a:pt x="353822" y="226060"/>
                  </a:lnTo>
                  <a:lnTo>
                    <a:pt x="355574" y="233680"/>
                  </a:lnTo>
                  <a:lnTo>
                    <a:pt x="359435" y="238760"/>
                  </a:lnTo>
                  <a:lnTo>
                    <a:pt x="363296" y="242570"/>
                  </a:lnTo>
                  <a:lnTo>
                    <a:pt x="365048" y="248920"/>
                  </a:lnTo>
                  <a:lnTo>
                    <a:pt x="360730" y="254000"/>
                  </a:lnTo>
                  <a:lnTo>
                    <a:pt x="350647" y="257810"/>
                  </a:lnTo>
                  <a:lnTo>
                    <a:pt x="339013" y="260350"/>
                  </a:lnTo>
                  <a:lnTo>
                    <a:pt x="330085" y="261620"/>
                  </a:lnTo>
                  <a:lnTo>
                    <a:pt x="323126" y="262890"/>
                  </a:lnTo>
                  <a:lnTo>
                    <a:pt x="319354" y="264160"/>
                  </a:lnTo>
                  <a:lnTo>
                    <a:pt x="315937" y="267970"/>
                  </a:lnTo>
                  <a:lnTo>
                    <a:pt x="312686" y="270510"/>
                  </a:lnTo>
                  <a:lnTo>
                    <a:pt x="303352" y="279400"/>
                  </a:lnTo>
                  <a:lnTo>
                    <a:pt x="305917" y="280670"/>
                  </a:lnTo>
                  <a:lnTo>
                    <a:pt x="308483" y="280670"/>
                  </a:lnTo>
                  <a:lnTo>
                    <a:pt x="313067" y="274320"/>
                  </a:lnTo>
                  <a:lnTo>
                    <a:pt x="314350" y="273050"/>
                  </a:lnTo>
                  <a:lnTo>
                    <a:pt x="315328" y="270510"/>
                  </a:lnTo>
                  <a:lnTo>
                    <a:pt x="316166" y="271780"/>
                  </a:lnTo>
                  <a:lnTo>
                    <a:pt x="317119" y="271780"/>
                  </a:lnTo>
                  <a:lnTo>
                    <a:pt x="315429" y="274320"/>
                  </a:lnTo>
                  <a:lnTo>
                    <a:pt x="311670" y="280670"/>
                  </a:lnTo>
                  <a:lnTo>
                    <a:pt x="327406" y="281940"/>
                  </a:lnTo>
                  <a:lnTo>
                    <a:pt x="328422" y="276860"/>
                  </a:lnTo>
                  <a:lnTo>
                    <a:pt x="328422" y="271780"/>
                  </a:lnTo>
                  <a:lnTo>
                    <a:pt x="324472" y="270510"/>
                  </a:lnTo>
                  <a:lnTo>
                    <a:pt x="326758" y="267970"/>
                  </a:lnTo>
                  <a:lnTo>
                    <a:pt x="329120" y="266700"/>
                  </a:lnTo>
                  <a:lnTo>
                    <a:pt x="330987" y="267970"/>
                  </a:lnTo>
                  <a:lnTo>
                    <a:pt x="334632" y="271780"/>
                  </a:lnTo>
                  <a:lnTo>
                    <a:pt x="335203" y="274320"/>
                  </a:lnTo>
                  <a:lnTo>
                    <a:pt x="339598" y="271780"/>
                  </a:lnTo>
                  <a:lnTo>
                    <a:pt x="353187" y="266700"/>
                  </a:lnTo>
                  <a:lnTo>
                    <a:pt x="370166" y="260350"/>
                  </a:lnTo>
                  <a:lnTo>
                    <a:pt x="375221" y="257810"/>
                  </a:lnTo>
                  <a:lnTo>
                    <a:pt x="378282" y="256540"/>
                  </a:lnTo>
                  <a:lnTo>
                    <a:pt x="382143" y="255270"/>
                  </a:lnTo>
                  <a:lnTo>
                    <a:pt x="381000" y="252730"/>
                  </a:lnTo>
                  <a:lnTo>
                    <a:pt x="378625" y="251460"/>
                  </a:lnTo>
                  <a:lnTo>
                    <a:pt x="376212" y="248920"/>
                  </a:lnTo>
                  <a:lnTo>
                    <a:pt x="375666" y="246380"/>
                  </a:lnTo>
                  <a:lnTo>
                    <a:pt x="375666" y="232410"/>
                  </a:lnTo>
                  <a:lnTo>
                    <a:pt x="381927" y="228600"/>
                  </a:lnTo>
                  <a:lnTo>
                    <a:pt x="393192" y="228600"/>
                  </a:lnTo>
                  <a:lnTo>
                    <a:pt x="392696" y="232410"/>
                  </a:lnTo>
                  <a:lnTo>
                    <a:pt x="392696" y="233680"/>
                  </a:lnTo>
                  <a:lnTo>
                    <a:pt x="396659" y="245110"/>
                  </a:lnTo>
                  <a:lnTo>
                    <a:pt x="405841" y="255270"/>
                  </a:lnTo>
                  <a:lnTo>
                    <a:pt x="416255" y="262890"/>
                  </a:lnTo>
                  <a:lnTo>
                    <a:pt x="423913" y="265430"/>
                  </a:lnTo>
                  <a:lnTo>
                    <a:pt x="426872" y="265430"/>
                  </a:lnTo>
                  <a:lnTo>
                    <a:pt x="430911" y="262890"/>
                  </a:lnTo>
                  <a:lnTo>
                    <a:pt x="431025" y="267970"/>
                  </a:lnTo>
                  <a:lnTo>
                    <a:pt x="431139" y="273050"/>
                  </a:lnTo>
                  <a:lnTo>
                    <a:pt x="431253" y="279400"/>
                  </a:lnTo>
                  <a:lnTo>
                    <a:pt x="432803" y="284480"/>
                  </a:lnTo>
                  <a:lnTo>
                    <a:pt x="430110" y="300990"/>
                  </a:lnTo>
                  <a:lnTo>
                    <a:pt x="427685" y="302260"/>
                  </a:lnTo>
                  <a:lnTo>
                    <a:pt x="417766" y="309880"/>
                  </a:lnTo>
                  <a:lnTo>
                    <a:pt x="413105" y="320040"/>
                  </a:lnTo>
                  <a:lnTo>
                    <a:pt x="411048" y="322580"/>
                  </a:lnTo>
                  <a:lnTo>
                    <a:pt x="413207" y="323850"/>
                  </a:lnTo>
                  <a:lnTo>
                    <a:pt x="415505" y="323850"/>
                  </a:lnTo>
                  <a:lnTo>
                    <a:pt x="417347" y="318770"/>
                  </a:lnTo>
                  <a:lnTo>
                    <a:pt x="419049" y="313690"/>
                  </a:lnTo>
                  <a:lnTo>
                    <a:pt x="420776" y="311150"/>
                  </a:lnTo>
                  <a:lnTo>
                    <a:pt x="422656" y="309880"/>
                  </a:lnTo>
                  <a:lnTo>
                    <a:pt x="420687" y="314960"/>
                  </a:lnTo>
                  <a:lnTo>
                    <a:pt x="419328" y="321310"/>
                  </a:lnTo>
                  <a:lnTo>
                    <a:pt x="418261" y="323850"/>
                  </a:lnTo>
                  <a:lnTo>
                    <a:pt x="424751" y="325120"/>
                  </a:lnTo>
                  <a:lnTo>
                    <a:pt x="434784" y="320040"/>
                  </a:lnTo>
                  <a:lnTo>
                    <a:pt x="434784" y="311150"/>
                  </a:lnTo>
                  <a:lnTo>
                    <a:pt x="431253" y="311150"/>
                  </a:lnTo>
                  <a:lnTo>
                    <a:pt x="431253" y="309880"/>
                  </a:lnTo>
                  <a:lnTo>
                    <a:pt x="431253" y="307340"/>
                  </a:lnTo>
                  <a:lnTo>
                    <a:pt x="432841" y="306070"/>
                  </a:lnTo>
                  <a:lnTo>
                    <a:pt x="437273" y="306070"/>
                  </a:lnTo>
                  <a:lnTo>
                    <a:pt x="439216" y="307340"/>
                  </a:lnTo>
                  <a:lnTo>
                    <a:pt x="439331" y="308610"/>
                  </a:lnTo>
                  <a:lnTo>
                    <a:pt x="441998" y="307340"/>
                  </a:lnTo>
                  <a:lnTo>
                    <a:pt x="442925" y="306070"/>
                  </a:lnTo>
                  <a:lnTo>
                    <a:pt x="443839" y="304800"/>
                  </a:lnTo>
                  <a:lnTo>
                    <a:pt x="443814" y="302260"/>
                  </a:lnTo>
                  <a:lnTo>
                    <a:pt x="443699" y="290830"/>
                  </a:lnTo>
                  <a:lnTo>
                    <a:pt x="444119" y="290830"/>
                  </a:lnTo>
                  <a:lnTo>
                    <a:pt x="445274" y="293370"/>
                  </a:lnTo>
                  <a:lnTo>
                    <a:pt x="447344" y="294640"/>
                  </a:lnTo>
                  <a:lnTo>
                    <a:pt x="454558" y="294640"/>
                  </a:lnTo>
                  <a:lnTo>
                    <a:pt x="456590" y="292100"/>
                  </a:lnTo>
                  <a:lnTo>
                    <a:pt x="458990" y="290830"/>
                  </a:lnTo>
                  <a:lnTo>
                    <a:pt x="460717" y="288290"/>
                  </a:lnTo>
                  <a:lnTo>
                    <a:pt x="461416" y="285750"/>
                  </a:lnTo>
                  <a:lnTo>
                    <a:pt x="461416" y="283210"/>
                  </a:lnTo>
                  <a:lnTo>
                    <a:pt x="461124" y="281940"/>
                  </a:lnTo>
                  <a:lnTo>
                    <a:pt x="460336" y="280670"/>
                  </a:lnTo>
                  <a:lnTo>
                    <a:pt x="459333" y="279400"/>
                  </a:lnTo>
                  <a:lnTo>
                    <a:pt x="458419" y="278714"/>
                  </a:lnTo>
                  <a:lnTo>
                    <a:pt x="458419" y="283210"/>
                  </a:lnTo>
                  <a:lnTo>
                    <a:pt x="458279" y="284480"/>
                  </a:lnTo>
                  <a:lnTo>
                    <a:pt x="458101" y="285750"/>
                  </a:lnTo>
                  <a:lnTo>
                    <a:pt x="457771" y="287020"/>
                  </a:lnTo>
                  <a:lnTo>
                    <a:pt x="456590" y="289560"/>
                  </a:lnTo>
                  <a:lnTo>
                    <a:pt x="454875" y="289560"/>
                  </a:lnTo>
                  <a:lnTo>
                    <a:pt x="451815" y="292100"/>
                  </a:lnTo>
                  <a:lnTo>
                    <a:pt x="448259" y="292100"/>
                  </a:lnTo>
                  <a:lnTo>
                    <a:pt x="447535" y="290830"/>
                  </a:lnTo>
                  <a:lnTo>
                    <a:pt x="446811" y="289560"/>
                  </a:lnTo>
                  <a:lnTo>
                    <a:pt x="445973" y="288290"/>
                  </a:lnTo>
                  <a:lnTo>
                    <a:pt x="446062" y="287020"/>
                  </a:lnTo>
                  <a:lnTo>
                    <a:pt x="446227" y="287020"/>
                  </a:lnTo>
                  <a:lnTo>
                    <a:pt x="446392" y="285750"/>
                  </a:lnTo>
                  <a:lnTo>
                    <a:pt x="446557" y="284480"/>
                  </a:lnTo>
                  <a:lnTo>
                    <a:pt x="447903" y="283210"/>
                  </a:lnTo>
                  <a:lnTo>
                    <a:pt x="449491" y="281940"/>
                  </a:lnTo>
                  <a:lnTo>
                    <a:pt x="451345" y="280670"/>
                  </a:lnTo>
                  <a:lnTo>
                    <a:pt x="455129" y="280670"/>
                  </a:lnTo>
                  <a:lnTo>
                    <a:pt x="457060" y="281940"/>
                  </a:lnTo>
                  <a:lnTo>
                    <a:pt x="457644" y="283210"/>
                  </a:lnTo>
                  <a:lnTo>
                    <a:pt x="458419" y="283210"/>
                  </a:lnTo>
                  <a:lnTo>
                    <a:pt x="458419" y="278714"/>
                  </a:lnTo>
                  <a:lnTo>
                    <a:pt x="457644" y="278130"/>
                  </a:lnTo>
                  <a:lnTo>
                    <a:pt x="455764" y="278130"/>
                  </a:lnTo>
                  <a:lnTo>
                    <a:pt x="453199" y="276860"/>
                  </a:lnTo>
                  <a:lnTo>
                    <a:pt x="450265" y="278130"/>
                  </a:lnTo>
                  <a:lnTo>
                    <a:pt x="445681" y="280670"/>
                  </a:lnTo>
                  <a:lnTo>
                    <a:pt x="443839" y="283210"/>
                  </a:lnTo>
                  <a:lnTo>
                    <a:pt x="443280" y="285750"/>
                  </a:lnTo>
                  <a:lnTo>
                    <a:pt x="443217" y="284480"/>
                  </a:lnTo>
                  <a:lnTo>
                    <a:pt x="443141" y="283210"/>
                  </a:lnTo>
                  <a:lnTo>
                    <a:pt x="443064" y="281940"/>
                  </a:lnTo>
                  <a:lnTo>
                    <a:pt x="443001" y="280670"/>
                  </a:lnTo>
                  <a:lnTo>
                    <a:pt x="442925" y="279400"/>
                  </a:lnTo>
                  <a:lnTo>
                    <a:pt x="442849" y="278130"/>
                  </a:lnTo>
                  <a:lnTo>
                    <a:pt x="442785" y="276860"/>
                  </a:lnTo>
                  <a:lnTo>
                    <a:pt x="441998" y="269240"/>
                  </a:lnTo>
                  <a:lnTo>
                    <a:pt x="442125" y="267970"/>
                  </a:lnTo>
                  <a:lnTo>
                    <a:pt x="442252" y="266700"/>
                  </a:lnTo>
                  <a:lnTo>
                    <a:pt x="442366" y="265430"/>
                  </a:lnTo>
                  <a:lnTo>
                    <a:pt x="442468" y="264160"/>
                  </a:lnTo>
                  <a:lnTo>
                    <a:pt x="442569" y="262890"/>
                  </a:lnTo>
                  <a:lnTo>
                    <a:pt x="442671" y="261620"/>
                  </a:lnTo>
                  <a:lnTo>
                    <a:pt x="442785" y="260350"/>
                  </a:lnTo>
                  <a:lnTo>
                    <a:pt x="442925" y="257810"/>
                  </a:lnTo>
                  <a:lnTo>
                    <a:pt x="441325" y="257810"/>
                  </a:lnTo>
                  <a:lnTo>
                    <a:pt x="439623" y="256540"/>
                  </a:lnTo>
                  <a:lnTo>
                    <a:pt x="437781" y="260350"/>
                  </a:lnTo>
                  <a:lnTo>
                    <a:pt x="432930" y="260350"/>
                  </a:lnTo>
                  <a:lnTo>
                    <a:pt x="425742" y="252730"/>
                  </a:lnTo>
                  <a:lnTo>
                    <a:pt x="425742" y="246380"/>
                  </a:lnTo>
                  <a:lnTo>
                    <a:pt x="426923" y="241300"/>
                  </a:lnTo>
                  <a:lnTo>
                    <a:pt x="429983" y="233680"/>
                  </a:lnTo>
                  <a:lnTo>
                    <a:pt x="431977" y="228600"/>
                  </a:lnTo>
                  <a:lnTo>
                    <a:pt x="432612" y="223520"/>
                  </a:lnTo>
                  <a:lnTo>
                    <a:pt x="432930" y="220980"/>
                  </a:lnTo>
                  <a:lnTo>
                    <a:pt x="432841" y="218440"/>
                  </a:lnTo>
                  <a:lnTo>
                    <a:pt x="434682" y="217170"/>
                  </a:lnTo>
                  <a:lnTo>
                    <a:pt x="437299" y="222250"/>
                  </a:lnTo>
                  <a:lnTo>
                    <a:pt x="439470" y="227330"/>
                  </a:lnTo>
                  <a:lnTo>
                    <a:pt x="442785" y="231140"/>
                  </a:lnTo>
                  <a:lnTo>
                    <a:pt x="443852" y="238760"/>
                  </a:lnTo>
                  <a:lnTo>
                    <a:pt x="448995" y="245110"/>
                  </a:lnTo>
                  <a:lnTo>
                    <a:pt x="456577" y="248920"/>
                  </a:lnTo>
                  <a:lnTo>
                    <a:pt x="462165" y="246380"/>
                  </a:lnTo>
                  <a:lnTo>
                    <a:pt x="464959" y="245110"/>
                  </a:lnTo>
                  <a:lnTo>
                    <a:pt x="459587" y="246380"/>
                  </a:lnTo>
                  <a:lnTo>
                    <a:pt x="455790" y="241300"/>
                  </a:lnTo>
                  <a:lnTo>
                    <a:pt x="453402" y="236220"/>
                  </a:lnTo>
                  <a:lnTo>
                    <a:pt x="454355" y="236220"/>
                  </a:lnTo>
                  <a:lnTo>
                    <a:pt x="457974" y="237490"/>
                  </a:lnTo>
                  <a:lnTo>
                    <a:pt x="461835" y="241300"/>
                  </a:lnTo>
                  <a:lnTo>
                    <a:pt x="474002" y="241300"/>
                  </a:lnTo>
                  <a:lnTo>
                    <a:pt x="475411" y="236220"/>
                  </a:lnTo>
                  <a:lnTo>
                    <a:pt x="476110" y="233680"/>
                  </a:lnTo>
                  <a:lnTo>
                    <a:pt x="477164" y="229870"/>
                  </a:lnTo>
                  <a:lnTo>
                    <a:pt x="475043" y="232410"/>
                  </a:lnTo>
                  <a:lnTo>
                    <a:pt x="470611" y="233680"/>
                  </a:lnTo>
                  <a:lnTo>
                    <a:pt x="467575" y="233680"/>
                  </a:lnTo>
                  <a:lnTo>
                    <a:pt x="469087" y="232410"/>
                  </a:lnTo>
                  <a:lnTo>
                    <a:pt x="472109" y="229870"/>
                  </a:lnTo>
                  <a:lnTo>
                    <a:pt x="474484" y="224790"/>
                  </a:lnTo>
                  <a:lnTo>
                    <a:pt x="474484" y="218440"/>
                  </a:lnTo>
                  <a:lnTo>
                    <a:pt x="468680" y="199390"/>
                  </a:lnTo>
                  <a:lnTo>
                    <a:pt x="443090" y="173990"/>
                  </a:lnTo>
                  <a:lnTo>
                    <a:pt x="437273" y="157480"/>
                  </a:lnTo>
                  <a:lnTo>
                    <a:pt x="437273" y="147320"/>
                  </a:lnTo>
                  <a:lnTo>
                    <a:pt x="446354" y="140970"/>
                  </a:lnTo>
                  <a:lnTo>
                    <a:pt x="455129" y="140970"/>
                  </a:lnTo>
                  <a:lnTo>
                    <a:pt x="456984" y="142240"/>
                  </a:lnTo>
                  <a:lnTo>
                    <a:pt x="458419" y="142240"/>
                  </a:lnTo>
                  <a:lnTo>
                    <a:pt x="456082" y="144780"/>
                  </a:lnTo>
                  <a:lnTo>
                    <a:pt x="454748" y="148590"/>
                  </a:lnTo>
                  <a:lnTo>
                    <a:pt x="454875" y="153670"/>
                  </a:lnTo>
                  <a:lnTo>
                    <a:pt x="461048" y="165100"/>
                  </a:lnTo>
                  <a:lnTo>
                    <a:pt x="473748" y="172720"/>
                  </a:lnTo>
                  <a:lnTo>
                    <a:pt x="486371" y="177800"/>
                  </a:lnTo>
                  <a:lnTo>
                    <a:pt x="492290" y="184150"/>
                  </a:lnTo>
                  <a:close/>
                </a:path>
              </a:pathLst>
            </a:custGeom>
            <a:solidFill>
              <a:srgbClr val="FFFFFF"/>
            </a:solidFill>
          </p:spPr>
          <p:txBody>
            <a:bodyPr wrap="square" lIns="0" tIns="0" rIns="0" bIns="0" rtlCol="0"/>
            <a:lstStyle/>
            <a:p>
              <a:endParaRPr/>
            </a:p>
          </p:txBody>
        </p:sp>
        <p:pic>
          <p:nvPicPr>
            <p:cNvPr id="8" name="object 8"/>
            <p:cNvPicPr>
              <a:picLocks noGrp="1" noRot="1" noMove="1" noResize="1" noEditPoints="1" noAdjustHandles="1" noChangeArrowheads="1" noChangeShapeType="1" noCrop="1"/>
            </p:cNvPicPr>
            <p:nvPr/>
          </p:nvPicPr>
          <p:blipFill>
            <a:blip r:embed="rId5" cstate="print"/>
            <a:stretch>
              <a:fillRect/>
            </a:stretch>
          </p:blipFill>
          <p:spPr>
            <a:xfrm>
              <a:off x="723307" y="1028083"/>
              <a:ext cx="162182" cy="202135"/>
            </a:xfrm>
            <a:prstGeom prst="rect">
              <a:avLst/>
            </a:prstGeom>
          </p:spPr>
        </p:pic>
        <p:pic>
          <p:nvPicPr>
            <p:cNvPr id="9" name="object 9"/>
            <p:cNvPicPr>
              <a:picLocks noGrp="1" noRot="1" noMove="1" noResize="1" noEditPoints="1" noAdjustHandles="1" noChangeArrowheads="1" noChangeShapeType="1" noCrop="1"/>
            </p:cNvPicPr>
            <p:nvPr/>
          </p:nvPicPr>
          <p:blipFill>
            <a:blip r:embed="rId6" cstate="print"/>
            <a:stretch>
              <a:fillRect/>
            </a:stretch>
          </p:blipFill>
          <p:spPr>
            <a:xfrm>
              <a:off x="928447" y="1028087"/>
              <a:ext cx="167248" cy="197425"/>
            </a:xfrm>
            <a:prstGeom prst="rect">
              <a:avLst/>
            </a:prstGeom>
          </p:spPr>
        </p:pic>
        <p:sp>
          <p:nvSpPr>
            <p:cNvPr id="10" name="object 10"/>
            <p:cNvSpPr>
              <a:spLocks noGrp="1" noRot="1" noMove="1" noResize="1" noEditPoints="1" noAdjustHandles="1" noChangeArrowheads="1" noChangeShapeType="1"/>
            </p:cNvSpPr>
            <p:nvPr/>
          </p:nvSpPr>
          <p:spPr>
            <a:xfrm>
              <a:off x="1195451" y="1028089"/>
              <a:ext cx="160020" cy="197485"/>
            </a:xfrm>
            <a:custGeom>
              <a:avLst/>
              <a:gdLst/>
              <a:ahLst/>
              <a:cxnLst/>
              <a:rect l="l" t="t" r="r" b="b"/>
              <a:pathLst>
                <a:path w="160019" h="197484">
                  <a:moveTo>
                    <a:pt x="159918" y="0"/>
                  </a:moveTo>
                  <a:lnTo>
                    <a:pt x="133070" y="0"/>
                  </a:lnTo>
                  <a:lnTo>
                    <a:pt x="133070" y="85432"/>
                  </a:lnTo>
                  <a:lnTo>
                    <a:pt x="26835" y="85432"/>
                  </a:lnTo>
                  <a:lnTo>
                    <a:pt x="26835" y="0"/>
                  </a:lnTo>
                  <a:lnTo>
                    <a:pt x="0" y="0"/>
                  </a:lnTo>
                  <a:lnTo>
                    <a:pt x="0" y="85432"/>
                  </a:lnTo>
                  <a:lnTo>
                    <a:pt x="0" y="106794"/>
                  </a:lnTo>
                  <a:lnTo>
                    <a:pt x="0" y="197243"/>
                  </a:lnTo>
                  <a:lnTo>
                    <a:pt x="26835" y="197243"/>
                  </a:lnTo>
                  <a:lnTo>
                    <a:pt x="26835" y="106794"/>
                  </a:lnTo>
                  <a:lnTo>
                    <a:pt x="133070" y="106794"/>
                  </a:lnTo>
                  <a:lnTo>
                    <a:pt x="133070" y="197243"/>
                  </a:lnTo>
                  <a:lnTo>
                    <a:pt x="159918" y="197243"/>
                  </a:lnTo>
                  <a:lnTo>
                    <a:pt x="159918" y="106794"/>
                  </a:lnTo>
                  <a:lnTo>
                    <a:pt x="159918" y="85432"/>
                  </a:lnTo>
                  <a:lnTo>
                    <a:pt x="159918" y="0"/>
                  </a:lnTo>
                  <a:close/>
                </a:path>
              </a:pathLst>
            </a:custGeom>
            <a:solidFill>
              <a:srgbClr val="FFFFFF"/>
            </a:solidFill>
          </p:spPr>
          <p:txBody>
            <a:bodyPr wrap="square" lIns="0" tIns="0" rIns="0" bIns="0" rtlCol="0"/>
            <a:lstStyle/>
            <a:p>
              <a:endParaRPr/>
            </a:p>
          </p:txBody>
        </p:sp>
        <p:pic>
          <p:nvPicPr>
            <p:cNvPr id="11" name="object 11"/>
            <p:cNvPicPr>
              <a:picLocks noGrp="1" noRot="1" noMove="1" noResize="1" noEditPoints="1" noAdjustHandles="1" noChangeArrowheads="1" noChangeShapeType="1" noCrop="1"/>
            </p:cNvPicPr>
            <p:nvPr/>
          </p:nvPicPr>
          <p:blipFill>
            <a:blip r:embed="rId7" cstate="print"/>
            <a:stretch>
              <a:fillRect/>
            </a:stretch>
          </p:blipFill>
          <p:spPr>
            <a:xfrm>
              <a:off x="1387592" y="1079243"/>
              <a:ext cx="289038" cy="149587"/>
            </a:xfrm>
            <a:prstGeom prst="rect">
              <a:avLst/>
            </a:prstGeom>
          </p:spPr>
        </p:pic>
        <p:sp>
          <p:nvSpPr>
            <p:cNvPr id="12" name="object 12"/>
            <p:cNvSpPr>
              <a:spLocks noGrp="1" noRot="1" noMove="1" noResize="1" noEditPoints="1" noAdjustHandles="1" noChangeArrowheads="1" noChangeShapeType="1"/>
            </p:cNvSpPr>
            <p:nvPr/>
          </p:nvSpPr>
          <p:spPr>
            <a:xfrm>
              <a:off x="1700362" y="1028087"/>
              <a:ext cx="24130" cy="197485"/>
            </a:xfrm>
            <a:custGeom>
              <a:avLst/>
              <a:gdLst/>
              <a:ahLst/>
              <a:cxnLst/>
              <a:rect l="l" t="t" r="r" b="b"/>
              <a:pathLst>
                <a:path w="24130" h="197484">
                  <a:moveTo>
                    <a:pt x="24017" y="197425"/>
                  </a:moveTo>
                  <a:lnTo>
                    <a:pt x="0" y="197425"/>
                  </a:lnTo>
                  <a:lnTo>
                    <a:pt x="0" y="0"/>
                  </a:lnTo>
                  <a:lnTo>
                    <a:pt x="24017" y="0"/>
                  </a:lnTo>
                  <a:lnTo>
                    <a:pt x="24017" y="197425"/>
                  </a:lnTo>
                  <a:close/>
                </a:path>
              </a:pathLst>
            </a:custGeom>
            <a:solidFill>
              <a:srgbClr val="FFFFFF"/>
            </a:solidFill>
          </p:spPr>
          <p:txBody>
            <a:bodyPr wrap="square" lIns="0" tIns="0" rIns="0" bIns="0" rtlCol="0"/>
            <a:lstStyle/>
            <a:p>
              <a:endParaRPr/>
            </a:p>
          </p:txBody>
        </p:sp>
        <p:pic>
          <p:nvPicPr>
            <p:cNvPr id="13" name="object 13"/>
            <p:cNvPicPr>
              <a:picLocks noGrp="1" noRot="1" noMove="1" noResize="1" noEditPoints="1" noAdjustHandles="1" noChangeArrowheads="1" noChangeShapeType="1" noCrop="1"/>
            </p:cNvPicPr>
            <p:nvPr/>
          </p:nvPicPr>
          <p:blipFill>
            <a:blip r:embed="rId8" cstate="print"/>
            <a:stretch>
              <a:fillRect/>
            </a:stretch>
          </p:blipFill>
          <p:spPr>
            <a:xfrm>
              <a:off x="1746146" y="1039702"/>
              <a:ext cx="77972" cy="185820"/>
            </a:xfrm>
            <a:prstGeom prst="rect">
              <a:avLst/>
            </a:prstGeom>
          </p:spPr>
        </p:pic>
        <p:pic>
          <p:nvPicPr>
            <p:cNvPr id="14" name="object 14"/>
            <p:cNvPicPr>
              <a:picLocks noGrp="1" noRot="1" noMove="1" noResize="1" noEditPoints="1" noAdjustHandles="1" noChangeArrowheads="1" noChangeShapeType="1" noCrop="1"/>
            </p:cNvPicPr>
            <p:nvPr/>
          </p:nvPicPr>
          <p:blipFill>
            <a:blip r:embed="rId9" cstate="print"/>
            <a:stretch>
              <a:fillRect/>
            </a:stretch>
          </p:blipFill>
          <p:spPr>
            <a:xfrm>
              <a:off x="1850678" y="1028087"/>
              <a:ext cx="120924" cy="197425"/>
            </a:xfrm>
            <a:prstGeom prst="rect">
              <a:avLst/>
            </a:prstGeom>
          </p:spPr>
        </p:pic>
        <p:pic>
          <p:nvPicPr>
            <p:cNvPr id="15" name="object 15"/>
            <p:cNvPicPr>
              <a:picLocks noGrp="1" noRot="1" noMove="1" noResize="1" noEditPoints="1" noAdjustHandles="1" noChangeArrowheads="1" noChangeShapeType="1" noCrop="1"/>
            </p:cNvPicPr>
            <p:nvPr/>
          </p:nvPicPr>
          <p:blipFill>
            <a:blip r:embed="rId10" cstate="print"/>
            <a:stretch>
              <a:fillRect/>
            </a:stretch>
          </p:blipFill>
          <p:spPr>
            <a:xfrm>
              <a:off x="712861" y="1314126"/>
              <a:ext cx="162182" cy="206814"/>
            </a:xfrm>
            <a:prstGeom prst="rect">
              <a:avLst/>
            </a:prstGeom>
          </p:spPr>
        </p:pic>
        <p:pic>
          <p:nvPicPr>
            <p:cNvPr id="16" name="object 16"/>
            <p:cNvPicPr>
              <a:picLocks noGrp="1" noRot="1" noMove="1" noResize="1" noEditPoints="1" noAdjustHandles="1" noChangeArrowheads="1" noChangeShapeType="1" noCrop="1"/>
            </p:cNvPicPr>
            <p:nvPr/>
          </p:nvPicPr>
          <p:blipFill>
            <a:blip r:embed="rId11" cstate="print"/>
            <a:stretch>
              <a:fillRect/>
            </a:stretch>
          </p:blipFill>
          <p:spPr>
            <a:xfrm>
              <a:off x="895674" y="1369975"/>
              <a:ext cx="284513" cy="149595"/>
            </a:xfrm>
            <a:prstGeom prst="rect">
              <a:avLst/>
            </a:prstGeom>
          </p:spPr>
        </p:pic>
        <p:pic>
          <p:nvPicPr>
            <p:cNvPr id="17" name="object 17"/>
            <p:cNvPicPr>
              <a:picLocks noGrp="1" noRot="1" noMove="1" noResize="1" noEditPoints="1" noAdjustHandles="1" noChangeArrowheads="1" noChangeShapeType="1" noCrop="1"/>
            </p:cNvPicPr>
            <p:nvPr/>
          </p:nvPicPr>
          <p:blipFill>
            <a:blip r:embed="rId12" cstate="print"/>
            <a:stretch>
              <a:fillRect/>
            </a:stretch>
          </p:blipFill>
          <p:spPr>
            <a:xfrm>
              <a:off x="1207038" y="1373286"/>
              <a:ext cx="120924" cy="146279"/>
            </a:xfrm>
            <a:prstGeom prst="rect">
              <a:avLst/>
            </a:prstGeom>
          </p:spPr>
        </p:pic>
        <p:pic>
          <p:nvPicPr>
            <p:cNvPr id="18" name="object 18"/>
            <p:cNvPicPr>
              <a:picLocks noGrp="1" noRot="1" noMove="1" noResize="1" noEditPoints="1" noAdjustHandles="1" noChangeArrowheads="1" noChangeShapeType="1" noCrop="1"/>
            </p:cNvPicPr>
            <p:nvPr/>
          </p:nvPicPr>
          <p:blipFill>
            <a:blip r:embed="rId13" cstate="print"/>
            <a:stretch>
              <a:fillRect/>
            </a:stretch>
          </p:blipFill>
          <p:spPr>
            <a:xfrm>
              <a:off x="1363291" y="1369976"/>
              <a:ext cx="76848" cy="146279"/>
            </a:xfrm>
            <a:prstGeom prst="rect">
              <a:avLst/>
            </a:prstGeom>
          </p:spPr>
        </p:pic>
        <p:sp>
          <p:nvSpPr>
            <p:cNvPr id="19" name="object 19"/>
            <p:cNvSpPr>
              <a:spLocks noGrp="1" noRot="1" noMove="1" noResize="1" noEditPoints="1" noAdjustHandles="1" noChangeArrowheads="1" noChangeShapeType="1"/>
            </p:cNvSpPr>
            <p:nvPr/>
          </p:nvSpPr>
          <p:spPr>
            <a:xfrm>
              <a:off x="1459636" y="1318843"/>
              <a:ext cx="24130" cy="197485"/>
            </a:xfrm>
            <a:custGeom>
              <a:avLst/>
              <a:gdLst/>
              <a:ahLst/>
              <a:cxnLst/>
              <a:rect l="l" t="t" r="r" b="b"/>
              <a:pathLst>
                <a:path w="24130" h="197484">
                  <a:moveTo>
                    <a:pt x="24015" y="54457"/>
                  </a:moveTo>
                  <a:lnTo>
                    <a:pt x="0" y="54457"/>
                  </a:lnTo>
                  <a:lnTo>
                    <a:pt x="0" y="197421"/>
                  </a:lnTo>
                  <a:lnTo>
                    <a:pt x="24015" y="197421"/>
                  </a:lnTo>
                  <a:lnTo>
                    <a:pt x="24015" y="54457"/>
                  </a:lnTo>
                  <a:close/>
                </a:path>
                <a:path w="24130" h="197484">
                  <a:moveTo>
                    <a:pt x="24015" y="0"/>
                  </a:moveTo>
                  <a:lnTo>
                    <a:pt x="0" y="0"/>
                  </a:lnTo>
                  <a:lnTo>
                    <a:pt x="0" y="28752"/>
                  </a:lnTo>
                  <a:lnTo>
                    <a:pt x="24015" y="28752"/>
                  </a:lnTo>
                  <a:lnTo>
                    <a:pt x="24015" y="0"/>
                  </a:lnTo>
                  <a:close/>
                </a:path>
              </a:pathLst>
            </a:custGeom>
            <a:solidFill>
              <a:srgbClr val="FFFFFF"/>
            </a:solidFill>
          </p:spPr>
          <p:txBody>
            <a:bodyPr wrap="square" lIns="0" tIns="0" rIns="0" bIns="0" rtlCol="0"/>
            <a:lstStyle/>
            <a:p>
              <a:endParaRPr/>
            </a:p>
          </p:txBody>
        </p:sp>
        <p:pic>
          <p:nvPicPr>
            <p:cNvPr id="20" name="object 20"/>
            <p:cNvPicPr>
              <a:picLocks noGrp="1" noRot="1" noMove="1" noResize="1" noEditPoints="1" noAdjustHandles="1" noChangeArrowheads="1" noChangeShapeType="1" noCrop="1"/>
            </p:cNvPicPr>
            <p:nvPr/>
          </p:nvPicPr>
          <p:blipFill>
            <a:blip r:embed="rId14" cstate="print"/>
            <a:stretch>
              <a:fillRect/>
            </a:stretch>
          </p:blipFill>
          <p:spPr>
            <a:xfrm>
              <a:off x="1505414" y="1330435"/>
              <a:ext cx="225455" cy="243047"/>
            </a:xfrm>
            <a:prstGeom prst="rect">
              <a:avLst/>
            </a:prstGeom>
          </p:spPr>
        </p:pic>
        <p:pic>
          <p:nvPicPr>
            <p:cNvPr id="21" name="object 21"/>
            <p:cNvPicPr>
              <a:picLocks noGrp="1" noRot="1" noMove="1" noResize="1" noEditPoints="1" noAdjustHandles="1" noChangeArrowheads="1" noChangeShapeType="1" noCrop="1"/>
            </p:cNvPicPr>
            <p:nvPr/>
          </p:nvPicPr>
          <p:blipFill>
            <a:blip r:embed="rId15" cstate="print"/>
            <a:stretch>
              <a:fillRect/>
            </a:stretch>
          </p:blipFill>
          <p:spPr>
            <a:xfrm>
              <a:off x="700430" y="1609553"/>
              <a:ext cx="329161" cy="255481"/>
            </a:xfrm>
            <a:prstGeom prst="rect">
              <a:avLst/>
            </a:prstGeom>
          </p:spPr>
        </p:pic>
        <p:pic>
          <p:nvPicPr>
            <p:cNvPr id="22" name="object 22"/>
            <p:cNvPicPr>
              <a:picLocks noGrp="1" noRot="1" noMove="1" noResize="1" noEditPoints="1" noAdjustHandles="1" noChangeArrowheads="1" noChangeShapeType="1" noCrop="1"/>
            </p:cNvPicPr>
            <p:nvPr/>
          </p:nvPicPr>
          <p:blipFill>
            <a:blip r:embed="rId16" cstate="print"/>
            <a:stretch>
              <a:fillRect/>
            </a:stretch>
          </p:blipFill>
          <p:spPr>
            <a:xfrm>
              <a:off x="1057859" y="1660702"/>
              <a:ext cx="134761" cy="149579"/>
            </a:xfrm>
            <a:prstGeom prst="rect">
              <a:avLst/>
            </a:prstGeom>
          </p:spPr>
        </p:pic>
        <p:pic>
          <p:nvPicPr>
            <p:cNvPr id="23" name="object 23"/>
            <p:cNvPicPr>
              <a:picLocks noGrp="1" noRot="1" noMove="1" noResize="1" noEditPoints="1" noAdjustHandles="1" noChangeArrowheads="1" noChangeShapeType="1" noCrop="1"/>
            </p:cNvPicPr>
            <p:nvPr/>
          </p:nvPicPr>
          <p:blipFill>
            <a:blip r:embed="rId17" cstate="print"/>
            <a:stretch>
              <a:fillRect/>
            </a:stretch>
          </p:blipFill>
          <p:spPr>
            <a:xfrm>
              <a:off x="1217495" y="1660710"/>
              <a:ext cx="120924" cy="146263"/>
            </a:xfrm>
            <a:prstGeom prst="rect">
              <a:avLst/>
            </a:prstGeom>
          </p:spPr>
        </p:pic>
        <p:pic>
          <p:nvPicPr>
            <p:cNvPr id="24" name="object 24"/>
            <p:cNvPicPr>
              <a:picLocks noGrp="1" noRot="1" noMove="1" noResize="1" noEditPoints="1" noAdjustHandles="1" noChangeArrowheads="1" noChangeShapeType="1" noCrop="1"/>
            </p:cNvPicPr>
            <p:nvPr/>
          </p:nvPicPr>
          <p:blipFill>
            <a:blip r:embed="rId18" cstate="print"/>
            <a:stretch>
              <a:fillRect/>
            </a:stretch>
          </p:blipFill>
          <p:spPr>
            <a:xfrm>
              <a:off x="1366679" y="1660701"/>
              <a:ext cx="280563" cy="203500"/>
            </a:xfrm>
            <a:prstGeom prst="rect">
              <a:avLst/>
            </a:prstGeom>
          </p:spPr>
        </p:pic>
        <p:sp>
          <p:nvSpPr>
            <p:cNvPr id="25" name="object 25"/>
            <p:cNvSpPr>
              <a:spLocks noGrp="1" noRot="1" noMove="1" noResize="1" noEditPoints="1" noAdjustHandles="1" noChangeArrowheads="1" noChangeShapeType="1"/>
            </p:cNvSpPr>
            <p:nvPr/>
          </p:nvSpPr>
          <p:spPr>
            <a:xfrm>
              <a:off x="0" y="2362200"/>
              <a:ext cx="17348200" cy="6705600"/>
            </a:xfrm>
            <a:custGeom>
              <a:avLst/>
              <a:gdLst/>
              <a:ahLst/>
              <a:cxnLst/>
              <a:rect l="l" t="t" r="r" b="b"/>
              <a:pathLst>
                <a:path w="17348200" h="6705600">
                  <a:moveTo>
                    <a:pt x="17348200" y="0"/>
                  </a:moveTo>
                  <a:lnTo>
                    <a:pt x="0" y="0"/>
                  </a:lnTo>
                  <a:lnTo>
                    <a:pt x="0" y="6705600"/>
                  </a:lnTo>
                  <a:lnTo>
                    <a:pt x="17348200" y="6705600"/>
                  </a:lnTo>
                  <a:lnTo>
                    <a:pt x="17348200" y="0"/>
                  </a:lnTo>
                  <a:close/>
                </a:path>
              </a:pathLst>
            </a:custGeom>
            <a:solidFill>
              <a:srgbClr val="FFFFFF"/>
            </a:solidFill>
          </p:spPr>
          <p:txBody>
            <a:bodyPr wrap="square" lIns="0" tIns="0" rIns="0" bIns="0" rtlCol="0"/>
            <a:lstStyle/>
            <a:p>
              <a:endParaRPr/>
            </a:p>
          </p:txBody>
        </p:sp>
      </p:grpSp>
      <p:sp>
        <p:nvSpPr>
          <p:cNvPr id="26" name="object 26"/>
          <p:cNvSpPr txBox="1"/>
          <p:nvPr/>
        </p:nvSpPr>
        <p:spPr>
          <a:xfrm>
            <a:off x="678327" y="3706919"/>
            <a:ext cx="11043773" cy="564257"/>
          </a:xfrm>
          <a:prstGeom prst="rect">
            <a:avLst/>
          </a:prstGeom>
        </p:spPr>
        <p:txBody>
          <a:bodyPr vert="horz" wrap="square" lIns="0" tIns="177800" rIns="0" bIns="0" rtlCol="0" anchor="t">
            <a:spAutoFit/>
          </a:bodyPr>
          <a:lstStyle/>
          <a:p>
            <a:pPr marL="207645" indent="-194945" algn="l" rtl="0">
              <a:spcBef>
                <a:spcPts val="1400"/>
              </a:spcBef>
              <a:buClr>
                <a:srgbClr val="0F7E90"/>
              </a:buClr>
              <a:buFont typeface="Minion Pro"/>
              <a:buChar char="•"/>
              <a:tabLst>
                <a:tab pos="207645" algn="l"/>
                <a:tab pos="2836545" algn="l"/>
              </a:tabLst>
            </a:pPr>
            <a:endParaRPr lang="en-GB" sz="2500">
              <a:latin typeface="Arial"/>
              <a:cs typeface="Arial"/>
            </a:endParaRPr>
          </a:p>
        </p:txBody>
      </p:sp>
      <p:sp>
        <p:nvSpPr>
          <p:cNvPr id="27" name="object 27"/>
          <p:cNvSpPr txBox="1">
            <a:spLocks noGrp="1"/>
          </p:cNvSpPr>
          <p:nvPr>
            <p:ph type="title"/>
          </p:nvPr>
        </p:nvSpPr>
        <p:spPr>
          <a:xfrm>
            <a:off x="2329159" y="884020"/>
            <a:ext cx="14703371" cy="751488"/>
          </a:xfrm>
          <a:prstGeom prst="rect">
            <a:avLst/>
          </a:prstGeom>
        </p:spPr>
        <p:txBody>
          <a:bodyPr vert="horz" wrap="square" lIns="0" tIns="12700" rIns="0" bIns="0" rtlCol="0">
            <a:spAutoFit/>
          </a:bodyPr>
          <a:lstStyle/>
          <a:p>
            <a:pPr marL="12700">
              <a:lnSpc>
                <a:spcPct val="100000"/>
              </a:lnSpc>
              <a:spcBef>
                <a:spcPts val="100"/>
              </a:spcBef>
              <a:tabLst>
                <a:tab pos="2597150" algn="l"/>
              </a:tabLst>
            </a:pPr>
            <a:r>
              <a:rPr lang="en-GB" sz="4800" spc="-10">
                <a:solidFill>
                  <a:srgbClr val="92D050"/>
                </a:solidFill>
                <a:latin typeface="Arial" panose="020B0604020202020204" pitchFamily="34" charset="0"/>
                <a:cs typeface="Arial" panose="020B0604020202020204" pitchFamily="34" charset="0"/>
              </a:rPr>
              <a:t>Impact of climate change on vector-borne disease</a:t>
            </a:r>
            <a:endParaRPr sz="4800">
              <a:solidFill>
                <a:srgbClr val="92D050"/>
              </a:solidFill>
              <a:latin typeface="Arial" panose="020B0604020202020204" pitchFamily="34" charset="0"/>
              <a:cs typeface="Arial" panose="020B0604020202020204" pitchFamily="34" charset="0"/>
            </a:endParaRPr>
          </a:p>
        </p:txBody>
      </p:sp>
      <p:pic>
        <p:nvPicPr>
          <p:cNvPr id="29" name="Picture 28">
            <a:extLst>
              <a:ext uri="{FF2B5EF4-FFF2-40B4-BE49-F238E27FC236}">
                <a16:creationId xmlns:a16="http://schemas.microsoft.com/office/drawing/2014/main" id="{9D933C2F-480E-EE97-5406-533B71156448}"/>
              </a:ext>
            </a:extLst>
          </p:cNvPr>
          <p:cNvPicPr>
            <a:picLocks noChangeAspect="1"/>
          </p:cNvPicPr>
          <p:nvPr/>
        </p:nvPicPr>
        <p:blipFill>
          <a:blip r:embed="rId19"/>
          <a:stretch>
            <a:fillRect/>
          </a:stretch>
        </p:blipFill>
        <p:spPr>
          <a:xfrm>
            <a:off x="7696646" y="2483395"/>
            <a:ext cx="9407561" cy="6463210"/>
          </a:xfrm>
          <a:prstGeom prst="rect">
            <a:avLst/>
          </a:prstGeom>
        </p:spPr>
      </p:pic>
      <p:pic>
        <p:nvPicPr>
          <p:cNvPr id="31" name="Picture 30">
            <a:extLst>
              <a:ext uri="{FF2B5EF4-FFF2-40B4-BE49-F238E27FC236}">
                <a16:creationId xmlns:a16="http://schemas.microsoft.com/office/drawing/2014/main" id="{93FB8BAE-71E5-41BC-DA05-A7D06302B0DC}"/>
              </a:ext>
            </a:extLst>
          </p:cNvPr>
          <p:cNvPicPr>
            <a:picLocks noChangeAspect="1"/>
          </p:cNvPicPr>
          <p:nvPr/>
        </p:nvPicPr>
        <p:blipFill>
          <a:blip r:embed="rId20"/>
          <a:stretch>
            <a:fillRect/>
          </a:stretch>
        </p:blipFill>
        <p:spPr>
          <a:xfrm>
            <a:off x="1267500" y="2375653"/>
            <a:ext cx="5409071" cy="6570952"/>
          </a:xfrm>
          <a:prstGeom prst="rect">
            <a:avLst/>
          </a:prstGeom>
        </p:spPr>
      </p:pic>
      <p:sp>
        <p:nvSpPr>
          <p:cNvPr id="30" name="TextBox 29">
            <a:extLst>
              <a:ext uri="{FF2B5EF4-FFF2-40B4-BE49-F238E27FC236}">
                <a16:creationId xmlns:a16="http://schemas.microsoft.com/office/drawing/2014/main" id="{587ED123-1836-938F-CF0A-B39B02BCF2E2}"/>
              </a:ext>
            </a:extLst>
          </p:cNvPr>
          <p:cNvSpPr txBox="1"/>
          <p:nvPr/>
        </p:nvSpPr>
        <p:spPr>
          <a:xfrm>
            <a:off x="15575205" y="8670575"/>
            <a:ext cx="7624497" cy="253916"/>
          </a:xfrm>
          <a:prstGeom prst="rect">
            <a:avLst/>
          </a:prstGeom>
          <a:noFill/>
        </p:spPr>
        <p:txBody>
          <a:bodyPr wrap="square" rtlCol="0">
            <a:spAutoFit/>
          </a:bodyPr>
          <a:lstStyle/>
          <a:p>
            <a:r>
              <a:rPr lang="en-GB" sz="1050" i="1"/>
              <a:t>Credit: CDC</a:t>
            </a:r>
            <a:endParaRPr lang="en-US" sz="1050" i="1"/>
          </a:p>
        </p:txBody>
      </p:sp>
    </p:spTree>
    <p:extLst>
      <p:ext uri="{BB962C8B-B14F-4D97-AF65-F5344CB8AC3E}">
        <p14:creationId xmlns:p14="http://schemas.microsoft.com/office/powerpoint/2010/main" val="467078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object 27"/>
          <p:cNvSpPr txBox="1">
            <a:spLocks noGrp="1"/>
          </p:cNvSpPr>
          <p:nvPr>
            <p:ph type="title"/>
          </p:nvPr>
        </p:nvSpPr>
        <p:spPr>
          <a:xfrm>
            <a:off x="667999" y="2688847"/>
            <a:ext cx="15092701" cy="751488"/>
          </a:xfrm>
          <a:prstGeom prst="rect">
            <a:avLst/>
          </a:prstGeom>
        </p:spPr>
        <p:txBody>
          <a:bodyPr vert="horz" wrap="square" lIns="0" tIns="12700" rIns="0" bIns="0" rtlCol="0">
            <a:spAutoFit/>
          </a:bodyPr>
          <a:lstStyle/>
          <a:p>
            <a:pPr marL="12700">
              <a:lnSpc>
                <a:spcPct val="100000"/>
              </a:lnSpc>
              <a:spcBef>
                <a:spcPts val="100"/>
              </a:spcBef>
              <a:tabLst>
                <a:tab pos="2597150" algn="l"/>
              </a:tabLst>
            </a:pPr>
            <a:r>
              <a:rPr lang="en-GB" sz="4800" spc="-10">
                <a:solidFill>
                  <a:srgbClr val="000000"/>
                </a:solidFill>
                <a:latin typeface="Arial" panose="020B0604020202020204" pitchFamily="34" charset="0"/>
                <a:cs typeface="Arial" panose="020B0604020202020204" pitchFamily="34" charset="0"/>
              </a:rPr>
              <a:t>Ticks</a:t>
            </a:r>
            <a:endParaRPr sz="4800">
              <a:latin typeface="Arial" panose="020B0604020202020204" pitchFamily="34" charset="0"/>
              <a:cs typeface="Arial" panose="020B0604020202020204" pitchFamily="34" charset="0"/>
            </a:endParaRPr>
          </a:p>
        </p:txBody>
      </p:sp>
      <p:grpSp>
        <p:nvGrpSpPr>
          <p:cNvPr id="2" name="object 2"/>
          <p:cNvGrpSpPr>
            <a:grpSpLocks noGrp="1" noUngrp="1" noRot="1" noMove="1" noResize="1"/>
          </p:cNvGrpSpPr>
          <p:nvPr/>
        </p:nvGrpSpPr>
        <p:grpSpPr>
          <a:xfrm>
            <a:off x="0" y="0"/>
            <a:ext cx="17348200" cy="9753600"/>
            <a:chOff x="0" y="0"/>
            <a:chExt cx="17348200" cy="9753600"/>
          </a:xfrm>
        </p:grpSpPr>
        <p:sp>
          <p:nvSpPr>
            <p:cNvPr id="3" name="object 3"/>
            <p:cNvSpPr>
              <a:spLocks noGrp="1" noRot="1" noMove="1" noResize="1" noEditPoints="1" noAdjustHandles="1" noChangeArrowheads="1" noChangeShapeType="1"/>
            </p:cNvSpPr>
            <p:nvPr/>
          </p:nvSpPr>
          <p:spPr>
            <a:xfrm>
              <a:off x="580440" y="535698"/>
              <a:ext cx="431165" cy="1273810"/>
            </a:xfrm>
            <a:custGeom>
              <a:avLst/>
              <a:gdLst/>
              <a:ahLst/>
              <a:cxnLst/>
              <a:rect l="l" t="t" r="r" b="b"/>
              <a:pathLst>
                <a:path w="431165" h="1273810">
                  <a:moveTo>
                    <a:pt x="23545" y="0"/>
                  </a:moveTo>
                  <a:lnTo>
                    <a:pt x="0" y="0"/>
                  </a:lnTo>
                  <a:lnTo>
                    <a:pt x="0" y="1273492"/>
                  </a:lnTo>
                  <a:lnTo>
                    <a:pt x="23545" y="1273492"/>
                  </a:lnTo>
                  <a:lnTo>
                    <a:pt x="23545" y="0"/>
                  </a:lnTo>
                  <a:close/>
                </a:path>
                <a:path w="431165" h="1273810">
                  <a:moveTo>
                    <a:pt x="300494" y="65722"/>
                  </a:moveTo>
                  <a:lnTo>
                    <a:pt x="298564" y="63982"/>
                  </a:lnTo>
                  <a:lnTo>
                    <a:pt x="294246" y="63982"/>
                  </a:lnTo>
                  <a:lnTo>
                    <a:pt x="292481" y="65722"/>
                  </a:lnTo>
                  <a:lnTo>
                    <a:pt x="292481" y="70129"/>
                  </a:lnTo>
                  <a:lnTo>
                    <a:pt x="294246" y="71729"/>
                  </a:lnTo>
                  <a:lnTo>
                    <a:pt x="298564" y="71729"/>
                  </a:lnTo>
                  <a:lnTo>
                    <a:pt x="300494" y="70129"/>
                  </a:lnTo>
                  <a:lnTo>
                    <a:pt x="300494" y="67830"/>
                  </a:lnTo>
                  <a:lnTo>
                    <a:pt x="300494" y="65722"/>
                  </a:lnTo>
                  <a:close/>
                </a:path>
                <a:path w="431165" h="1273810">
                  <a:moveTo>
                    <a:pt x="301802" y="56197"/>
                  </a:moveTo>
                  <a:lnTo>
                    <a:pt x="299999" y="54305"/>
                  </a:lnTo>
                  <a:lnTo>
                    <a:pt x="295567" y="54305"/>
                  </a:lnTo>
                  <a:lnTo>
                    <a:pt x="293725" y="56197"/>
                  </a:lnTo>
                  <a:lnTo>
                    <a:pt x="293725" y="60490"/>
                  </a:lnTo>
                  <a:lnTo>
                    <a:pt x="295567" y="62318"/>
                  </a:lnTo>
                  <a:lnTo>
                    <a:pt x="297764" y="62318"/>
                  </a:lnTo>
                  <a:lnTo>
                    <a:pt x="299999" y="62318"/>
                  </a:lnTo>
                  <a:lnTo>
                    <a:pt x="301802" y="60490"/>
                  </a:lnTo>
                  <a:lnTo>
                    <a:pt x="301802" y="56197"/>
                  </a:lnTo>
                  <a:close/>
                </a:path>
                <a:path w="431165" h="1273810">
                  <a:moveTo>
                    <a:pt x="302501" y="75171"/>
                  </a:moveTo>
                  <a:lnTo>
                    <a:pt x="300659" y="73393"/>
                  </a:lnTo>
                  <a:lnTo>
                    <a:pt x="296202" y="73393"/>
                  </a:lnTo>
                  <a:lnTo>
                    <a:pt x="294335" y="75171"/>
                  </a:lnTo>
                  <a:lnTo>
                    <a:pt x="294335" y="79565"/>
                  </a:lnTo>
                  <a:lnTo>
                    <a:pt x="296202" y="81343"/>
                  </a:lnTo>
                  <a:lnTo>
                    <a:pt x="300659" y="81343"/>
                  </a:lnTo>
                  <a:lnTo>
                    <a:pt x="302501" y="79565"/>
                  </a:lnTo>
                  <a:lnTo>
                    <a:pt x="302501" y="77470"/>
                  </a:lnTo>
                  <a:lnTo>
                    <a:pt x="302501" y="75171"/>
                  </a:lnTo>
                  <a:close/>
                </a:path>
                <a:path w="431165" h="1273810">
                  <a:moveTo>
                    <a:pt x="306197" y="47142"/>
                  </a:moveTo>
                  <a:lnTo>
                    <a:pt x="304342" y="45440"/>
                  </a:lnTo>
                  <a:lnTo>
                    <a:pt x="299999" y="45440"/>
                  </a:lnTo>
                  <a:lnTo>
                    <a:pt x="298157" y="47142"/>
                  </a:lnTo>
                  <a:lnTo>
                    <a:pt x="298157" y="51600"/>
                  </a:lnTo>
                  <a:lnTo>
                    <a:pt x="299999" y="53225"/>
                  </a:lnTo>
                  <a:lnTo>
                    <a:pt x="302221" y="53225"/>
                  </a:lnTo>
                  <a:lnTo>
                    <a:pt x="304342" y="53225"/>
                  </a:lnTo>
                  <a:lnTo>
                    <a:pt x="306197" y="51600"/>
                  </a:lnTo>
                  <a:lnTo>
                    <a:pt x="306197" y="47142"/>
                  </a:lnTo>
                  <a:close/>
                </a:path>
                <a:path w="431165" h="1273810">
                  <a:moveTo>
                    <a:pt x="314058" y="40386"/>
                  </a:moveTo>
                  <a:lnTo>
                    <a:pt x="312254" y="38684"/>
                  </a:lnTo>
                  <a:lnTo>
                    <a:pt x="307848" y="38684"/>
                  </a:lnTo>
                  <a:lnTo>
                    <a:pt x="305968" y="40386"/>
                  </a:lnTo>
                  <a:lnTo>
                    <a:pt x="305968" y="44856"/>
                  </a:lnTo>
                  <a:lnTo>
                    <a:pt x="307848" y="46507"/>
                  </a:lnTo>
                  <a:lnTo>
                    <a:pt x="309994" y="46507"/>
                  </a:lnTo>
                  <a:lnTo>
                    <a:pt x="312254" y="46507"/>
                  </a:lnTo>
                  <a:lnTo>
                    <a:pt x="314058" y="44856"/>
                  </a:lnTo>
                  <a:lnTo>
                    <a:pt x="314058" y="40386"/>
                  </a:lnTo>
                  <a:close/>
                </a:path>
                <a:path w="431165" h="1273810">
                  <a:moveTo>
                    <a:pt x="324015" y="37541"/>
                  </a:moveTo>
                  <a:lnTo>
                    <a:pt x="322148" y="35699"/>
                  </a:lnTo>
                  <a:lnTo>
                    <a:pt x="317741" y="35699"/>
                  </a:lnTo>
                  <a:lnTo>
                    <a:pt x="316001" y="37541"/>
                  </a:lnTo>
                  <a:lnTo>
                    <a:pt x="316001" y="41694"/>
                  </a:lnTo>
                  <a:lnTo>
                    <a:pt x="317741" y="43586"/>
                  </a:lnTo>
                  <a:lnTo>
                    <a:pt x="320052" y="43586"/>
                  </a:lnTo>
                  <a:lnTo>
                    <a:pt x="322148" y="43586"/>
                  </a:lnTo>
                  <a:lnTo>
                    <a:pt x="324015" y="41694"/>
                  </a:lnTo>
                  <a:lnTo>
                    <a:pt x="324015" y="37541"/>
                  </a:lnTo>
                  <a:close/>
                </a:path>
                <a:path w="431165" h="1273810">
                  <a:moveTo>
                    <a:pt x="334505" y="38442"/>
                  </a:moveTo>
                  <a:lnTo>
                    <a:pt x="332587" y="36753"/>
                  </a:lnTo>
                  <a:lnTo>
                    <a:pt x="328358" y="36753"/>
                  </a:lnTo>
                  <a:lnTo>
                    <a:pt x="326504" y="38442"/>
                  </a:lnTo>
                  <a:lnTo>
                    <a:pt x="326504" y="42710"/>
                  </a:lnTo>
                  <a:lnTo>
                    <a:pt x="328358" y="44526"/>
                  </a:lnTo>
                  <a:lnTo>
                    <a:pt x="330403" y="44526"/>
                  </a:lnTo>
                  <a:lnTo>
                    <a:pt x="332587" y="44526"/>
                  </a:lnTo>
                  <a:lnTo>
                    <a:pt x="334505" y="42710"/>
                  </a:lnTo>
                  <a:lnTo>
                    <a:pt x="334505" y="38442"/>
                  </a:lnTo>
                  <a:close/>
                </a:path>
                <a:path w="431165" h="1273810">
                  <a:moveTo>
                    <a:pt x="337553" y="77203"/>
                  </a:moveTo>
                  <a:lnTo>
                    <a:pt x="337032" y="71132"/>
                  </a:lnTo>
                  <a:lnTo>
                    <a:pt x="332727" y="66992"/>
                  </a:lnTo>
                  <a:lnTo>
                    <a:pt x="331863" y="64820"/>
                  </a:lnTo>
                  <a:lnTo>
                    <a:pt x="329653" y="69037"/>
                  </a:lnTo>
                  <a:lnTo>
                    <a:pt x="327596" y="71640"/>
                  </a:lnTo>
                  <a:lnTo>
                    <a:pt x="327914" y="74891"/>
                  </a:lnTo>
                  <a:lnTo>
                    <a:pt x="328345" y="78308"/>
                  </a:lnTo>
                  <a:lnTo>
                    <a:pt x="331863" y="80645"/>
                  </a:lnTo>
                  <a:lnTo>
                    <a:pt x="333540" y="84035"/>
                  </a:lnTo>
                  <a:lnTo>
                    <a:pt x="335064" y="80149"/>
                  </a:lnTo>
                  <a:lnTo>
                    <a:pt x="337553" y="77203"/>
                  </a:lnTo>
                  <a:close/>
                </a:path>
                <a:path w="431165" h="1273810">
                  <a:moveTo>
                    <a:pt x="344360" y="41186"/>
                  </a:moveTo>
                  <a:lnTo>
                    <a:pt x="342633" y="39420"/>
                  </a:lnTo>
                  <a:lnTo>
                    <a:pt x="338074" y="39420"/>
                  </a:lnTo>
                  <a:lnTo>
                    <a:pt x="336359" y="41186"/>
                  </a:lnTo>
                  <a:lnTo>
                    <a:pt x="336359" y="45580"/>
                  </a:lnTo>
                  <a:lnTo>
                    <a:pt x="338074" y="47307"/>
                  </a:lnTo>
                  <a:lnTo>
                    <a:pt x="340296" y="47307"/>
                  </a:lnTo>
                  <a:lnTo>
                    <a:pt x="342633" y="47307"/>
                  </a:lnTo>
                  <a:lnTo>
                    <a:pt x="344360" y="45580"/>
                  </a:lnTo>
                  <a:lnTo>
                    <a:pt x="344360" y="41186"/>
                  </a:lnTo>
                  <a:close/>
                </a:path>
                <a:path w="431165" h="1273810">
                  <a:moveTo>
                    <a:pt x="353720" y="45440"/>
                  </a:moveTo>
                  <a:lnTo>
                    <a:pt x="351980" y="43878"/>
                  </a:lnTo>
                  <a:lnTo>
                    <a:pt x="347649" y="43878"/>
                  </a:lnTo>
                  <a:lnTo>
                    <a:pt x="345732" y="45440"/>
                  </a:lnTo>
                  <a:lnTo>
                    <a:pt x="345732" y="49872"/>
                  </a:lnTo>
                  <a:lnTo>
                    <a:pt x="347649" y="51689"/>
                  </a:lnTo>
                  <a:lnTo>
                    <a:pt x="349656" y="51689"/>
                  </a:lnTo>
                  <a:lnTo>
                    <a:pt x="351980" y="51689"/>
                  </a:lnTo>
                  <a:lnTo>
                    <a:pt x="353720" y="49872"/>
                  </a:lnTo>
                  <a:lnTo>
                    <a:pt x="353720" y="45440"/>
                  </a:lnTo>
                  <a:close/>
                </a:path>
                <a:path w="431165" h="1273810">
                  <a:moveTo>
                    <a:pt x="358990" y="22199"/>
                  </a:moveTo>
                  <a:lnTo>
                    <a:pt x="353961" y="23253"/>
                  </a:lnTo>
                  <a:lnTo>
                    <a:pt x="350113" y="27165"/>
                  </a:lnTo>
                  <a:lnTo>
                    <a:pt x="349097" y="32194"/>
                  </a:lnTo>
                  <a:lnTo>
                    <a:pt x="358990" y="32194"/>
                  </a:lnTo>
                  <a:lnTo>
                    <a:pt x="358990" y="22199"/>
                  </a:lnTo>
                  <a:close/>
                </a:path>
                <a:path w="431165" h="1273810">
                  <a:moveTo>
                    <a:pt x="359194" y="52082"/>
                  </a:moveTo>
                  <a:lnTo>
                    <a:pt x="357606" y="51841"/>
                  </a:lnTo>
                  <a:lnTo>
                    <a:pt x="356069" y="51346"/>
                  </a:lnTo>
                  <a:lnTo>
                    <a:pt x="354660" y="50787"/>
                  </a:lnTo>
                  <a:lnTo>
                    <a:pt x="354660" y="68884"/>
                  </a:lnTo>
                  <a:lnTo>
                    <a:pt x="359194" y="68884"/>
                  </a:lnTo>
                  <a:lnTo>
                    <a:pt x="359194" y="52082"/>
                  </a:lnTo>
                  <a:close/>
                </a:path>
                <a:path w="431165" h="1273810">
                  <a:moveTo>
                    <a:pt x="368490" y="50774"/>
                  </a:moveTo>
                  <a:lnTo>
                    <a:pt x="367004" y="51346"/>
                  </a:lnTo>
                  <a:lnTo>
                    <a:pt x="365569" y="51828"/>
                  </a:lnTo>
                  <a:lnTo>
                    <a:pt x="363855" y="52082"/>
                  </a:lnTo>
                  <a:lnTo>
                    <a:pt x="363855" y="68872"/>
                  </a:lnTo>
                  <a:lnTo>
                    <a:pt x="368490" y="68872"/>
                  </a:lnTo>
                  <a:lnTo>
                    <a:pt x="368490" y="50774"/>
                  </a:lnTo>
                  <a:close/>
                </a:path>
                <a:path w="431165" h="1273810">
                  <a:moveTo>
                    <a:pt x="372084" y="4114"/>
                  </a:moveTo>
                  <a:lnTo>
                    <a:pt x="369938" y="6832"/>
                  </a:lnTo>
                  <a:lnTo>
                    <a:pt x="366166" y="9245"/>
                  </a:lnTo>
                  <a:lnTo>
                    <a:pt x="362978" y="9880"/>
                  </a:lnTo>
                  <a:lnTo>
                    <a:pt x="363347" y="6400"/>
                  </a:lnTo>
                  <a:lnTo>
                    <a:pt x="365455" y="3568"/>
                  </a:lnTo>
                  <a:lnTo>
                    <a:pt x="368274" y="0"/>
                  </a:lnTo>
                  <a:lnTo>
                    <a:pt x="354850" y="0"/>
                  </a:lnTo>
                  <a:lnTo>
                    <a:pt x="357619" y="3568"/>
                  </a:lnTo>
                  <a:lnTo>
                    <a:pt x="359740" y="6400"/>
                  </a:lnTo>
                  <a:lnTo>
                    <a:pt x="360172" y="9880"/>
                  </a:lnTo>
                  <a:lnTo>
                    <a:pt x="356920" y="9245"/>
                  </a:lnTo>
                  <a:lnTo>
                    <a:pt x="353174" y="6832"/>
                  </a:lnTo>
                  <a:lnTo>
                    <a:pt x="351015" y="4114"/>
                  </a:lnTo>
                  <a:lnTo>
                    <a:pt x="351015" y="17754"/>
                  </a:lnTo>
                  <a:lnTo>
                    <a:pt x="353174" y="14846"/>
                  </a:lnTo>
                  <a:lnTo>
                    <a:pt x="356844" y="12395"/>
                  </a:lnTo>
                  <a:lnTo>
                    <a:pt x="360172" y="11925"/>
                  </a:lnTo>
                  <a:lnTo>
                    <a:pt x="359702" y="15367"/>
                  </a:lnTo>
                  <a:lnTo>
                    <a:pt x="357352" y="18453"/>
                  </a:lnTo>
                  <a:lnTo>
                    <a:pt x="354571" y="20612"/>
                  </a:lnTo>
                  <a:lnTo>
                    <a:pt x="368490" y="20612"/>
                  </a:lnTo>
                  <a:lnTo>
                    <a:pt x="365645" y="18453"/>
                  </a:lnTo>
                  <a:lnTo>
                    <a:pt x="363448" y="15367"/>
                  </a:lnTo>
                  <a:lnTo>
                    <a:pt x="362978" y="11925"/>
                  </a:lnTo>
                  <a:lnTo>
                    <a:pt x="366293" y="12395"/>
                  </a:lnTo>
                  <a:lnTo>
                    <a:pt x="369938" y="14846"/>
                  </a:lnTo>
                  <a:lnTo>
                    <a:pt x="372084" y="17754"/>
                  </a:lnTo>
                  <a:lnTo>
                    <a:pt x="372084" y="4114"/>
                  </a:lnTo>
                  <a:close/>
                </a:path>
                <a:path w="431165" h="1273810">
                  <a:moveTo>
                    <a:pt x="373849" y="37109"/>
                  </a:moveTo>
                  <a:lnTo>
                    <a:pt x="349224" y="37109"/>
                  </a:lnTo>
                  <a:lnTo>
                    <a:pt x="350507" y="42595"/>
                  </a:lnTo>
                  <a:lnTo>
                    <a:pt x="355485" y="46570"/>
                  </a:lnTo>
                  <a:lnTo>
                    <a:pt x="367588" y="46570"/>
                  </a:lnTo>
                  <a:lnTo>
                    <a:pt x="372643" y="42595"/>
                  </a:lnTo>
                  <a:lnTo>
                    <a:pt x="373849" y="37109"/>
                  </a:lnTo>
                  <a:close/>
                </a:path>
                <a:path w="431165" h="1273810">
                  <a:moveTo>
                    <a:pt x="374015" y="32194"/>
                  </a:moveTo>
                  <a:lnTo>
                    <a:pt x="373087" y="27165"/>
                  </a:lnTo>
                  <a:lnTo>
                    <a:pt x="369163" y="23380"/>
                  </a:lnTo>
                  <a:lnTo>
                    <a:pt x="364197" y="22199"/>
                  </a:lnTo>
                  <a:lnTo>
                    <a:pt x="364197" y="32194"/>
                  </a:lnTo>
                  <a:lnTo>
                    <a:pt x="374015" y="32194"/>
                  </a:lnTo>
                  <a:close/>
                </a:path>
                <a:path w="431165" h="1273810">
                  <a:moveTo>
                    <a:pt x="377444" y="45427"/>
                  </a:moveTo>
                  <a:lnTo>
                    <a:pt x="375589" y="43865"/>
                  </a:lnTo>
                  <a:lnTo>
                    <a:pt x="371144" y="43865"/>
                  </a:lnTo>
                  <a:lnTo>
                    <a:pt x="369366" y="45427"/>
                  </a:lnTo>
                  <a:lnTo>
                    <a:pt x="369366" y="47663"/>
                  </a:lnTo>
                  <a:lnTo>
                    <a:pt x="369366" y="49872"/>
                  </a:lnTo>
                  <a:lnTo>
                    <a:pt x="371144" y="51689"/>
                  </a:lnTo>
                  <a:lnTo>
                    <a:pt x="375589" y="51689"/>
                  </a:lnTo>
                  <a:lnTo>
                    <a:pt x="377444" y="49872"/>
                  </a:lnTo>
                  <a:lnTo>
                    <a:pt x="377444" y="45427"/>
                  </a:lnTo>
                  <a:close/>
                </a:path>
                <a:path w="431165" h="1273810">
                  <a:moveTo>
                    <a:pt x="386740" y="41186"/>
                  </a:moveTo>
                  <a:lnTo>
                    <a:pt x="384873" y="39420"/>
                  </a:lnTo>
                  <a:lnTo>
                    <a:pt x="380593" y="39420"/>
                  </a:lnTo>
                  <a:lnTo>
                    <a:pt x="378726" y="41186"/>
                  </a:lnTo>
                  <a:lnTo>
                    <a:pt x="378726" y="45580"/>
                  </a:lnTo>
                  <a:lnTo>
                    <a:pt x="380593" y="47307"/>
                  </a:lnTo>
                  <a:lnTo>
                    <a:pt x="382701" y="47307"/>
                  </a:lnTo>
                  <a:lnTo>
                    <a:pt x="384873" y="47307"/>
                  </a:lnTo>
                  <a:lnTo>
                    <a:pt x="386740" y="45580"/>
                  </a:lnTo>
                  <a:lnTo>
                    <a:pt x="386740" y="41186"/>
                  </a:lnTo>
                  <a:close/>
                </a:path>
                <a:path w="431165" h="1273810">
                  <a:moveTo>
                    <a:pt x="395592" y="71640"/>
                  </a:moveTo>
                  <a:lnTo>
                    <a:pt x="393585" y="69037"/>
                  </a:lnTo>
                  <a:lnTo>
                    <a:pt x="391363" y="64820"/>
                  </a:lnTo>
                  <a:lnTo>
                    <a:pt x="390550" y="66992"/>
                  </a:lnTo>
                  <a:lnTo>
                    <a:pt x="386181" y="71132"/>
                  </a:lnTo>
                  <a:lnTo>
                    <a:pt x="385559" y="77203"/>
                  </a:lnTo>
                  <a:lnTo>
                    <a:pt x="388239" y="80149"/>
                  </a:lnTo>
                  <a:lnTo>
                    <a:pt x="389712" y="84035"/>
                  </a:lnTo>
                  <a:lnTo>
                    <a:pt x="391363" y="80645"/>
                  </a:lnTo>
                  <a:lnTo>
                    <a:pt x="394995" y="78308"/>
                  </a:lnTo>
                  <a:lnTo>
                    <a:pt x="395592" y="71640"/>
                  </a:lnTo>
                  <a:close/>
                </a:path>
                <a:path w="431165" h="1273810">
                  <a:moveTo>
                    <a:pt x="396595" y="38442"/>
                  </a:moveTo>
                  <a:lnTo>
                    <a:pt x="394919" y="36753"/>
                  </a:lnTo>
                  <a:lnTo>
                    <a:pt x="390410" y="36753"/>
                  </a:lnTo>
                  <a:lnTo>
                    <a:pt x="388632" y="38442"/>
                  </a:lnTo>
                  <a:lnTo>
                    <a:pt x="388632" y="42710"/>
                  </a:lnTo>
                  <a:lnTo>
                    <a:pt x="390410" y="44526"/>
                  </a:lnTo>
                  <a:lnTo>
                    <a:pt x="392633" y="44526"/>
                  </a:lnTo>
                  <a:lnTo>
                    <a:pt x="394919" y="44526"/>
                  </a:lnTo>
                  <a:lnTo>
                    <a:pt x="396595" y="42710"/>
                  </a:lnTo>
                  <a:lnTo>
                    <a:pt x="396595" y="38442"/>
                  </a:lnTo>
                  <a:close/>
                </a:path>
                <a:path w="431165" h="1273810">
                  <a:moveTo>
                    <a:pt x="407123" y="37541"/>
                  </a:moveTo>
                  <a:lnTo>
                    <a:pt x="405218" y="35699"/>
                  </a:lnTo>
                  <a:lnTo>
                    <a:pt x="400888" y="35699"/>
                  </a:lnTo>
                  <a:lnTo>
                    <a:pt x="399161" y="37541"/>
                  </a:lnTo>
                  <a:lnTo>
                    <a:pt x="399161" y="41694"/>
                  </a:lnTo>
                  <a:lnTo>
                    <a:pt x="400888" y="43586"/>
                  </a:lnTo>
                  <a:lnTo>
                    <a:pt x="403199" y="43586"/>
                  </a:lnTo>
                  <a:lnTo>
                    <a:pt x="405218" y="43586"/>
                  </a:lnTo>
                  <a:lnTo>
                    <a:pt x="407123" y="41694"/>
                  </a:lnTo>
                  <a:lnTo>
                    <a:pt x="407123" y="37541"/>
                  </a:lnTo>
                  <a:close/>
                </a:path>
                <a:path w="431165" h="1273810">
                  <a:moveTo>
                    <a:pt x="417156" y="40386"/>
                  </a:moveTo>
                  <a:lnTo>
                    <a:pt x="415315" y="38684"/>
                  </a:lnTo>
                  <a:lnTo>
                    <a:pt x="410819" y="38684"/>
                  </a:lnTo>
                  <a:lnTo>
                    <a:pt x="409079" y="40386"/>
                  </a:lnTo>
                  <a:lnTo>
                    <a:pt x="409079" y="44856"/>
                  </a:lnTo>
                  <a:lnTo>
                    <a:pt x="410819" y="46507"/>
                  </a:lnTo>
                  <a:lnTo>
                    <a:pt x="413131" y="46507"/>
                  </a:lnTo>
                  <a:lnTo>
                    <a:pt x="415315" y="46507"/>
                  </a:lnTo>
                  <a:lnTo>
                    <a:pt x="417156" y="44856"/>
                  </a:lnTo>
                  <a:lnTo>
                    <a:pt x="417156" y="40386"/>
                  </a:lnTo>
                  <a:close/>
                </a:path>
                <a:path w="431165" h="1273810">
                  <a:moveTo>
                    <a:pt x="424954" y="47142"/>
                  </a:moveTo>
                  <a:lnTo>
                    <a:pt x="423075" y="45440"/>
                  </a:lnTo>
                  <a:lnTo>
                    <a:pt x="418706" y="45440"/>
                  </a:lnTo>
                  <a:lnTo>
                    <a:pt x="416941" y="47142"/>
                  </a:lnTo>
                  <a:lnTo>
                    <a:pt x="416941" y="51600"/>
                  </a:lnTo>
                  <a:lnTo>
                    <a:pt x="418706" y="53225"/>
                  </a:lnTo>
                  <a:lnTo>
                    <a:pt x="421005" y="53225"/>
                  </a:lnTo>
                  <a:lnTo>
                    <a:pt x="423075" y="53225"/>
                  </a:lnTo>
                  <a:lnTo>
                    <a:pt x="424954" y="51600"/>
                  </a:lnTo>
                  <a:lnTo>
                    <a:pt x="424954" y="47142"/>
                  </a:lnTo>
                  <a:close/>
                </a:path>
                <a:path w="431165" h="1273810">
                  <a:moveTo>
                    <a:pt x="428637" y="75158"/>
                  </a:moveTo>
                  <a:lnTo>
                    <a:pt x="426923" y="73393"/>
                  </a:lnTo>
                  <a:lnTo>
                    <a:pt x="424726" y="73393"/>
                  </a:lnTo>
                  <a:lnTo>
                    <a:pt x="422478" y="73393"/>
                  </a:lnTo>
                  <a:lnTo>
                    <a:pt x="420598" y="75158"/>
                  </a:lnTo>
                  <a:lnTo>
                    <a:pt x="420598" y="79552"/>
                  </a:lnTo>
                  <a:lnTo>
                    <a:pt x="422478" y="81330"/>
                  </a:lnTo>
                  <a:lnTo>
                    <a:pt x="426923" y="81330"/>
                  </a:lnTo>
                  <a:lnTo>
                    <a:pt x="428637" y="79552"/>
                  </a:lnTo>
                  <a:lnTo>
                    <a:pt x="428637" y="75158"/>
                  </a:lnTo>
                  <a:close/>
                </a:path>
                <a:path w="431165" h="1273810">
                  <a:moveTo>
                    <a:pt x="429285" y="56184"/>
                  </a:moveTo>
                  <a:lnTo>
                    <a:pt x="427507" y="54317"/>
                  </a:lnTo>
                  <a:lnTo>
                    <a:pt x="423075" y="54317"/>
                  </a:lnTo>
                  <a:lnTo>
                    <a:pt x="421360" y="56184"/>
                  </a:lnTo>
                  <a:lnTo>
                    <a:pt x="421360" y="58331"/>
                  </a:lnTo>
                  <a:lnTo>
                    <a:pt x="421360" y="60502"/>
                  </a:lnTo>
                  <a:lnTo>
                    <a:pt x="423075" y="62306"/>
                  </a:lnTo>
                  <a:lnTo>
                    <a:pt x="427507" y="62306"/>
                  </a:lnTo>
                  <a:lnTo>
                    <a:pt x="429285" y="60502"/>
                  </a:lnTo>
                  <a:lnTo>
                    <a:pt x="429285" y="56184"/>
                  </a:lnTo>
                  <a:close/>
                </a:path>
                <a:path w="431165" h="1273810">
                  <a:moveTo>
                    <a:pt x="430644" y="65735"/>
                  </a:moveTo>
                  <a:lnTo>
                    <a:pt x="428879" y="63995"/>
                  </a:lnTo>
                  <a:lnTo>
                    <a:pt x="426631" y="63995"/>
                  </a:lnTo>
                  <a:lnTo>
                    <a:pt x="424510" y="63995"/>
                  </a:lnTo>
                  <a:lnTo>
                    <a:pt x="422579" y="65735"/>
                  </a:lnTo>
                  <a:lnTo>
                    <a:pt x="422579" y="70129"/>
                  </a:lnTo>
                  <a:lnTo>
                    <a:pt x="424510" y="71742"/>
                  </a:lnTo>
                  <a:lnTo>
                    <a:pt x="428879" y="71742"/>
                  </a:lnTo>
                  <a:lnTo>
                    <a:pt x="430644" y="70129"/>
                  </a:lnTo>
                  <a:lnTo>
                    <a:pt x="430644" y="65735"/>
                  </a:lnTo>
                  <a:close/>
                </a:path>
              </a:pathLst>
            </a:custGeom>
            <a:solidFill>
              <a:srgbClr val="FFFFFF"/>
            </a:solidFill>
          </p:spPr>
          <p:txBody>
            <a:bodyPr wrap="square" lIns="0" tIns="0" rIns="0" bIns="0" rtlCol="0"/>
            <a:lstStyle/>
            <a:p>
              <a:endParaRPr/>
            </a:p>
          </p:txBody>
        </p:sp>
        <p:pic>
          <p:nvPicPr>
            <p:cNvPr id="4" name="object 4"/>
            <p:cNvPicPr>
              <a:picLocks noGrp="1" noRot="1" noMove="1" noResize="1" noEditPoints="1" noAdjustHandles="1" noChangeArrowheads="1" noChangeShapeType="1" noCrop="1"/>
            </p:cNvPicPr>
            <p:nvPr/>
          </p:nvPicPr>
          <p:blipFill>
            <a:blip r:embed="rId3" cstate="print"/>
            <a:stretch>
              <a:fillRect/>
            </a:stretch>
          </p:blipFill>
          <p:spPr>
            <a:xfrm>
              <a:off x="859313" y="758855"/>
              <a:ext cx="127684" cy="138549"/>
            </a:xfrm>
            <a:prstGeom prst="rect">
              <a:avLst/>
            </a:prstGeom>
          </p:spPr>
        </p:pic>
        <p:sp>
          <p:nvSpPr>
            <p:cNvPr id="5" name="object 5"/>
            <p:cNvSpPr>
              <a:spLocks noGrp="1" noRot="1" noMove="1" noResize="1" noEditPoints="1" noAdjustHandles="1" noChangeArrowheads="1" noChangeShapeType="1"/>
            </p:cNvSpPr>
            <p:nvPr/>
          </p:nvSpPr>
          <p:spPr>
            <a:xfrm>
              <a:off x="750720" y="833538"/>
              <a:ext cx="382905" cy="100965"/>
            </a:xfrm>
            <a:custGeom>
              <a:avLst/>
              <a:gdLst/>
              <a:ahLst/>
              <a:cxnLst/>
              <a:rect l="l" t="t" r="r" b="b"/>
              <a:pathLst>
                <a:path w="382905" h="100965">
                  <a:moveTo>
                    <a:pt x="191296" y="100680"/>
                  </a:moveTo>
                  <a:lnTo>
                    <a:pt x="141980" y="95797"/>
                  </a:lnTo>
                  <a:lnTo>
                    <a:pt x="116222" y="66004"/>
                  </a:lnTo>
                  <a:lnTo>
                    <a:pt x="108211" y="49550"/>
                  </a:lnTo>
                  <a:lnTo>
                    <a:pt x="108211" y="38518"/>
                  </a:lnTo>
                  <a:lnTo>
                    <a:pt x="119910" y="28106"/>
                  </a:lnTo>
                  <a:lnTo>
                    <a:pt x="109483" y="30361"/>
                  </a:lnTo>
                  <a:lnTo>
                    <a:pt x="98933" y="35024"/>
                  </a:lnTo>
                  <a:lnTo>
                    <a:pt x="88336" y="41244"/>
                  </a:lnTo>
                  <a:lnTo>
                    <a:pt x="61533" y="58575"/>
                  </a:lnTo>
                  <a:lnTo>
                    <a:pt x="47923" y="65679"/>
                  </a:lnTo>
                  <a:lnTo>
                    <a:pt x="41178" y="67616"/>
                  </a:lnTo>
                  <a:lnTo>
                    <a:pt x="28212" y="67616"/>
                  </a:lnTo>
                  <a:lnTo>
                    <a:pt x="6506" y="51161"/>
                  </a:lnTo>
                  <a:lnTo>
                    <a:pt x="348" y="48403"/>
                  </a:lnTo>
                  <a:lnTo>
                    <a:pt x="0" y="47551"/>
                  </a:lnTo>
                  <a:lnTo>
                    <a:pt x="522" y="45924"/>
                  </a:lnTo>
                  <a:lnTo>
                    <a:pt x="1409" y="45521"/>
                  </a:lnTo>
                  <a:lnTo>
                    <a:pt x="2216" y="45769"/>
                  </a:lnTo>
                  <a:lnTo>
                    <a:pt x="16212" y="46242"/>
                  </a:lnTo>
                  <a:lnTo>
                    <a:pt x="31341" y="41314"/>
                  </a:lnTo>
                  <a:lnTo>
                    <a:pt x="47137" y="32831"/>
                  </a:lnTo>
                  <a:lnTo>
                    <a:pt x="76300" y="14203"/>
                  </a:lnTo>
                  <a:lnTo>
                    <a:pt x="88981" y="6966"/>
                  </a:lnTo>
                  <a:lnTo>
                    <a:pt x="101041" y="1905"/>
                  </a:lnTo>
                  <a:lnTo>
                    <a:pt x="112343" y="0"/>
                  </a:lnTo>
                  <a:lnTo>
                    <a:pt x="117662" y="0"/>
                  </a:lnTo>
                  <a:lnTo>
                    <a:pt x="122364" y="1146"/>
                  </a:lnTo>
                  <a:lnTo>
                    <a:pt x="131531" y="5965"/>
                  </a:lnTo>
                  <a:lnTo>
                    <a:pt x="135346" y="10365"/>
                  </a:lnTo>
                  <a:lnTo>
                    <a:pt x="140223" y="21846"/>
                  </a:lnTo>
                  <a:lnTo>
                    <a:pt x="148946" y="35527"/>
                  </a:lnTo>
                  <a:lnTo>
                    <a:pt x="148946" y="41756"/>
                  </a:lnTo>
                  <a:lnTo>
                    <a:pt x="147870" y="44080"/>
                  </a:lnTo>
                  <a:lnTo>
                    <a:pt x="143136" y="48171"/>
                  </a:lnTo>
                  <a:lnTo>
                    <a:pt x="127526" y="56026"/>
                  </a:lnTo>
                  <a:lnTo>
                    <a:pt x="127272" y="58908"/>
                  </a:lnTo>
                  <a:lnTo>
                    <a:pt x="171766" y="68448"/>
                  </a:lnTo>
                  <a:lnTo>
                    <a:pt x="191296" y="69242"/>
                  </a:lnTo>
                  <a:lnTo>
                    <a:pt x="201286" y="69039"/>
                  </a:lnTo>
                  <a:lnTo>
                    <a:pt x="243526" y="63080"/>
                  </a:lnTo>
                  <a:lnTo>
                    <a:pt x="255511" y="59016"/>
                  </a:lnTo>
                  <a:lnTo>
                    <a:pt x="255020" y="57064"/>
                  </a:lnTo>
                  <a:lnTo>
                    <a:pt x="242307" y="50650"/>
                  </a:lnTo>
                  <a:lnTo>
                    <a:pt x="239441" y="48682"/>
                  </a:lnTo>
                  <a:lnTo>
                    <a:pt x="234945" y="44251"/>
                  </a:lnTo>
                  <a:lnTo>
                    <a:pt x="233726" y="41756"/>
                  </a:lnTo>
                  <a:lnTo>
                    <a:pt x="233726" y="35527"/>
                  </a:lnTo>
                  <a:lnTo>
                    <a:pt x="242560" y="21846"/>
                  </a:lnTo>
                  <a:lnTo>
                    <a:pt x="247389" y="10365"/>
                  </a:lnTo>
                  <a:lnTo>
                    <a:pt x="251236" y="5965"/>
                  </a:lnTo>
                  <a:lnTo>
                    <a:pt x="256096" y="3176"/>
                  </a:lnTo>
                  <a:lnTo>
                    <a:pt x="260260" y="1146"/>
                  </a:lnTo>
                  <a:lnTo>
                    <a:pt x="264962" y="0"/>
                  </a:lnTo>
                  <a:lnTo>
                    <a:pt x="270424" y="0"/>
                  </a:lnTo>
                  <a:lnTo>
                    <a:pt x="281660" y="1905"/>
                  </a:lnTo>
                  <a:lnTo>
                    <a:pt x="293697" y="6966"/>
                  </a:lnTo>
                  <a:lnTo>
                    <a:pt x="306376" y="14203"/>
                  </a:lnTo>
                  <a:lnTo>
                    <a:pt x="335500" y="32831"/>
                  </a:lnTo>
                  <a:lnTo>
                    <a:pt x="351306" y="41314"/>
                  </a:lnTo>
                  <a:lnTo>
                    <a:pt x="366475" y="46242"/>
                  </a:lnTo>
                  <a:lnTo>
                    <a:pt x="380535" y="45769"/>
                  </a:lnTo>
                  <a:lnTo>
                    <a:pt x="381311" y="45521"/>
                  </a:lnTo>
                  <a:lnTo>
                    <a:pt x="382182" y="45924"/>
                  </a:lnTo>
                  <a:lnTo>
                    <a:pt x="382467" y="46683"/>
                  </a:lnTo>
                  <a:lnTo>
                    <a:pt x="382688" y="47551"/>
                  </a:lnTo>
                  <a:lnTo>
                    <a:pt x="382324" y="48403"/>
                  </a:lnTo>
                  <a:lnTo>
                    <a:pt x="376166" y="51083"/>
                  </a:lnTo>
                  <a:lnTo>
                    <a:pt x="354460" y="67616"/>
                  </a:lnTo>
                  <a:lnTo>
                    <a:pt x="341510" y="67616"/>
                  </a:lnTo>
                  <a:lnTo>
                    <a:pt x="334860" y="65679"/>
                  </a:lnTo>
                  <a:lnTo>
                    <a:pt x="319456" y="57715"/>
                  </a:lnTo>
                  <a:lnTo>
                    <a:pt x="294434" y="41212"/>
                  </a:lnTo>
                  <a:lnTo>
                    <a:pt x="283777" y="34995"/>
                  </a:lnTo>
                  <a:lnTo>
                    <a:pt x="273188" y="30350"/>
                  </a:lnTo>
                  <a:lnTo>
                    <a:pt x="262746" y="28106"/>
                  </a:lnTo>
                  <a:lnTo>
                    <a:pt x="274968" y="38936"/>
                  </a:lnTo>
                  <a:lnTo>
                    <a:pt x="274968" y="49704"/>
                  </a:lnTo>
                  <a:lnTo>
                    <a:pt x="271216" y="56599"/>
                  </a:lnTo>
                  <a:lnTo>
                    <a:pt x="266593" y="66004"/>
                  </a:lnTo>
                  <a:lnTo>
                    <a:pt x="261099" y="86999"/>
                  </a:lnTo>
                  <a:lnTo>
                    <a:pt x="251078" y="92034"/>
                  </a:lnTo>
                  <a:lnTo>
                    <a:pt x="240766" y="95797"/>
                  </a:lnTo>
                  <a:lnTo>
                    <a:pt x="227326" y="98501"/>
                  </a:lnTo>
                  <a:lnTo>
                    <a:pt x="210816" y="100133"/>
                  </a:lnTo>
                  <a:lnTo>
                    <a:pt x="191296" y="100680"/>
                  </a:lnTo>
                  <a:close/>
                </a:path>
              </a:pathLst>
            </a:custGeom>
            <a:solidFill>
              <a:srgbClr val="FFFFFF"/>
            </a:solidFill>
          </p:spPr>
          <p:txBody>
            <a:bodyPr wrap="square" lIns="0" tIns="0" rIns="0" bIns="0" rtlCol="0"/>
            <a:lstStyle/>
            <a:p>
              <a:endParaRPr/>
            </a:p>
          </p:txBody>
        </p:sp>
        <p:pic>
          <p:nvPicPr>
            <p:cNvPr id="6" name="object 6"/>
            <p:cNvPicPr>
              <a:picLocks noGrp="1" noRot="1" noMove="1" noResize="1" noEditPoints="1" noAdjustHandles="1" noChangeArrowheads="1" noChangeShapeType="1" noCrop="1"/>
            </p:cNvPicPr>
            <p:nvPr/>
          </p:nvPicPr>
          <p:blipFill>
            <a:blip r:embed="rId4" cstate="print"/>
            <a:stretch>
              <a:fillRect/>
            </a:stretch>
          </p:blipFill>
          <p:spPr>
            <a:xfrm>
              <a:off x="864000" y="607992"/>
              <a:ext cx="162906" cy="217170"/>
            </a:xfrm>
            <a:prstGeom prst="rect">
              <a:avLst/>
            </a:prstGeom>
          </p:spPr>
        </p:pic>
        <p:sp>
          <p:nvSpPr>
            <p:cNvPr id="7" name="object 7"/>
            <p:cNvSpPr>
              <a:spLocks noGrp="1" noRot="1" noMove="1" noResize="1" noEditPoints="1" noAdjustHandles="1" noChangeArrowheads="1" noChangeShapeType="1"/>
            </p:cNvSpPr>
            <p:nvPr/>
          </p:nvSpPr>
          <p:spPr>
            <a:xfrm>
              <a:off x="702043" y="546036"/>
              <a:ext cx="492759" cy="325120"/>
            </a:xfrm>
            <a:custGeom>
              <a:avLst/>
              <a:gdLst/>
              <a:ahLst/>
              <a:cxnLst/>
              <a:rect l="l" t="t" r="r" b="b"/>
              <a:pathLst>
                <a:path w="492759" h="325119">
                  <a:moveTo>
                    <a:pt x="71945" y="28511"/>
                  </a:moveTo>
                  <a:lnTo>
                    <a:pt x="70612" y="27266"/>
                  </a:lnTo>
                  <a:lnTo>
                    <a:pt x="67449" y="27266"/>
                  </a:lnTo>
                  <a:lnTo>
                    <a:pt x="66065" y="28511"/>
                  </a:lnTo>
                  <a:lnTo>
                    <a:pt x="66065" y="31661"/>
                  </a:lnTo>
                  <a:lnTo>
                    <a:pt x="67449" y="32893"/>
                  </a:lnTo>
                  <a:lnTo>
                    <a:pt x="70612" y="32893"/>
                  </a:lnTo>
                  <a:lnTo>
                    <a:pt x="71945" y="31661"/>
                  </a:lnTo>
                  <a:lnTo>
                    <a:pt x="71945" y="30048"/>
                  </a:lnTo>
                  <a:lnTo>
                    <a:pt x="71945" y="28511"/>
                  </a:lnTo>
                  <a:close/>
                </a:path>
                <a:path w="492759" h="325119">
                  <a:moveTo>
                    <a:pt x="73012" y="36055"/>
                  </a:moveTo>
                  <a:lnTo>
                    <a:pt x="71653" y="34772"/>
                  </a:lnTo>
                  <a:lnTo>
                    <a:pt x="68478" y="34772"/>
                  </a:lnTo>
                  <a:lnTo>
                    <a:pt x="67106" y="36055"/>
                  </a:lnTo>
                  <a:lnTo>
                    <a:pt x="67106" y="39103"/>
                  </a:lnTo>
                  <a:lnTo>
                    <a:pt x="68478" y="40513"/>
                  </a:lnTo>
                  <a:lnTo>
                    <a:pt x="71653" y="40513"/>
                  </a:lnTo>
                  <a:lnTo>
                    <a:pt x="73012" y="39103"/>
                  </a:lnTo>
                  <a:lnTo>
                    <a:pt x="73012" y="37490"/>
                  </a:lnTo>
                  <a:lnTo>
                    <a:pt x="73012" y="36055"/>
                  </a:lnTo>
                  <a:close/>
                </a:path>
                <a:path w="492759" h="325119">
                  <a:moveTo>
                    <a:pt x="76466" y="22326"/>
                  </a:moveTo>
                  <a:lnTo>
                    <a:pt x="75107" y="21132"/>
                  </a:lnTo>
                  <a:lnTo>
                    <a:pt x="71945" y="21132"/>
                  </a:lnTo>
                  <a:lnTo>
                    <a:pt x="70688" y="22326"/>
                  </a:lnTo>
                  <a:lnTo>
                    <a:pt x="70688" y="25438"/>
                  </a:lnTo>
                  <a:lnTo>
                    <a:pt x="71945" y="26771"/>
                  </a:lnTo>
                  <a:lnTo>
                    <a:pt x="73596" y="26771"/>
                  </a:lnTo>
                  <a:lnTo>
                    <a:pt x="75107" y="26771"/>
                  </a:lnTo>
                  <a:lnTo>
                    <a:pt x="76466" y="25438"/>
                  </a:lnTo>
                  <a:lnTo>
                    <a:pt x="76466" y="22326"/>
                  </a:lnTo>
                  <a:close/>
                </a:path>
                <a:path w="492759" h="325119">
                  <a:moveTo>
                    <a:pt x="84124" y="21856"/>
                  </a:moveTo>
                  <a:lnTo>
                    <a:pt x="82880" y="20637"/>
                  </a:lnTo>
                  <a:lnTo>
                    <a:pt x="79679" y="20637"/>
                  </a:lnTo>
                  <a:lnTo>
                    <a:pt x="78409" y="21856"/>
                  </a:lnTo>
                  <a:lnTo>
                    <a:pt x="78409" y="24993"/>
                  </a:lnTo>
                  <a:lnTo>
                    <a:pt x="79679" y="26327"/>
                  </a:lnTo>
                  <a:lnTo>
                    <a:pt x="81229" y="26327"/>
                  </a:lnTo>
                  <a:lnTo>
                    <a:pt x="82880" y="26327"/>
                  </a:lnTo>
                  <a:lnTo>
                    <a:pt x="84124" y="24993"/>
                  </a:lnTo>
                  <a:lnTo>
                    <a:pt x="84124" y="21856"/>
                  </a:lnTo>
                  <a:close/>
                </a:path>
                <a:path w="492759" h="325119">
                  <a:moveTo>
                    <a:pt x="94157" y="24358"/>
                  </a:moveTo>
                  <a:lnTo>
                    <a:pt x="94043" y="20967"/>
                  </a:lnTo>
                  <a:lnTo>
                    <a:pt x="93319" y="19939"/>
                  </a:lnTo>
                  <a:lnTo>
                    <a:pt x="92087" y="19316"/>
                  </a:lnTo>
                  <a:lnTo>
                    <a:pt x="90779" y="18237"/>
                  </a:lnTo>
                  <a:lnTo>
                    <a:pt x="89103" y="16637"/>
                  </a:lnTo>
                  <a:lnTo>
                    <a:pt x="88595" y="16052"/>
                  </a:lnTo>
                  <a:lnTo>
                    <a:pt x="88112" y="15494"/>
                  </a:lnTo>
                  <a:lnTo>
                    <a:pt x="88163" y="15341"/>
                  </a:lnTo>
                  <a:lnTo>
                    <a:pt x="88265" y="15113"/>
                  </a:lnTo>
                  <a:lnTo>
                    <a:pt x="93243" y="15494"/>
                  </a:lnTo>
                  <a:lnTo>
                    <a:pt x="93179" y="15341"/>
                  </a:lnTo>
                  <a:lnTo>
                    <a:pt x="93091" y="15113"/>
                  </a:lnTo>
                  <a:lnTo>
                    <a:pt x="92456" y="13474"/>
                  </a:lnTo>
                  <a:lnTo>
                    <a:pt x="91262" y="10426"/>
                  </a:lnTo>
                  <a:lnTo>
                    <a:pt x="87731" y="13474"/>
                  </a:lnTo>
                  <a:lnTo>
                    <a:pt x="87363" y="13474"/>
                  </a:lnTo>
                  <a:lnTo>
                    <a:pt x="87083" y="8115"/>
                  </a:lnTo>
                  <a:lnTo>
                    <a:pt x="82042" y="9906"/>
                  </a:lnTo>
                  <a:lnTo>
                    <a:pt x="85382" y="13995"/>
                  </a:lnTo>
                  <a:lnTo>
                    <a:pt x="85242" y="14224"/>
                  </a:lnTo>
                  <a:lnTo>
                    <a:pt x="85242" y="14376"/>
                  </a:lnTo>
                  <a:lnTo>
                    <a:pt x="80759" y="14630"/>
                  </a:lnTo>
                  <a:lnTo>
                    <a:pt x="83185" y="19697"/>
                  </a:lnTo>
                  <a:lnTo>
                    <a:pt x="86080" y="16052"/>
                  </a:lnTo>
                  <a:lnTo>
                    <a:pt x="86220" y="16052"/>
                  </a:lnTo>
                  <a:lnTo>
                    <a:pt x="86347" y="16637"/>
                  </a:lnTo>
                  <a:lnTo>
                    <a:pt x="86588" y="17881"/>
                  </a:lnTo>
                  <a:lnTo>
                    <a:pt x="86715" y="19697"/>
                  </a:lnTo>
                  <a:lnTo>
                    <a:pt x="86791" y="24358"/>
                  </a:lnTo>
                  <a:lnTo>
                    <a:pt x="88392" y="26060"/>
                  </a:lnTo>
                  <a:lnTo>
                    <a:pt x="92506" y="26060"/>
                  </a:lnTo>
                  <a:lnTo>
                    <a:pt x="94157" y="24358"/>
                  </a:lnTo>
                  <a:close/>
                </a:path>
                <a:path w="492759" h="325119">
                  <a:moveTo>
                    <a:pt x="100431" y="15557"/>
                  </a:moveTo>
                  <a:lnTo>
                    <a:pt x="99174" y="14630"/>
                  </a:lnTo>
                  <a:lnTo>
                    <a:pt x="98107" y="13474"/>
                  </a:lnTo>
                  <a:lnTo>
                    <a:pt x="96126" y="13474"/>
                  </a:lnTo>
                  <a:lnTo>
                    <a:pt x="95008" y="14630"/>
                  </a:lnTo>
                  <a:lnTo>
                    <a:pt x="93941" y="15557"/>
                  </a:lnTo>
                  <a:lnTo>
                    <a:pt x="93941" y="17360"/>
                  </a:lnTo>
                  <a:lnTo>
                    <a:pt x="95084" y="18605"/>
                  </a:lnTo>
                  <a:lnTo>
                    <a:pt x="96126" y="19685"/>
                  </a:lnTo>
                  <a:lnTo>
                    <a:pt x="98107" y="19685"/>
                  </a:lnTo>
                  <a:lnTo>
                    <a:pt x="99174" y="18516"/>
                  </a:lnTo>
                  <a:lnTo>
                    <a:pt x="100431" y="17360"/>
                  </a:lnTo>
                  <a:lnTo>
                    <a:pt x="100431" y="15557"/>
                  </a:lnTo>
                  <a:close/>
                </a:path>
                <a:path w="492759" h="325119">
                  <a:moveTo>
                    <a:pt x="106845" y="10795"/>
                  </a:moveTo>
                  <a:lnTo>
                    <a:pt x="105765" y="9817"/>
                  </a:lnTo>
                  <a:lnTo>
                    <a:pt x="104559" y="8572"/>
                  </a:lnTo>
                  <a:lnTo>
                    <a:pt x="102730" y="8572"/>
                  </a:lnTo>
                  <a:lnTo>
                    <a:pt x="101536" y="9817"/>
                  </a:lnTo>
                  <a:lnTo>
                    <a:pt x="100457" y="10795"/>
                  </a:lnTo>
                  <a:lnTo>
                    <a:pt x="100457" y="12661"/>
                  </a:lnTo>
                  <a:lnTo>
                    <a:pt x="101536" y="13906"/>
                  </a:lnTo>
                  <a:lnTo>
                    <a:pt x="102730" y="14859"/>
                  </a:lnTo>
                  <a:lnTo>
                    <a:pt x="104559" y="14859"/>
                  </a:lnTo>
                  <a:lnTo>
                    <a:pt x="105765" y="13906"/>
                  </a:lnTo>
                  <a:lnTo>
                    <a:pt x="106845" y="12661"/>
                  </a:lnTo>
                  <a:lnTo>
                    <a:pt x="106845" y="10795"/>
                  </a:lnTo>
                  <a:close/>
                </a:path>
                <a:path w="492759" h="325119">
                  <a:moveTo>
                    <a:pt x="114452" y="12128"/>
                  </a:moveTo>
                  <a:lnTo>
                    <a:pt x="113347" y="10960"/>
                  </a:lnTo>
                  <a:lnTo>
                    <a:pt x="112191" y="9906"/>
                  </a:lnTo>
                  <a:lnTo>
                    <a:pt x="110337" y="9906"/>
                  </a:lnTo>
                  <a:lnTo>
                    <a:pt x="109321" y="10960"/>
                  </a:lnTo>
                  <a:lnTo>
                    <a:pt x="108089" y="12128"/>
                  </a:lnTo>
                  <a:lnTo>
                    <a:pt x="108216" y="13995"/>
                  </a:lnTo>
                  <a:lnTo>
                    <a:pt x="110464" y="16052"/>
                  </a:lnTo>
                  <a:lnTo>
                    <a:pt x="112318" y="16052"/>
                  </a:lnTo>
                  <a:lnTo>
                    <a:pt x="113347" y="15024"/>
                  </a:lnTo>
                  <a:lnTo>
                    <a:pt x="114452" y="13995"/>
                  </a:lnTo>
                  <a:lnTo>
                    <a:pt x="114452" y="12128"/>
                  </a:lnTo>
                  <a:close/>
                </a:path>
                <a:path w="492759" h="325119">
                  <a:moveTo>
                    <a:pt x="118529" y="23126"/>
                  </a:moveTo>
                  <a:lnTo>
                    <a:pt x="114071" y="23393"/>
                  </a:lnTo>
                  <a:lnTo>
                    <a:pt x="115328" y="25158"/>
                  </a:lnTo>
                  <a:lnTo>
                    <a:pt x="115722" y="25984"/>
                  </a:lnTo>
                  <a:lnTo>
                    <a:pt x="115836" y="27457"/>
                  </a:lnTo>
                  <a:lnTo>
                    <a:pt x="115011" y="27051"/>
                  </a:lnTo>
                  <a:lnTo>
                    <a:pt x="113855" y="26162"/>
                  </a:lnTo>
                  <a:lnTo>
                    <a:pt x="112826" y="24726"/>
                  </a:lnTo>
                  <a:lnTo>
                    <a:pt x="112941" y="26162"/>
                  </a:lnTo>
                  <a:lnTo>
                    <a:pt x="113042" y="27457"/>
                  </a:lnTo>
                  <a:lnTo>
                    <a:pt x="113157" y="28829"/>
                  </a:lnTo>
                  <a:lnTo>
                    <a:pt x="113258" y="30035"/>
                  </a:lnTo>
                  <a:lnTo>
                    <a:pt x="113322" y="30848"/>
                  </a:lnTo>
                  <a:lnTo>
                    <a:pt x="113398" y="31127"/>
                  </a:lnTo>
                  <a:lnTo>
                    <a:pt x="114071" y="30035"/>
                  </a:lnTo>
                  <a:lnTo>
                    <a:pt x="114198" y="29908"/>
                  </a:lnTo>
                  <a:lnTo>
                    <a:pt x="114782" y="29235"/>
                  </a:lnTo>
                  <a:lnTo>
                    <a:pt x="115836" y="28829"/>
                  </a:lnTo>
                  <a:lnTo>
                    <a:pt x="115722" y="31127"/>
                  </a:lnTo>
                  <a:lnTo>
                    <a:pt x="115608" y="33248"/>
                  </a:lnTo>
                  <a:lnTo>
                    <a:pt x="113855" y="34925"/>
                  </a:lnTo>
                  <a:lnTo>
                    <a:pt x="112318" y="35242"/>
                  </a:lnTo>
                  <a:lnTo>
                    <a:pt x="111023" y="35496"/>
                  </a:lnTo>
                  <a:lnTo>
                    <a:pt x="110426" y="35496"/>
                  </a:lnTo>
                  <a:lnTo>
                    <a:pt x="109093" y="34429"/>
                  </a:lnTo>
                  <a:lnTo>
                    <a:pt x="109029" y="34036"/>
                  </a:lnTo>
                  <a:lnTo>
                    <a:pt x="108940" y="33528"/>
                  </a:lnTo>
                  <a:lnTo>
                    <a:pt x="108889" y="33248"/>
                  </a:lnTo>
                  <a:lnTo>
                    <a:pt x="108775" y="32537"/>
                  </a:lnTo>
                  <a:lnTo>
                    <a:pt x="108534" y="31127"/>
                  </a:lnTo>
                  <a:lnTo>
                    <a:pt x="108915" y="30848"/>
                  </a:lnTo>
                  <a:lnTo>
                    <a:pt x="110197" y="29908"/>
                  </a:lnTo>
                  <a:lnTo>
                    <a:pt x="112014" y="31648"/>
                  </a:lnTo>
                  <a:lnTo>
                    <a:pt x="112039" y="31369"/>
                  </a:lnTo>
                  <a:lnTo>
                    <a:pt x="112153" y="29908"/>
                  </a:lnTo>
                  <a:lnTo>
                    <a:pt x="112191" y="29489"/>
                  </a:lnTo>
                  <a:lnTo>
                    <a:pt x="112204" y="29235"/>
                  </a:lnTo>
                  <a:lnTo>
                    <a:pt x="112318" y="27774"/>
                  </a:lnTo>
                  <a:lnTo>
                    <a:pt x="109004" y="27774"/>
                  </a:lnTo>
                  <a:lnTo>
                    <a:pt x="107619" y="29235"/>
                  </a:lnTo>
                  <a:lnTo>
                    <a:pt x="109321" y="25615"/>
                  </a:lnTo>
                  <a:lnTo>
                    <a:pt x="109207" y="25158"/>
                  </a:lnTo>
                  <a:lnTo>
                    <a:pt x="109080" y="24726"/>
                  </a:lnTo>
                  <a:lnTo>
                    <a:pt x="109029" y="24561"/>
                  </a:lnTo>
                  <a:lnTo>
                    <a:pt x="108597" y="22974"/>
                  </a:lnTo>
                  <a:lnTo>
                    <a:pt x="105181" y="21132"/>
                  </a:lnTo>
                  <a:lnTo>
                    <a:pt x="102971" y="24561"/>
                  </a:lnTo>
                  <a:lnTo>
                    <a:pt x="103035" y="24726"/>
                  </a:lnTo>
                  <a:lnTo>
                    <a:pt x="103911" y="27051"/>
                  </a:lnTo>
                  <a:lnTo>
                    <a:pt x="106489" y="29489"/>
                  </a:lnTo>
                  <a:lnTo>
                    <a:pt x="103911" y="28333"/>
                  </a:lnTo>
                  <a:lnTo>
                    <a:pt x="101536" y="30492"/>
                  </a:lnTo>
                  <a:lnTo>
                    <a:pt x="103911" y="33528"/>
                  </a:lnTo>
                  <a:lnTo>
                    <a:pt x="103962" y="33248"/>
                  </a:lnTo>
                  <a:lnTo>
                    <a:pt x="104432" y="30848"/>
                  </a:lnTo>
                  <a:lnTo>
                    <a:pt x="106730" y="31369"/>
                  </a:lnTo>
                  <a:lnTo>
                    <a:pt x="106794" y="31648"/>
                  </a:lnTo>
                  <a:lnTo>
                    <a:pt x="107632" y="35242"/>
                  </a:lnTo>
                  <a:lnTo>
                    <a:pt x="105879" y="37414"/>
                  </a:lnTo>
                  <a:lnTo>
                    <a:pt x="99047" y="39535"/>
                  </a:lnTo>
                  <a:lnTo>
                    <a:pt x="98971" y="39382"/>
                  </a:lnTo>
                  <a:lnTo>
                    <a:pt x="97599" y="36906"/>
                  </a:lnTo>
                  <a:lnTo>
                    <a:pt x="96939" y="35496"/>
                  </a:lnTo>
                  <a:lnTo>
                    <a:pt x="96824" y="35242"/>
                  </a:lnTo>
                  <a:lnTo>
                    <a:pt x="96672" y="34925"/>
                  </a:lnTo>
                  <a:lnTo>
                    <a:pt x="96710" y="34683"/>
                  </a:lnTo>
                  <a:lnTo>
                    <a:pt x="97485" y="34188"/>
                  </a:lnTo>
                  <a:lnTo>
                    <a:pt x="99631" y="34429"/>
                  </a:lnTo>
                  <a:lnTo>
                    <a:pt x="101879" y="35737"/>
                  </a:lnTo>
                  <a:lnTo>
                    <a:pt x="102006" y="35737"/>
                  </a:lnTo>
                  <a:lnTo>
                    <a:pt x="101930" y="35496"/>
                  </a:lnTo>
                  <a:lnTo>
                    <a:pt x="101854" y="35242"/>
                  </a:lnTo>
                  <a:lnTo>
                    <a:pt x="101739" y="34925"/>
                  </a:lnTo>
                  <a:lnTo>
                    <a:pt x="101663" y="34683"/>
                  </a:lnTo>
                  <a:lnTo>
                    <a:pt x="101574" y="34429"/>
                  </a:lnTo>
                  <a:lnTo>
                    <a:pt x="101180" y="33248"/>
                  </a:lnTo>
                  <a:lnTo>
                    <a:pt x="99936" y="29489"/>
                  </a:lnTo>
                  <a:lnTo>
                    <a:pt x="99174" y="31648"/>
                  </a:lnTo>
                  <a:lnTo>
                    <a:pt x="98005" y="32537"/>
                  </a:lnTo>
                  <a:lnTo>
                    <a:pt x="98285" y="32537"/>
                  </a:lnTo>
                  <a:lnTo>
                    <a:pt x="96304" y="33248"/>
                  </a:lnTo>
                  <a:lnTo>
                    <a:pt x="96037" y="33248"/>
                  </a:lnTo>
                  <a:lnTo>
                    <a:pt x="96113" y="30848"/>
                  </a:lnTo>
                  <a:lnTo>
                    <a:pt x="97243" y="27774"/>
                  </a:lnTo>
                  <a:lnTo>
                    <a:pt x="89408" y="30848"/>
                  </a:lnTo>
                  <a:lnTo>
                    <a:pt x="92862" y="32537"/>
                  </a:lnTo>
                  <a:lnTo>
                    <a:pt x="93573" y="33248"/>
                  </a:lnTo>
                  <a:lnTo>
                    <a:pt x="94259" y="34036"/>
                  </a:lnTo>
                  <a:lnTo>
                    <a:pt x="94500" y="34036"/>
                  </a:lnTo>
                  <a:lnTo>
                    <a:pt x="92570" y="34683"/>
                  </a:lnTo>
                  <a:lnTo>
                    <a:pt x="91084" y="34925"/>
                  </a:lnTo>
                  <a:lnTo>
                    <a:pt x="88684" y="34036"/>
                  </a:lnTo>
                  <a:lnTo>
                    <a:pt x="91757" y="39992"/>
                  </a:lnTo>
                  <a:lnTo>
                    <a:pt x="91871" y="39535"/>
                  </a:lnTo>
                  <a:lnTo>
                    <a:pt x="91986" y="39103"/>
                  </a:lnTo>
                  <a:lnTo>
                    <a:pt x="92049" y="38862"/>
                  </a:lnTo>
                  <a:lnTo>
                    <a:pt x="92138" y="38557"/>
                  </a:lnTo>
                  <a:lnTo>
                    <a:pt x="92252" y="38125"/>
                  </a:lnTo>
                  <a:lnTo>
                    <a:pt x="92303" y="37922"/>
                  </a:lnTo>
                  <a:lnTo>
                    <a:pt x="92506" y="37134"/>
                  </a:lnTo>
                  <a:lnTo>
                    <a:pt x="93941" y="35496"/>
                  </a:lnTo>
                  <a:lnTo>
                    <a:pt x="95008" y="35496"/>
                  </a:lnTo>
                  <a:lnTo>
                    <a:pt x="95097" y="35737"/>
                  </a:lnTo>
                  <a:lnTo>
                    <a:pt x="96672" y="40513"/>
                  </a:lnTo>
                  <a:lnTo>
                    <a:pt x="92227" y="42557"/>
                  </a:lnTo>
                  <a:lnTo>
                    <a:pt x="91262" y="43154"/>
                  </a:lnTo>
                  <a:lnTo>
                    <a:pt x="90538" y="43548"/>
                  </a:lnTo>
                  <a:lnTo>
                    <a:pt x="89154" y="43548"/>
                  </a:lnTo>
                  <a:lnTo>
                    <a:pt x="87363" y="43307"/>
                  </a:lnTo>
                  <a:lnTo>
                    <a:pt x="87274" y="43154"/>
                  </a:lnTo>
                  <a:lnTo>
                    <a:pt x="86436" y="41821"/>
                  </a:lnTo>
                  <a:lnTo>
                    <a:pt x="85953" y="41008"/>
                  </a:lnTo>
                  <a:lnTo>
                    <a:pt x="85356" y="39992"/>
                  </a:lnTo>
                  <a:lnTo>
                    <a:pt x="85864" y="39103"/>
                  </a:lnTo>
                  <a:lnTo>
                    <a:pt x="86169" y="38557"/>
                  </a:lnTo>
                  <a:lnTo>
                    <a:pt x="86525" y="37922"/>
                  </a:lnTo>
                  <a:lnTo>
                    <a:pt x="88760" y="39535"/>
                  </a:lnTo>
                  <a:lnTo>
                    <a:pt x="88722" y="39103"/>
                  </a:lnTo>
                  <a:lnTo>
                    <a:pt x="88607" y="37922"/>
                  </a:lnTo>
                  <a:lnTo>
                    <a:pt x="88506" y="36906"/>
                  </a:lnTo>
                  <a:lnTo>
                    <a:pt x="88392" y="35737"/>
                  </a:lnTo>
                  <a:lnTo>
                    <a:pt x="85039" y="35737"/>
                  </a:lnTo>
                  <a:lnTo>
                    <a:pt x="84124" y="38557"/>
                  </a:lnTo>
                  <a:lnTo>
                    <a:pt x="84226" y="34683"/>
                  </a:lnTo>
                  <a:lnTo>
                    <a:pt x="83185" y="32537"/>
                  </a:lnTo>
                  <a:lnTo>
                    <a:pt x="79006" y="31369"/>
                  </a:lnTo>
                  <a:lnTo>
                    <a:pt x="78930" y="31648"/>
                  </a:lnTo>
                  <a:lnTo>
                    <a:pt x="78193" y="34429"/>
                  </a:lnTo>
                  <a:lnTo>
                    <a:pt x="78130" y="35496"/>
                  </a:lnTo>
                  <a:lnTo>
                    <a:pt x="79324" y="37414"/>
                  </a:lnTo>
                  <a:lnTo>
                    <a:pt x="83261" y="39103"/>
                  </a:lnTo>
                  <a:lnTo>
                    <a:pt x="81038" y="38862"/>
                  </a:lnTo>
                  <a:lnTo>
                    <a:pt x="78663" y="41008"/>
                  </a:lnTo>
                  <a:lnTo>
                    <a:pt x="81686" y="43548"/>
                  </a:lnTo>
                  <a:lnTo>
                    <a:pt x="81686" y="41351"/>
                  </a:lnTo>
                  <a:lnTo>
                    <a:pt x="83705" y="41008"/>
                  </a:lnTo>
                  <a:lnTo>
                    <a:pt x="84886" y="42557"/>
                  </a:lnTo>
                  <a:lnTo>
                    <a:pt x="85572" y="43548"/>
                  </a:lnTo>
                  <a:lnTo>
                    <a:pt x="85572" y="44246"/>
                  </a:lnTo>
                  <a:lnTo>
                    <a:pt x="85432" y="45504"/>
                  </a:lnTo>
                  <a:lnTo>
                    <a:pt x="83934" y="46558"/>
                  </a:lnTo>
                  <a:lnTo>
                    <a:pt x="82905" y="47244"/>
                  </a:lnTo>
                  <a:lnTo>
                    <a:pt x="80149" y="47244"/>
                  </a:lnTo>
                  <a:lnTo>
                    <a:pt x="76949" y="44246"/>
                  </a:lnTo>
                  <a:lnTo>
                    <a:pt x="77609" y="43967"/>
                  </a:lnTo>
                  <a:lnTo>
                    <a:pt x="78574" y="43967"/>
                  </a:lnTo>
                  <a:lnTo>
                    <a:pt x="79921" y="44246"/>
                  </a:lnTo>
                  <a:lnTo>
                    <a:pt x="80289" y="44246"/>
                  </a:lnTo>
                  <a:lnTo>
                    <a:pt x="80048" y="43967"/>
                  </a:lnTo>
                  <a:lnTo>
                    <a:pt x="79349" y="43154"/>
                  </a:lnTo>
                  <a:lnTo>
                    <a:pt x="76631" y="39992"/>
                  </a:lnTo>
                  <a:lnTo>
                    <a:pt x="76136" y="39535"/>
                  </a:lnTo>
                  <a:lnTo>
                    <a:pt x="76200" y="42557"/>
                  </a:lnTo>
                  <a:lnTo>
                    <a:pt x="75831" y="43154"/>
                  </a:lnTo>
                  <a:lnTo>
                    <a:pt x="74396" y="39992"/>
                  </a:lnTo>
                  <a:lnTo>
                    <a:pt x="74269" y="39382"/>
                  </a:lnTo>
                  <a:lnTo>
                    <a:pt x="71056" y="42075"/>
                  </a:lnTo>
                  <a:lnTo>
                    <a:pt x="70827" y="42075"/>
                  </a:lnTo>
                  <a:lnTo>
                    <a:pt x="74041" y="43967"/>
                  </a:lnTo>
                  <a:lnTo>
                    <a:pt x="77660" y="46913"/>
                  </a:lnTo>
                  <a:lnTo>
                    <a:pt x="81965" y="52768"/>
                  </a:lnTo>
                  <a:lnTo>
                    <a:pt x="86372" y="49885"/>
                  </a:lnTo>
                  <a:lnTo>
                    <a:pt x="92011" y="47244"/>
                  </a:lnTo>
                  <a:lnTo>
                    <a:pt x="94424" y="46113"/>
                  </a:lnTo>
                  <a:lnTo>
                    <a:pt x="99644" y="43967"/>
                  </a:lnTo>
                  <a:lnTo>
                    <a:pt x="100736" y="43548"/>
                  </a:lnTo>
                  <a:lnTo>
                    <a:pt x="104559" y="42075"/>
                  </a:lnTo>
                  <a:lnTo>
                    <a:pt x="112534" y="39535"/>
                  </a:lnTo>
                  <a:lnTo>
                    <a:pt x="113017" y="39382"/>
                  </a:lnTo>
                  <a:lnTo>
                    <a:pt x="118211" y="38125"/>
                  </a:lnTo>
                  <a:lnTo>
                    <a:pt x="118097" y="37414"/>
                  </a:lnTo>
                  <a:lnTo>
                    <a:pt x="118021" y="36906"/>
                  </a:lnTo>
                  <a:lnTo>
                    <a:pt x="117805" y="35496"/>
                  </a:lnTo>
                  <a:lnTo>
                    <a:pt x="117678" y="34683"/>
                  </a:lnTo>
                  <a:lnTo>
                    <a:pt x="117576" y="34036"/>
                  </a:lnTo>
                  <a:lnTo>
                    <a:pt x="117462" y="33248"/>
                  </a:lnTo>
                  <a:lnTo>
                    <a:pt x="117348" y="32537"/>
                  </a:lnTo>
                  <a:lnTo>
                    <a:pt x="117208" y="31648"/>
                  </a:lnTo>
                  <a:lnTo>
                    <a:pt x="117271" y="30035"/>
                  </a:lnTo>
                  <a:lnTo>
                    <a:pt x="117335" y="29489"/>
                  </a:lnTo>
                  <a:lnTo>
                    <a:pt x="117424" y="28829"/>
                  </a:lnTo>
                  <a:lnTo>
                    <a:pt x="117487" y="28333"/>
                  </a:lnTo>
                  <a:lnTo>
                    <a:pt x="117602" y="27457"/>
                  </a:lnTo>
                  <a:lnTo>
                    <a:pt x="117690" y="26771"/>
                  </a:lnTo>
                  <a:lnTo>
                    <a:pt x="118529" y="23126"/>
                  </a:lnTo>
                  <a:close/>
                </a:path>
                <a:path w="492759" h="325119">
                  <a:moveTo>
                    <a:pt x="119253" y="18161"/>
                  </a:moveTo>
                  <a:lnTo>
                    <a:pt x="118110" y="16916"/>
                  </a:lnTo>
                  <a:lnTo>
                    <a:pt x="116979" y="15887"/>
                  </a:lnTo>
                  <a:lnTo>
                    <a:pt x="115150" y="15887"/>
                  </a:lnTo>
                  <a:lnTo>
                    <a:pt x="113944" y="16916"/>
                  </a:lnTo>
                  <a:lnTo>
                    <a:pt x="112903" y="18161"/>
                  </a:lnTo>
                  <a:lnTo>
                    <a:pt x="112903" y="20040"/>
                  </a:lnTo>
                  <a:lnTo>
                    <a:pt x="113944" y="21145"/>
                  </a:lnTo>
                  <a:lnTo>
                    <a:pt x="115150" y="22085"/>
                  </a:lnTo>
                  <a:lnTo>
                    <a:pt x="116979" y="22085"/>
                  </a:lnTo>
                  <a:lnTo>
                    <a:pt x="118110" y="21031"/>
                  </a:lnTo>
                  <a:lnTo>
                    <a:pt x="119253" y="20040"/>
                  </a:lnTo>
                  <a:lnTo>
                    <a:pt x="119253" y="18161"/>
                  </a:lnTo>
                  <a:close/>
                </a:path>
                <a:path w="492759" h="325119">
                  <a:moveTo>
                    <a:pt x="179311" y="207314"/>
                  </a:moveTo>
                  <a:lnTo>
                    <a:pt x="176161" y="206044"/>
                  </a:lnTo>
                  <a:lnTo>
                    <a:pt x="177507" y="202234"/>
                  </a:lnTo>
                  <a:lnTo>
                    <a:pt x="178765" y="199694"/>
                  </a:lnTo>
                  <a:lnTo>
                    <a:pt x="174840" y="197154"/>
                  </a:lnTo>
                  <a:lnTo>
                    <a:pt x="172885" y="195884"/>
                  </a:lnTo>
                  <a:lnTo>
                    <a:pt x="171792" y="188264"/>
                  </a:lnTo>
                  <a:lnTo>
                    <a:pt x="171602" y="186994"/>
                  </a:lnTo>
                  <a:lnTo>
                    <a:pt x="172186" y="183184"/>
                  </a:lnTo>
                  <a:lnTo>
                    <a:pt x="167233" y="176834"/>
                  </a:lnTo>
                  <a:lnTo>
                    <a:pt x="162941" y="173024"/>
                  </a:lnTo>
                  <a:lnTo>
                    <a:pt x="161518" y="171754"/>
                  </a:lnTo>
                  <a:lnTo>
                    <a:pt x="139700" y="147624"/>
                  </a:lnTo>
                  <a:lnTo>
                    <a:pt x="144119" y="147624"/>
                  </a:lnTo>
                  <a:lnTo>
                    <a:pt x="147243" y="150164"/>
                  </a:lnTo>
                  <a:lnTo>
                    <a:pt x="149161" y="151434"/>
                  </a:lnTo>
                  <a:lnTo>
                    <a:pt x="152844" y="155244"/>
                  </a:lnTo>
                  <a:lnTo>
                    <a:pt x="156222" y="159054"/>
                  </a:lnTo>
                  <a:lnTo>
                    <a:pt x="159893" y="150164"/>
                  </a:lnTo>
                  <a:lnTo>
                    <a:pt x="161569" y="147624"/>
                  </a:lnTo>
                  <a:lnTo>
                    <a:pt x="164096" y="143814"/>
                  </a:lnTo>
                  <a:lnTo>
                    <a:pt x="168948" y="136194"/>
                  </a:lnTo>
                  <a:lnTo>
                    <a:pt x="174599" y="129844"/>
                  </a:lnTo>
                  <a:lnTo>
                    <a:pt x="176682" y="127304"/>
                  </a:lnTo>
                  <a:lnTo>
                    <a:pt x="177685" y="126034"/>
                  </a:lnTo>
                  <a:lnTo>
                    <a:pt x="174777" y="127304"/>
                  </a:lnTo>
                  <a:lnTo>
                    <a:pt x="170154" y="127304"/>
                  </a:lnTo>
                  <a:lnTo>
                    <a:pt x="167678" y="129844"/>
                  </a:lnTo>
                  <a:lnTo>
                    <a:pt x="167678" y="120954"/>
                  </a:lnTo>
                  <a:lnTo>
                    <a:pt x="164338" y="117144"/>
                  </a:lnTo>
                  <a:lnTo>
                    <a:pt x="164617" y="112064"/>
                  </a:lnTo>
                  <a:lnTo>
                    <a:pt x="162864" y="105714"/>
                  </a:lnTo>
                  <a:lnTo>
                    <a:pt x="160858" y="103174"/>
                  </a:lnTo>
                  <a:lnTo>
                    <a:pt x="157873" y="99364"/>
                  </a:lnTo>
                  <a:lnTo>
                    <a:pt x="148463" y="91744"/>
                  </a:lnTo>
                  <a:lnTo>
                    <a:pt x="156654" y="94284"/>
                  </a:lnTo>
                  <a:lnTo>
                    <a:pt x="161404" y="100634"/>
                  </a:lnTo>
                  <a:lnTo>
                    <a:pt x="167678" y="95554"/>
                  </a:lnTo>
                  <a:lnTo>
                    <a:pt x="164160" y="93014"/>
                  </a:lnTo>
                  <a:lnTo>
                    <a:pt x="163182" y="91744"/>
                  </a:lnTo>
                  <a:lnTo>
                    <a:pt x="160274" y="87934"/>
                  </a:lnTo>
                  <a:lnTo>
                    <a:pt x="153619" y="81584"/>
                  </a:lnTo>
                  <a:lnTo>
                    <a:pt x="141795" y="73964"/>
                  </a:lnTo>
                  <a:lnTo>
                    <a:pt x="147332" y="75234"/>
                  </a:lnTo>
                  <a:lnTo>
                    <a:pt x="152666" y="79044"/>
                  </a:lnTo>
                  <a:lnTo>
                    <a:pt x="158229" y="80314"/>
                  </a:lnTo>
                  <a:lnTo>
                    <a:pt x="164477" y="79044"/>
                  </a:lnTo>
                  <a:lnTo>
                    <a:pt x="158902" y="75234"/>
                  </a:lnTo>
                  <a:lnTo>
                    <a:pt x="157619" y="73964"/>
                  </a:lnTo>
                  <a:lnTo>
                    <a:pt x="156337" y="72694"/>
                  </a:lnTo>
                  <a:lnTo>
                    <a:pt x="149948" y="66344"/>
                  </a:lnTo>
                  <a:lnTo>
                    <a:pt x="147408" y="63804"/>
                  </a:lnTo>
                  <a:lnTo>
                    <a:pt x="145084" y="62534"/>
                  </a:lnTo>
                  <a:lnTo>
                    <a:pt x="138137" y="58724"/>
                  </a:lnTo>
                  <a:lnTo>
                    <a:pt x="143268" y="58724"/>
                  </a:lnTo>
                  <a:lnTo>
                    <a:pt x="148755" y="61264"/>
                  </a:lnTo>
                  <a:lnTo>
                    <a:pt x="151015" y="58724"/>
                  </a:lnTo>
                  <a:lnTo>
                    <a:pt x="153276" y="56184"/>
                  </a:lnTo>
                  <a:lnTo>
                    <a:pt x="148082" y="56184"/>
                  </a:lnTo>
                  <a:lnTo>
                    <a:pt x="144868" y="52374"/>
                  </a:lnTo>
                  <a:lnTo>
                    <a:pt x="139280" y="51104"/>
                  </a:lnTo>
                  <a:lnTo>
                    <a:pt x="140144" y="48564"/>
                  </a:lnTo>
                  <a:lnTo>
                    <a:pt x="141439" y="44754"/>
                  </a:lnTo>
                  <a:lnTo>
                    <a:pt x="140919" y="40944"/>
                  </a:lnTo>
                  <a:lnTo>
                    <a:pt x="138633" y="37134"/>
                  </a:lnTo>
                  <a:lnTo>
                    <a:pt x="134658" y="37134"/>
                  </a:lnTo>
                  <a:lnTo>
                    <a:pt x="130771" y="38404"/>
                  </a:lnTo>
                  <a:lnTo>
                    <a:pt x="127990" y="40741"/>
                  </a:lnTo>
                  <a:lnTo>
                    <a:pt x="127990" y="99364"/>
                  </a:lnTo>
                  <a:lnTo>
                    <a:pt x="122453" y="100634"/>
                  </a:lnTo>
                  <a:lnTo>
                    <a:pt x="117322" y="103174"/>
                  </a:lnTo>
                  <a:lnTo>
                    <a:pt x="113169" y="99364"/>
                  </a:lnTo>
                  <a:lnTo>
                    <a:pt x="112522" y="96824"/>
                  </a:lnTo>
                  <a:lnTo>
                    <a:pt x="112191" y="95554"/>
                  </a:lnTo>
                  <a:lnTo>
                    <a:pt x="111137" y="93014"/>
                  </a:lnTo>
                  <a:lnTo>
                    <a:pt x="110350" y="90474"/>
                  </a:lnTo>
                  <a:lnTo>
                    <a:pt x="113868" y="86664"/>
                  </a:lnTo>
                  <a:lnTo>
                    <a:pt x="114452" y="85394"/>
                  </a:lnTo>
                  <a:lnTo>
                    <a:pt x="113880" y="84124"/>
                  </a:lnTo>
                  <a:lnTo>
                    <a:pt x="112750" y="81584"/>
                  </a:lnTo>
                  <a:lnTo>
                    <a:pt x="111620" y="79044"/>
                  </a:lnTo>
                  <a:lnTo>
                    <a:pt x="108216" y="81584"/>
                  </a:lnTo>
                  <a:lnTo>
                    <a:pt x="104571" y="81584"/>
                  </a:lnTo>
                  <a:lnTo>
                    <a:pt x="106286" y="79044"/>
                  </a:lnTo>
                  <a:lnTo>
                    <a:pt x="106362" y="76504"/>
                  </a:lnTo>
                  <a:lnTo>
                    <a:pt x="104127" y="76504"/>
                  </a:lnTo>
                  <a:lnTo>
                    <a:pt x="101358" y="77774"/>
                  </a:lnTo>
                  <a:lnTo>
                    <a:pt x="101358" y="81584"/>
                  </a:lnTo>
                  <a:lnTo>
                    <a:pt x="99771" y="81584"/>
                  </a:lnTo>
                  <a:lnTo>
                    <a:pt x="98336" y="80314"/>
                  </a:lnTo>
                  <a:lnTo>
                    <a:pt x="99148" y="77774"/>
                  </a:lnTo>
                  <a:lnTo>
                    <a:pt x="99148" y="75234"/>
                  </a:lnTo>
                  <a:lnTo>
                    <a:pt x="100431" y="73964"/>
                  </a:lnTo>
                  <a:lnTo>
                    <a:pt x="102184" y="73964"/>
                  </a:lnTo>
                  <a:lnTo>
                    <a:pt x="108242" y="71424"/>
                  </a:lnTo>
                  <a:lnTo>
                    <a:pt x="117322" y="67614"/>
                  </a:lnTo>
                  <a:lnTo>
                    <a:pt x="119253" y="67614"/>
                  </a:lnTo>
                  <a:lnTo>
                    <a:pt x="120573" y="66344"/>
                  </a:lnTo>
                  <a:lnTo>
                    <a:pt x="121945" y="67614"/>
                  </a:lnTo>
                  <a:lnTo>
                    <a:pt x="122872" y="68884"/>
                  </a:lnTo>
                  <a:lnTo>
                    <a:pt x="125285" y="70154"/>
                  </a:lnTo>
                  <a:lnTo>
                    <a:pt x="124701" y="71424"/>
                  </a:lnTo>
                  <a:lnTo>
                    <a:pt x="123837" y="72694"/>
                  </a:lnTo>
                  <a:lnTo>
                    <a:pt x="120573" y="70154"/>
                  </a:lnTo>
                  <a:lnTo>
                    <a:pt x="116611" y="72694"/>
                  </a:lnTo>
                  <a:lnTo>
                    <a:pt x="118198" y="73964"/>
                  </a:lnTo>
                  <a:lnTo>
                    <a:pt x="121640" y="75234"/>
                  </a:lnTo>
                  <a:lnTo>
                    <a:pt x="118351" y="77774"/>
                  </a:lnTo>
                  <a:lnTo>
                    <a:pt x="114795" y="79044"/>
                  </a:lnTo>
                  <a:lnTo>
                    <a:pt x="115938" y="81584"/>
                  </a:lnTo>
                  <a:lnTo>
                    <a:pt x="116979" y="84124"/>
                  </a:lnTo>
                  <a:lnTo>
                    <a:pt x="118605" y="85394"/>
                  </a:lnTo>
                  <a:lnTo>
                    <a:pt x="123444" y="85394"/>
                  </a:lnTo>
                  <a:lnTo>
                    <a:pt x="124701" y="87934"/>
                  </a:lnTo>
                  <a:lnTo>
                    <a:pt x="126047" y="90474"/>
                  </a:lnTo>
                  <a:lnTo>
                    <a:pt x="127508" y="94284"/>
                  </a:lnTo>
                  <a:lnTo>
                    <a:pt x="127635" y="95554"/>
                  </a:lnTo>
                  <a:lnTo>
                    <a:pt x="127749" y="96824"/>
                  </a:lnTo>
                  <a:lnTo>
                    <a:pt x="127990" y="99364"/>
                  </a:lnTo>
                  <a:lnTo>
                    <a:pt x="127990" y="40741"/>
                  </a:lnTo>
                  <a:lnTo>
                    <a:pt x="127812" y="40881"/>
                  </a:lnTo>
                  <a:lnTo>
                    <a:pt x="127812" y="48564"/>
                  </a:lnTo>
                  <a:lnTo>
                    <a:pt x="123837" y="54914"/>
                  </a:lnTo>
                  <a:lnTo>
                    <a:pt x="126466" y="57454"/>
                  </a:lnTo>
                  <a:lnTo>
                    <a:pt x="123317" y="59994"/>
                  </a:lnTo>
                  <a:lnTo>
                    <a:pt x="119341" y="62534"/>
                  </a:lnTo>
                  <a:lnTo>
                    <a:pt x="113868" y="59994"/>
                  </a:lnTo>
                  <a:lnTo>
                    <a:pt x="111506" y="56184"/>
                  </a:lnTo>
                  <a:lnTo>
                    <a:pt x="123444" y="51104"/>
                  </a:lnTo>
                  <a:lnTo>
                    <a:pt x="127812" y="48564"/>
                  </a:lnTo>
                  <a:lnTo>
                    <a:pt x="127812" y="40881"/>
                  </a:lnTo>
                  <a:lnTo>
                    <a:pt x="127304" y="37134"/>
                  </a:lnTo>
                  <a:lnTo>
                    <a:pt x="120103" y="37134"/>
                  </a:lnTo>
                  <a:lnTo>
                    <a:pt x="120370" y="38404"/>
                  </a:lnTo>
                  <a:lnTo>
                    <a:pt x="121107" y="40944"/>
                  </a:lnTo>
                  <a:lnTo>
                    <a:pt x="116611" y="40944"/>
                  </a:lnTo>
                  <a:lnTo>
                    <a:pt x="107657" y="43484"/>
                  </a:lnTo>
                  <a:lnTo>
                    <a:pt x="100787" y="45999"/>
                  </a:lnTo>
                  <a:lnTo>
                    <a:pt x="100787" y="65074"/>
                  </a:lnTo>
                  <a:lnTo>
                    <a:pt x="98907" y="71424"/>
                  </a:lnTo>
                  <a:lnTo>
                    <a:pt x="89750" y="71424"/>
                  </a:lnTo>
                  <a:lnTo>
                    <a:pt x="89852" y="67614"/>
                  </a:lnTo>
                  <a:lnTo>
                    <a:pt x="82880" y="66344"/>
                  </a:lnTo>
                  <a:lnTo>
                    <a:pt x="87757" y="65074"/>
                  </a:lnTo>
                  <a:lnTo>
                    <a:pt x="99771" y="61264"/>
                  </a:lnTo>
                  <a:lnTo>
                    <a:pt x="100787" y="65074"/>
                  </a:lnTo>
                  <a:lnTo>
                    <a:pt x="100787" y="45999"/>
                  </a:lnTo>
                  <a:lnTo>
                    <a:pt x="93726" y="48564"/>
                  </a:lnTo>
                  <a:lnTo>
                    <a:pt x="85864" y="53644"/>
                  </a:lnTo>
                  <a:lnTo>
                    <a:pt x="82118" y="56184"/>
                  </a:lnTo>
                  <a:lnTo>
                    <a:pt x="80949" y="53644"/>
                  </a:lnTo>
                  <a:lnTo>
                    <a:pt x="80086" y="53644"/>
                  </a:lnTo>
                  <a:lnTo>
                    <a:pt x="77660" y="54914"/>
                  </a:lnTo>
                  <a:lnTo>
                    <a:pt x="75184" y="57454"/>
                  </a:lnTo>
                  <a:lnTo>
                    <a:pt x="77101" y="59994"/>
                  </a:lnTo>
                  <a:lnTo>
                    <a:pt x="73152" y="61264"/>
                  </a:lnTo>
                  <a:lnTo>
                    <a:pt x="68872" y="61264"/>
                  </a:lnTo>
                  <a:lnTo>
                    <a:pt x="65252" y="65074"/>
                  </a:lnTo>
                  <a:lnTo>
                    <a:pt x="65252" y="68884"/>
                  </a:lnTo>
                  <a:lnTo>
                    <a:pt x="69011" y="72694"/>
                  </a:lnTo>
                  <a:lnTo>
                    <a:pt x="74536" y="75234"/>
                  </a:lnTo>
                  <a:lnTo>
                    <a:pt x="70332" y="82854"/>
                  </a:lnTo>
                  <a:lnTo>
                    <a:pt x="69583" y="89204"/>
                  </a:lnTo>
                  <a:lnTo>
                    <a:pt x="69481" y="90474"/>
                  </a:lnTo>
                  <a:lnTo>
                    <a:pt x="69367" y="91744"/>
                  </a:lnTo>
                  <a:lnTo>
                    <a:pt x="69265" y="93014"/>
                  </a:lnTo>
                  <a:lnTo>
                    <a:pt x="69151" y="94284"/>
                  </a:lnTo>
                  <a:lnTo>
                    <a:pt x="69037" y="95554"/>
                  </a:lnTo>
                  <a:lnTo>
                    <a:pt x="65455" y="100634"/>
                  </a:lnTo>
                  <a:lnTo>
                    <a:pt x="71932" y="99364"/>
                  </a:lnTo>
                  <a:lnTo>
                    <a:pt x="75272" y="93014"/>
                  </a:lnTo>
                  <a:lnTo>
                    <a:pt x="77533" y="87934"/>
                  </a:lnTo>
                  <a:lnTo>
                    <a:pt x="80759" y="84124"/>
                  </a:lnTo>
                  <a:lnTo>
                    <a:pt x="79476" y="90474"/>
                  </a:lnTo>
                  <a:lnTo>
                    <a:pt x="77114" y="95554"/>
                  </a:lnTo>
                  <a:lnTo>
                    <a:pt x="74841" y="100634"/>
                  </a:lnTo>
                  <a:lnTo>
                    <a:pt x="73825" y="108254"/>
                  </a:lnTo>
                  <a:lnTo>
                    <a:pt x="73825" y="114604"/>
                  </a:lnTo>
                  <a:lnTo>
                    <a:pt x="77812" y="122224"/>
                  </a:lnTo>
                  <a:lnTo>
                    <a:pt x="74371" y="126034"/>
                  </a:lnTo>
                  <a:lnTo>
                    <a:pt x="79641" y="120954"/>
                  </a:lnTo>
                  <a:lnTo>
                    <a:pt x="82283" y="112064"/>
                  </a:lnTo>
                  <a:lnTo>
                    <a:pt x="84251" y="103174"/>
                  </a:lnTo>
                  <a:lnTo>
                    <a:pt x="87490" y="96824"/>
                  </a:lnTo>
                  <a:lnTo>
                    <a:pt x="88582" y="99364"/>
                  </a:lnTo>
                  <a:lnTo>
                    <a:pt x="87820" y="103174"/>
                  </a:lnTo>
                  <a:lnTo>
                    <a:pt x="86588" y="106984"/>
                  </a:lnTo>
                  <a:lnTo>
                    <a:pt x="85166" y="114604"/>
                  </a:lnTo>
                  <a:lnTo>
                    <a:pt x="85077" y="117144"/>
                  </a:lnTo>
                  <a:lnTo>
                    <a:pt x="85026" y="118414"/>
                  </a:lnTo>
                  <a:lnTo>
                    <a:pt x="84937" y="120954"/>
                  </a:lnTo>
                  <a:lnTo>
                    <a:pt x="84886" y="122224"/>
                  </a:lnTo>
                  <a:lnTo>
                    <a:pt x="84785" y="123494"/>
                  </a:lnTo>
                  <a:lnTo>
                    <a:pt x="84670" y="124764"/>
                  </a:lnTo>
                  <a:lnTo>
                    <a:pt x="84569" y="126034"/>
                  </a:lnTo>
                  <a:lnTo>
                    <a:pt x="84467" y="127304"/>
                  </a:lnTo>
                  <a:lnTo>
                    <a:pt x="84353" y="128574"/>
                  </a:lnTo>
                  <a:lnTo>
                    <a:pt x="84251" y="129844"/>
                  </a:lnTo>
                  <a:lnTo>
                    <a:pt x="81749" y="134924"/>
                  </a:lnTo>
                  <a:lnTo>
                    <a:pt x="87782" y="131114"/>
                  </a:lnTo>
                  <a:lnTo>
                    <a:pt x="91973" y="124764"/>
                  </a:lnTo>
                  <a:lnTo>
                    <a:pt x="95834" y="118414"/>
                  </a:lnTo>
                  <a:lnTo>
                    <a:pt x="100863" y="112064"/>
                  </a:lnTo>
                  <a:lnTo>
                    <a:pt x="95580" y="124764"/>
                  </a:lnTo>
                  <a:lnTo>
                    <a:pt x="89928" y="141274"/>
                  </a:lnTo>
                  <a:lnTo>
                    <a:pt x="83604" y="157784"/>
                  </a:lnTo>
                  <a:lnTo>
                    <a:pt x="54737" y="203504"/>
                  </a:lnTo>
                  <a:lnTo>
                    <a:pt x="34188" y="220014"/>
                  </a:lnTo>
                  <a:lnTo>
                    <a:pt x="27292" y="220014"/>
                  </a:lnTo>
                  <a:lnTo>
                    <a:pt x="22275" y="216204"/>
                  </a:lnTo>
                  <a:lnTo>
                    <a:pt x="22275" y="207314"/>
                  </a:lnTo>
                  <a:lnTo>
                    <a:pt x="29210" y="189534"/>
                  </a:lnTo>
                  <a:lnTo>
                    <a:pt x="59677" y="156514"/>
                  </a:lnTo>
                  <a:lnTo>
                    <a:pt x="66611" y="137464"/>
                  </a:lnTo>
                  <a:lnTo>
                    <a:pt x="66611" y="126034"/>
                  </a:lnTo>
                  <a:lnTo>
                    <a:pt x="56540" y="122224"/>
                  </a:lnTo>
                  <a:lnTo>
                    <a:pt x="46024" y="122224"/>
                  </a:lnTo>
                  <a:lnTo>
                    <a:pt x="41008" y="123494"/>
                  </a:lnTo>
                  <a:lnTo>
                    <a:pt x="36728" y="127304"/>
                  </a:lnTo>
                  <a:lnTo>
                    <a:pt x="34886" y="126034"/>
                  </a:lnTo>
                  <a:lnTo>
                    <a:pt x="31457" y="126034"/>
                  </a:lnTo>
                  <a:lnTo>
                    <a:pt x="22860" y="129844"/>
                  </a:lnTo>
                  <a:lnTo>
                    <a:pt x="18186" y="140004"/>
                  </a:lnTo>
                  <a:lnTo>
                    <a:pt x="13868" y="148894"/>
                  </a:lnTo>
                  <a:lnTo>
                    <a:pt x="6350" y="152704"/>
                  </a:lnTo>
                  <a:lnTo>
                    <a:pt x="11036" y="153974"/>
                  </a:lnTo>
                  <a:lnTo>
                    <a:pt x="16459" y="151434"/>
                  </a:lnTo>
                  <a:lnTo>
                    <a:pt x="21882" y="147624"/>
                  </a:lnTo>
                  <a:lnTo>
                    <a:pt x="26606" y="142544"/>
                  </a:lnTo>
                  <a:lnTo>
                    <a:pt x="21170" y="152704"/>
                  </a:lnTo>
                  <a:lnTo>
                    <a:pt x="11671" y="159054"/>
                  </a:lnTo>
                  <a:lnTo>
                    <a:pt x="2984" y="165404"/>
                  </a:lnTo>
                  <a:lnTo>
                    <a:pt x="0" y="176834"/>
                  </a:lnTo>
                  <a:lnTo>
                    <a:pt x="8699" y="167944"/>
                  </a:lnTo>
                  <a:lnTo>
                    <a:pt x="24218" y="160324"/>
                  </a:lnTo>
                  <a:lnTo>
                    <a:pt x="39052" y="151434"/>
                  </a:lnTo>
                  <a:lnTo>
                    <a:pt x="43256" y="142544"/>
                  </a:lnTo>
                  <a:lnTo>
                    <a:pt x="45656" y="137464"/>
                  </a:lnTo>
                  <a:lnTo>
                    <a:pt x="45656" y="134924"/>
                  </a:lnTo>
                  <a:lnTo>
                    <a:pt x="44043" y="132384"/>
                  </a:lnTo>
                  <a:lnTo>
                    <a:pt x="42037" y="129844"/>
                  </a:lnTo>
                  <a:lnTo>
                    <a:pt x="45161" y="128574"/>
                  </a:lnTo>
                  <a:lnTo>
                    <a:pt x="48094" y="127304"/>
                  </a:lnTo>
                  <a:lnTo>
                    <a:pt x="55829" y="127304"/>
                  </a:lnTo>
                  <a:lnTo>
                    <a:pt x="60401" y="131114"/>
                  </a:lnTo>
                  <a:lnTo>
                    <a:pt x="60401" y="138734"/>
                  </a:lnTo>
                  <a:lnTo>
                    <a:pt x="53543" y="155244"/>
                  </a:lnTo>
                  <a:lnTo>
                    <a:pt x="23368" y="188264"/>
                  </a:lnTo>
                  <a:lnTo>
                    <a:pt x="16510" y="207314"/>
                  </a:lnTo>
                  <a:lnTo>
                    <a:pt x="16510" y="212394"/>
                  </a:lnTo>
                  <a:lnTo>
                    <a:pt x="17830" y="216204"/>
                  </a:lnTo>
                  <a:lnTo>
                    <a:pt x="20078" y="218744"/>
                  </a:lnTo>
                  <a:lnTo>
                    <a:pt x="16992" y="220014"/>
                  </a:lnTo>
                  <a:lnTo>
                    <a:pt x="13716" y="220014"/>
                  </a:lnTo>
                  <a:lnTo>
                    <a:pt x="11137" y="217474"/>
                  </a:lnTo>
                  <a:lnTo>
                    <a:pt x="11036" y="220014"/>
                  </a:lnTo>
                  <a:lnTo>
                    <a:pt x="10947" y="222554"/>
                  </a:lnTo>
                  <a:lnTo>
                    <a:pt x="10896" y="223824"/>
                  </a:lnTo>
                  <a:lnTo>
                    <a:pt x="21221" y="228904"/>
                  </a:lnTo>
                  <a:lnTo>
                    <a:pt x="27800" y="225094"/>
                  </a:lnTo>
                  <a:lnTo>
                    <a:pt x="29210" y="225094"/>
                  </a:lnTo>
                  <a:lnTo>
                    <a:pt x="30848" y="226364"/>
                  </a:lnTo>
                  <a:lnTo>
                    <a:pt x="32397" y="226364"/>
                  </a:lnTo>
                  <a:lnTo>
                    <a:pt x="30403" y="231444"/>
                  </a:lnTo>
                  <a:lnTo>
                    <a:pt x="23749" y="232714"/>
                  </a:lnTo>
                  <a:lnTo>
                    <a:pt x="20078" y="232714"/>
                  </a:lnTo>
                  <a:lnTo>
                    <a:pt x="29337" y="235254"/>
                  </a:lnTo>
                  <a:lnTo>
                    <a:pt x="38938" y="232714"/>
                  </a:lnTo>
                  <a:lnTo>
                    <a:pt x="46266" y="227634"/>
                  </a:lnTo>
                  <a:lnTo>
                    <a:pt x="47091" y="225094"/>
                  </a:lnTo>
                  <a:lnTo>
                    <a:pt x="48755" y="220014"/>
                  </a:lnTo>
                  <a:lnTo>
                    <a:pt x="54610" y="214934"/>
                  </a:lnTo>
                  <a:lnTo>
                    <a:pt x="59690" y="207314"/>
                  </a:lnTo>
                  <a:lnTo>
                    <a:pt x="69011" y="194614"/>
                  </a:lnTo>
                  <a:lnTo>
                    <a:pt x="68592" y="195884"/>
                  </a:lnTo>
                  <a:lnTo>
                    <a:pt x="67957" y="199694"/>
                  </a:lnTo>
                  <a:lnTo>
                    <a:pt x="63398" y="208584"/>
                  </a:lnTo>
                  <a:lnTo>
                    <a:pt x="59321" y="216204"/>
                  </a:lnTo>
                  <a:lnTo>
                    <a:pt x="56083" y="225094"/>
                  </a:lnTo>
                  <a:lnTo>
                    <a:pt x="54038" y="236524"/>
                  </a:lnTo>
                  <a:lnTo>
                    <a:pt x="52171" y="245414"/>
                  </a:lnTo>
                  <a:lnTo>
                    <a:pt x="48602" y="251764"/>
                  </a:lnTo>
                  <a:lnTo>
                    <a:pt x="43611" y="258114"/>
                  </a:lnTo>
                  <a:lnTo>
                    <a:pt x="37465" y="259384"/>
                  </a:lnTo>
                  <a:lnTo>
                    <a:pt x="35496" y="259384"/>
                  </a:lnTo>
                  <a:lnTo>
                    <a:pt x="32232" y="256844"/>
                  </a:lnTo>
                  <a:lnTo>
                    <a:pt x="30746" y="258114"/>
                  </a:lnTo>
                  <a:lnTo>
                    <a:pt x="27901" y="260654"/>
                  </a:lnTo>
                  <a:lnTo>
                    <a:pt x="30543" y="263194"/>
                  </a:lnTo>
                  <a:lnTo>
                    <a:pt x="30543" y="268274"/>
                  </a:lnTo>
                  <a:lnTo>
                    <a:pt x="23749" y="272084"/>
                  </a:lnTo>
                  <a:lnTo>
                    <a:pt x="23749" y="288594"/>
                  </a:lnTo>
                  <a:lnTo>
                    <a:pt x="26606" y="293674"/>
                  </a:lnTo>
                  <a:lnTo>
                    <a:pt x="25463" y="297484"/>
                  </a:lnTo>
                  <a:lnTo>
                    <a:pt x="28359" y="296214"/>
                  </a:lnTo>
                  <a:lnTo>
                    <a:pt x="32156" y="291134"/>
                  </a:lnTo>
                  <a:lnTo>
                    <a:pt x="33616" y="284784"/>
                  </a:lnTo>
                  <a:lnTo>
                    <a:pt x="33667" y="286054"/>
                  </a:lnTo>
                  <a:lnTo>
                    <a:pt x="33782" y="288594"/>
                  </a:lnTo>
                  <a:lnTo>
                    <a:pt x="33896" y="291134"/>
                  </a:lnTo>
                  <a:lnTo>
                    <a:pt x="34010" y="293674"/>
                  </a:lnTo>
                  <a:lnTo>
                    <a:pt x="32435" y="298754"/>
                  </a:lnTo>
                  <a:lnTo>
                    <a:pt x="31559" y="303834"/>
                  </a:lnTo>
                  <a:lnTo>
                    <a:pt x="34061" y="311454"/>
                  </a:lnTo>
                  <a:lnTo>
                    <a:pt x="34886" y="307644"/>
                  </a:lnTo>
                  <a:lnTo>
                    <a:pt x="39166" y="305104"/>
                  </a:lnTo>
                  <a:lnTo>
                    <a:pt x="41821" y="307644"/>
                  </a:lnTo>
                  <a:lnTo>
                    <a:pt x="44538" y="308914"/>
                  </a:lnTo>
                  <a:lnTo>
                    <a:pt x="43256" y="310184"/>
                  </a:lnTo>
                  <a:lnTo>
                    <a:pt x="41325" y="312724"/>
                  </a:lnTo>
                  <a:lnTo>
                    <a:pt x="39331" y="313994"/>
                  </a:lnTo>
                  <a:lnTo>
                    <a:pt x="37553" y="324154"/>
                  </a:lnTo>
                  <a:lnTo>
                    <a:pt x="46456" y="322884"/>
                  </a:lnTo>
                  <a:lnTo>
                    <a:pt x="44729" y="321614"/>
                  </a:lnTo>
                  <a:lnTo>
                    <a:pt x="44615" y="319074"/>
                  </a:lnTo>
                  <a:lnTo>
                    <a:pt x="49085" y="319074"/>
                  </a:lnTo>
                  <a:lnTo>
                    <a:pt x="55181" y="317804"/>
                  </a:lnTo>
                  <a:lnTo>
                    <a:pt x="57010" y="320344"/>
                  </a:lnTo>
                  <a:lnTo>
                    <a:pt x="67665" y="320344"/>
                  </a:lnTo>
                  <a:lnTo>
                    <a:pt x="68122" y="317804"/>
                  </a:lnTo>
                  <a:lnTo>
                    <a:pt x="68592" y="315264"/>
                  </a:lnTo>
                  <a:lnTo>
                    <a:pt x="75107" y="315264"/>
                  </a:lnTo>
                  <a:lnTo>
                    <a:pt x="75107" y="317804"/>
                  </a:lnTo>
                  <a:lnTo>
                    <a:pt x="73964" y="319074"/>
                  </a:lnTo>
                  <a:lnTo>
                    <a:pt x="79070" y="317804"/>
                  </a:lnTo>
                  <a:lnTo>
                    <a:pt x="80035" y="315264"/>
                  </a:lnTo>
                  <a:lnTo>
                    <a:pt x="80035" y="310184"/>
                  </a:lnTo>
                  <a:lnTo>
                    <a:pt x="77660" y="307644"/>
                  </a:lnTo>
                  <a:lnTo>
                    <a:pt x="79451" y="306374"/>
                  </a:lnTo>
                  <a:lnTo>
                    <a:pt x="81305" y="305104"/>
                  </a:lnTo>
                  <a:lnTo>
                    <a:pt x="87312" y="306374"/>
                  </a:lnTo>
                  <a:lnTo>
                    <a:pt x="84874" y="311454"/>
                  </a:lnTo>
                  <a:lnTo>
                    <a:pt x="87934" y="311454"/>
                  </a:lnTo>
                  <a:lnTo>
                    <a:pt x="89611" y="308914"/>
                  </a:lnTo>
                  <a:lnTo>
                    <a:pt x="89611" y="305104"/>
                  </a:lnTo>
                  <a:lnTo>
                    <a:pt x="89611" y="302564"/>
                  </a:lnTo>
                  <a:lnTo>
                    <a:pt x="89611" y="301294"/>
                  </a:lnTo>
                  <a:lnTo>
                    <a:pt x="87490" y="300024"/>
                  </a:lnTo>
                  <a:lnTo>
                    <a:pt x="85369" y="298754"/>
                  </a:lnTo>
                  <a:lnTo>
                    <a:pt x="81305" y="300024"/>
                  </a:lnTo>
                  <a:lnTo>
                    <a:pt x="80645" y="297484"/>
                  </a:lnTo>
                  <a:lnTo>
                    <a:pt x="77177" y="296214"/>
                  </a:lnTo>
                  <a:lnTo>
                    <a:pt x="66738" y="296214"/>
                  </a:lnTo>
                  <a:lnTo>
                    <a:pt x="67792" y="302564"/>
                  </a:lnTo>
                  <a:lnTo>
                    <a:pt x="62826" y="302564"/>
                  </a:lnTo>
                  <a:lnTo>
                    <a:pt x="47180" y="274624"/>
                  </a:lnTo>
                  <a:lnTo>
                    <a:pt x="47180" y="265734"/>
                  </a:lnTo>
                  <a:lnTo>
                    <a:pt x="57175" y="263194"/>
                  </a:lnTo>
                  <a:lnTo>
                    <a:pt x="64363" y="260654"/>
                  </a:lnTo>
                  <a:lnTo>
                    <a:pt x="66408" y="259384"/>
                  </a:lnTo>
                  <a:lnTo>
                    <a:pt x="70510" y="256844"/>
                  </a:lnTo>
                  <a:lnTo>
                    <a:pt x="77673" y="253034"/>
                  </a:lnTo>
                  <a:lnTo>
                    <a:pt x="84912" y="246684"/>
                  </a:lnTo>
                  <a:lnTo>
                    <a:pt x="91262" y="237794"/>
                  </a:lnTo>
                  <a:lnTo>
                    <a:pt x="94653" y="230174"/>
                  </a:lnTo>
                  <a:lnTo>
                    <a:pt x="96367" y="222554"/>
                  </a:lnTo>
                  <a:lnTo>
                    <a:pt x="96443" y="221284"/>
                  </a:lnTo>
                  <a:lnTo>
                    <a:pt x="96532" y="220014"/>
                  </a:lnTo>
                  <a:lnTo>
                    <a:pt x="96596" y="206044"/>
                  </a:lnTo>
                  <a:lnTo>
                    <a:pt x="106603" y="211124"/>
                  </a:lnTo>
                  <a:lnTo>
                    <a:pt x="107657" y="218744"/>
                  </a:lnTo>
                  <a:lnTo>
                    <a:pt x="107657" y="232714"/>
                  </a:lnTo>
                  <a:lnTo>
                    <a:pt x="103619" y="235254"/>
                  </a:lnTo>
                  <a:lnTo>
                    <a:pt x="100457" y="236524"/>
                  </a:lnTo>
                  <a:lnTo>
                    <a:pt x="97840" y="237794"/>
                  </a:lnTo>
                  <a:lnTo>
                    <a:pt x="96926" y="237794"/>
                  </a:lnTo>
                  <a:lnTo>
                    <a:pt x="96685" y="239064"/>
                  </a:lnTo>
                  <a:lnTo>
                    <a:pt x="96278" y="241604"/>
                  </a:lnTo>
                  <a:lnTo>
                    <a:pt x="97612" y="242874"/>
                  </a:lnTo>
                  <a:lnTo>
                    <a:pt x="98793" y="242874"/>
                  </a:lnTo>
                  <a:lnTo>
                    <a:pt x="102425" y="245414"/>
                  </a:lnTo>
                  <a:lnTo>
                    <a:pt x="101536" y="247954"/>
                  </a:lnTo>
                  <a:lnTo>
                    <a:pt x="102679" y="251764"/>
                  </a:lnTo>
                  <a:lnTo>
                    <a:pt x="103619" y="255574"/>
                  </a:lnTo>
                  <a:lnTo>
                    <a:pt x="107010" y="260654"/>
                  </a:lnTo>
                  <a:lnTo>
                    <a:pt x="112610" y="265734"/>
                  </a:lnTo>
                  <a:lnTo>
                    <a:pt x="113144" y="263194"/>
                  </a:lnTo>
                  <a:lnTo>
                    <a:pt x="113017" y="259384"/>
                  </a:lnTo>
                  <a:lnTo>
                    <a:pt x="112915" y="258114"/>
                  </a:lnTo>
                  <a:lnTo>
                    <a:pt x="112814" y="256844"/>
                  </a:lnTo>
                  <a:lnTo>
                    <a:pt x="112712" y="255574"/>
                  </a:lnTo>
                  <a:lnTo>
                    <a:pt x="112610" y="254304"/>
                  </a:lnTo>
                  <a:lnTo>
                    <a:pt x="116344" y="259384"/>
                  </a:lnTo>
                  <a:lnTo>
                    <a:pt x="118135" y="265734"/>
                  </a:lnTo>
                  <a:lnTo>
                    <a:pt x="121272" y="270814"/>
                  </a:lnTo>
                  <a:lnTo>
                    <a:pt x="129095" y="273354"/>
                  </a:lnTo>
                  <a:lnTo>
                    <a:pt x="126403" y="272084"/>
                  </a:lnTo>
                  <a:lnTo>
                    <a:pt x="127088" y="268274"/>
                  </a:lnTo>
                  <a:lnTo>
                    <a:pt x="128651" y="268274"/>
                  </a:lnTo>
                  <a:lnTo>
                    <a:pt x="130251" y="267004"/>
                  </a:lnTo>
                  <a:lnTo>
                    <a:pt x="132194" y="268274"/>
                  </a:lnTo>
                  <a:lnTo>
                    <a:pt x="135178" y="272084"/>
                  </a:lnTo>
                  <a:lnTo>
                    <a:pt x="138023" y="275894"/>
                  </a:lnTo>
                  <a:lnTo>
                    <a:pt x="151409" y="275894"/>
                  </a:lnTo>
                  <a:lnTo>
                    <a:pt x="148082" y="273354"/>
                  </a:lnTo>
                  <a:lnTo>
                    <a:pt x="155600" y="273354"/>
                  </a:lnTo>
                  <a:lnTo>
                    <a:pt x="155498" y="275894"/>
                  </a:lnTo>
                  <a:lnTo>
                    <a:pt x="155397" y="278434"/>
                  </a:lnTo>
                  <a:lnTo>
                    <a:pt x="153352" y="280974"/>
                  </a:lnTo>
                  <a:lnTo>
                    <a:pt x="159702" y="279704"/>
                  </a:lnTo>
                  <a:lnTo>
                    <a:pt x="161594" y="274624"/>
                  </a:lnTo>
                  <a:lnTo>
                    <a:pt x="161061" y="273354"/>
                  </a:lnTo>
                  <a:lnTo>
                    <a:pt x="159461" y="269544"/>
                  </a:lnTo>
                  <a:lnTo>
                    <a:pt x="164973" y="267004"/>
                  </a:lnTo>
                  <a:lnTo>
                    <a:pt x="167970" y="270814"/>
                  </a:lnTo>
                  <a:lnTo>
                    <a:pt x="168694" y="273354"/>
                  </a:lnTo>
                  <a:lnTo>
                    <a:pt x="174205" y="268274"/>
                  </a:lnTo>
                  <a:lnTo>
                    <a:pt x="173101" y="267004"/>
                  </a:lnTo>
                  <a:lnTo>
                    <a:pt x="168694" y="261924"/>
                  </a:lnTo>
                  <a:lnTo>
                    <a:pt x="164477" y="261924"/>
                  </a:lnTo>
                  <a:lnTo>
                    <a:pt x="164477" y="260654"/>
                  </a:lnTo>
                  <a:lnTo>
                    <a:pt x="164477" y="259384"/>
                  </a:lnTo>
                  <a:lnTo>
                    <a:pt x="162674" y="258114"/>
                  </a:lnTo>
                  <a:lnTo>
                    <a:pt x="158038" y="256844"/>
                  </a:lnTo>
                  <a:lnTo>
                    <a:pt x="150787" y="256844"/>
                  </a:lnTo>
                  <a:lnTo>
                    <a:pt x="149288" y="260654"/>
                  </a:lnTo>
                  <a:lnTo>
                    <a:pt x="146304" y="260654"/>
                  </a:lnTo>
                  <a:lnTo>
                    <a:pt x="118516" y="237794"/>
                  </a:lnTo>
                  <a:lnTo>
                    <a:pt x="121272" y="232714"/>
                  </a:lnTo>
                  <a:lnTo>
                    <a:pt x="127317" y="227634"/>
                  </a:lnTo>
                  <a:lnTo>
                    <a:pt x="133362" y="221284"/>
                  </a:lnTo>
                  <a:lnTo>
                    <a:pt x="136105" y="214934"/>
                  </a:lnTo>
                  <a:lnTo>
                    <a:pt x="133959" y="206044"/>
                  </a:lnTo>
                  <a:lnTo>
                    <a:pt x="133654" y="204774"/>
                  </a:lnTo>
                  <a:lnTo>
                    <a:pt x="127330" y="198424"/>
                  </a:lnTo>
                  <a:lnTo>
                    <a:pt x="122161" y="194614"/>
                  </a:lnTo>
                  <a:lnTo>
                    <a:pt x="118706" y="192074"/>
                  </a:lnTo>
                  <a:lnTo>
                    <a:pt x="109321" y="185724"/>
                  </a:lnTo>
                  <a:lnTo>
                    <a:pt x="113931" y="183184"/>
                  </a:lnTo>
                  <a:lnTo>
                    <a:pt x="120421" y="181914"/>
                  </a:lnTo>
                  <a:lnTo>
                    <a:pt x="127457" y="181914"/>
                  </a:lnTo>
                  <a:lnTo>
                    <a:pt x="133756" y="183184"/>
                  </a:lnTo>
                  <a:lnTo>
                    <a:pt x="133985" y="181914"/>
                  </a:lnTo>
                  <a:lnTo>
                    <a:pt x="134442" y="179374"/>
                  </a:lnTo>
                  <a:lnTo>
                    <a:pt x="137185" y="180644"/>
                  </a:lnTo>
                  <a:lnTo>
                    <a:pt x="137350" y="179374"/>
                  </a:lnTo>
                  <a:lnTo>
                    <a:pt x="138137" y="173024"/>
                  </a:lnTo>
                  <a:lnTo>
                    <a:pt x="140690" y="179374"/>
                  </a:lnTo>
                  <a:lnTo>
                    <a:pt x="138023" y="184454"/>
                  </a:lnTo>
                  <a:lnTo>
                    <a:pt x="140690" y="186994"/>
                  </a:lnTo>
                  <a:lnTo>
                    <a:pt x="142824" y="184454"/>
                  </a:lnTo>
                  <a:lnTo>
                    <a:pt x="148082" y="184454"/>
                  </a:lnTo>
                  <a:lnTo>
                    <a:pt x="148018" y="183184"/>
                  </a:lnTo>
                  <a:lnTo>
                    <a:pt x="147942" y="181914"/>
                  </a:lnTo>
                  <a:lnTo>
                    <a:pt x="147878" y="180644"/>
                  </a:lnTo>
                  <a:lnTo>
                    <a:pt x="147815" y="179374"/>
                  </a:lnTo>
                  <a:lnTo>
                    <a:pt x="147688" y="176834"/>
                  </a:lnTo>
                  <a:lnTo>
                    <a:pt x="149288" y="181914"/>
                  </a:lnTo>
                  <a:lnTo>
                    <a:pt x="145732" y="189534"/>
                  </a:lnTo>
                  <a:lnTo>
                    <a:pt x="149288" y="192074"/>
                  </a:lnTo>
                  <a:lnTo>
                    <a:pt x="149948" y="188264"/>
                  </a:lnTo>
                  <a:lnTo>
                    <a:pt x="155397" y="188264"/>
                  </a:lnTo>
                  <a:lnTo>
                    <a:pt x="156654" y="189534"/>
                  </a:lnTo>
                  <a:lnTo>
                    <a:pt x="156654" y="197154"/>
                  </a:lnTo>
                  <a:lnTo>
                    <a:pt x="149428" y="194614"/>
                  </a:lnTo>
                  <a:lnTo>
                    <a:pt x="149428" y="203504"/>
                  </a:lnTo>
                  <a:lnTo>
                    <a:pt x="152920" y="204774"/>
                  </a:lnTo>
                  <a:lnTo>
                    <a:pt x="152920" y="208584"/>
                  </a:lnTo>
                  <a:lnTo>
                    <a:pt x="150025" y="211124"/>
                  </a:lnTo>
                  <a:lnTo>
                    <a:pt x="146532" y="208584"/>
                  </a:lnTo>
                  <a:lnTo>
                    <a:pt x="147586" y="211124"/>
                  </a:lnTo>
                  <a:lnTo>
                    <a:pt x="149948" y="213664"/>
                  </a:lnTo>
                  <a:lnTo>
                    <a:pt x="156222" y="213664"/>
                  </a:lnTo>
                  <a:lnTo>
                    <a:pt x="159702" y="211124"/>
                  </a:lnTo>
                  <a:lnTo>
                    <a:pt x="161112" y="207314"/>
                  </a:lnTo>
                  <a:lnTo>
                    <a:pt x="162674" y="212394"/>
                  </a:lnTo>
                  <a:lnTo>
                    <a:pt x="161404" y="216204"/>
                  </a:lnTo>
                  <a:lnTo>
                    <a:pt x="158419" y="217474"/>
                  </a:lnTo>
                  <a:lnTo>
                    <a:pt x="161645" y="218744"/>
                  </a:lnTo>
                  <a:lnTo>
                    <a:pt x="169303" y="217474"/>
                  </a:lnTo>
                  <a:lnTo>
                    <a:pt x="169202" y="216204"/>
                  </a:lnTo>
                  <a:lnTo>
                    <a:pt x="169100" y="214934"/>
                  </a:lnTo>
                  <a:lnTo>
                    <a:pt x="168998" y="213664"/>
                  </a:lnTo>
                  <a:lnTo>
                    <a:pt x="168897" y="212394"/>
                  </a:lnTo>
                  <a:lnTo>
                    <a:pt x="168795" y="211124"/>
                  </a:lnTo>
                  <a:lnTo>
                    <a:pt x="168490" y="207314"/>
                  </a:lnTo>
                  <a:lnTo>
                    <a:pt x="172745" y="208584"/>
                  </a:lnTo>
                  <a:lnTo>
                    <a:pt x="175107" y="211124"/>
                  </a:lnTo>
                  <a:lnTo>
                    <a:pt x="172478" y="216204"/>
                  </a:lnTo>
                  <a:lnTo>
                    <a:pt x="176034" y="214934"/>
                  </a:lnTo>
                  <a:lnTo>
                    <a:pt x="179311" y="213664"/>
                  </a:lnTo>
                  <a:lnTo>
                    <a:pt x="179311" y="207314"/>
                  </a:lnTo>
                  <a:close/>
                </a:path>
                <a:path w="492759" h="325119">
                  <a:moveTo>
                    <a:pt x="351866" y="173456"/>
                  </a:moveTo>
                  <a:lnTo>
                    <a:pt x="351332" y="171704"/>
                  </a:lnTo>
                  <a:lnTo>
                    <a:pt x="350418" y="169164"/>
                  </a:lnTo>
                  <a:lnTo>
                    <a:pt x="348843" y="167652"/>
                  </a:lnTo>
                  <a:lnTo>
                    <a:pt x="348843" y="174574"/>
                  </a:lnTo>
                  <a:lnTo>
                    <a:pt x="348145" y="175653"/>
                  </a:lnTo>
                  <a:lnTo>
                    <a:pt x="347700" y="176771"/>
                  </a:lnTo>
                  <a:lnTo>
                    <a:pt x="346570" y="177380"/>
                  </a:lnTo>
                  <a:lnTo>
                    <a:pt x="344220" y="178257"/>
                  </a:lnTo>
                  <a:lnTo>
                    <a:pt x="342074" y="178079"/>
                  </a:lnTo>
                  <a:lnTo>
                    <a:pt x="340004" y="177050"/>
                  </a:lnTo>
                  <a:lnTo>
                    <a:pt x="337032" y="175653"/>
                  </a:lnTo>
                  <a:lnTo>
                    <a:pt x="336943" y="175488"/>
                  </a:lnTo>
                  <a:lnTo>
                    <a:pt x="335330" y="172554"/>
                  </a:lnTo>
                  <a:lnTo>
                    <a:pt x="336499" y="170218"/>
                  </a:lnTo>
                  <a:lnTo>
                    <a:pt x="337032" y="169011"/>
                  </a:lnTo>
                  <a:lnTo>
                    <a:pt x="338061" y="168389"/>
                  </a:lnTo>
                  <a:lnTo>
                    <a:pt x="338759" y="168249"/>
                  </a:lnTo>
                  <a:lnTo>
                    <a:pt x="340410" y="167627"/>
                  </a:lnTo>
                  <a:lnTo>
                    <a:pt x="342531" y="167830"/>
                  </a:lnTo>
                  <a:lnTo>
                    <a:pt x="346265" y="169519"/>
                  </a:lnTo>
                  <a:lnTo>
                    <a:pt x="347700" y="171145"/>
                  </a:lnTo>
                  <a:lnTo>
                    <a:pt x="348259" y="172707"/>
                  </a:lnTo>
                  <a:lnTo>
                    <a:pt x="348576" y="173456"/>
                  </a:lnTo>
                  <a:lnTo>
                    <a:pt x="348843" y="174574"/>
                  </a:lnTo>
                  <a:lnTo>
                    <a:pt x="348843" y="167652"/>
                  </a:lnTo>
                  <a:lnTo>
                    <a:pt x="348399" y="167233"/>
                  </a:lnTo>
                  <a:lnTo>
                    <a:pt x="345757" y="165989"/>
                  </a:lnTo>
                  <a:lnTo>
                    <a:pt x="343179" y="164680"/>
                  </a:lnTo>
                  <a:lnTo>
                    <a:pt x="331622" y="172707"/>
                  </a:lnTo>
                  <a:lnTo>
                    <a:pt x="334048" y="177711"/>
                  </a:lnTo>
                  <a:lnTo>
                    <a:pt x="338696" y="179946"/>
                  </a:lnTo>
                  <a:lnTo>
                    <a:pt x="341477" y="181203"/>
                  </a:lnTo>
                  <a:lnTo>
                    <a:pt x="344398" y="181483"/>
                  </a:lnTo>
                  <a:lnTo>
                    <a:pt x="346989" y="180555"/>
                  </a:lnTo>
                  <a:lnTo>
                    <a:pt x="348843" y="179946"/>
                  </a:lnTo>
                  <a:lnTo>
                    <a:pt x="350418" y="178689"/>
                  </a:lnTo>
                  <a:lnTo>
                    <a:pt x="350583" y="178257"/>
                  </a:lnTo>
                  <a:lnTo>
                    <a:pt x="350659" y="178079"/>
                  </a:lnTo>
                  <a:lnTo>
                    <a:pt x="351066" y="177050"/>
                  </a:lnTo>
                  <a:lnTo>
                    <a:pt x="351815" y="175653"/>
                  </a:lnTo>
                  <a:lnTo>
                    <a:pt x="351866" y="173456"/>
                  </a:lnTo>
                  <a:close/>
                </a:path>
                <a:path w="492759" h="325119">
                  <a:moveTo>
                    <a:pt x="357720" y="116687"/>
                  </a:moveTo>
                  <a:lnTo>
                    <a:pt x="357682" y="116166"/>
                  </a:lnTo>
                  <a:lnTo>
                    <a:pt x="357593" y="115912"/>
                  </a:lnTo>
                  <a:lnTo>
                    <a:pt x="357212" y="114719"/>
                  </a:lnTo>
                  <a:lnTo>
                    <a:pt x="356565" y="113868"/>
                  </a:lnTo>
                  <a:lnTo>
                    <a:pt x="355180" y="112064"/>
                  </a:lnTo>
                  <a:lnTo>
                    <a:pt x="354393" y="111607"/>
                  </a:lnTo>
                  <a:lnTo>
                    <a:pt x="354393" y="116166"/>
                  </a:lnTo>
                  <a:lnTo>
                    <a:pt x="354317" y="118237"/>
                  </a:lnTo>
                  <a:lnTo>
                    <a:pt x="354253" y="118579"/>
                  </a:lnTo>
                  <a:lnTo>
                    <a:pt x="354126" y="119329"/>
                  </a:lnTo>
                  <a:lnTo>
                    <a:pt x="353199" y="120853"/>
                  </a:lnTo>
                  <a:lnTo>
                    <a:pt x="349351" y="123799"/>
                  </a:lnTo>
                  <a:lnTo>
                    <a:pt x="346049" y="123799"/>
                  </a:lnTo>
                  <a:lnTo>
                    <a:pt x="344779" y="122135"/>
                  </a:lnTo>
                  <a:lnTo>
                    <a:pt x="344258" y="121551"/>
                  </a:lnTo>
                  <a:lnTo>
                    <a:pt x="344106" y="120853"/>
                  </a:lnTo>
                  <a:lnTo>
                    <a:pt x="344106" y="118579"/>
                  </a:lnTo>
                  <a:lnTo>
                    <a:pt x="345046" y="116687"/>
                  </a:lnTo>
                  <a:lnTo>
                    <a:pt x="346684" y="115493"/>
                  </a:lnTo>
                  <a:lnTo>
                    <a:pt x="348157" y="114376"/>
                  </a:lnTo>
                  <a:lnTo>
                    <a:pt x="349910" y="113868"/>
                  </a:lnTo>
                  <a:lnTo>
                    <a:pt x="351091" y="113868"/>
                  </a:lnTo>
                  <a:lnTo>
                    <a:pt x="352069" y="114147"/>
                  </a:lnTo>
                  <a:lnTo>
                    <a:pt x="352793" y="114376"/>
                  </a:lnTo>
                  <a:lnTo>
                    <a:pt x="352971" y="114376"/>
                  </a:lnTo>
                  <a:lnTo>
                    <a:pt x="354393" y="116166"/>
                  </a:lnTo>
                  <a:lnTo>
                    <a:pt x="354393" y="111607"/>
                  </a:lnTo>
                  <a:lnTo>
                    <a:pt x="353745" y="111213"/>
                  </a:lnTo>
                  <a:lnTo>
                    <a:pt x="351853" y="110947"/>
                  </a:lnTo>
                  <a:lnTo>
                    <a:pt x="349351" y="110642"/>
                  </a:lnTo>
                  <a:lnTo>
                    <a:pt x="346887" y="111417"/>
                  </a:lnTo>
                  <a:lnTo>
                    <a:pt x="344779" y="113106"/>
                  </a:lnTo>
                  <a:lnTo>
                    <a:pt x="340868" y="115912"/>
                  </a:lnTo>
                  <a:lnTo>
                    <a:pt x="340753" y="116433"/>
                  </a:lnTo>
                  <a:lnTo>
                    <a:pt x="340690" y="116687"/>
                  </a:lnTo>
                  <a:lnTo>
                    <a:pt x="339750" y="120853"/>
                  </a:lnTo>
                  <a:lnTo>
                    <a:pt x="340207" y="121551"/>
                  </a:lnTo>
                  <a:lnTo>
                    <a:pt x="342188" y="124028"/>
                  </a:lnTo>
                  <a:lnTo>
                    <a:pt x="344779" y="127152"/>
                  </a:lnTo>
                  <a:lnTo>
                    <a:pt x="349770" y="127355"/>
                  </a:lnTo>
                  <a:lnTo>
                    <a:pt x="353745" y="124383"/>
                  </a:lnTo>
                  <a:lnTo>
                    <a:pt x="354495" y="123799"/>
                  </a:lnTo>
                  <a:lnTo>
                    <a:pt x="355828" y="122758"/>
                  </a:lnTo>
                  <a:lnTo>
                    <a:pt x="357212" y="120586"/>
                  </a:lnTo>
                  <a:lnTo>
                    <a:pt x="357263" y="120091"/>
                  </a:lnTo>
                  <a:lnTo>
                    <a:pt x="357365" y="119329"/>
                  </a:lnTo>
                  <a:lnTo>
                    <a:pt x="357454" y="118579"/>
                  </a:lnTo>
                  <a:lnTo>
                    <a:pt x="357555" y="117805"/>
                  </a:lnTo>
                  <a:lnTo>
                    <a:pt x="357720" y="116687"/>
                  </a:lnTo>
                  <a:close/>
                </a:path>
                <a:path w="492759" h="325119">
                  <a:moveTo>
                    <a:pt x="411416" y="274193"/>
                  </a:moveTo>
                  <a:lnTo>
                    <a:pt x="411353" y="268147"/>
                  </a:lnTo>
                  <a:lnTo>
                    <a:pt x="411264" y="267804"/>
                  </a:lnTo>
                  <a:lnTo>
                    <a:pt x="410921" y="266509"/>
                  </a:lnTo>
                  <a:lnTo>
                    <a:pt x="409473" y="264642"/>
                  </a:lnTo>
                  <a:lnTo>
                    <a:pt x="408432" y="263271"/>
                  </a:lnTo>
                  <a:lnTo>
                    <a:pt x="408432" y="267804"/>
                  </a:lnTo>
                  <a:lnTo>
                    <a:pt x="408393" y="273164"/>
                  </a:lnTo>
                  <a:lnTo>
                    <a:pt x="408012" y="274193"/>
                  </a:lnTo>
                  <a:lnTo>
                    <a:pt x="407657" y="275056"/>
                  </a:lnTo>
                  <a:lnTo>
                    <a:pt x="405765" y="276860"/>
                  </a:lnTo>
                  <a:lnTo>
                    <a:pt x="404761" y="277533"/>
                  </a:lnTo>
                  <a:lnTo>
                    <a:pt x="402107" y="277533"/>
                  </a:lnTo>
                  <a:lnTo>
                    <a:pt x="401269" y="276860"/>
                  </a:lnTo>
                  <a:lnTo>
                    <a:pt x="400685" y="276263"/>
                  </a:lnTo>
                  <a:lnTo>
                    <a:pt x="399554" y="275056"/>
                  </a:lnTo>
                  <a:lnTo>
                    <a:pt x="398767" y="273164"/>
                  </a:lnTo>
                  <a:lnTo>
                    <a:pt x="398830" y="268909"/>
                  </a:lnTo>
                  <a:lnTo>
                    <a:pt x="408432" y="267804"/>
                  </a:lnTo>
                  <a:lnTo>
                    <a:pt x="408432" y="263271"/>
                  </a:lnTo>
                  <a:lnTo>
                    <a:pt x="408051" y="262763"/>
                  </a:lnTo>
                  <a:lnTo>
                    <a:pt x="405574" y="261569"/>
                  </a:lnTo>
                  <a:lnTo>
                    <a:pt x="401942" y="261569"/>
                  </a:lnTo>
                  <a:lnTo>
                    <a:pt x="400138" y="262356"/>
                  </a:lnTo>
                  <a:lnTo>
                    <a:pt x="398703" y="263702"/>
                  </a:lnTo>
                  <a:lnTo>
                    <a:pt x="396824" y="265417"/>
                  </a:lnTo>
                  <a:lnTo>
                    <a:pt x="395719" y="268147"/>
                  </a:lnTo>
                  <a:lnTo>
                    <a:pt x="395681" y="274193"/>
                  </a:lnTo>
                  <a:lnTo>
                    <a:pt x="396621" y="276593"/>
                  </a:lnTo>
                  <a:lnTo>
                    <a:pt x="398424" y="278396"/>
                  </a:lnTo>
                  <a:lnTo>
                    <a:pt x="399783" y="279844"/>
                  </a:lnTo>
                  <a:lnTo>
                    <a:pt x="401637" y="280606"/>
                  </a:lnTo>
                  <a:lnTo>
                    <a:pt x="405472" y="280606"/>
                  </a:lnTo>
                  <a:lnTo>
                    <a:pt x="407136" y="279984"/>
                  </a:lnTo>
                  <a:lnTo>
                    <a:pt x="409778" y="277533"/>
                  </a:lnTo>
                  <a:lnTo>
                    <a:pt x="410514" y="276860"/>
                  </a:lnTo>
                  <a:lnTo>
                    <a:pt x="410603" y="276593"/>
                  </a:lnTo>
                  <a:lnTo>
                    <a:pt x="410718" y="276263"/>
                  </a:lnTo>
                  <a:lnTo>
                    <a:pt x="411416" y="274193"/>
                  </a:lnTo>
                  <a:close/>
                </a:path>
                <a:path w="492759" h="325119">
                  <a:moveTo>
                    <a:pt x="430123" y="287591"/>
                  </a:moveTo>
                  <a:lnTo>
                    <a:pt x="428066" y="285229"/>
                  </a:lnTo>
                  <a:lnTo>
                    <a:pt x="426478" y="283413"/>
                  </a:lnTo>
                  <a:lnTo>
                    <a:pt x="426262" y="283375"/>
                  </a:lnTo>
                  <a:lnTo>
                    <a:pt x="426262" y="288366"/>
                  </a:lnTo>
                  <a:lnTo>
                    <a:pt x="426161" y="291312"/>
                  </a:lnTo>
                  <a:lnTo>
                    <a:pt x="426046" y="291884"/>
                  </a:lnTo>
                  <a:lnTo>
                    <a:pt x="425627" y="293827"/>
                  </a:lnTo>
                  <a:lnTo>
                    <a:pt x="422427" y="295465"/>
                  </a:lnTo>
                  <a:lnTo>
                    <a:pt x="418896" y="294805"/>
                  </a:lnTo>
                  <a:lnTo>
                    <a:pt x="415340" y="294170"/>
                  </a:lnTo>
                  <a:lnTo>
                    <a:pt x="412915" y="291528"/>
                  </a:lnTo>
                  <a:lnTo>
                    <a:pt x="412953" y="291312"/>
                  </a:lnTo>
                  <a:lnTo>
                    <a:pt x="413054" y="290677"/>
                  </a:lnTo>
                  <a:lnTo>
                    <a:pt x="413321" y="289064"/>
                  </a:lnTo>
                  <a:lnTo>
                    <a:pt x="413626" y="287769"/>
                  </a:lnTo>
                  <a:lnTo>
                    <a:pt x="414350" y="286893"/>
                  </a:lnTo>
                  <a:lnTo>
                    <a:pt x="415112" y="286575"/>
                  </a:lnTo>
                  <a:lnTo>
                    <a:pt x="416623" y="285572"/>
                  </a:lnTo>
                  <a:lnTo>
                    <a:pt x="418553" y="285229"/>
                  </a:lnTo>
                  <a:lnTo>
                    <a:pt x="423900" y="286118"/>
                  </a:lnTo>
                  <a:lnTo>
                    <a:pt x="426262" y="288366"/>
                  </a:lnTo>
                  <a:lnTo>
                    <a:pt x="426262" y="283375"/>
                  </a:lnTo>
                  <a:lnTo>
                    <a:pt x="421208" y="282422"/>
                  </a:lnTo>
                  <a:lnTo>
                    <a:pt x="418249" y="281952"/>
                  </a:lnTo>
                  <a:lnTo>
                    <a:pt x="415340" y="282422"/>
                  </a:lnTo>
                  <a:lnTo>
                    <a:pt x="413321" y="284035"/>
                  </a:lnTo>
                  <a:lnTo>
                    <a:pt x="411556" y="285038"/>
                  </a:lnTo>
                  <a:lnTo>
                    <a:pt x="411441" y="285229"/>
                  </a:lnTo>
                  <a:lnTo>
                    <a:pt x="410578" y="286575"/>
                  </a:lnTo>
                  <a:lnTo>
                    <a:pt x="410476" y="286893"/>
                  </a:lnTo>
                  <a:lnTo>
                    <a:pt x="409765" y="290677"/>
                  </a:lnTo>
                  <a:lnTo>
                    <a:pt x="410527" y="292798"/>
                  </a:lnTo>
                  <a:lnTo>
                    <a:pt x="412127" y="294525"/>
                  </a:lnTo>
                  <a:lnTo>
                    <a:pt x="413626" y="296316"/>
                  </a:lnTo>
                  <a:lnTo>
                    <a:pt x="415937" y="297421"/>
                  </a:lnTo>
                  <a:lnTo>
                    <a:pt x="418249" y="297865"/>
                  </a:lnTo>
                  <a:lnTo>
                    <a:pt x="420916" y="298284"/>
                  </a:lnTo>
                  <a:lnTo>
                    <a:pt x="423964" y="297865"/>
                  </a:lnTo>
                  <a:lnTo>
                    <a:pt x="423545" y="297865"/>
                  </a:lnTo>
                  <a:lnTo>
                    <a:pt x="425348" y="296913"/>
                  </a:lnTo>
                  <a:lnTo>
                    <a:pt x="429285" y="291884"/>
                  </a:lnTo>
                  <a:lnTo>
                    <a:pt x="429399" y="291312"/>
                  </a:lnTo>
                  <a:lnTo>
                    <a:pt x="429526" y="290677"/>
                  </a:lnTo>
                  <a:lnTo>
                    <a:pt x="430123" y="287591"/>
                  </a:lnTo>
                  <a:close/>
                </a:path>
                <a:path w="492759" h="325119">
                  <a:moveTo>
                    <a:pt x="484619" y="266001"/>
                  </a:moveTo>
                  <a:lnTo>
                    <a:pt x="482269" y="263702"/>
                  </a:lnTo>
                  <a:lnTo>
                    <a:pt x="481469" y="262928"/>
                  </a:lnTo>
                  <a:lnTo>
                    <a:pt x="481469" y="267804"/>
                  </a:lnTo>
                  <a:lnTo>
                    <a:pt x="481469" y="277698"/>
                  </a:lnTo>
                  <a:lnTo>
                    <a:pt x="477342" y="281800"/>
                  </a:lnTo>
                  <a:lnTo>
                    <a:pt x="466966" y="281800"/>
                  </a:lnTo>
                  <a:lnTo>
                    <a:pt x="462940" y="277698"/>
                  </a:lnTo>
                  <a:lnTo>
                    <a:pt x="462940" y="267804"/>
                  </a:lnTo>
                  <a:lnTo>
                    <a:pt x="466966" y="263702"/>
                  </a:lnTo>
                  <a:lnTo>
                    <a:pt x="477342" y="263702"/>
                  </a:lnTo>
                  <a:lnTo>
                    <a:pt x="481469" y="267804"/>
                  </a:lnTo>
                  <a:lnTo>
                    <a:pt x="481469" y="262928"/>
                  </a:lnTo>
                  <a:lnTo>
                    <a:pt x="479031" y="260540"/>
                  </a:lnTo>
                  <a:lnTo>
                    <a:pt x="465429" y="260540"/>
                  </a:lnTo>
                  <a:lnTo>
                    <a:pt x="459765" y="266001"/>
                  </a:lnTo>
                  <a:lnTo>
                    <a:pt x="459765" y="279412"/>
                  </a:lnTo>
                  <a:lnTo>
                    <a:pt x="465429" y="284886"/>
                  </a:lnTo>
                  <a:lnTo>
                    <a:pt x="479031" y="284886"/>
                  </a:lnTo>
                  <a:lnTo>
                    <a:pt x="482180" y="281800"/>
                  </a:lnTo>
                  <a:lnTo>
                    <a:pt x="484619" y="279412"/>
                  </a:lnTo>
                  <a:lnTo>
                    <a:pt x="484619" y="266001"/>
                  </a:lnTo>
                  <a:close/>
                </a:path>
                <a:path w="492759" h="325119">
                  <a:moveTo>
                    <a:pt x="492290" y="184150"/>
                  </a:moveTo>
                  <a:lnTo>
                    <a:pt x="490448" y="175260"/>
                  </a:lnTo>
                  <a:lnTo>
                    <a:pt x="482346" y="170180"/>
                  </a:lnTo>
                  <a:lnTo>
                    <a:pt x="473278" y="163830"/>
                  </a:lnTo>
                  <a:lnTo>
                    <a:pt x="472706" y="162560"/>
                  </a:lnTo>
                  <a:lnTo>
                    <a:pt x="468541" y="152400"/>
                  </a:lnTo>
                  <a:lnTo>
                    <a:pt x="472757" y="162560"/>
                  </a:lnTo>
                  <a:lnTo>
                    <a:pt x="480745" y="166370"/>
                  </a:lnTo>
                  <a:lnTo>
                    <a:pt x="486765" y="163830"/>
                  </a:lnTo>
                  <a:lnTo>
                    <a:pt x="480288" y="160020"/>
                  </a:lnTo>
                  <a:lnTo>
                    <a:pt x="478434" y="152400"/>
                  </a:lnTo>
                  <a:lnTo>
                    <a:pt x="478129" y="151130"/>
                  </a:lnTo>
                  <a:lnTo>
                    <a:pt x="475221" y="143510"/>
                  </a:lnTo>
                  <a:lnTo>
                    <a:pt x="469404" y="140970"/>
                  </a:lnTo>
                  <a:lnTo>
                    <a:pt x="466496" y="139700"/>
                  </a:lnTo>
                  <a:lnTo>
                    <a:pt x="463778" y="139700"/>
                  </a:lnTo>
                  <a:lnTo>
                    <a:pt x="460679" y="137160"/>
                  </a:lnTo>
                  <a:lnTo>
                    <a:pt x="457301" y="135890"/>
                  </a:lnTo>
                  <a:lnTo>
                    <a:pt x="452170" y="135890"/>
                  </a:lnTo>
                  <a:lnTo>
                    <a:pt x="445808" y="137160"/>
                  </a:lnTo>
                  <a:lnTo>
                    <a:pt x="439178" y="140970"/>
                  </a:lnTo>
                  <a:lnTo>
                    <a:pt x="433959" y="147320"/>
                  </a:lnTo>
                  <a:lnTo>
                    <a:pt x="431838" y="157480"/>
                  </a:lnTo>
                  <a:lnTo>
                    <a:pt x="437680" y="176530"/>
                  </a:lnTo>
                  <a:lnTo>
                    <a:pt x="463359" y="201930"/>
                  </a:lnTo>
                  <a:lnTo>
                    <a:pt x="469201" y="219710"/>
                  </a:lnTo>
                  <a:lnTo>
                    <a:pt x="469201" y="227330"/>
                  </a:lnTo>
                  <a:lnTo>
                    <a:pt x="462864" y="232410"/>
                  </a:lnTo>
                  <a:lnTo>
                    <a:pt x="449491" y="232410"/>
                  </a:lnTo>
                  <a:lnTo>
                    <a:pt x="444500" y="224790"/>
                  </a:lnTo>
                  <a:lnTo>
                    <a:pt x="440537" y="217170"/>
                  </a:lnTo>
                  <a:lnTo>
                    <a:pt x="439216" y="214630"/>
                  </a:lnTo>
                  <a:lnTo>
                    <a:pt x="437349" y="210820"/>
                  </a:lnTo>
                  <a:lnTo>
                    <a:pt x="436727" y="209550"/>
                  </a:lnTo>
                  <a:lnTo>
                    <a:pt x="431253" y="201930"/>
                  </a:lnTo>
                  <a:lnTo>
                    <a:pt x="429983" y="200507"/>
                  </a:lnTo>
                  <a:lnTo>
                    <a:pt x="429983" y="217170"/>
                  </a:lnTo>
                  <a:lnTo>
                    <a:pt x="425983" y="222250"/>
                  </a:lnTo>
                  <a:lnTo>
                    <a:pt x="422414" y="223520"/>
                  </a:lnTo>
                  <a:lnTo>
                    <a:pt x="417893" y="220980"/>
                  </a:lnTo>
                  <a:lnTo>
                    <a:pt x="417830" y="219710"/>
                  </a:lnTo>
                  <a:lnTo>
                    <a:pt x="417703" y="217170"/>
                  </a:lnTo>
                  <a:lnTo>
                    <a:pt x="421906" y="212090"/>
                  </a:lnTo>
                  <a:lnTo>
                    <a:pt x="425196" y="210820"/>
                  </a:lnTo>
                  <a:lnTo>
                    <a:pt x="427583" y="212090"/>
                  </a:lnTo>
                  <a:lnTo>
                    <a:pt x="429895" y="213360"/>
                  </a:lnTo>
                  <a:lnTo>
                    <a:pt x="429983" y="217170"/>
                  </a:lnTo>
                  <a:lnTo>
                    <a:pt x="429983" y="200507"/>
                  </a:lnTo>
                  <a:lnTo>
                    <a:pt x="425627" y="195580"/>
                  </a:lnTo>
                  <a:lnTo>
                    <a:pt x="427202" y="196850"/>
                  </a:lnTo>
                  <a:lnTo>
                    <a:pt x="434835" y="196850"/>
                  </a:lnTo>
                  <a:lnTo>
                    <a:pt x="436270" y="195580"/>
                  </a:lnTo>
                  <a:lnTo>
                    <a:pt x="437692" y="194310"/>
                  </a:lnTo>
                  <a:lnTo>
                    <a:pt x="438391" y="191770"/>
                  </a:lnTo>
                  <a:lnTo>
                    <a:pt x="438518" y="187960"/>
                  </a:lnTo>
                  <a:lnTo>
                    <a:pt x="437299" y="185420"/>
                  </a:lnTo>
                  <a:lnTo>
                    <a:pt x="435508" y="182880"/>
                  </a:lnTo>
                  <a:lnTo>
                    <a:pt x="435292" y="182626"/>
                  </a:lnTo>
                  <a:lnTo>
                    <a:pt x="435292" y="187960"/>
                  </a:lnTo>
                  <a:lnTo>
                    <a:pt x="435229" y="190500"/>
                  </a:lnTo>
                  <a:lnTo>
                    <a:pt x="435038" y="191770"/>
                  </a:lnTo>
                  <a:lnTo>
                    <a:pt x="434035" y="193040"/>
                  </a:lnTo>
                  <a:lnTo>
                    <a:pt x="433108" y="194310"/>
                  </a:lnTo>
                  <a:lnTo>
                    <a:pt x="429450" y="194310"/>
                  </a:lnTo>
                  <a:lnTo>
                    <a:pt x="427443" y="193040"/>
                  </a:lnTo>
                  <a:lnTo>
                    <a:pt x="424751" y="190500"/>
                  </a:lnTo>
                  <a:lnTo>
                    <a:pt x="424332" y="189230"/>
                  </a:lnTo>
                  <a:lnTo>
                    <a:pt x="423913" y="187960"/>
                  </a:lnTo>
                  <a:lnTo>
                    <a:pt x="423989" y="186690"/>
                  </a:lnTo>
                  <a:lnTo>
                    <a:pt x="424116" y="184150"/>
                  </a:lnTo>
                  <a:lnTo>
                    <a:pt x="425170" y="184150"/>
                  </a:lnTo>
                  <a:lnTo>
                    <a:pt x="425996" y="182880"/>
                  </a:lnTo>
                  <a:lnTo>
                    <a:pt x="429793" y="182880"/>
                  </a:lnTo>
                  <a:lnTo>
                    <a:pt x="431685" y="184150"/>
                  </a:lnTo>
                  <a:lnTo>
                    <a:pt x="433108" y="185420"/>
                  </a:lnTo>
                  <a:lnTo>
                    <a:pt x="434479" y="186690"/>
                  </a:lnTo>
                  <a:lnTo>
                    <a:pt x="435292" y="187960"/>
                  </a:lnTo>
                  <a:lnTo>
                    <a:pt x="435292" y="182626"/>
                  </a:lnTo>
                  <a:lnTo>
                    <a:pt x="433425" y="180340"/>
                  </a:lnTo>
                  <a:lnTo>
                    <a:pt x="430631" y="179070"/>
                  </a:lnTo>
                  <a:lnTo>
                    <a:pt x="426173" y="179070"/>
                  </a:lnTo>
                  <a:lnTo>
                    <a:pt x="424205" y="180340"/>
                  </a:lnTo>
                  <a:lnTo>
                    <a:pt x="422960" y="181610"/>
                  </a:lnTo>
                  <a:lnTo>
                    <a:pt x="421614" y="182880"/>
                  </a:lnTo>
                  <a:lnTo>
                    <a:pt x="420916" y="184150"/>
                  </a:lnTo>
                  <a:lnTo>
                    <a:pt x="420839" y="188506"/>
                  </a:lnTo>
                  <a:lnTo>
                    <a:pt x="415556" y="181610"/>
                  </a:lnTo>
                  <a:lnTo>
                    <a:pt x="415340" y="181343"/>
                  </a:lnTo>
                  <a:lnTo>
                    <a:pt x="415340" y="240030"/>
                  </a:lnTo>
                  <a:lnTo>
                    <a:pt x="413334" y="242570"/>
                  </a:lnTo>
                  <a:lnTo>
                    <a:pt x="411175" y="245110"/>
                  </a:lnTo>
                  <a:lnTo>
                    <a:pt x="407771" y="246380"/>
                  </a:lnTo>
                  <a:lnTo>
                    <a:pt x="403326" y="243840"/>
                  </a:lnTo>
                  <a:lnTo>
                    <a:pt x="403237" y="242570"/>
                  </a:lnTo>
                  <a:lnTo>
                    <a:pt x="403161" y="241300"/>
                  </a:lnTo>
                  <a:lnTo>
                    <a:pt x="403072" y="240030"/>
                  </a:lnTo>
                  <a:lnTo>
                    <a:pt x="405117" y="237490"/>
                  </a:lnTo>
                  <a:lnTo>
                    <a:pt x="407123" y="233680"/>
                  </a:lnTo>
                  <a:lnTo>
                    <a:pt x="410603" y="233680"/>
                  </a:lnTo>
                  <a:lnTo>
                    <a:pt x="412915" y="234950"/>
                  </a:lnTo>
                  <a:lnTo>
                    <a:pt x="415150" y="236220"/>
                  </a:lnTo>
                  <a:lnTo>
                    <a:pt x="415277" y="238760"/>
                  </a:lnTo>
                  <a:lnTo>
                    <a:pt x="415340" y="240030"/>
                  </a:lnTo>
                  <a:lnTo>
                    <a:pt x="415340" y="181343"/>
                  </a:lnTo>
                  <a:lnTo>
                    <a:pt x="410591" y="175260"/>
                  </a:lnTo>
                  <a:lnTo>
                    <a:pt x="407136" y="168910"/>
                  </a:lnTo>
                  <a:lnTo>
                    <a:pt x="405841" y="163830"/>
                  </a:lnTo>
                  <a:lnTo>
                    <a:pt x="405841" y="158750"/>
                  </a:lnTo>
                  <a:lnTo>
                    <a:pt x="409321" y="154940"/>
                  </a:lnTo>
                  <a:lnTo>
                    <a:pt x="411429" y="152400"/>
                  </a:lnTo>
                  <a:lnTo>
                    <a:pt x="413537" y="149860"/>
                  </a:lnTo>
                  <a:lnTo>
                    <a:pt x="414972" y="149860"/>
                  </a:lnTo>
                  <a:lnTo>
                    <a:pt x="416052" y="148590"/>
                  </a:lnTo>
                  <a:lnTo>
                    <a:pt x="417576" y="147320"/>
                  </a:lnTo>
                  <a:lnTo>
                    <a:pt x="420776" y="144780"/>
                  </a:lnTo>
                  <a:lnTo>
                    <a:pt x="427202" y="137160"/>
                  </a:lnTo>
                  <a:lnTo>
                    <a:pt x="427443" y="137160"/>
                  </a:lnTo>
                  <a:lnTo>
                    <a:pt x="429209" y="135890"/>
                  </a:lnTo>
                  <a:lnTo>
                    <a:pt x="425996" y="132956"/>
                  </a:lnTo>
                  <a:lnTo>
                    <a:pt x="425996" y="135890"/>
                  </a:lnTo>
                  <a:lnTo>
                    <a:pt x="418261" y="143510"/>
                  </a:lnTo>
                  <a:lnTo>
                    <a:pt x="414566" y="147320"/>
                  </a:lnTo>
                  <a:lnTo>
                    <a:pt x="410083" y="144780"/>
                  </a:lnTo>
                  <a:lnTo>
                    <a:pt x="362991" y="118110"/>
                  </a:lnTo>
                  <a:lnTo>
                    <a:pt x="368033" y="102870"/>
                  </a:lnTo>
                  <a:lnTo>
                    <a:pt x="373672" y="105410"/>
                  </a:lnTo>
                  <a:lnTo>
                    <a:pt x="372059" y="105410"/>
                  </a:lnTo>
                  <a:lnTo>
                    <a:pt x="370001" y="106680"/>
                  </a:lnTo>
                  <a:lnTo>
                    <a:pt x="368211" y="109220"/>
                  </a:lnTo>
                  <a:lnTo>
                    <a:pt x="371894" y="109220"/>
                  </a:lnTo>
                  <a:lnTo>
                    <a:pt x="373405" y="107950"/>
                  </a:lnTo>
                  <a:lnTo>
                    <a:pt x="371182" y="114300"/>
                  </a:lnTo>
                  <a:lnTo>
                    <a:pt x="370611" y="113030"/>
                  </a:lnTo>
                  <a:lnTo>
                    <a:pt x="368973" y="111760"/>
                  </a:lnTo>
                  <a:lnTo>
                    <a:pt x="367385" y="110490"/>
                  </a:lnTo>
                  <a:lnTo>
                    <a:pt x="366268" y="115570"/>
                  </a:lnTo>
                  <a:lnTo>
                    <a:pt x="369189" y="116840"/>
                  </a:lnTo>
                  <a:lnTo>
                    <a:pt x="371182" y="118110"/>
                  </a:lnTo>
                  <a:lnTo>
                    <a:pt x="374700" y="119380"/>
                  </a:lnTo>
                  <a:lnTo>
                    <a:pt x="376859" y="119380"/>
                  </a:lnTo>
                  <a:lnTo>
                    <a:pt x="377825" y="118110"/>
                  </a:lnTo>
                  <a:lnTo>
                    <a:pt x="378917" y="116840"/>
                  </a:lnTo>
                  <a:lnTo>
                    <a:pt x="377799" y="115570"/>
                  </a:lnTo>
                  <a:lnTo>
                    <a:pt x="376694" y="114300"/>
                  </a:lnTo>
                  <a:lnTo>
                    <a:pt x="373773" y="115570"/>
                  </a:lnTo>
                  <a:lnTo>
                    <a:pt x="373646" y="114300"/>
                  </a:lnTo>
                  <a:lnTo>
                    <a:pt x="373519" y="113030"/>
                  </a:lnTo>
                  <a:lnTo>
                    <a:pt x="373405" y="111760"/>
                  </a:lnTo>
                  <a:lnTo>
                    <a:pt x="375069" y="110490"/>
                  </a:lnTo>
                  <a:lnTo>
                    <a:pt x="378625" y="110490"/>
                  </a:lnTo>
                  <a:lnTo>
                    <a:pt x="379857" y="111760"/>
                  </a:lnTo>
                  <a:lnTo>
                    <a:pt x="380326" y="114300"/>
                  </a:lnTo>
                  <a:lnTo>
                    <a:pt x="380263" y="113030"/>
                  </a:lnTo>
                  <a:lnTo>
                    <a:pt x="380149" y="110490"/>
                  </a:lnTo>
                  <a:lnTo>
                    <a:pt x="380085" y="109220"/>
                  </a:lnTo>
                  <a:lnTo>
                    <a:pt x="380834" y="107950"/>
                  </a:lnTo>
                  <a:lnTo>
                    <a:pt x="382320" y="105410"/>
                  </a:lnTo>
                  <a:lnTo>
                    <a:pt x="386626" y="104140"/>
                  </a:lnTo>
                  <a:lnTo>
                    <a:pt x="388315" y="109220"/>
                  </a:lnTo>
                  <a:lnTo>
                    <a:pt x="386981" y="111760"/>
                  </a:lnTo>
                  <a:lnTo>
                    <a:pt x="383514" y="115570"/>
                  </a:lnTo>
                  <a:lnTo>
                    <a:pt x="385419" y="114300"/>
                  </a:lnTo>
                  <a:lnTo>
                    <a:pt x="387464" y="114300"/>
                  </a:lnTo>
                  <a:lnTo>
                    <a:pt x="388200" y="115570"/>
                  </a:lnTo>
                  <a:lnTo>
                    <a:pt x="389394" y="116840"/>
                  </a:lnTo>
                  <a:lnTo>
                    <a:pt x="388988" y="119380"/>
                  </a:lnTo>
                  <a:lnTo>
                    <a:pt x="386334" y="120650"/>
                  </a:lnTo>
                  <a:lnTo>
                    <a:pt x="385762" y="118110"/>
                  </a:lnTo>
                  <a:lnTo>
                    <a:pt x="382193" y="118110"/>
                  </a:lnTo>
                  <a:lnTo>
                    <a:pt x="381190" y="119380"/>
                  </a:lnTo>
                  <a:lnTo>
                    <a:pt x="380085" y="121920"/>
                  </a:lnTo>
                  <a:lnTo>
                    <a:pt x="381762" y="123190"/>
                  </a:lnTo>
                  <a:lnTo>
                    <a:pt x="384835" y="125730"/>
                  </a:lnTo>
                  <a:lnTo>
                    <a:pt x="388493" y="127000"/>
                  </a:lnTo>
                  <a:lnTo>
                    <a:pt x="391490" y="125730"/>
                  </a:lnTo>
                  <a:lnTo>
                    <a:pt x="392480" y="124460"/>
                  </a:lnTo>
                  <a:lnTo>
                    <a:pt x="393484" y="123190"/>
                  </a:lnTo>
                  <a:lnTo>
                    <a:pt x="392277" y="121920"/>
                  </a:lnTo>
                  <a:lnTo>
                    <a:pt x="390169" y="123190"/>
                  </a:lnTo>
                  <a:lnTo>
                    <a:pt x="388175" y="124460"/>
                  </a:lnTo>
                  <a:lnTo>
                    <a:pt x="390042" y="120650"/>
                  </a:lnTo>
                  <a:lnTo>
                    <a:pt x="391909" y="116840"/>
                  </a:lnTo>
                  <a:lnTo>
                    <a:pt x="392137" y="118110"/>
                  </a:lnTo>
                  <a:lnTo>
                    <a:pt x="392696" y="119380"/>
                  </a:lnTo>
                  <a:lnTo>
                    <a:pt x="394398" y="120650"/>
                  </a:lnTo>
                  <a:lnTo>
                    <a:pt x="395706" y="116840"/>
                  </a:lnTo>
                  <a:lnTo>
                    <a:pt x="394614" y="114300"/>
                  </a:lnTo>
                  <a:lnTo>
                    <a:pt x="402628" y="119380"/>
                  </a:lnTo>
                  <a:lnTo>
                    <a:pt x="399910" y="119380"/>
                  </a:lnTo>
                  <a:lnTo>
                    <a:pt x="396963" y="121920"/>
                  </a:lnTo>
                  <a:lnTo>
                    <a:pt x="398780" y="123190"/>
                  </a:lnTo>
                  <a:lnTo>
                    <a:pt x="400685" y="123190"/>
                  </a:lnTo>
                  <a:lnTo>
                    <a:pt x="401726" y="121920"/>
                  </a:lnTo>
                  <a:lnTo>
                    <a:pt x="397535" y="129540"/>
                  </a:lnTo>
                  <a:lnTo>
                    <a:pt x="397535" y="127000"/>
                  </a:lnTo>
                  <a:lnTo>
                    <a:pt x="396608" y="124460"/>
                  </a:lnTo>
                  <a:lnTo>
                    <a:pt x="395706" y="124460"/>
                  </a:lnTo>
                  <a:lnTo>
                    <a:pt x="393954" y="127000"/>
                  </a:lnTo>
                  <a:lnTo>
                    <a:pt x="394398" y="130810"/>
                  </a:lnTo>
                  <a:lnTo>
                    <a:pt x="398043" y="132080"/>
                  </a:lnTo>
                  <a:lnTo>
                    <a:pt x="401104" y="134620"/>
                  </a:lnTo>
                  <a:lnTo>
                    <a:pt x="403466" y="134620"/>
                  </a:lnTo>
                  <a:lnTo>
                    <a:pt x="404698" y="133350"/>
                  </a:lnTo>
                  <a:lnTo>
                    <a:pt x="405917" y="130810"/>
                  </a:lnTo>
                  <a:lnTo>
                    <a:pt x="404914" y="129540"/>
                  </a:lnTo>
                  <a:lnTo>
                    <a:pt x="403910" y="128270"/>
                  </a:lnTo>
                  <a:lnTo>
                    <a:pt x="400900" y="129540"/>
                  </a:lnTo>
                  <a:lnTo>
                    <a:pt x="400799" y="125730"/>
                  </a:lnTo>
                  <a:lnTo>
                    <a:pt x="402551" y="124460"/>
                  </a:lnTo>
                  <a:lnTo>
                    <a:pt x="406069" y="124460"/>
                  </a:lnTo>
                  <a:lnTo>
                    <a:pt x="407250" y="127000"/>
                  </a:lnTo>
                  <a:lnTo>
                    <a:pt x="407504" y="128270"/>
                  </a:lnTo>
                  <a:lnTo>
                    <a:pt x="408660" y="124460"/>
                  </a:lnTo>
                  <a:lnTo>
                    <a:pt x="410730" y="121920"/>
                  </a:lnTo>
                  <a:lnTo>
                    <a:pt x="415582" y="120650"/>
                  </a:lnTo>
                  <a:lnTo>
                    <a:pt x="416623" y="124460"/>
                  </a:lnTo>
                  <a:lnTo>
                    <a:pt x="414439" y="128270"/>
                  </a:lnTo>
                  <a:lnTo>
                    <a:pt x="412305" y="129540"/>
                  </a:lnTo>
                  <a:lnTo>
                    <a:pt x="412076" y="129540"/>
                  </a:lnTo>
                  <a:lnTo>
                    <a:pt x="410184" y="130810"/>
                  </a:lnTo>
                  <a:lnTo>
                    <a:pt x="412178" y="129616"/>
                  </a:lnTo>
                  <a:lnTo>
                    <a:pt x="414058" y="130810"/>
                  </a:lnTo>
                  <a:lnTo>
                    <a:pt x="414769" y="132080"/>
                  </a:lnTo>
                  <a:lnTo>
                    <a:pt x="415798" y="133350"/>
                  </a:lnTo>
                  <a:lnTo>
                    <a:pt x="415150" y="135890"/>
                  </a:lnTo>
                  <a:lnTo>
                    <a:pt x="412483" y="137160"/>
                  </a:lnTo>
                  <a:lnTo>
                    <a:pt x="411975" y="133350"/>
                  </a:lnTo>
                  <a:lnTo>
                    <a:pt x="408571" y="133350"/>
                  </a:lnTo>
                  <a:lnTo>
                    <a:pt x="406476" y="137160"/>
                  </a:lnTo>
                  <a:lnTo>
                    <a:pt x="407873" y="138430"/>
                  </a:lnTo>
                  <a:lnTo>
                    <a:pt x="411111" y="140970"/>
                  </a:lnTo>
                  <a:lnTo>
                    <a:pt x="413105" y="142240"/>
                  </a:lnTo>
                  <a:lnTo>
                    <a:pt x="416026" y="143510"/>
                  </a:lnTo>
                  <a:lnTo>
                    <a:pt x="419328" y="139700"/>
                  </a:lnTo>
                  <a:lnTo>
                    <a:pt x="418261" y="138430"/>
                  </a:lnTo>
                  <a:lnTo>
                    <a:pt x="414680" y="138430"/>
                  </a:lnTo>
                  <a:lnTo>
                    <a:pt x="415607" y="137160"/>
                  </a:lnTo>
                  <a:lnTo>
                    <a:pt x="418414" y="133350"/>
                  </a:lnTo>
                  <a:lnTo>
                    <a:pt x="418338" y="134620"/>
                  </a:lnTo>
                  <a:lnTo>
                    <a:pt x="418261" y="135890"/>
                  </a:lnTo>
                  <a:lnTo>
                    <a:pt x="419557" y="137160"/>
                  </a:lnTo>
                  <a:lnTo>
                    <a:pt x="420687" y="138430"/>
                  </a:lnTo>
                  <a:lnTo>
                    <a:pt x="421297" y="135890"/>
                  </a:lnTo>
                  <a:lnTo>
                    <a:pt x="421398" y="134620"/>
                  </a:lnTo>
                  <a:lnTo>
                    <a:pt x="421500" y="133350"/>
                  </a:lnTo>
                  <a:lnTo>
                    <a:pt x="421297" y="132080"/>
                  </a:lnTo>
                  <a:lnTo>
                    <a:pt x="425996" y="135890"/>
                  </a:lnTo>
                  <a:lnTo>
                    <a:pt x="425996" y="132956"/>
                  </a:lnTo>
                  <a:lnTo>
                    <a:pt x="425043" y="132080"/>
                  </a:lnTo>
                  <a:lnTo>
                    <a:pt x="426173" y="129540"/>
                  </a:lnTo>
                  <a:lnTo>
                    <a:pt x="427062" y="127000"/>
                  </a:lnTo>
                  <a:lnTo>
                    <a:pt x="427685" y="124460"/>
                  </a:lnTo>
                  <a:lnTo>
                    <a:pt x="428993" y="129540"/>
                  </a:lnTo>
                  <a:lnTo>
                    <a:pt x="431685" y="133350"/>
                  </a:lnTo>
                  <a:lnTo>
                    <a:pt x="435292" y="132080"/>
                  </a:lnTo>
                  <a:lnTo>
                    <a:pt x="434594" y="127000"/>
                  </a:lnTo>
                  <a:lnTo>
                    <a:pt x="434898" y="124460"/>
                  </a:lnTo>
                  <a:lnTo>
                    <a:pt x="435216" y="121920"/>
                  </a:lnTo>
                  <a:lnTo>
                    <a:pt x="435305" y="120650"/>
                  </a:lnTo>
                  <a:lnTo>
                    <a:pt x="435406" y="119380"/>
                  </a:lnTo>
                  <a:lnTo>
                    <a:pt x="435521" y="114300"/>
                  </a:lnTo>
                  <a:lnTo>
                    <a:pt x="434568" y="106680"/>
                  </a:lnTo>
                  <a:lnTo>
                    <a:pt x="437692" y="111760"/>
                  </a:lnTo>
                  <a:lnTo>
                    <a:pt x="441985" y="114300"/>
                  </a:lnTo>
                  <a:lnTo>
                    <a:pt x="445135" y="113030"/>
                  </a:lnTo>
                  <a:lnTo>
                    <a:pt x="441909" y="107950"/>
                  </a:lnTo>
                  <a:lnTo>
                    <a:pt x="441921" y="106680"/>
                  </a:lnTo>
                  <a:lnTo>
                    <a:pt x="441871" y="97790"/>
                  </a:lnTo>
                  <a:lnTo>
                    <a:pt x="441756" y="95250"/>
                  </a:lnTo>
                  <a:lnTo>
                    <a:pt x="441706" y="93980"/>
                  </a:lnTo>
                  <a:lnTo>
                    <a:pt x="441591" y="91440"/>
                  </a:lnTo>
                  <a:lnTo>
                    <a:pt x="436968" y="81280"/>
                  </a:lnTo>
                  <a:lnTo>
                    <a:pt x="440359" y="82550"/>
                  </a:lnTo>
                  <a:lnTo>
                    <a:pt x="442785" y="81280"/>
                  </a:lnTo>
                  <a:lnTo>
                    <a:pt x="444207" y="80010"/>
                  </a:lnTo>
                  <a:lnTo>
                    <a:pt x="439000" y="77470"/>
                  </a:lnTo>
                  <a:lnTo>
                    <a:pt x="435749" y="72390"/>
                  </a:lnTo>
                  <a:lnTo>
                    <a:pt x="431101" y="66040"/>
                  </a:lnTo>
                  <a:lnTo>
                    <a:pt x="421741" y="60960"/>
                  </a:lnTo>
                  <a:lnTo>
                    <a:pt x="425996" y="60960"/>
                  </a:lnTo>
                  <a:lnTo>
                    <a:pt x="428498" y="58420"/>
                  </a:lnTo>
                  <a:lnTo>
                    <a:pt x="428218" y="57150"/>
                  </a:lnTo>
                  <a:lnTo>
                    <a:pt x="427926" y="55880"/>
                  </a:lnTo>
                  <a:lnTo>
                    <a:pt x="424446" y="57150"/>
                  </a:lnTo>
                  <a:lnTo>
                    <a:pt x="420065" y="54610"/>
                  </a:lnTo>
                  <a:lnTo>
                    <a:pt x="413753" y="52070"/>
                  </a:lnTo>
                  <a:lnTo>
                    <a:pt x="404418" y="50800"/>
                  </a:lnTo>
                  <a:lnTo>
                    <a:pt x="404037" y="48260"/>
                  </a:lnTo>
                  <a:lnTo>
                    <a:pt x="403466" y="44450"/>
                  </a:lnTo>
                  <a:lnTo>
                    <a:pt x="398322" y="39370"/>
                  </a:lnTo>
                  <a:lnTo>
                    <a:pt x="392404" y="36830"/>
                  </a:lnTo>
                  <a:lnTo>
                    <a:pt x="393496" y="40640"/>
                  </a:lnTo>
                  <a:lnTo>
                    <a:pt x="392557" y="44450"/>
                  </a:lnTo>
                  <a:lnTo>
                    <a:pt x="391464" y="48260"/>
                  </a:lnTo>
                  <a:lnTo>
                    <a:pt x="388200" y="45110"/>
                  </a:lnTo>
                  <a:lnTo>
                    <a:pt x="388200" y="64770"/>
                  </a:lnTo>
                  <a:lnTo>
                    <a:pt x="382524" y="66040"/>
                  </a:lnTo>
                  <a:lnTo>
                    <a:pt x="377151" y="67310"/>
                  </a:lnTo>
                  <a:lnTo>
                    <a:pt x="373011" y="69850"/>
                  </a:lnTo>
                  <a:lnTo>
                    <a:pt x="374700" y="66040"/>
                  </a:lnTo>
                  <a:lnTo>
                    <a:pt x="373011" y="60960"/>
                  </a:lnTo>
                  <a:lnTo>
                    <a:pt x="382143" y="60960"/>
                  </a:lnTo>
                  <a:lnTo>
                    <a:pt x="384708" y="64770"/>
                  </a:lnTo>
                  <a:lnTo>
                    <a:pt x="388200" y="64770"/>
                  </a:lnTo>
                  <a:lnTo>
                    <a:pt x="388200" y="45110"/>
                  </a:lnTo>
                  <a:lnTo>
                    <a:pt x="342785" y="1270"/>
                  </a:lnTo>
                  <a:lnTo>
                    <a:pt x="341261" y="0"/>
                  </a:lnTo>
                  <a:lnTo>
                    <a:pt x="339813" y="0"/>
                  </a:lnTo>
                  <a:lnTo>
                    <a:pt x="339813" y="1270"/>
                  </a:lnTo>
                  <a:lnTo>
                    <a:pt x="340626" y="2540"/>
                  </a:lnTo>
                  <a:lnTo>
                    <a:pt x="382524" y="53340"/>
                  </a:lnTo>
                  <a:lnTo>
                    <a:pt x="379323" y="54610"/>
                  </a:lnTo>
                  <a:lnTo>
                    <a:pt x="376212" y="55880"/>
                  </a:lnTo>
                  <a:lnTo>
                    <a:pt x="370916" y="57150"/>
                  </a:lnTo>
                  <a:lnTo>
                    <a:pt x="369354" y="59690"/>
                  </a:lnTo>
                  <a:lnTo>
                    <a:pt x="369354" y="62230"/>
                  </a:lnTo>
                  <a:lnTo>
                    <a:pt x="361581" y="66040"/>
                  </a:lnTo>
                  <a:lnTo>
                    <a:pt x="354990" y="71005"/>
                  </a:lnTo>
                  <a:lnTo>
                    <a:pt x="348843" y="76200"/>
                  </a:lnTo>
                  <a:lnTo>
                    <a:pt x="346748" y="76200"/>
                  </a:lnTo>
                  <a:lnTo>
                    <a:pt x="349072" y="81280"/>
                  </a:lnTo>
                  <a:lnTo>
                    <a:pt x="349910" y="83820"/>
                  </a:lnTo>
                  <a:lnTo>
                    <a:pt x="347179" y="88900"/>
                  </a:lnTo>
                  <a:lnTo>
                    <a:pt x="357212" y="82550"/>
                  </a:lnTo>
                  <a:lnTo>
                    <a:pt x="366268" y="77470"/>
                  </a:lnTo>
                  <a:lnTo>
                    <a:pt x="367614" y="81280"/>
                  </a:lnTo>
                  <a:lnTo>
                    <a:pt x="368338" y="82550"/>
                  </a:lnTo>
                  <a:lnTo>
                    <a:pt x="363918" y="83820"/>
                  </a:lnTo>
                  <a:lnTo>
                    <a:pt x="360781" y="85090"/>
                  </a:lnTo>
                  <a:lnTo>
                    <a:pt x="357759" y="86360"/>
                  </a:lnTo>
                  <a:lnTo>
                    <a:pt x="354418" y="88900"/>
                  </a:lnTo>
                  <a:lnTo>
                    <a:pt x="355396" y="91440"/>
                  </a:lnTo>
                  <a:lnTo>
                    <a:pt x="357886" y="90170"/>
                  </a:lnTo>
                  <a:lnTo>
                    <a:pt x="357962" y="91440"/>
                  </a:lnTo>
                  <a:lnTo>
                    <a:pt x="358178" y="92710"/>
                  </a:lnTo>
                  <a:lnTo>
                    <a:pt x="359092" y="93980"/>
                  </a:lnTo>
                  <a:lnTo>
                    <a:pt x="361581" y="93980"/>
                  </a:lnTo>
                  <a:lnTo>
                    <a:pt x="363143" y="91440"/>
                  </a:lnTo>
                  <a:lnTo>
                    <a:pt x="364058" y="92710"/>
                  </a:lnTo>
                  <a:lnTo>
                    <a:pt x="365112" y="92710"/>
                  </a:lnTo>
                  <a:lnTo>
                    <a:pt x="363677" y="99060"/>
                  </a:lnTo>
                  <a:lnTo>
                    <a:pt x="362623" y="100330"/>
                  </a:lnTo>
                  <a:lnTo>
                    <a:pt x="367385" y="99060"/>
                  </a:lnTo>
                  <a:lnTo>
                    <a:pt x="370344" y="95250"/>
                  </a:lnTo>
                  <a:lnTo>
                    <a:pt x="370408" y="93980"/>
                  </a:lnTo>
                  <a:lnTo>
                    <a:pt x="370535" y="91440"/>
                  </a:lnTo>
                  <a:lnTo>
                    <a:pt x="370560" y="90170"/>
                  </a:lnTo>
                  <a:lnTo>
                    <a:pt x="370611" y="87630"/>
                  </a:lnTo>
                  <a:lnTo>
                    <a:pt x="371627" y="87630"/>
                  </a:lnTo>
                  <a:lnTo>
                    <a:pt x="372338" y="86360"/>
                  </a:lnTo>
                  <a:lnTo>
                    <a:pt x="373100" y="86360"/>
                  </a:lnTo>
                  <a:lnTo>
                    <a:pt x="373913" y="90170"/>
                  </a:lnTo>
                  <a:lnTo>
                    <a:pt x="373011" y="92710"/>
                  </a:lnTo>
                  <a:lnTo>
                    <a:pt x="375475" y="92710"/>
                  </a:lnTo>
                  <a:lnTo>
                    <a:pt x="378079" y="88900"/>
                  </a:lnTo>
                  <a:lnTo>
                    <a:pt x="377977" y="87630"/>
                  </a:lnTo>
                  <a:lnTo>
                    <a:pt x="377888" y="86360"/>
                  </a:lnTo>
                  <a:lnTo>
                    <a:pt x="377799" y="85090"/>
                  </a:lnTo>
                  <a:lnTo>
                    <a:pt x="377710" y="83820"/>
                  </a:lnTo>
                  <a:lnTo>
                    <a:pt x="378917" y="82550"/>
                  </a:lnTo>
                  <a:lnTo>
                    <a:pt x="380263" y="81280"/>
                  </a:lnTo>
                  <a:lnTo>
                    <a:pt x="382739" y="81280"/>
                  </a:lnTo>
                  <a:lnTo>
                    <a:pt x="385991" y="86360"/>
                  </a:lnTo>
                  <a:lnTo>
                    <a:pt x="398703" y="86360"/>
                  </a:lnTo>
                  <a:lnTo>
                    <a:pt x="402399" y="81280"/>
                  </a:lnTo>
                  <a:lnTo>
                    <a:pt x="403326" y="80010"/>
                  </a:lnTo>
                  <a:lnTo>
                    <a:pt x="403669" y="77470"/>
                  </a:lnTo>
                  <a:lnTo>
                    <a:pt x="404177" y="73660"/>
                  </a:lnTo>
                  <a:lnTo>
                    <a:pt x="404075" y="72390"/>
                  </a:lnTo>
                  <a:lnTo>
                    <a:pt x="403860" y="71005"/>
                  </a:lnTo>
                  <a:lnTo>
                    <a:pt x="402628" y="69850"/>
                  </a:lnTo>
                  <a:lnTo>
                    <a:pt x="405561" y="72390"/>
                  </a:lnTo>
                  <a:lnTo>
                    <a:pt x="406476" y="74930"/>
                  </a:lnTo>
                  <a:lnTo>
                    <a:pt x="406476" y="78740"/>
                  </a:lnTo>
                  <a:lnTo>
                    <a:pt x="403123" y="86360"/>
                  </a:lnTo>
                  <a:lnTo>
                    <a:pt x="395097" y="91440"/>
                  </a:lnTo>
                  <a:lnTo>
                    <a:pt x="385483" y="97790"/>
                  </a:lnTo>
                  <a:lnTo>
                    <a:pt x="377329" y="102870"/>
                  </a:lnTo>
                  <a:lnTo>
                    <a:pt x="376936" y="102870"/>
                  </a:lnTo>
                  <a:lnTo>
                    <a:pt x="376694" y="104140"/>
                  </a:lnTo>
                  <a:lnTo>
                    <a:pt x="376389" y="104140"/>
                  </a:lnTo>
                  <a:lnTo>
                    <a:pt x="373164" y="102870"/>
                  </a:lnTo>
                  <a:lnTo>
                    <a:pt x="366687" y="100330"/>
                  </a:lnTo>
                  <a:lnTo>
                    <a:pt x="365912" y="102870"/>
                  </a:lnTo>
                  <a:lnTo>
                    <a:pt x="365467" y="104140"/>
                  </a:lnTo>
                  <a:lnTo>
                    <a:pt x="364401" y="107950"/>
                  </a:lnTo>
                  <a:lnTo>
                    <a:pt x="362356" y="114300"/>
                  </a:lnTo>
                  <a:lnTo>
                    <a:pt x="360972" y="118110"/>
                  </a:lnTo>
                  <a:lnTo>
                    <a:pt x="360451" y="119380"/>
                  </a:lnTo>
                  <a:lnTo>
                    <a:pt x="361327" y="120650"/>
                  </a:lnTo>
                  <a:lnTo>
                    <a:pt x="357263" y="125730"/>
                  </a:lnTo>
                  <a:lnTo>
                    <a:pt x="353860" y="132080"/>
                  </a:lnTo>
                  <a:lnTo>
                    <a:pt x="351345" y="138430"/>
                  </a:lnTo>
                  <a:lnTo>
                    <a:pt x="349910" y="144780"/>
                  </a:lnTo>
                  <a:lnTo>
                    <a:pt x="347560" y="142240"/>
                  </a:lnTo>
                  <a:lnTo>
                    <a:pt x="345998" y="140970"/>
                  </a:lnTo>
                  <a:lnTo>
                    <a:pt x="342849" y="138430"/>
                  </a:lnTo>
                  <a:lnTo>
                    <a:pt x="343115" y="137160"/>
                  </a:lnTo>
                  <a:lnTo>
                    <a:pt x="343255" y="137160"/>
                  </a:lnTo>
                  <a:lnTo>
                    <a:pt x="343344" y="135890"/>
                  </a:lnTo>
                  <a:lnTo>
                    <a:pt x="343433" y="134620"/>
                  </a:lnTo>
                  <a:lnTo>
                    <a:pt x="343535" y="133350"/>
                  </a:lnTo>
                  <a:lnTo>
                    <a:pt x="342709" y="130810"/>
                  </a:lnTo>
                  <a:lnTo>
                    <a:pt x="341071" y="129540"/>
                  </a:lnTo>
                  <a:lnTo>
                    <a:pt x="340283" y="128651"/>
                  </a:lnTo>
                  <a:lnTo>
                    <a:pt x="340283" y="133350"/>
                  </a:lnTo>
                  <a:lnTo>
                    <a:pt x="340169" y="134620"/>
                  </a:lnTo>
                  <a:lnTo>
                    <a:pt x="340042" y="137160"/>
                  </a:lnTo>
                  <a:lnTo>
                    <a:pt x="339242" y="138430"/>
                  </a:lnTo>
                  <a:lnTo>
                    <a:pt x="338289" y="139700"/>
                  </a:lnTo>
                  <a:lnTo>
                    <a:pt x="337769" y="139700"/>
                  </a:lnTo>
                  <a:lnTo>
                    <a:pt x="336931" y="140970"/>
                  </a:lnTo>
                  <a:lnTo>
                    <a:pt x="333756" y="140970"/>
                  </a:lnTo>
                  <a:lnTo>
                    <a:pt x="332130" y="138430"/>
                  </a:lnTo>
                  <a:lnTo>
                    <a:pt x="332244" y="133350"/>
                  </a:lnTo>
                  <a:lnTo>
                    <a:pt x="332892" y="132080"/>
                  </a:lnTo>
                  <a:lnTo>
                    <a:pt x="334556" y="130810"/>
                  </a:lnTo>
                  <a:lnTo>
                    <a:pt x="335470" y="129540"/>
                  </a:lnTo>
                  <a:lnTo>
                    <a:pt x="337464" y="129540"/>
                  </a:lnTo>
                  <a:lnTo>
                    <a:pt x="338340" y="130810"/>
                  </a:lnTo>
                  <a:lnTo>
                    <a:pt x="338759" y="130810"/>
                  </a:lnTo>
                  <a:lnTo>
                    <a:pt x="339813" y="132080"/>
                  </a:lnTo>
                  <a:lnTo>
                    <a:pt x="340283" y="133350"/>
                  </a:lnTo>
                  <a:lnTo>
                    <a:pt x="340283" y="128651"/>
                  </a:lnTo>
                  <a:lnTo>
                    <a:pt x="339953" y="128270"/>
                  </a:lnTo>
                  <a:lnTo>
                    <a:pt x="338340" y="127000"/>
                  </a:lnTo>
                  <a:lnTo>
                    <a:pt x="333248" y="127000"/>
                  </a:lnTo>
                  <a:lnTo>
                    <a:pt x="331546" y="128270"/>
                  </a:lnTo>
                  <a:lnTo>
                    <a:pt x="330987" y="129540"/>
                  </a:lnTo>
                  <a:lnTo>
                    <a:pt x="330352" y="128270"/>
                  </a:lnTo>
                  <a:lnTo>
                    <a:pt x="330085" y="128270"/>
                  </a:lnTo>
                  <a:lnTo>
                    <a:pt x="326758" y="125730"/>
                  </a:lnTo>
                  <a:lnTo>
                    <a:pt x="322948" y="123190"/>
                  </a:lnTo>
                  <a:lnTo>
                    <a:pt x="320459" y="120650"/>
                  </a:lnTo>
                  <a:lnTo>
                    <a:pt x="319417" y="119380"/>
                  </a:lnTo>
                  <a:lnTo>
                    <a:pt x="309676" y="119380"/>
                  </a:lnTo>
                  <a:lnTo>
                    <a:pt x="308051" y="121920"/>
                  </a:lnTo>
                  <a:lnTo>
                    <a:pt x="307073" y="121920"/>
                  </a:lnTo>
                  <a:lnTo>
                    <a:pt x="304977" y="124460"/>
                  </a:lnTo>
                  <a:lnTo>
                    <a:pt x="302539" y="125730"/>
                  </a:lnTo>
                  <a:lnTo>
                    <a:pt x="303682" y="127000"/>
                  </a:lnTo>
                  <a:lnTo>
                    <a:pt x="304761" y="128270"/>
                  </a:lnTo>
                  <a:lnTo>
                    <a:pt x="305917" y="129540"/>
                  </a:lnTo>
                  <a:lnTo>
                    <a:pt x="306628" y="129540"/>
                  </a:lnTo>
                  <a:lnTo>
                    <a:pt x="307822" y="130810"/>
                  </a:lnTo>
                  <a:lnTo>
                    <a:pt x="309486" y="130810"/>
                  </a:lnTo>
                  <a:lnTo>
                    <a:pt x="310553" y="129540"/>
                  </a:lnTo>
                  <a:lnTo>
                    <a:pt x="316103" y="129540"/>
                  </a:lnTo>
                  <a:lnTo>
                    <a:pt x="317347" y="132080"/>
                  </a:lnTo>
                  <a:lnTo>
                    <a:pt x="318185" y="133350"/>
                  </a:lnTo>
                  <a:lnTo>
                    <a:pt x="326174" y="143510"/>
                  </a:lnTo>
                  <a:lnTo>
                    <a:pt x="332574" y="149860"/>
                  </a:lnTo>
                  <a:lnTo>
                    <a:pt x="331876" y="151130"/>
                  </a:lnTo>
                  <a:lnTo>
                    <a:pt x="330479" y="151130"/>
                  </a:lnTo>
                  <a:lnTo>
                    <a:pt x="327837" y="152400"/>
                  </a:lnTo>
                  <a:lnTo>
                    <a:pt x="318655" y="152400"/>
                  </a:lnTo>
                  <a:lnTo>
                    <a:pt x="315899" y="151130"/>
                  </a:lnTo>
                  <a:lnTo>
                    <a:pt x="315328" y="151130"/>
                  </a:lnTo>
                  <a:lnTo>
                    <a:pt x="311848" y="156210"/>
                  </a:lnTo>
                  <a:lnTo>
                    <a:pt x="310819" y="157480"/>
                  </a:lnTo>
                  <a:lnTo>
                    <a:pt x="309841" y="158750"/>
                  </a:lnTo>
                  <a:lnTo>
                    <a:pt x="309206" y="160020"/>
                  </a:lnTo>
                  <a:lnTo>
                    <a:pt x="313931" y="167640"/>
                  </a:lnTo>
                  <a:lnTo>
                    <a:pt x="317512" y="173990"/>
                  </a:lnTo>
                  <a:lnTo>
                    <a:pt x="321005" y="180340"/>
                  </a:lnTo>
                  <a:lnTo>
                    <a:pt x="323545" y="185420"/>
                  </a:lnTo>
                  <a:lnTo>
                    <a:pt x="325793" y="191770"/>
                  </a:lnTo>
                  <a:lnTo>
                    <a:pt x="328752" y="193040"/>
                  </a:lnTo>
                  <a:lnTo>
                    <a:pt x="337769" y="195580"/>
                  </a:lnTo>
                  <a:lnTo>
                    <a:pt x="345617" y="200660"/>
                  </a:lnTo>
                  <a:lnTo>
                    <a:pt x="346468" y="201930"/>
                  </a:lnTo>
                  <a:lnTo>
                    <a:pt x="346583" y="199390"/>
                  </a:lnTo>
                  <a:lnTo>
                    <a:pt x="346684" y="196850"/>
                  </a:lnTo>
                  <a:lnTo>
                    <a:pt x="345465" y="195580"/>
                  </a:lnTo>
                  <a:lnTo>
                    <a:pt x="341071" y="194310"/>
                  </a:lnTo>
                  <a:lnTo>
                    <a:pt x="339407" y="193040"/>
                  </a:lnTo>
                  <a:lnTo>
                    <a:pt x="341223" y="193040"/>
                  </a:lnTo>
                  <a:lnTo>
                    <a:pt x="346684" y="194310"/>
                  </a:lnTo>
                  <a:lnTo>
                    <a:pt x="350608" y="195580"/>
                  </a:lnTo>
                  <a:lnTo>
                    <a:pt x="349770" y="193040"/>
                  </a:lnTo>
                  <a:lnTo>
                    <a:pt x="349351" y="191770"/>
                  </a:lnTo>
                  <a:lnTo>
                    <a:pt x="345313" y="186690"/>
                  </a:lnTo>
                  <a:lnTo>
                    <a:pt x="342849" y="184150"/>
                  </a:lnTo>
                  <a:lnTo>
                    <a:pt x="339509" y="182880"/>
                  </a:lnTo>
                  <a:lnTo>
                    <a:pt x="336245" y="182880"/>
                  </a:lnTo>
                  <a:lnTo>
                    <a:pt x="334848" y="184150"/>
                  </a:lnTo>
                  <a:lnTo>
                    <a:pt x="335064" y="185420"/>
                  </a:lnTo>
                  <a:lnTo>
                    <a:pt x="334340" y="186690"/>
                  </a:lnTo>
                  <a:lnTo>
                    <a:pt x="331749" y="186690"/>
                  </a:lnTo>
                  <a:lnTo>
                    <a:pt x="330898" y="185420"/>
                  </a:lnTo>
                  <a:lnTo>
                    <a:pt x="331749" y="182880"/>
                  </a:lnTo>
                  <a:lnTo>
                    <a:pt x="333616" y="182880"/>
                  </a:lnTo>
                  <a:lnTo>
                    <a:pt x="333248" y="180340"/>
                  </a:lnTo>
                  <a:lnTo>
                    <a:pt x="332828" y="177800"/>
                  </a:lnTo>
                  <a:lnTo>
                    <a:pt x="329666" y="177800"/>
                  </a:lnTo>
                  <a:lnTo>
                    <a:pt x="327837" y="176530"/>
                  </a:lnTo>
                  <a:lnTo>
                    <a:pt x="324878" y="172720"/>
                  </a:lnTo>
                  <a:lnTo>
                    <a:pt x="321818" y="167640"/>
                  </a:lnTo>
                  <a:lnTo>
                    <a:pt x="320255" y="165100"/>
                  </a:lnTo>
                  <a:lnTo>
                    <a:pt x="318858" y="162560"/>
                  </a:lnTo>
                  <a:lnTo>
                    <a:pt x="320776" y="160020"/>
                  </a:lnTo>
                  <a:lnTo>
                    <a:pt x="323126" y="158750"/>
                  </a:lnTo>
                  <a:lnTo>
                    <a:pt x="328142" y="161290"/>
                  </a:lnTo>
                  <a:lnTo>
                    <a:pt x="337921" y="162560"/>
                  </a:lnTo>
                  <a:lnTo>
                    <a:pt x="350177" y="162560"/>
                  </a:lnTo>
                  <a:lnTo>
                    <a:pt x="351904" y="171450"/>
                  </a:lnTo>
                  <a:lnTo>
                    <a:pt x="355638" y="179070"/>
                  </a:lnTo>
                  <a:lnTo>
                    <a:pt x="362140" y="184150"/>
                  </a:lnTo>
                  <a:lnTo>
                    <a:pt x="372186" y="187960"/>
                  </a:lnTo>
                  <a:lnTo>
                    <a:pt x="379857" y="190500"/>
                  </a:lnTo>
                  <a:lnTo>
                    <a:pt x="387934" y="195580"/>
                  </a:lnTo>
                  <a:lnTo>
                    <a:pt x="390728" y="203200"/>
                  </a:lnTo>
                  <a:lnTo>
                    <a:pt x="371500" y="205740"/>
                  </a:lnTo>
                  <a:lnTo>
                    <a:pt x="360311" y="210820"/>
                  </a:lnTo>
                  <a:lnTo>
                    <a:pt x="355104" y="218440"/>
                  </a:lnTo>
                  <a:lnTo>
                    <a:pt x="353822" y="226060"/>
                  </a:lnTo>
                  <a:lnTo>
                    <a:pt x="355574" y="233680"/>
                  </a:lnTo>
                  <a:lnTo>
                    <a:pt x="359435" y="238760"/>
                  </a:lnTo>
                  <a:lnTo>
                    <a:pt x="363296" y="242570"/>
                  </a:lnTo>
                  <a:lnTo>
                    <a:pt x="365048" y="248920"/>
                  </a:lnTo>
                  <a:lnTo>
                    <a:pt x="360730" y="254000"/>
                  </a:lnTo>
                  <a:lnTo>
                    <a:pt x="350647" y="257810"/>
                  </a:lnTo>
                  <a:lnTo>
                    <a:pt x="339013" y="260350"/>
                  </a:lnTo>
                  <a:lnTo>
                    <a:pt x="330085" y="261620"/>
                  </a:lnTo>
                  <a:lnTo>
                    <a:pt x="323126" y="262890"/>
                  </a:lnTo>
                  <a:lnTo>
                    <a:pt x="319354" y="264160"/>
                  </a:lnTo>
                  <a:lnTo>
                    <a:pt x="315937" y="267970"/>
                  </a:lnTo>
                  <a:lnTo>
                    <a:pt x="312686" y="270510"/>
                  </a:lnTo>
                  <a:lnTo>
                    <a:pt x="303352" y="279400"/>
                  </a:lnTo>
                  <a:lnTo>
                    <a:pt x="305917" y="280670"/>
                  </a:lnTo>
                  <a:lnTo>
                    <a:pt x="308483" y="280670"/>
                  </a:lnTo>
                  <a:lnTo>
                    <a:pt x="313067" y="274320"/>
                  </a:lnTo>
                  <a:lnTo>
                    <a:pt x="314350" y="273050"/>
                  </a:lnTo>
                  <a:lnTo>
                    <a:pt x="315328" y="270510"/>
                  </a:lnTo>
                  <a:lnTo>
                    <a:pt x="316166" y="271780"/>
                  </a:lnTo>
                  <a:lnTo>
                    <a:pt x="317119" y="271780"/>
                  </a:lnTo>
                  <a:lnTo>
                    <a:pt x="315429" y="274320"/>
                  </a:lnTo>
                  <a:lnTo>
                    <a:pt x="311670" y="280670"/>
                  </a:lnTo>
                  <a:lnTo>
                    <a:pt x="327406" y="281940"/>
                  </a:lnTo>
                  <a:lnTo>
                    <a:pt x="328422" y="276860"/>
                  </a:lnTo>
                  <a:lnTo>
                    <a:pt x="328422" y="271780"/>
                  </a:lnTo>
                  <a:lnTo>
                    <a:pt x="324472" y="270510"/>
                  </a:lnTo>
                  <a:lnTo>
                    <a:pt x="326758" y="267970"/>
                  </a:lnTo>
                  <a:lnTo>
                    <a:pt x="329120" y="266700"/>
                  </a:lnTo>
                  <a:lnTo>
                    <a:pt x="330987" y="267970"/>
                  </a:lnTo>
                  <a:lnTo>
                    <a:pt x="334632" y="271780"/>
                  </a:lnTo>
                  <a:lnTo>
                    <a:pt x="335203" y="274320"/>
                  </a:lnTo>
                  <a:lnTo>
                    <a:pt x="339598" y="271780"/>
                  </a:lnTo>
                  <a:lnTo>
                    <a:pt x="353187" y="266700"/>
                  </a:lnTo>
                  <a:lnTo>
                    <a:pt x="370166" y="260350"/>
                  </a:lnTo>
                  <a:lnTo>
                    <a:pt x="375221" y="257810"/>
                  </a:lnTo>
                  <a:lnTo>
                    <a:pt x="378282" y="256540"/>
                  </a:lnTo>
                  <a:lnTo>
                    <a:pt x="382143" y="255270"/>
                  </a:lnTo>
                  <a:lnTo>
                    <a:pt x="381000" y="252730"/>
                  </a:lnTo>
                  <a:lnTo>
                    <a:pt x="378625" y="251460"/>
                  </a:lnTo>
                  <a:lnTo>
                    <a:pt x="376212" y="248920"/>
                  </a:lnTo>
                  <a:lnTo>
                    <a:pt x="375666" y="246380"/>
                  </a:lnTo>
                  <a:lnTo>
                    <a:pt x="375666" y="232410"/>
                  </a:lnTo>
                  <a:lnTo>
                    <a:pt x="381927" y="228600"/>
                  </a:lnTo>
                  <a:lnTo>
                    <a:pt x="393192" y="228600"/>
                  </a:lnTo>
                  <a:lnTo>
                    <a:pt x="392696" y="232410"/>
                  </a:lnTo>
                  <a:lnTo>
                    <a:pt x="392696" y="233680"/>
                  </a:lnTo>
                  <a:lnTo>
                    <a:pt x="396659" y="245110"/>
                  </a:lnTo>
                  <a:lnTo>
                    <a:pt x="405841" y="255270"/>
                  </a:lnTo>
                  <a:lnTo>
                    <a:pt x="416255" y="262890"/>
                  </a:lnTo>
                  <a:lnTo>
                    <a:pt x="423913" y="265430"/>
                  </a:lnTo>
                  <a:lnTo>
                    <a:pt x="426872" y="265430"/>
                  </a:lnTo>
                  <a:lnTo>
                    <a:pt x="430911" y="262890"/>
                  </a:lnTo>
                  <a:lnTo>
                    <a:pt x="431025" y="267970"/>
                  </a:lnTo>
                  <a:lnTo>
                    <a:pt x="431139" y="273050"/>
                  </a:lnTo>
                  <a:lnTo>
                    <a:pt x="431253" y="279400"/>
                  </a:lnTo>
                  <a:lnTo>
                    <a:pt x="432803" y="284480"/>
                  </a:lnTo>
                  <a:lnTo>
                    <a:pt x="430110" y="300990"/>
                  </a:lnTo>
                  <a:lnTo>
                    <a:pt x="427685" y="302260"/>
                  </a:lnTo>
                  <a:lnTo>
                    <a:pt x="417766" y="309880"/>
                  </a:lnTo>
                  <a:lnTo>
                    <a:pt x="413105" y="320040"/>
                  </a:lnTo>
                  <a:lnTo>
                    <a:pt x="411048" y="322580"/>
                  </a:lnTo>
                  <a:lnTo>
                    <a:pt x="413207" y="323850"/>
                  </a:lnTo>
                  <a:lnTo>
                    <a:pt x="415505" y="323850"/>
                  </a:lnTo>
                  <a:lnTo>
                    <a:pt x="417347" y="318770"/>
                  </a:lnTo>
                  <a:lnTo>
                    <a:pt x="419049" y="313690"/>
                  </a:lnTo>
                  <a:lnTo>
                    <a:pt x="420776" y="311150"/>
                  </a:lnTo>
                  <a:lnTo>
                    <a:pt x="422656" y="309880"/>
                  </a:lnTo>
                  <a:lnTo>
                    <a:pt x="420687" y="314960"/>
                  </a:lnTo>
                  <a:lnTo>
                    <a:pt x="419328" y="321310"/>
                  </a:lnTo>
                  <a:lnTo>
                    <a:pt x="418261" y="323850"/>
                  </a:lnTo>
                  <a:lnTo>
                    <a:pt x="424751" y="325120"/>
                  </a:lnTo>
                  <a:lnTo>
                    <a:pt x="434784" y="320040"/>
                  </a:lnTo>
                  <a:lnTo>
                    <a:pt x="434784" y="311150"/>
                  </a:lnTo>
                  <a:lnTo>
                    <a:pt x="431253" y="311150"/>
                  </a:lnTo>
                  <a:lnTo>
                    <a:pt x="431253" y="309880"/>
                  </a:lnTo>
                  <a:lnTo>
                    <a:pt x="431253" y="307340"/>
                  </a:lnTo>
                  <a:lnTo>
                    <a:pt x="432841" y="306070"/>
                  </a:lnTo>
                  <a:lnTo>
                    <a:pt x="437273" y="306070"/>
                  </a:lnTo>
                  <a:lnTo>
                    <a:pt x="439216" y="307340"/>
                  </a:lnTo>
                  <a:lnTo>
                    <a:pt x="439331" y="308610"/>
                  </a:lnTo>
                  <a:lnTo>
                    <a:pt x="441998" y="307340"/>
                  </a:lnTo>
                  <a:lnTo>
                    <a:pt x="442925" y="306070"/>
                  </a:lnTo>
                  <a:lnTo>
                    <a:pt x="443839" y="304800"/>
                  </a:lnTo>
                  <a:lnTo>
                    <a:pt x="443814" y="302260"/>
                  </a:lnTo>
                  <a:lnTo>
                    <a:pt x="443699" y="290830"/>
                  </a:lnTo>
                  <a:lnTo>
                    <a:pt x="444119" y="290830"/>
                  </a:lnTo>
                  <a:lnTo>
                    <a:pt x="445274" y="293370"/>
                  </a:lnTo>
                  <a:lnTo>
                    <a:pt x="447344" y="294640"/>
                  </a:lnTo>
                  <a:lnTo>
                    <a:pt x="454558" y="294640"/>
                  </a:lnTo>
                  <a:lnTo>
                    <a:pt x="456590" y="292100"/>
                  </a:lnTo>
                  <a:lnTo>
                    <a:pt x="458990" y="290830"/>
                  </a:lnTo>
                  <a:lnTo>
                    <a:pt x="460717" y="288290"/>
                  </a:lnTo>
                  <a:lnTo>
                    <a:pt x="461416" y="285750"/>
                  </a:lnTo>
                  <a:lnTo>
                    <a:pt x="461416" y="283210"/>
                  </a:lnTo>
                  <a:lnTo>
                    <a:pt x="461124" y="281940"/>
                  </a:lnTo>
                  <a:lnTo>
                    <a:pt x="460336" y="280670"/>
                  </a:lnTo>
                  <a:lnTo>
                    <a:pt x="459333" y="279400"/>
                  </a:lnTo>
                  <a:lnTo>
                    <a:pt x="458419" y="278714"/>
                  </a:lnTo>
                  <a:lnTo>
                    <a:pt x="458419" y="283210"/>
                  </a:lnTo>
                  <a:lnTo>
                    <a:pt x="458279" y="284480"/>
                  </a:lnTo>
                  <a:lnTo>
                    <a:pt x="458101" y="285750"/>
                  </a:lnTo>
                  <a:lnTo>
                    <a:pt x="457771" y="287020"/>
                  </a:lnTo>
                  <a:lnTo>
                    <a:pt x="456590" y="289560"/>
                  </a:lnTo>
                  <a:lnTo>
                    <a:pt x="454875" y="289560"/>
                  </a:lnTo>
                  <a:lnTo>
                    <a:pt x="451815" y="292100"/>
                  </a:lnTo>
                  <a:lnTo>
                    <a:pt x="448259" y="292100"/>
                  </a:lnTo>
                  <a:lnTo>
                    <a:pt x="447535" y="290830"/>
                  </a:lnTo>
                  <a:lnTo>
                    <a:pt x="446811" y="289560"/>
                  </a:lnTo>
                  <a:lnTo>
                    <a:pt x="445973" y="288290"/>
                  </a:lnTo>
                  <a:lnTo>
                    <a:pt x="446062" y="287020"/>
                  </a:lnTo>
                  <a:lnTo>
                    <a:pt x="446227" y="287020"/>
                  </a:lnTo>
                  <a:lnTo>
                    <a:pt x="446392" y="285750"/>
                  </a:lnTo>
                  <a:lnTo>
                    <a:pt x="446557" y="284480"/>
                  </a:lnTo>
                  <a:lnTo>
                    <a:pt x="447903" y="283210"/>
                  </a:lnTo>
                  <a:lnTo>
                    <a:pt x="449491" y="281940"/>
                  </a:lnTo>
                  <a:lnTo>
                    <a:pt x="451345" y="280670"/>
                  </a:lnTo>
                  <a:lnTo>
                    <a:pt x="455129" y="280670"/>
                  </a:lnTo>
                  <a:lnTo>
                    <a:pt x="457060" y="281940"/>
                  </a:lnTo>
                  <a:lnTo>
                    <a:pt x="457644" y="283210"/>
                  </a:lnTo>
                  <a:lnTo>
                    <a:pt x="458419" y="283210"/>
                  </a:lnTo>
                  <a:lnTo>
                    <a:pt x="458419" y="278714"/>
                  </a:lnTo>
                  <a:lnTo>
                    <a:pt x="457644" y="278130"/>
                  </a:lnTo>
                  <a:lnTo>
                    <a:pt x="455764" y="278130"/>
                  </a:lnTo>
                  <a:lnTo>
                    <a:pt x="453199" y="276860"/>
                  </a:lnTo>
                  <a:lnTo>
                    <a:pt x="450265" y="278130"/>
                  </a:lnTo>
                  <a:lnTo>
                    <a:pt x="445681" y="280670"/>
                  </a:lnTo>
                  <a:lnTo>
                    <a:pt x="443839" y="283210"/>
                  </a:lnTo>
                  <a:lnTo>
                    <a:pt x="443280" y="285750"/>
                  </a:lnTo>
                  <a:lnTo>
                    <a:pt x="443217" y="284480"/>
                  </a:lnTo>
                  <a:lnTo>
                    <a:pt x="443141" y="283210"/>
                  </a:lnTo>
                  <a:lnTo>
                    <a:pt x="443064" y="281940"/>
                  </a:lnTo>
                  <a:lnTo>
                    <a:pt x="443001" y="280670"/>
                  </a:lnTo>
                  <a:lnTo>
                    <a:pt x="442925" y="279400"/>
                  </a:lnTo>
                  <a:lnTo>
                    <a:pt x="442849" y="278130"/>
                  </a:lnTo>
                  <a:lnTo>
                    <a:pt x="442785" y="276860"/>
                  </a:lnTo>
                  <a:lnTo>
                    <a:pt x="441998" y="269240"/>
                  </a:lnTo>
                  <a:lnTo>
                    <a:pt x="442125" y="267970"/>
                  </a:lnTo>
                  <a:lnTo>
                    <a:pt x="442252" y="266700"/>
                  </a:lnTo>
                  <a:lnTo>
                    <a:pt x="442366" y="265430"/>
                  </a:lnTo>
                  <a:lnTo>
                    <a:pt x="442468" y="264160"/>
                  </a:lnTo>
                  <a:lnTo>
                    <a:pt x="442569" y="262890"/>
                  </a:lnTo>
                  <a:lnTo>
                    <a:pt x="442671" y="261620"/>
                  </a:lnTo>
                  <a:lnTo>
                    <a:pt x="442785" y="260350"/>
                  </a:lnTo>
                  <a:lnTo>
                    <a:pt x="442925" y="257810"/>
                  </a:lnTo>
                  <a:lnTo>
                    <a:pt x="441325" y="257810"/>
                  </a:lnTo>
                  <a:lnTo>
                    <a:pt x="439623" y="256540"/>
                  </a:lnTo>
                  <a:lnTo>
                    <a:pt x="437781" y="260350"/>
                  </a:lnTo>
                  <a:lnTo>
                    <a:pt x="432930" y="260350"/>
                  </a:lnTo>
                  <a:lnTo>
                    <a:pt x="425742" y="252730"/>
                  </a:lnTo>
                  <a:lnTo>
                    <a:pt x="425742" y="246380"/>
                  </a:lnTo>
                  <a:lnTo>
                    <a:pt x="426923" y="241300"/>
                  </a:lnTo>
                  <a:lnTo>
                    <a:pt x="429983" y="233680"/>
                  </a:lnTo>
                  <a:lnTo>
                    <a:pt x="431977" y="228600"/>
                  </a:lnTo>
                  <a:lnTo>
                    <a:pt x="432612" y="223520"/>
                  </a:lnTo>
                  <a:lnTo>
                    <a:pt x="432930" y="220980"/>
                  </a:lnTo>
                  <a:lnTo>
                    <a:pt x="432841" y="218440"/>
                  </a:lnTo>
                  <a:lnTo>
                    <a:pt x="434682" y="217170"/>
                  </a:lnTo>
                  <a:lnTo>
                    <a:pt x="437299" y="222250"/>
                  </a:lnTo>
                  <a:lnTo>
                    <a:pt x="439470" y="227330"/>
                  </a:lnTo>
                  <a:lnTo>
                    <a:pt x="442785" y="231140"/>
                  </a:lnTo>
                  <a:lnTo>
                    <a:pt x="443852" y="238760"/>
                  </a:lnTo>
                  <a:lnTo>
                    <a:pt x="448995" y="245110"/>
                  </a:lnTo>
                  <a:lnTo>
                    <a:pt x="456577" y="248920"/>
                  </a:lnTo>
                  <a:lnTo>
                    <a:pt x="462165" y="246380"/>
                  </a:lnTo>
                  <a:lnTo>
                    <a:pt x="464959" y="245110"/>
                  </a:lnTo>
                  <a:lnTo>
                    <a:pt x="459587" y="246380"/>
                  </a:lnTo>
                  <a:lnTo>
                    <a:pt x="455790" y="241300"/>
                  </a:lnTo>
                  <a:lnTo>
                    <a:pt x="453402" y="236220"/>
                  </a:lnTo>
                  <a:lnTo>
                    <a:pt x="454355" y="236220"/>
                  </a:lnTo>
                  <a:lnTo>
                    <a:pt x="457974" y="237490"/>
                  </a:lnTo>
                  <a:lnTo>
                    <a:pt x="461835" y="241300"/>
                  </a:lnTo>
                  <a:lnTo>
                    <a:pt x="474002" y="241300"/>
                  </a:lnTo>
                  <a:lnTo>
                    <a:pt x="475411" y="236220"/>
                  </a:lnTo>
                  <a:lnTo>
                    <a:pt x="476110" y="233680"/>
                  </a:lnTo>
                  <a:lnTo>
                    <a:pt x="477164" y="229870"/>
                  </a:lnTo>
                  <a:lnTo>
                    <a:pt x="475043" y="232410"/>
                  </a:lnTo>
                  <a:lnTo>
                    <a:pt x="470611" y="233680"/>
                  </a:lnTo>
                  <a:lnTo>
                    <a:pt x="467575" y="233680"/>
                  </a:lnTo>
                  <a:lnTo>
                    <a:pt x="469087" y="232410"/>
                  </a:lnTo>
                  <a:lnTo>
                    <a:pt x="472109" y="229870"/>
                  </a:lnTo>
                  <a:lnTo>
                    <a:pt x="474484" y="224790"/>
                  </a:lnTo>
                  <a:lnTo>
                    <a:pt x="474484" y="218440"/>
                  </a:lnTo>
                  <a:lnTo>
                    <a:pt x="468680" y="199390"/>
                  </a:lnTo>
                  <a:lnTo>
                    <a:pt x="443090" y="173990"/>
                  </a:lnTo>
                  <a:lnTo>
                    <a:pt x="437273" y="157480"/>
                  </a:lnTo>
                  <a:lnTo>
                    <a:pt x="437273" y="147320"/>
                  </a:lnTo>
                  <a:lnTo>
                    <a:pt x="446354" y="140970"/>
                  </a:lnTo>
                  <a:lnTo>
                    <a:pt x="455129" y="140970"/>
                  </a:lnTo>
                  <a:lnTo>
                    <a:pt x="456984" y="142240"/>
                  </a:lnTo>
                  <a:lnTo>
                    <a:pt x="458419" y="142240"/>
                  </a:lnTo>
                  <a:lnTo>
                    <a:pt x="456082" y="144780"/>
                  </a:lnTo>
                  <a:lnTo>
                    <a:pt x="454748" y="148590"/>
                  </a:lnTo>
                  <a:lnTo>
                    <a:pt x="454875" y="153670"/>
                  </a:lnTo>
                  <a:lnTo>
                    <a:pt x="461048" y="165100"/>
                  </a:lnTo>
                  <a:lnTo>
                    <a:pt x="473748" y="172720"/>
                  </a:lnTo>
                  <a:lnTo>
                    <a:pt x="486371" y="177800"/>
                  </a:lnTo>
                  <a:lnTo>
                    <a:pt x="492290" y="184150"/>
                  </a:lnTo>
                  <a:close/>
                </a:path>
              </a:pathLst>
            </a:custGeom>
            <a:solidFill>
              <a:srgbClr val="FFFFFF"/>
            </a:solidFill>
          </p:spPr>
          <p:txBody>
            <a:bodyPr wrap="square" lIns="0" tIns="0" rIns="0" bIns="0" rtlCol="0"/>
            <a:lstStyle/>
            <a:p>
              <a:endParaRPr/>
            </a:p>
          </p:txBody>
        </p:sp>
        <p:pic>
          <p:nvPicPr>
            <p:cNvPr id="8" name="object 8"/>
            <p:cNvPicPr>
              <a:picLocks noGrp="1" noRot="1" noMove="1" noResize="1" noEditPoints="1" noAdjustHandles="1" noChangeArrowheads="1" noChangeShapeType="1" noCrop="1"/>
            </p:cNvPicPr>
            <p:nvPr/>
          </p:nvPicPr>
          <p:blipFill>
            <a:blip r:embed="rId5" cstate="print"/>
            <a:stretch>
              <a:fillRect/>
            </a:stretch>
          </p:blipFill>
          <p:spPr>
            <a:xfrm>
              <a:off x="723307" y="1028083"/>
              <a:ext cx="162182" cy="202135"/>
            </a:xfrm>
            <a:prstGeom prst="rect">
              <a:avLst/>
            </a:prstGeom>
          </p:spPr>
        </p:pic>
        <p:pic>
          <p:nvPicPr>
            <p:cNvPr id="9" name="object 9"/>
            <p:cNvPicPr>
              <a:picLocks noGrp="1" noRot="1" noMove="1" noResize="1" noEditPoints="1" noAdjustHandles="1" noChangeArrowheads="1" noChangeShapeType="1" noCrop="1"/>
            </p:cNvPicPr>
            <p:nvPr/>
          </p:nvPicPr>
          <p:blipFill>
            <a:blip r:embed="rId6" cstate="print"/>
            <a:stretch>
              <a:fillRect/>
            </a:stretch>
          </p:blipFill>
          <p:spPr>
            <a:xfrm>
              <a:off x="928447" y="1028087"/>
              <a:ext cx="167248" cy="197425"/>
            </a:xfrm>
            <a:prstGeom prst="rect">
              <a:avLst/>
            </a:prstGeom>
          </p:spPr>
        </p:pic>
        <p:sp>
          <p:nvSpPr>
            <p:cNvPr id="10" name="object 10"/>
            <p:cNvSpPr>
              <a:spLocks noGrp="1" noRot="1" noMove="1" noResize="1" noEditPoints="1" noAdjustHandles="1" noChangeArrowheads="1" noChangeShapeType="1"/>
            </p:cNvSpPr>
            <p:nvPr/>
          </p:nvSpPr>
          <p:spPr>
            <a:xfrm>
              <a:off x="1195451" y="1028089"/>
              <a:ext cx="160020" cy="197485"/>
            </a:xfrm>
            <a:custGeom>
              <a:avLst/>
              <a:gdLst/>
              <a:ahLst/>
              <a:cxnLst/>
              <a:rect l="l" t="t" r="r" b="b"/>
              <a:pathLst>
                <a:path w="160019" h="197484">
                  <a:moveTo>
                    <a:pt x="159918" y="0"/>
                  </a:moveTo>
                  <a:lnTo>
                    <a:pt x="133070" y="0"/>
                  </a:lnTo>
                  <a:lnTo>
                    <a:pt x="133070" y="85432"/>
                  </a:lnTo>
                  <a:lnTo>
                    <a:pt x="26835" y="85432"/>
                  </a:lnTo>
                  <a:lnTo>
                    <a:pt x="26835" y="0"/>
                  </a:lnTo>
                  <a:lnTo>
                    <a:pt x="0" y="0"/>
                  </a:lnTo>
                  <a:lnTo>
                    <a:pt x="0" y="85432"/>
                  </a:lnTo>
                  <a:lnTo>
                    <a:pt x="0" y="106794"/>
                  </a:lnTo>
                  <a:lnTo>
                    <a:pt x="0" y="197243"/>
                  </a:lnTo>
                  <a:lnTo>
                    <a:pt x="26835" y="197243"/>
                  </a:lnTo>
                  <a:lnTo>
                    <a:pt x="26835" y="106794"/>
                  </a:lnTo>
                  <a:lnTo>
                    <a:pt x="133070" y="106794"/>
                  </a:lnTo>
                  <a:lnTo>
                    <a:pt x="133070" y="197243"/>
                  </a:lnTo>
                  <a:lnTo>
                    <a:pt x="159918" y="197243"/>
                  </a:lnTo>
                  <a:lnTo>
                    <a:pt x="159918" y="106794"/>
                  </a:lnTo>
                  <a:lnTo>
                    <a:pt x="159918" y="85432"/>
                  </a:lnTo>
                  <a:lnTo>
                    <a:pt x="159918" y="0"/>
                  </a:lnTo>
                  <a:close/>
                </a:path>
              </a:pathLst>
            </a:custGeom>
            <a:solidFill>
              <a:srgbClr val="FFFFFF"/>
            </a:solidFill>
          </p:spPr>
          <p:txBody>
            <a:bodyPr wrap="square" lIns="0" tIns="0" rIns="0" bIns="0" rtlCol="0"/>
            <a:lstStyle/>
            <a:p>
              <a:endParaRPr/>
            </a:p>
          </p:txBody>
        </p:sp>
        <p:pic>
          <p:nvPicPr>
            <p:cNvPr id="11" name="object 11"/>
            <p:cNvPicPr>
              <a:picLocks noGrp="1" noRot="1" noMove="1" noResize="1" noEditPoints="1" noAdjustHandles="1" noChangeArrowheads="1" noChangeShapeType="1" noCrop="1"/>
            </p:cNvPicPr>
            <p:nvPr/>
          </p:nvPicPr>
          <p:blipFill>
            <a:blip r:embed="rId7" cstate="print"/>
            <a:stretch>
              <a:fillRect/>
            </a:stretch>
          </p:blipFill>
          <p:spPr>
            <a:xfrm>
              <a:off x="1387592" y="1079243"/>
              <a:ext cx="289038" cy="149587"/>
            </a:xfrm>
            <a:prstGeom prst="rect">
              <a:avLst/>
            </a:prstGeom>
          </p:spPr>
        </p:pic>
        <p:sp>
          <p:nvSpPr>
            <p:cNvPr id="12" name="object 12"/>
            <p:cNvSpPr>
              <a:spLocks noGrp="1" noRot="1" noMove="1" noResize="1" noEditPoints="1" noAdjustHandles="1" noChangeArrowheads="1" noChangeShapeType="1"/>
            </p:cNvSpPr>
            <p:nvPr/>
          </p:nvSpPr>
          <p:spPr>
            <a:xfrm>
              <a:off x="1700362" y="1028087"/>
              <a:ext cx="24130" cy="197485"/>
            </a:xfrm>
            <a:custGeom>
              <a:avLst/>
              <a:gdLst/>
              <a:ahLst/>
              <a:cxnLst/>
              <a:rect l="l" t="t" r="r" b="b"/>
              <a:pathLst>
                <a:path w="24130" h="197484">
                  <a:moveTo>
                    <a:pt x="24017" y="197425"/>
                  </a:moveTo>
                  <a:lnTo>
                    <a:pt x="0" y="197425"/>
                  </a:lnTo>
                  <a:lnTo>
                    <a:pt x="0" y="0"/>
                  </a:lnTo>
                  <a:lnTo>
                    <a:pt x="24017" y="0"/>
                  </a:lnTo>
                  <a:lnTo>
                    <a:pt x="24017" y="197425"/>
                  </a:lnTo>
                  <a:close/>
                </a:path>
              </a:pathLst>
            </a:custGeom>
            <a:solidFill>
              <a:srgbClr val="FFFFFF"/>
            </a:solidFill>
          </p:spPr>
          <p:txBody>
            <a:bodyPr wrap="square" lIns="0" tIns="0" rIns="0" bIns="0" rtlCol="0"/>
            <a:lstStyle/>
            <a:p>
              <a:endParaRPr/>
            </a:p>
          </p:txBody>
        </p:sp>
        <p:pic>
          <p:nvPicPr>
            <p:cNvPr id="13" name="object 13"/>
            <p:cNvPicPr>
              <a:picLocks noGrp="1" noRot="1" noMove="1" noResize="1" noEditPoints="1" noAdjustHandles="1" noChangeArrowheads="1" noChangeShapeType="1" noCrop="1"/>
            </p:cNvPicPr>
            <p:nvPr/>
          </p:nvPicPr>
          <p:blipFill>
            <a:blip r:embed="rId8" cstate="print"/>
            <a:stretch>
              <a:fillRect/>
            </a:stretch>
          </p:blipFill>
          <p:spPr>
            <a:xfrm>
              <a:off x="1746146" y="1039702"/>
              <a:ext cx="77972" cy="185820"/>
            </a:xfrm>
            <a:prstGeom prst="rect">
              <a:avLst/>
            </a:prstGeom>
          </p:spPr>
        </p:pic>
        <p:pic>
          <p:nvPicPr>
            <p:cNvPr id="14" name="object 14"/>
            <p:cNvPicPr>
              <a:picLocks noGrp="1" noRot="1" noMove="1" noResize="1" noEditPoints="1" noAdjustHandles="1" noChangeArrowheads="1" noChangeShapeType="1" noCrop="1"/>
            </p:cNvPicPr>
            <p:nvPr/>
          </p:nvPicPr>
          <p:blipFill>
            <a:blip r:embed="rId9" cstate="print"/>
            <a:stretch>
              <a:fillRect/>
            </a:stretch>
          </p:blipFill>
          <p:spPr>
            <a:xfrm>
              <a:off x="1850678" y="1028087"/>
              <a:ext cx="120924" cy="197425"/>
            </a:xfrm>
            <a:prstGeom prst="rect">
              <a:avLst/>
            </a:prstGeom>
          </p:spPr>
        </p:pic>
        <p:pic>
          <p:nvPicPr>
            <p:cNvPr id="15" name="object 15"/>
            <p:cNvPicPr>
              <a:picLocks noGrp="1" noRot="1" noMove="1" noResize="1" noEditPoints="1" noAdjustHandles="1" noChangeArrowheads="1" noChangeShapeType="1" noCrop="1"/>
            </p:cNvPicPr>
            <p:nvPr/>
          </p:nvPicPr>
          <p:blipFill>
            <a:blip r:embed="rId10" cstate="print"/>
            <a:stretch>
              <a:fillRect/>
            </a:stretch>
          </p:blipFill>
          <p:spPr>
            <a:xfrm>
              <a:off x="712861" y="1314126"/>
              <a:ext cx="162182" cy="206814"/>
            </a:xfrm>
            <a:prstGeom prst="rect">
              <a:avLst/>
            </a:prstGeom>
          </p:spPr>
        </p:pic>
        <p:pic>
          <p:nvPicPr>
            <p:cNvPr id="16" name="object 16"/>
            <p:cNvPicPr>
              <a:picLocks noGrp="1" noRot="1" noMove="1" noResize="1" noEditPoints="1" noAdjustHandles="1" noChangeArrowheads="1" noChangeShapeType="1" noCrop="1"/>
            </p:cNvPicPr>
            <p:nvPr/>
          </p:nvPicPr>
          <p:blipFill>
            <a:blip r:embed="rId11" cstate="print"/>
            <a:stretch>
              <a:fillRect/>
            </a:stretch>
          </p:blipFill>
          <p:spPr>
            <a:xfrm>
              <a:off x="895674" y="1369975"/>
              <a:ext cx="284513" cy="149595"/>
            </a:xfrm>
            <a:prstGeom prst="rect">
              <a:avLst/>
            </a:prstGeom>
          </p:spPr>
        </p:pic>
        <p:pic>
          <p:nvPicPr>
            <p:cNvPr id="17" name="object 17"/>
            <p:cNvPicPr>
              <a:picLocks noGrp="1" noRot="1" noMove="1" noResize="1" noEditPoints="1" noAdjustHandles="1" noChangeArrowheads="1" noChangeShapeType="1" noCrop="1"/>
            </p:cNvPicPr>
            <p:nvPr/>
          </p:nvPicPr>
          <p:blipFill>
            <a:blip r:embed="rId12" cstate="print"/>
            <a:stretch>
              <a:fillRect/>
            </a:stretch>
          </p:blipFill>
          <p:spPr>
            <a:xfrm>
              <a:off x="1207038" y="1373286"/>
              <a:ext cx="120924" cy="146279"/>
            </a:xfrm>
            <a:prstGeom prst="rect">
              <a:avLst/>
            </a:prstGeom>
          </p:spPr>
        </p:pic>
        <p:pic>
          <p:nvPicPr>
            <p:cNvPr id="18" name="object 18"/>
            <p:cNvPicPr>
              <a:picLocks noGrp="1" noRot="1" noMove="1" noResize="1" noEditPoints="1" noAdjustHandles="1" noChangeArrowheads="1" noChangeShapeType="1" noCrop="1"/>
            </p:cNvPicPr>
            <p:nvPr/>
          </p:nvPicPr>
          <p:blipFill>
            <a:blip r:embed="rId13" cstate="print"/>
            <a:stretch>
              <a:fillRect/>
            </a:stretch>
          </p:blipFill>
          <p:spPr>
            <a:xfrm>
              <a:off x="1363291" y="1369976"/>
              <a:ext cx="76848" cy="146279"/>
            </a:xfrm>
            <a:prstGeom prst="rect">
              <a:avLst/>
            </a:prstGeom>
          </p:spPr>
        </p:pic>
        <p:sp>
          <p:nvSpPr>
            <p:cNvPr id="19" name="object 19"/>
            <p:cNvSpPr>
              <a:spLocks noGrp="1" noRot="1" noMove="1" noResize="1" noEditPoints="1" noAdjustHandles="1" noChangeArrowheads="1" noChangeShapeType="1"/>
            </p:cNvSpPr>
            <p:nvPr/>
          </p:nvSpPr>
          <p:spPr>
            <a:xfrm>
              <a:off x="1459636" y="1318843"/>
              <a:ext cx="24130" cy="197485"/>
            </a:xfrm>
            <a:custGeom>
              <a:avLst/>
              <a:gdLst/>
              <a:ahLst/>
              <a:cxnLst/>
              <a:rect l="l" t="t" r="r" b="b"/>
              <a:pathLst>
                <a:path w="24130" h="197484">
                  <a:moveTo>
                    <a:pt x="24015" y="54457"/>
                  </a:moveTo>
                  <a:lnTo>
                    <a:pt x="0" y="54457"/>
                  </a:lnTo>
                  <a:lnTo>
                    <a:pt x="0" y="197421"/>
                  </a:lnTo>
                  <a:lnTo>
                    <a:pt x="24015" y="197421"/>
                  </a:lnTo>
                  <a:lnTo>
                    <a:pt x="24015" y="54457"/>
                  </a:lnTo>
                  <a:close/>
                </a:path>
                <a:path w="24130" h="197484">
                  <a:moveTo>
                    <a:pt x="24015" y="0"/>
                  </a:moveTo>
                  <a:lnTo>
                    <a:pt x="0" y="0"/>
                  </a:lnTo>
                  <a:lnTo>
                    <a:pt x="0" y="28752"/>
                  </a:lnTo>
                  <a:lnTo>
                    <a:pt x="24015" y="28752"/>
                  </a:lnTo>
                  <a:lnTo>
                    <a:pt x="24015" y="0"/>
                  </a:lnTo>
                  <a:close/>
                </a:path>
              </a:pathLst>
            </a:custGeom>
            <a:solidFill>
              <a:srgbClr val="FFFFFF"/>
            </a:solidFill>
          </p:spPr>
          <p:txBody>
            <a:bodyPr wrap="square" lIns="0" tIns="0" rIns="0" bIns="0" rtlCol="0"/>
            <a:lstStyle/>
            <a:p>
              <a:endParaRPr/>
            </a:p>
          </p:txBody>
        </p:sp>
        <p:pic>
          <p:nvPicPr>
            <p:cNvPr id="20" name="object 20"/>
            <p:cNvPicPr>
              <a:picLocks noGrp="1" noRot="1" noMove="1" noResize="1" noEditPoints="1" noAdjustHandles="1" noChangeArrowheads="1" noChangeShapeType="1" noCrop="1"/>
            </p:cNvPicPr>
            <p:nvPr/>
          </p:nvPicPr>
          <p:blipFill>
            <a:blip r:embed="rId14" cstate="print"/>
            <a:stretch>
              <a:fillRect/>
            </a:stretch>
          </p:blipFill>
          <p:spPr>
            <a:xfrm>
              <a:off x="1505414" y="1330435"/>
              <a:ext cx="225455" cy="243047"/>
            </a:xfrm>
            <a:prstGeom prst="rect">
              <a:avLst/>
            </a:prstGeom>
          </p:spPr>
        </p:pic>
        <p:pic>
          <p:nvPicPr>
            <p:cNvPr id="21" name="object 21"/>
            <p:cNvPicPr>
              <a:picLocks noGrp="1" noRot="1" noMove="1" noResize="1" noEditPoints="1" noAdjustHandles="1" noChangeArrowheads="1" noChangeShapeType="1" noCrop="1"/>
            </p:cNvPicPr>
            <p:nvPr/>
          </p:nvPicPr>
          <p:blipFill>
            <a:blip r:embed="rId15" cstate="print"/>
            <a:stretch>
              <a:fillRect/>
            </a:stretch>
          </p:blipFill>
          <p:spPr>
            <a:xfrm>
              <a:off x="700430" y="1609553"/>
              <a:ext cx="329161" cy="255481"/>
            </a:xfrm>
            <a:prstGeom prst="rect">
              <a:avLst/>
            </a:prstGeom>
          </p:spPr>
        </p:pic>
        <p:pic>
          <p:nvPicPr>
            <p:cNvPr id="22" name="object 22"/>
            <p:cNvPicPr>
              <a:picLocks noGrp="1" noRot="1" noMove="1" noResize="1" noEditPoints="1" noAdjustHandles="1" noChangeArrowheads="1" noChangeShapeType="1" noCrop="1"/>
            </p:cNvPicPr>
            <p:nvPr/>
          </p:nvPicPr>
          <p:blipFill>
            <a:blip r:embed="rId16" cstate="print"/>
            <a:stretch>
              <a:fillRect/>
            </a:stretch>
          </p:blipFill>
          <p:spPr>
            <a:xfrm>
              <a:off x="1057859" y="1660702"/>
              <a:ext cx="134761" cy="149579"/>
            </a:xfrm>
            <a:prstGeom prst="rect">
              <a:avLst/>
            </a:prstGeom>
          </p:spPr>
        </p:pic>
        <p:pic>
          <p:nvPicPr>
            <p:cNvPr id="23" name="object 23"/>
            <p:cNvPicPr>
              <a:picLocks noGrp="1" noRot="1" noMove="1" noResize="1" noEditPoints="1" noAdjustHandles="1" noChangeArrowheads="1" noChangeShapeType="1" noCrop="1"/>
            </p:cNvPicPr>
            <p:nvPr/>
          </p:nvPicPr>
          <p:blipFill>
            <a:blip r:embed="rId17" cstate="print"/>
            <a:stretch>
              <a:fillRect/>
            </a:stretch>
          </p:blipFill>
          <p:spPr>
            <a:xfrm>
              <a:off x="1217495" y="1660710"/>
              <a:ext cx="120924" cy="146263"/>
            </a:xfrm>
            <a:prstGeom prst="rect">
              <a:avLst/>
            </a:prstGeom>
          </p:spPr>
        </p:pic>
        <p:pic>
          <p:nvPicPr>
            <p:cNvPr id="24" name="object 24"/>
            <p:cNvPicPr>
              <a:picLocks noGrp="1" noRot="1" noMove="1" noResize="1" noEditPoints="1" noAdjustHandles="1" noChangeArrowheads="1" noChangeShapeType="1" noCrop="1"/>
            </p:cNvPicPr>
            <p:nvPr/>
          </p:nvPicPr>
          <p:blipFill>
            <a:blip r:embed="rId18" cstate="print"/>
            <a:stretch>
              <a:fillRect/>
            </a:stretch>
          </p:blipFill>
          <p:spPr>
            <a:xfrm>
              <a:off x="1366679" y="1660701"/>
              <a:ext cx="280563" cy="203500"/>
            </a:xfrm>
            <a:prstGeom prst="rect">
              <a:avLst/>
            </a:prstGeom>
          </p:spPr>
        </p:pic>
        <p:sp>
          <p:nvSpPr>
            <p:cNvPr id="25" name="object 25"/>
            <p:cNvSpPr>
              <a:spLocks noGrp="1" noRot="1" noMove="1" noResize="1" noEditPoints="1" noAdjustHandles="1" noChangeArrowheads="1" noChangeShapeType="1"/>
            </p:cNvSpPr>
            <p:nvPr/>
          </p:nvSpPr>
          <p:spPr>
            <a:xfrm>
              <a:off x="0" y="2362200"/>
              <a:ext cx="17348200" cy="6705600"/>
            </a:xfrm>
            <a:custGeom>
              <a:avLst/>
              <a:gdLst/>
              <a:ahLst/>
              <a:cxnLst/>
              <a:rect l="l" t="t" r="r" b="b"/>
              <a:pathLst>
                <a:path w="17348200" h="6705600">
                  <a:moveTo>
                    <a:pt x="17348200" y="0"/>
                  </a:moveTo>
                  <a:lnTo>
                    <a:pt x="0" y="0"/>
                  </a:lnTo>
                  <a:lnTo>
                    <a:pt x="0" y="6705600"/>
                  </a:lnTo>
                  <a:lnTo>
                    <a:pt x="17348200" y="6705600"/>
                  </a:lnTo>
                  <a:lnTo>
                    <a:pt x="17348200" y="0"/>
                  </a:lnTo>
                  <a:close/>
                </a:path>
              </a:pathLst>
            </a:custGeom>
            <a:solidFill>
              <a:srgbClr val="FFFFFF"/>
            </a:solidFill>
          </p:spPr>
          <p:txBody>
            <a:bodyPr wrap="square" lIns="0" tIns="0" rIns="0" bIns="0" rtlCol="0"/>
            <a:lstStyle/>
            <a:p>
              <a:endParaRPr/>
            </a:p>
          </p:txBody>
        </p:sp>
      </p:grpSp>
      <p:pic>
        <p:nvPicPr>
          <p:cNvPr id="28" name="Content Placeholder 4">
            <a:extLst>
              <a:ext uri="{FF2B5EF4-FFF2-40B4-BE49-F238E27FC236}">
                <a16:creationId xmlns:a16="http://schemas.microsoft.com/office/drawing/2014/main" id="{CB863512-F2AA-3B9A-AE5C-889DA45514BA}"/>
              </a:ext>
            </a:extLst>
          </p:cNvPr>
          <p:cNvPicPr>
            <a:picLocks noChangeAspect="1"/>
          </p:cNvPicPr>
          <p:nvPr/>
        </p:nvPicPr>
        <p:blipFill rotWithShape="1">
          <a:blip r:embed="rId19">
            <a:alphaModFix amt="92000"/>
          </a:blip>
          <a:srcRect t="19"/>
          <a:stretch/>
        </p:blipFill>
        <p:spPr>
          <a:xfrm>
            <a:off x="7670800" y="2365457"/>
            <a:ext cx="9677400" cy="6702343"/>
          </a:xfrm>
          <a:prstGeom prst="rect">
            <a:avLst/>
          </a:prstGeom>
        </p:spPr>
      </p:pic>
      <p:sp>
        <p:nvSpPr>
          <p:cNvPr id="29" name="TextBox 28">
            <a:extLst>
              <a:ext uri="{FF2B5EF4-FFF2-40B4-BE49-F238E27FC236}">
                <a16:creationId xmlns:a16="http://schemas.microsoft.com/office/drawing/2014/main" id="{CF3D9D6D-1968-A7B1-9A01-431C6EAA48E6}"/>
              </a:ext>
            </a:extLst>
          </p:cNvPr>
          <p:cNvSpPr txBox="1"/>
          <p:nvPr/>
        </p:nvSpPr>
        <p:spPr>
          <a:xfrm>
            <a:off x="162387" y="5545593"/>
            <a:ext cx="7508411" cy="1846659"/>
          </a:xfrm>
          <a:prstGeom prst="rect">
            <a:avLst/>
          </a:prstGeom>
          <a:noFill/>
        </p:spPr>
        <p:txBody>
          <a:bodyPr wrap="square" rtlCol="0">
            <a:spAutoFit/>
          </a:bodyPr>
          <a:lstStyle/>
          <a:p>
            <a:endParaRPr lang="en-GB"/>
          </a:p>
          <a:p>
            <a:pPr marL="457200" indent="-457200">
              <a:buFont typeface="Arial" panose="020B0604020202020204" pitchFamily="34" charset="0"/>
              <a:buChar char="•"/>
            </a:pPr>
            <a:endParaRPr lang="en-US" sz="3200">
              <a:solidFill>
                <a:schemeClr val="accent5">
                  <a:lumMod val="75000"/>
                </a:schemeClr>
              </a:solidFill>
            </a:endParaRPr>
          </a:p>
          <a:p>
            <a:endParaRPr lang="en-US" sz="3200">
              <a:solidFill>
                <a:schemeClr val="accent5">
                  <a:lumMod val="75000"/>
                </a:schemeClr>
              </a:solidFill>
            </a:endParaRPr>
          </a:p>
          <a:p>
            <a:endParaRPr lang="en-US" sz="3200">
              <a:solidFill>
                <a:schemeClr val="accent5">
                  <a:lumMod val="75000"/>
                </a:schemeClr>
              </a:solidFill>
            </a:endParaRPr>
          </a:p>
        </p:txBody>
      </p:sp>
      <p:sp>
        <p:nvSpPr>
          <p:cNvPr id="30" name="object 27">
            <a:extLst>
              <a:ext uri="{FF2B5EF4-FFF2-40B4-BE49-F238E27FC236}">
                <a16:creationId xmlns:a16="http://schemas.microsoft.com/office/drawing/2014/main" id="{E5577D8B-0A58-884D-19B0-9030E8B189AC}"/>
              </a:ext>
            </a:extLst>
          </p:cNvPr>
          <p:cNvSpPr txBox="1">
            <a:spLocks/>
          </p:cNvSpPr>
          <p:nvPr/>
        </p:nvSpPr>
        <p:spPr>
          <a:xfrm>
            <a:off x="2329159" y="884020"/>
            <a:ext cx="14703371" cy="751488"/>
          </a:xfrm>
          <a:prstGeom prst="rect">
            <a:avLst/>
          </a:prstGeom>
        </p:spPr>
        <p:txBody>
          <a:bodyPr vert="horz" wrap="square" lIns="0" tIns="12700" rIns="0" bIns="0" rtlCol="0">
            <a:spAutoFit/>
          </a:bodyPr>
          <a:lstStyle>
            <a:lvl1pPr>
              <a:defRPr sz="5200" b="1" i="0">
                <a:solidFill>
                  <a:schemeClr val="bg1"/>
                </a:solidFill>
                <a:latin typeface="Helvetica Neue"/>
                <a:ea typeface="+mj-ea"/>
                <a:cs typeface="Helvetica Neue"/>
              </a:defRPr>
            </a:lvl1pPr>
          </a:lstStyle>
          <a:p>
            <a:pPr marL="12700">
              <a:spcBef>
                <a:spcPts val="100"/>
              </a:spcBef>
              <a:tabLst>
                <a:tab pos="2597150" algn="l"/>
              </a:tabLst>
            </a:pPr>
            <a:r>
              <a:rPr lang="en-US" sz="4800" spc="-10">
                <a:solidFill>
                  <a:srgbClr val="92D050"/>
                </a:solidFill>
                <a:latin typeface="Arial" panose="020B0604020202020204" pitchFamily="34" charset="0"/>
                <a:cs typeface="Arial" panose="020B0604020202020204" pitchFamily="34" charset="0"/>
              </a:rPr>
              <a:t>Ticks</a:t>
            </a:r>
            <a:endParaRPr lang="en-US" sz="4800">
              <a:solidFill>
                <a:srgbClr val="92D050"/>
              </a:solidFill>
              <a:latin typeface="Arial" panose="020B0604020202020204" pitchFamily="34" charset="0"/>
              <a:cs typeface="Arial" panose="020B0604020202020204" pitchFamily="34" charset="0"/>
            </a:endParaRPr>
          </a:p>
        </p:txBody>
      </p:sp>
      <p:sp>
        <p:nvSpPr>
          <p:cNvPr id="31" name="Rectangle 30">
            <a:extLst>
              <a:ext uri="{FF2B5EF4-FFF2-40B4-BE49-F238E27FC236}">
                <a16:creationId xmlns:a16="http://schemas.microsoft.com/office/drawing/2014/main" id="{AEB21FF7-B87F-C623-0E8F-59607859970B}"/>
              </a:ext>
            </a:extLst>
          </p:cNvPr>
          <p:cNvSpPr/>
          <p:nvPr/>
        </p:nvSpPr>
        <p:spPr>
          <a:xfrm>
            <a:off x="81195" y="2640476"/>
            <a:ext cx="7508411" cy="870755"/>
          </a:xfrm>
          <a:prstGeom prst="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a:latin typeface="Arial" panose="020B0604020202020204" pitchFamily="34" charset="0"/>
                <a:cs typeface="Arial" panose="020B0604020202020204" pitchFamily="34" charset="0"/>
              </a:rPr>
              <a:t>Ticks in England carry Lyme disease</a:t>
            </a:r>
            <a:endParaRPr lang="en-US" sz="3200">
              <a:latin typeface="Arial" panose="020B0604020202020204" pitchFamily="34" charset="0"/>
              <a:cs typeface="Arial" panose="020B0604020202020204" pitchFamily="34" charset="0"/>
            </a:endParaRPr>
          </a:p>
        </p:txBody>
      </p:sp>
      <p:sp>
        <p:nvSpPr>
          <p:cNvPr id="32" name="Rectangle 31">
            <a:extLst>
              <a:ext uri="{FF2B5EF4-FFF2-40B4-BE49-F238E27FC236}">
                <a16:creationId xmlns:a16="http://schemas.microsoft.com/office/drawing/2014/main" id="{5FA81DCC-C1D6-1973-B040-B94E23555E98}"/>
              </a:ext>
            </a:extLst>
          </p:cNvPr>
          <p:cNvSpPr/>
          <p:nvPr/>
        </p:nvSpPr>
        <p:spPr>
          <a:xfrm>
            <a:off x="81193" y="3976999"/>
            <a:ext cx="7508410" cy="870755"/>
          </a:xfrm>
          <a:prstGeom prst="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3200">
                <a:latin typeface="Arial"/>
                <a:cs typeface="Arial"/>
              </a:rPr>
              <a:t>And more rarely Tick-borne encephalitis</a:t>
            </a:r>
            <a:endParaRPr lang="en-US" sz="3200">
              <a:latin typeface="Arial"/>
              <a:cs typeface="Arial"/>
            </a:endParaRPr>
          </a:p>
        </p:txBody>
      </p:sp>
      <p:sp>
        <p:nvSpPr>
          <p:cNvPr id="33" name="Rectangle 32">
            <a:extLst>
              <a:ext uri="{FF2B5EF4-FFF2-40B4-BE49-F238E27FC236}">
                <a16:creationId xmlns:a16="http://schemas.microsoft.com/office/drawing/2014/main" id="{F085152B-615D-75AB-50C1-074CC07B99B4}"/>
              </a:ext>
            </a:extLst>
          </p:cNvPr>
          <p:cNvSpPr/>
          <p:nvPr/>
        </p:nvSpPr>
        <p:spPr>
          <a:xfrm>
            <a:off x="81194" y="7858071"/>
            <a:ext cx="7508411" cy="870755"/>
          </a:xfrm>
          <a:prstGeom prst="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a:latin typeface="Arial" panose="020B0604020202020204" pitchFamily="34" charset="0"/>
                <a:cs typeface="Arial" panose="020B0604020202020204" pitchFamily="34" charset="0"/>
              </a:rPr>
              <a:t>1000-2000 more diagnosed clinically</a:t>
            </a:r>
            <a:endParaRPr lang="en-US" sz="3200">
              <a:latin typeface="Arial" panose="020B0604020202020204" pitchFamily="34" charset="0"/>
              <a:cs typeface="Arial" panose="020B0604020202020204" pitchFamily="34" charset="0"/>
            </a:endParaRPr>
          </a:p>
        </p:txBody>
      </p:sp>
      <p:sp>
        <p:nvSpPr>
          <p:cNvPr id="34" name="Rectangle 33">
            <a:extLst>
              <a:ext uri="{FF2B5EF4-FFF2-40B4-BE49-F238E27FC236}">
                <a16:creationId xmlns:a16="http://schemas.microsoft.com/office/drawing/2014/main" id="{60436AE3-0F15-0F54-83E9-390A5FB0757A}"/>
              </a:ext>
            </a:extLst>
          </p:cNvPr>
          <p:cNvSpPr/>
          <p:nvPr/>
        </p:nvSpPr>
        <p:spPr>
          <a:xfrm>
            <a:off x="81193" y="5226917"/>
            <a:ext cx="7508412" cy="870755"/>
          </a:xfrm>
          <a:prstGeom prst="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3200">
                <a:latin typeface="Arial"/>
                <a:cs typeface="Arial"/>
              </a:rPr>
              <a:t>Increasing issue in green spaces</a:t>
            </a:r>
            <a:endParaRPr lang="en-US" sz="3200">
              <a:latin typeface="Arial"/>
              <a:cs typeface="Arial"/>
            </a:endParaRPr>
          </a:p>
        </p:txBody>
      </p:sp>
      <p:sp>
        <p:nvSpPr>
          <p:cNvPr id="35" name="Rectangle 34">
            <a:extLst>
              <a:ext uri="{FF2B5EF4-FFF2-40B4-BE49-F238E27FC236}">
                <a16:creationId xmlns:a16="http://schemas.microsoft.com/office/drawing/2014/main" id="{582EFA12-1564-E9DE-AE2D-776BF3816823}"/>
              </a:ext>
            </a:extLst>
          </p:cNvPr>
          <p:cNvSpPr/>
          <p:nvPr/>
        </p:nvSpPr>
        <p:spPr>
          <a:xfrm>
            <a:off x="81193" y="6520645"/>
            <a:ext cx="7508411" cy="870755"/>
          </a:xfrm>
          <a:prstGeom prst="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a:latin typeface="Arial" panose="020B0604020202020204" pitchFamily="34" charset="0"/>
                <a:cs typeface="Arial" panose="020B0604020202020204" pitchFamily="34" charset="0"/>
              </a:rPr>
              <a:t>1500 lab confirmed cases of Lyme</a:t>
            </a:r>
            <a:endParaRPr lang="en-US" sz="32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39198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a:grpSpLocks noGrp="1" noUngrp="1" noRot="1" noMove="1" noResize="1"/>
          </p:cNvGrpSpPr>
          <p:nvPr/>
        </p:nvGrpSpPr>
        <p:grpSpPr>
          <a:xfrm>
            <a:off x="0" y="0"/>
            <a:ext cx="17348200" cy="9753600"/>
            <a:chOff x="0" y="0"/>
            <a:chExt cx="17348200" cy="9753600"/>
          </a:xfrm>
        </p:grpSpPr>
        <p:sp>
          <p:nvSpPr>
            <p:cNvPr id="3" name="object 3"/>
            <p:cNvSpPr>
              <a:spLocks noGrp="1" noRot="1" noMove="1" noResize="1" noEditPoints="1" noAdjustHandles="1" noChangeArrowheads="1" noChangeShapeType="1"/>
            </p:cNvSpPr>
            <p:nvPr/>
          </p:nvSpPr>
          <p:spPr>
            <a:xfrm>
              <a:off x="580440" y="535698"/>
              <a:ext cx="431165" cy="1273810"/>
            </a:xfrm>
            <a:custGeom>
              <a:avLst/>
              <a:gdLst/>
              <a:ahLst/>
              <a:cxnLst/>
              <a:rect l="l" t="t" r="r" b="b"/>
              <a:pathLst>
                <a:path w="431165" h="1273810">
                  <a:moveTo>
                    <a:pt x="23545" y="0"/>
                  </a:moveTo>
                  <a:lnTo>
                    <a:pt x="0" y="0"/>
                  </a:lnTo>
                  <a:lnTo>
                    <a:pt x="0" y="1273492"/>
                  </a:lnTo>
                  <a:lnTo>
                    <a:pt x="23545" y="1273492"/>
                  </a:lnTo>
                  <a:lnTo>
                    <a:pt x="23545" y="0"/>
                  </a:lnTo>
                  <a:close/>
                </a:path>
                <a:path w="431165" h="1273810">
                  <a:moveTo>
                    <a:pt x="300494" y="65722"/>
                  </a:moveTo>
                  <a:lnTo>
                    <a:pt x="298564" y="63982"/>
                  </a:lnTo>
                  <a:lnTo>
                    <a:pt x="294246" y="63982"/>
                  </a:lnTo>
                  <a:lnTo>
                    <a:pt x="292481" y="65722"/>
                  </a:lnTo>
                  <a:lnTo>
                    <a:pt x="292481" y="70129"/>
                  </a:lnTo>
                  <a:lnTo>
                    <a:pt x="294246" y="71729"/>
                  </a:lnTo>
                  <a:lnTo>
                    <a:pt x="298564" y="71729"/>
                  </a:lnTo>
                  <a:lnTo>
                    <a:pt x="300494" y="70129"/>
                  </a:lnTo>
                  <a:lnTo>
                    <a:pt x="300494" y="67830"/>
                  </a:lnTo>
                  <a:lnTo>
                    <a:pt x="300494" y="65722"/>
                  </a:lnTo>
                  <a:close/>
                </a:path>
                <a:path w="431165" h="1273810">
                  <a:moveTo>
                    <a:pt x="301802" y="56197"/>
                  </a:moveTo>
                  <a:lnTo>
                    <a:pt x="299999" y="54305"/>
                  </a:lnTo>
                  <a:lnTo>
                    <a:pt x="295567" y="54305"/>
                  </a:lnTo>
                  <a:lnTo>
                    <a:pt x="293725" y="56197"/>
                  </a:lnTo>
                  <a:lnTo>
                    <a:pt x="293725" y="60490"/>
                  </a:lnTo>
                  <a:lnTo>
                    <a:pt x="295567" y="62318"/>
                  </a:lnTo>
                  <a:lnTo>
                    <a:pt x="297764" y="62318"/>
                  </a:lnTo>
                  <a:lnTo>
                    <a:pt x="299999" y="62318"/>
                  </a:lnTo>
                  <a:lnTo>
                    <a:pt x="301802" y="60490"/>
                  </a:lnTo>
                  <a:lnTo>
                    <a:pt x="301802" y="56197"/>
                  </a:lnTo>
                  <a:close/>
                </a:path>
                <a:path w="431165" h="1273810">
                  <a:moveTo>
                    <a:pt x="302501" y="75171"/>
                  </a:moveTo>
                  <a:lnTo>
                    <a:pt x="300659" y="73393"/>
                  </a:lnTo>
                  <a:lnTo>
                    <a:pt x="296202" y="73393"/>
                  </a:lnTo>
                  <a:lnTo>
                    <a:pt x="294335" y="75171"/>
                  </a:lnTo>
                  <a:lnTo>
                    <a:pt x="294335" y="79565"/>
                  </a:lnTo>
                  <a:lnTo>
                    <a:pt x="296202" y="81343"/>
                  </a:lnTo>
                  <a:lnTo>
                    <a:pt x="300659" y="81343"/>
                  </a:lnTo>
                  <a:lnTo>
                    <a:pt x="302501" y="79565"/>
                  </a:lnTo>
                  <a:lnTo>
                    <a:pt x="302501" y="77470"/>
                  </a:lnTo>
                  <a:lnTo>
                    <a:pt x="302501" y="75171"/>
                  </a:lnTo>
                  <a:close/>
                </a:path>
                <a:path w="431165" h="1273810">
                  <a:moveTo>
                    <a:pt x="306197" y="47142"/>
                  </a:moveTo>
                  <a:lnTo>
                    <a:pt x="304342" y="45440"/>
                  </a:lnTo>
                  <a:lnTo>
                    <a:pt x="299999" y="45440"/>
                  </a:lnTo>
                  <a:lnTo>
                    <a:pt x="298157" y="47142"/>
                  </a:lnTo>
                  <a:lnTo>
                    <a:pt x="298157" y="51600"/>
                  </a:lnTo>
                  <a:lnTo>
                    <a:pt x="299999" y="53225"/>
                  </a:lnTo>
                  <a:lnTo>
                    <a:pt x="302221" y="53225"/>
                  </a:lnTo>
                  <a:lnTo>
                    <a:pt x="304342" y="53225"/>
                  </a:lnTo>
                  <a:lnTo>
                    <a:pt x="306197" y="51600"/>
                  </a:lnTo>
                  <a:lnTo>
                    <a:pt x="306197" y="47142"/>
                  </a:lnTo>
                  <a:close/>
                </a:path>
                <a:path w="431165" h="1273810">
                  <a:moveTo>
                    <a:pt x="314058" y="40386"/>
                  </a:moveTo>
                  <a:lnTo>
                    <a:pt x="312254" y="38684"/>
                  </a:lnTo>
                  <a:lnTo>
                    <a:pt x="307848" y="38684"/>
                  </a:lnTo>
                  <a:lnTo>
                    <a:pt x="305968" y="40386"/>
                  </a:lnTo>
                  <a:lnTo>
                    <a:pt x="305968" y="44856"/>
                  </a:lnTo>
                  <a:lnTo>
                    <a:pt x="307848" y="46507"/>
                  </a:lnTo>
                  <a:lnTo>
                    <a:pt x="309994" y="46507"/>
                  </a:lnTo>
                  <a:lnTo>
                    <a:pt x="312254" y="46507"/>
                  </a:lnTo>
                  <a:lnTo>
                    <a:pt x="314058" y="44856"/>
                  </a:lnTo>
                  <a:lnTo>
                    <a:pt x="314058" y="40386"/>
                  </a:lnTo>
                  <a:close/>
                </a:path>
                <a:path w="431165" h="1273810">
                  <a:moveTo>
                    <a:pt x="324015" y="37541"/>
                  </a:moveTo>
                  <a:lnTo>
                    <a:pt x="322148" y="35699"/>
                  </a:lnTo>
                  <a:lnTo>
                    <a:pt x="317741" y="35699"/>
                  </a:lnTo>
                  <a:lnTo>
                    <a:pt x="316001" y="37541"/>
                  </a:lnTo>
                  <a:lnTo>
                    <a:pt x="316001" y="41694"/>
                  </a:lnTo>
                  <a:lnTo>
                    <a:pt x="317741" y="43586"/>
                  </a:lnTo>
                  <a:lnTo>
                    <a:pt x="320052" y="43586"/>
                  </a:lnTo>
                  <a:lnTo>
                    <a:pt x="322148" y="43586"/>
                  </a:lnTo>
                  <a:lnTo>
                    <a:pt x="324015" y="41694"/>
                  </a:lnTo>
                  <a:lnTo>
                    <a:pt x="324015" y="37541"/>
                  </a:lnTo>
                  <a:close/>
                </a:path>
                <a:path w="431165" h="1273810">
                  <a:moveTo>
                    <a:pt x="334505" y="38442"/>
                  </a:moveTo>
                  <a:lnTo>
                    <a:pt x="332587" y="36753"/>
                  </a:lnTo>
                  <a:lnTo>
                    <a:pt x="328358" y="36753"/>
                  </a:lnTo>
                  <a:lnTo>
                    <a:pt x="326504" y="38442"/>
                  </a:lnTo>
                  <a:lnTo>
                    <a:pt x="326504" y="42710"/>
                  </a:lnTo>
                  <a:lnTo>
                    <a:pt x="328358" y="44526"/>
                  </a:lnTo>
                  <a:lnTo>
                    <a:pt x="330403" y="44526"/>
                  </a:lnTo>
                  <a:lnTo>
                    <a:pt x="332587" y="44526"/>
                  </a:lnTo>
                  <a:lnTo>
                    <a:pt x="334505" y="42710"/>
                  </a:lnTo>
                  <a:lnTo>
                    <a:pt x="334505" y="38442"/>
                  </a:lnTo>
                  <a:close/>
                </a:path>
                <a:path w="431165" h="1273810">
                  <a:moveTo>
                    <a:pt x="337553" y="77203"/>
                  </a:moveTo>
                  <a:lnTo>
                    <a:pt x="337032" y="71132"/>
                  </a:lnTo>
                  <a:lnTo>
                    <a:pt x="332727" y="66992"/>
                  </a:lnTo>
                  <a:lnTo>
                    <a:pt x="331863" y="64820"/>
                  </a:lnTo>
                  <a:lnTo>
                    <a:pt x="329653" y="69037"/>
                  </a:lnTo>
                  <a:lnTo>
                    <a:pt x="327596" y="71640"/>
                  </a:lnTo>
                  <a:lnTo>
                    <a:pt x="327914" y="74891"/>
                  </a:lnTo>
                  <a:lnTo>
                    <a:pt x="328345" y="78308"/>
                  </a:lnTo>
                  <a:lnTo>
                    <a:pt x="331863" y="80645"/>
                  </a:lnTo>
                  <a:lnTo>
                    <a:pt x="333540" y="84035"/>
                  </a:lnTo>
                  <a:lnTo>
                    <a:pt x="335064" y="80149"/>
                  </a:lnTo>
                  <a:lnTo>
                    <a:pt x="337553" y="77203"/>
                  </a:lnTo>
                  <a:close/>
                </a:path>
                <a:path w="431165" h="1273810">
                  <a:moveTo>
                    <a:pt x="344360" y="41186"/>
                  </a:moveTo>
                  <a:lnTo>
                    <a:pt x="342633" y="39420"/>
                  </a:lnTo>
                  <a:lnTo>
                    <a:pt x="338074" y="39420"/>
                  </a:lnTo>
                  <a:lnTo>
                    <a:pt x="336359" y="41186"/>
                  </a:lnTo>
                  <a:lnTo>
                    <a:pt x="336359" y="45580"/>
                  </a:lnTo>
                  <a:lnTo>
                    <a:pt x="338074" y="47307"/>
                  </a:lnTo>
                  <a:lnTo>
                    <a:pt x="340296" y="47307"/>
                  </a:lnTo>
                  <a:lnTo>
                    <a:pt x="342633" y="47307"/>
                  </a:lnTo>
                  <a:lnTo>
                    <a:pt x="344360" y="45580"/>
                  </a:lnTo>
                  <a:lnTo>
                    <a:pt x="344360" y="41186"/>
                  </a:lnTo>
                  <a:close/>
                </a:path>
                <a:path w="431165" h="1273810">
                  <a:moveTo>
                    <a:pt x="353720" y="45440"/>
                  </a:moveTo>
                  <a:lnTo>
                    <a:pt x="351980" y="43878"/>
                  </a:lnTo>
                  <a:lnTo>
                    <a:pt x="347649" y="43878"/>
                  </a:lnTo>
                  <a:lnTo>
                    <a:pt x="345732" y="45440"/>
                  </a:lnTo>
                  <a:lnTo>
                    <a:pt x="345732" y="49872"/>
                  </a:lnTo>
                  <a:lnTo>
                    <a:pt x="347649" y="51689"/>
                  </a:lnTo>
                  <a:lnTo>
                    <a:pt x="349656" y="51689"/>
                  </a:lnTo>
                  <a:lnTo>
                    <a:pt x="351980" y="51689"/>
                  </a:lnTo>
                  <a:lnTo>
                    <a:pt x="353720" y="49872"/>
                  </a:lnTo>
                  <a:lnTo>
                    <a:pt x="353720" y="45440"/>
                  </a:lnTo>
                  <a:close/>
                </a:path>
                <a:path w="431165" h="1273810">
                  <a:moveTo>
                    <a:pt x="358990" y="22199"/>
                  </a:moveTo>
                  <a:lnTo>
                    <a:pt x="353961" y="23253"/>
                  </a:lnTo>
                  <a:lnTo>
                    <a:pt x="350113" y="27165"/>
                  </a:lnTo>
                  <a:lnTo>
                    <a:pt x="349097" y="32194"/>
                  </a:lnTo>
                  <a:lnTo>
                    <a:pt x="358990" y="32194"/>
                  </a:lnTo>
                  <a:lnTo>
                    <a:pt x="358990" y="22199"/>
                  </a:lnTo>
                  <a:close/>
                </a:path>
                <a:path w="431165" h="1273810">
                  <a:moveTo>
                    <a:pt x="359194" y="52082"/>
                  </a:moveTo>
                  <a:lnTo>
                    <a:pt x="357606" y="51841"/>
                  </a:lnTo>
                  <a:lnTo>
                    <a:pt x="356069" y="51346"/>
                  </a:lnTo>
                  <a:lnTo>
                    <a:pt x="354660" y="50787"/>
                  </a:lnTo>
                  <a:lnTo>
                    <a:pt x="354660" y="68884"/>
                  </a:lnTo>
                  <a:lnTo>
                    <a:pt x="359194" y="68884"/>
                  </a:lnTo>
                  <a:lnTo>
                    <a:pt x="359194" y="52082"/>
                  </a:lnTo>
                  <a:close/>
                </a:path>
                <a:path w="431165" h="1273810">
                  <a:moveTo>
                    <a:pt x="368490" y="50774"/>
                  </a:moveTo>
                  <a:lnTo>
                    <a:pt x="367004" y="51346"/>
                  </a:lnTo>
                  <a:lnTo>
                    <a:pt x="365569" y="51828"/>
                  </a:lnTo>
                  <a:lnTo>
                    <a:pt x="363855" y="52082"/>
                  </a:lnTo>
                  <a:lnTo>
                    <a:pt x="363855" y="68872"/>
                  </a:lnTo>
                  <a:lnTo>
                    <a:pt x="368490" y="68872"/>
                  </a:lnTo>
                  <a:lnTo>
                    <a:pt x="368490" y="50774"/>
                  </a:lnTo>
                  <a:close/>
                </a:path>
                <a:path w="431165" h="1273810">
                  <a:moveTo>
                    <a:pt x="372084" y="4114"/>
                  </a:moveTo>
                  <a:lnTo>
                    <a:pt x="369938" y="6832"/>
                  </a:lnTo>
                  <a:lnTo>
                    <a:pt x="366166" y="9245"/>
                  </a:lnTo>
                  <a:lnTo>
                    <a:pt x="362978" y="9880"/>
                  </a:lnTo>
                  <a:lnTo>
                    <a:pt x="363347" y="6400"/>
                  </a:lnTo>
                  <a:lnTo>
                    <a:pt x="365455" y="3568"/>
                  </a:lnTo>
                  <a:lnTo>
                    <a:pt x="368274" y="0"/>
                  </a:lnTo>
                  <a:lnTo>
                    <a:pt x="354850" y="0"/>
                  </a:lnTo>
                  <a:lnTo>
                    <a:pt x="357619" y="3568"/>
                  </a:lnTo>
                  <a:lnTo>
                    <a:pt x="359740" y="6400"/>
                  </a:lnTo>
                  <a:lnTo>
                    <a:pt x="360172" y="9880"/>
                  </a:lnTo>
                  <a:lnTo>
                    <a:pt x="356920" y="9245"/>
                  </a:lnTo>
                  <a:lnTo>
                    <a:pt x="353174" y="6832"/>
                  </a:lnTo>
                  <a:lnTo>
                    <a:pt x="351015" y="4114"/>
                  </a:lnTo>
                  <a:lnTo>
                    <a:pt x="351015" y="17754"/>
                  </a:lnTo>
                  <a:lnTo>
                    <a:pt x="353174" y="14846"/>
                  </a:lnTo>
                  <a:lnTo>
                    <a:pt x="356844" y="12395"/>
                  </a:lnTo>
                  <a:lnTo>
                    <a:pt x="360172" y="11925"/>
                  </a:lnTo>
                  <a:lnTo>
                    <a:pt x="359702" y="15367"/>
                  </a:lnTo>
                  <a:lnTo>
                    <a:pt x="357352" y="18453"/>
                  </a:lnTo>
                  <a:lnTo>
                    <a:pt x="354571" y="20612"/>
                  </a:lnTo>
                  <a:lnTo>
                    <a:pt x="368490" y="20612"/>
                  </a:lnTo>
                  <a:lnTo>
                    <a:pt x="365645" y="18453"/>
                  </a:lnTo>
                  <a:lnTo>
                    <a:pt x="363448" y="15367"/>
                  </a:lnTo>
                  <a:lnTo>
                    <a:pt x="362978" y="11925"/>
                  </a:lnTo>
                  <a:lnTo>
                    <a:pt x="366293" y="12395"/>
                  </a:lnTo>
                  <a:lnTo>
                    <a:pt x="369938" y="14846"/>
                  </a:lnTo>
                  <a:lnTo>
                    <a:pt x="372084" y="17754"/>
                  </a:lnTo>
                  <a:lnTo>
                    <a:pt x="372084" y="4114"/>
                  </a:lnTo>
                  <a:close/>
                </a:path>
                <a:path w="431165" h="1273810">
                  <a:moveTo>
                    <a:pt x="373849" y="37109"/>
                  </a:moveTo>
                  <a:lnTo>
                    <a:pt x="349224" y="37109"/>
                  </a:lnTo>
                  <a:lnTo>
                    <a:pt x="350507" y="42595"/>
                  </a:lnTo>
                  <a:lnTo>
                    <a:pt x="355485" y="46570"/>
                  </a:lnTo>
                  <a:lnTo>
                    <a:pt x="367588" y="46570"/>
                  </a:lnTo>
                  <a:lnTo>
                    <a:pt x="372643" y="42595"/>
                  </a:lnTo>
                  <a:lnTo>
                    <a:pt x="373849" y="37109"/>
                  </a:lnTo>
                  <a:close/>
                </a:path>
                <a:path w="431165" h="1273810">
                  <a:moveTo>
                    <a:pt x="374015" y="32194"/>
                  </a:moveTo>
                  <a:lnTo>
                    <a:pt x="373087" y="27165"/>
                  </a:lnTo>
                  <a:lnTo>
                    <a:pt x="369163" y="23380"/>
                  </a:lnTo>
                  <a:lnTo>
                    <a:pt x="364197" y="22199"/>
                  </a:lnTo>
                  <a:lnTo>
                    <a:pt x="364197" y="32194"/>
                  </a:lnTo>
                  <a:lnTo>
                    <a:pt x="374015" y="32194"/>
                  </a:lnTo>
                  <a:close/>
                </a:path>
                <a:path w="431165" h="1273810">
                  <a:moveTo>
                    <a:pt x="377444" y="45427"/>
                  </a:moveTo>
                  <a:lnTo>
                    <a:pt x="375589" y="43865"/>
                  </a:lnTo>
                  <a:lnTo>
                    <a:pt x="371144" y="43865"/>
                  </a:lnTo>
                  <a:lnTo>
                    <a:pt x="369366" y="45427"/>
                  </a:lnTo>
                  <a:lnTo>
                    <a:pt x="369366" y="47663"/>
                  </a:lnTo>
                  <a:lnTo>
                    <a:pt x="369366" y="49872"/>
                  </a:lnTo>
                  <a:lnTo>
                    <a:pt x="371144" y="51689"/>
                  </a:lnTo>
                  <a:lnTo>
                    <a:pt x="375589" y="51689"/>
                  </a:lnTo>
                  <a:lnTo>
                    <a:pt x="377444" y="49872"/>
                  </a:lnTo>
                  <a:lnTo>
                    <a:pt x="377444" y="45427"/>
                  </a:lnTo>
                  <a:close/>
                </a:path>
                <a:path w="431165" h="1273810">
                  <a:moveTo>
                    <a:pt x="386740" y="41186"/>
                  </a:moveTo>
                  <a:lnTo>
                    <a:pt x="384873" y="39420"/>
                  </a:lnTo>
                  <a:lnTo>
                    <a:pt x="380593" y="39420"/>
                  </a:lnTo>
                  <a:lnTo>
                    <a:pt x="378726" y="41186"/>
                  </a:lnTo>
                  <a:lnTo>
                    <a:pt x="378726" y="45580"/>
                  </a:lnTo>
                  <a:lnTo>
                    <a:pt x="380593" y="47307"/>
                  </a:lnTo>
                  <a:lnTo>
                    <a:pt x="382701" y="47307"/>
                  </a:lnTo>
                  <a:lnTo>
                    <a:pt x="384873" y="47307"/>
                  </a:lnTo>
                  <a:lnTo>
                    <a:pt x="386740" y="45580"/>
                  </a:lnTo>
                  <a:lnTo>
                    <a:pt x="386740" y="41186"/>
                  </a:lnTo>
                  <a:close/>
                </a:path>
                <a:path w="431165" h="1273810">
                  <a:moveTo>
                    <a:pt x="395592" y="71640"/>
                  </a:moveTo>
                  <a:lnTo>
                    <a:pt x="393585" y="69037"/>
                  </a:lnTo>
                  <a:lnTo>
                    <a:pt x="391363" y="64820"/>
                  </a:lnTo>
                  <a:lnTo>
                    <a:pt x="390550" y="66992"/>
                  </a:lnTo>
                  <a:lnTo>
                    <a:pt x="386181" y="71132"/>
                  </a:lnTo>
                  <a:lnTo>
                    <a:pt x="385559" y="77203"/>
                  </a:lnTo>
                  <a:lnTo>
                    <a:pt x="388239" y="80149"/>
                  </a:lnTo>
                  <a:lnTo>
                    <a:pt x="389712" y="84035"/>
                  </a:lnTo>
                  <a:lnTo>
                    <a:pt x="391363" y="80645"/>
                  </a:lnTo>
                  <a:lnTo>
                    <a:pt x="394995" y="78308"/>
                  </a:lnTo>
                  <a:lnTo>
                    <a:pt x="395592" y="71640"/>
                  </a:lnTo>
                  <a:close/>
                </a:path>
                <a:path w="431165" h="1273810">
                  <a:moveTo>
                    <a:pt x="396595" y="38442"/>
                  </a:moveTo>
                  <a:lnTo>
                    <a:pt x="394919" y="36753"/>
                  </a:lnTo>
                  <a:lnTo>
                    <a:pt x="390410" y="36753"/>
                  </a:lnTo>
                  <a:lnTo>
                    <a:pt x="388632" y="38442"/>
                  </a:lnTo>
                  <a:lnTo>
                    <a:pt x="388632" y="42710"/>
                  </a:lnTo>
                  <a:lnTo>
                    <a:pt x="390410" y="44526"/>
                  </a:lnTo>
                  <a:lnTo>
                    <a:pt x="392633" y="44526"/>
                  </a:lnTo>
                  <a:lnTo>
                    <a:pt x="394919" y="44526"/>
                  </a:lnTo>
                  <a:lnTo>
                    <a:pt x="396595" y="42710"/>
                  </a:lnTo>
                  <a:lnTo>
                    <a:pt x="396595" y="38442"/>
                  </a:lnTo>
                  <a:close/>
                </a:path>
                <a:path w="431165" h="1273810">
                  <a:moveTo>
                    <a:pt x="407123" y="37541"/>
                  </a:moveTo>
                  <a:lnTo>
                    <a:pt x="405218" y="35699"/>
                  </a:lnTo>
                  <a:lnTo>
                    <a:pt x="400888" y="35699"/>
                  </a:lnTo>
                  <a:lnTo>
                    <a:pt x="399161" y="37541"/>
                  </a:lnTo>
                  <a:lnTo>
                    <a:pt x="399161" y="41694"/>
                  </a:lnTo>
                  <a:lnTo>
                    <a:pt x="400888" y="43586"/>
                  </a:lnTo>
                  <a:lnTo>
                    <a:pt x="403199" y="43586"/>
                  </a:lnTo>
                  <a:lnTo>
                    <a:pt x="405218" y="43586"/>
                  </a:lnTo>
                  <a:lnTo>
                    <a:pt x="407123" y="41694"/>
                  </a:lnTo>
                  <a:lnTo>
                    <a:pt x="407123" y="37541"/>
                  </a:lnTo>
                  <a:close/>
                </a:path>
                <a:path w="431165" h="1273810">
                  <a:moveTo>
                    <a:pt x="417156" y="40386"/>
                  </a:moveTo>
                  <a:lnTo>
                    <a:pt x="415315" y="38684"/>
                  </a:lnTo>
                  <a:lnTo>
                    <a:pt x="410819" y="38684"/>
                  </a:lnTo>
                  <a:lnTo>
                    <a:pt x="409079" y="40386"/>
                  </a:lnTo>
                  <a:lnTo>
                    <a:pt x="409079" y="44856"/>
                  </a:lnTo>
                  <a:lnTo>
                    <a:pt x="410819" y="46507"/>
                  </a:lnTo>
                  <a:lnTo>
                    <a:pt x="413131" y="46507"/>
                  </a:lnTo>
                  <a:lnTo>
                    <a:pt x="415315" y="46507"/>
                  </a:lnTo>
                  <a:lnTo>
                    <a:pt x="417156" y="44856"/>
                  </a:lnTo>
                  <a:lnTo>
                    <a:pt x="417156" y="40386"/>
                  </a:lnTo>
                  <a:close/>
                </a:path>
                <a:path w="431165" h="1273810">
                  <a:moveTo>
                    <a:pt x="424954" y="47142"/>
                  </a:moveTo>
                  <a:lnTo>
                    <a:pt x="423075" y="45440"/>
                  </a:lnTo>
                  <a:lnTo>
                    <a:pt x="418706" y="45440"/>
                  </a:lnTo>
                  <a:lnTo>
                    <a:pt x="416941" y="47142"/>
                  </a:lnTo>
                  <a:lnTo>
                    <a:pt x="416941" y="51600"/>
                  </a:lnTo>
                  <a:lnTo>
                    <a:pt x="418706" y="53225"/>
                  </a:lnTo>
                  <a:lnTo>
                    <a:pt x="421005" y="53225"/>
                  </a:lnTo>
                  <a:lnTo>
                    <a:pt x="423075" y="53225"/>
                  </a:lnTo>
                  <a:lnTo>
                    <a:pt x="424954" y="51600"/>
                  </a:lnTo>
                  <a:lnTo>
                    <a:pt x="424954" y="47142"/>
                  </a:lnTo>
                  <a:close/>
                </a:path>
                <a:path w="431165" h="1273810">
                  <a:moveTo>
                    <a:pt x="428637" y="75158"/>
                  </a:moveTo>
                  <a:lnTo>
                    <a:pt x="426923" y="73393"/>
                  </a:lnTo>
                  <a:lnTo>
                    <a:pt x="424726" y="73393"/>
                  </a:lnTo>
                  <a:lnTo>
                    <a:pt x="422478" y="73393"/>
                  </a:lnTo>
                  <a:lnTo>
                    <a:pt x="420598" y="75158"/>
                  </a:lnTo>
                  <a:lnTo>
                    <a:pt x="420598" y="79552"/>
                  </a:lnTo>
                  <a:lnTo>
                    <a:pt x="422478" y="81330"/>
                  </a:lnTo>
                  <a:lnTo>
                    <a:pt x="426923" y="81330"/>
                  </a:lnTo>
                  <a:lnTo>
                    <a:pt x="428637" y="79552"/>
                  </a:lnTo>
                  <a:lnTo>
                    <a:pt x="428637" y="75158"/>
                  </a:lnTo>
                  <a:close/>
                </a:path>
                <a:path w="431165" h="1273810">
                  <a:moveTo>
                    <a:pt x="429285" y="56184"/>
                  </a:moveTo>
                  <a:lnTo>
                    <a:pt x="427507" y="54317"/>
                  </a:lnTo>
                  <a:lnTo>
                    <a:pt x="423075" y="54317"/>
                  </a:lnTo>
                  <a:lnTo>
                    <a:pt x="421360" y="56184"/>
                  </a:lnTo>
                  <a:lnTo>
                    <a:pt x="421360" y="58331"/>
                  </a:lnTo>
                  <a:lnTo>
                    <a:pt x="421360" y="60502"/>
                  </a:lnTo>
                  <a:lnTo>
                    <a:pt x="423075" y="62306"/>
                  </a:lnTo>
                  <a:lnTo>
                    <a:pt x="427507" y="62306"/>
                  </a:lnTo>
                  <a:lnTo>
                    <a:pt x="429285" y="60502"/>
                  </a:lnTo>
                  <a:lnTo>
                    <a:pt x="429285" y="56184"/>
                  </a:lnTo>
                  <a:close/>
                </a:path>
                <a:path w="431165" h="1273810">
                  <a:moveTo>
                    <a:pt x="430644" y="65735"/>
                  </a:moveTo>
                  <a:lnTo>
                    <a:pt x="428879" y="63995"/>
                  </a:lnTo>
                  <a:lnTo>
                    <a:pt x="426631" y="63995"/>
                  </a:lnTo>
                  <a:lnTo>
                    <a:pt x="424510" y="63995"/>
                  </a:lnTo>
                  <a:lnTo>
                    <a:pt x="422579" y="65735"/>
                  </a:lnTo>
                  <a:lnTo>
                    <a:pt x="422579" y="70129"/>
                  </a:lnTo>
                  <a:lnTo>
                    <a:pt x="424510" y="71742"/>
                  </a:lnTo>
                  <a:lnTo>
                    <a:pt x="428879" y="71742"/>
                  </a:lnTo>
                  <a:lnTo>
                    <a:pt x="430644" y="70129"/>
                  </a:lnTo>
                  <a:lnTo>
                    <a:pt x="430644" y="65735"/>
                  </a:lnTo>
                  <a:close/>
                </a:path>
              </a:pathLst>
            </a:custGeom>
            <a:solidFill>
              <a:srgbClr val="FFFFFF"/>
            </a:solidFill>
          </p:spPr>
          <p:txBody>
            <a:bodyPr wrap="square" lIns="0" tIns="0" rIns="0" bIns="0" rtlCol="0"/>
            <a:lstStyle/>
            <a:p>
              <a:endParaRPr/>
            </a:p>
          </p:txBody>
        </p:sp>
        <p:pic>
          <p:nvPicPr>
            <p:cNvPr id="4" name="object 4"/>
            <p:cNvPicPr>
              <a:picLocks noGrp="1" noRot="1" noMove="1" noResize="1" noEditPoints="1" noAdjustHandles="1" noChangeArrowheads="1" noChangeShapeType="1" noCrop="1"/>
            </p:cNvPicPr>
            <p:nvPr/>
          </p:nvPicPr>
          <p:blipFill>
            <a:blip r:embed="rId3" cstate="print"/>
            <a:stretch>
              <a:fillRect/>
            </a:stretch>
          </p:blipFill>
          <p:spPr>
            <a:xfrm>
              <a:off x="859313" y="758855"/>
              <a:ext cx="127684" cy="138549"/>
            </a:xfrm>
            <a:prstGeom prst="rect">
              <a:avLst/>
            </a:prstGeom>
          </p:spPr>
        </p:pic>
        <p:sp>
          <p:nvSpPr>
            <p:cNvPr id="5" name="object 5"/>
            <p:cNvSpPr>
              <a:spLocks noGrp="1" noRot="1" noMove="1" noResize="1" noEditPoints="1" noAdjustHandles="1" noChangeArrowheads="1" noChangeShapeType="1"/>
            </p:cNvSpPr>
            <p:nvPr/>
          </p:nvSpPr>
          <p:spPr>
            <a:xfrm>
              <a:off x="750720" y="833538"/>
              <a:ext cx="382905" cy="100965"/>
            </a:xfrm>
            <a:custGeom>
              <a:avLst/>
              <a:gdLst/>
              <a:ahLst/>
              <a:cxnLst/>
              <a:rect l="l" t="t" r="r" b="b"/>
              <a:pathLst>
                <a:path w="382905" h="100965">
                  <a:moveTo>
                    <a:pt x="191296" y="100680"/>
                  </a:moveTo>
                  <a:lnTo>
                    <a:pt x="141980" y="95797"/>
                  </a:lnTo>
                  <a:lnTo>
                    <a:pt x="116222" y="66004"/>
                  </a:lnTo>
                  <a:lnTo>
                    <a:pt x="108211" y="49550"/>
                  </a:lnTo>
                  <a:lnTo>
                    <a:pt x="108211" y="38518"/>
                  </a:lnTo>
                  <a:lnTo>
                    <a:pt x="119910" y="28106"/>
                  </a:lnTo>
                  <a:lnTo>
                    <a:pt x="109483" y="30361"/>
                  </a:lnTo>
                  <a:lnTo>
                    <a:pt x="98933" y="35024"/>
                  </a:lnTo>
                  <a:lnTo>
                    <a:pt x="88336" y="41244"/>
                  </a:lnTo>
                  <a:lnTo>
                    <a:pt x="61533" y="58575"/>
                  </a:lnTo>
                  <a:lnTo>
                    <a:pt x="47923" y="65679"/>
                  </a:lnTo>
                  <a:lnTo>
                    <a:pt x="41178" y="67616"/>
                  </a:lnTo>
                  <a:lnTo>
                    <a:pt x="28212" y="67616"/>
                  </a:lnTo>
                  <a:lnTo>
                    <a:pt x="6506" y="51161"/>
                  </a:lnTo>
                  <a:lnTo>
                    <a:pt x="348" y="48403"/>
                  </a:lnTo>
                  <a:lnTo>
                    <a:pt x="0" y="47551"/>
                  </a:lnTo>
                  <a:lnTo>
                    <a:pt x="522" y="45924"/>
                  </a:lnTo>
                  <a:lnTo>
                    <a:pt x="1409" y="45521"/>
                  </a:lnTo>
                  <a:lnTo>
                    <a:pt x="2216" y="45769"/>
                  </a:lnTo>
                  <a:lnTo>
                    <a:pt x="16212" y="46242"/>
                  </a:lnTo>
                  <a:lnTo>
                    <a:pt x="31341" y="41314"/>
                  </a:lnTo>
                  <a:lnTo>
                    <a:pt x="47137" y="32831"/>
                  </a:lnTo>
                  <a:lnTo>
                    <a:pt x="76300" y="14203"/>
                  </a:lnTo>
                  <a:lnTo>
                    <a:pt x="88981" y="6966"/>
                  </a:lnTo>
                  <a:lnTo>
                    <a:pt x="101041" y="1905"/>
                  </a:lnTo>
                  <a:lnTo>
                    <a:pt x="112343" y="0"/>
                  </a:lnTo>
                  <a:lnTo>
                    <a:pt x="117662" y="0"/>
                  </a:lnTo>
                  <a:lnTo>
                    <a:pt x="122364" y="1146"/>
                  </a:lnTo>
                  <a:lnTo>
                    <a:pt x="131531" y="5965"/>
                  </a:lnTo>
                  <a:lnTo>
                    <a:pt x="135346" y="10365"/>
                  </a:lnTo>
                  <a:lnTo>
                    <a:pt x="140223" y="21846"/>
                  </a:lnTo>
                  <a:lnTo>
                    <a:pt x="148946" y="35527"/>
                  </a:lnTo>
                  <a:lnTo>
                    <a:pt x="148946" y="41756"/>
                  </a:lnTo>
                  <a:lnTo>
                    <a:pt x="147870" y="44080"/>
                  </a:lnTo>
                  <a:lnTo>
                    <a:pt x="143136" y="48171"/>
                  </a:lnTo>
                  <a:lnTo>
                    <a:pt x="127526" y="56026"/>
                  </a:lnTo>
                  <a:lnTo>
                    <a:pt x="127272" y="58908"/>
                  </a:lnTo>
                  <a:lnTo>
                    <a:pt x="171766" y="68448"/>
                  </a:lnTo>
                  <a:lnTo>
                    <a:pt x="191296" y="69242"/>
                  </a:lnTo>
                  <a:lnTo>
                    <a:pt x="201286" y="69039"/>
                  </a:lnTo>
                  <a:lnTo>
                    <a:pt x="243526" y="63080"/>
                  </a:lnTo>
                  <a:lnTo>
                    <a:pt x="255511" y="59016"/>
                  </a:lnTo>
                  <a:lnTo>
                    <a:pt x="255020" y="57064"/>
                  </a:lnTo>
                  <a:lnTo>
                    <a:pt x="242307" y="50650"/>
                  </a:lnTo>
                  <a:lnTo>
                    <a:pt x="239441" y="48682"/>
                  </a:lnTo>
                  <a:lnTo>
                    <a:pt x="234945" y="44251"/>
                  </a:lnTo>
                  <a:lnTo>
                    <a:pt x="233726" y="41756"/>
                  </a:lnTo>
                  <a:lnTo>
                    <a:pt x="233726" y="35527"/>
                  </a:lnTo>
                  <a:lnTo>
                    <a:pt x="242560" y="21846"/>
                  </a:lnTo>
                  <a:lnTo>
                    <a:pt x="247389" y="10365"/>
                  </a:lnTo>
                  <a:lnTo>
                    <a:pt x="251236" y="5965"/>
                  </a:lnTo>
                  <a:lnTo>
                    <a:pt x="256096" y="3176"/>
                  </a:lnTo>
                  <a:lnTo>
                    <a:pt x="260260" y="1146"/>
                  </a:lnTo>
                  <a:lnTo>
                    <a:pt x="264962" y="0"/>
                  </a:lnTo>
                  <a:lnTo>
                    <a:pt x="270424" y="0"/>
                  </a:lnTo>
                  <a:lnTo>
                    <a:pt x="281660" y="1905"/>
                  </a:lnTo>
                  <a:lnTo>
                    <a:pt x="293697" y="6966"/>
                  </a:lnTo>
                  <a:lnTo>
                    <a:pt x="306376" y="14203"/>
                  </a:lnTo>
                  <a:lnTo>
                    <a:pt x="335500" y="32831"/>
                  </a:lnTo>
                  <a:lnTo>
                    <a:pt x="351306" y="41314"/>
                  </a:lnTo>
                  <a:lnTo>
                    <a:pt x="366475" y="46242"/>
                  </a:lnTo>
                  <a:lnTo>
                    <a:pt x="380535" y="45769"/>
                  </a:lnTo>
                  <a:lnTo>
                    <a:pt x="381311" y="45521"/>
                  </a:lnTo>
                  <a:lnTo>
                    <a:pt x="382182" y="45924"/>
                  </a:lnTo>
                  <a:lnTo>
                    <a:pt x="382467" y="46683"/>
                  </a:lnTo>
                  <a:lnTo>
                    <a:pt x="382688" y="47551"/>
                  </a:lnTo>
                  <a:lnTo>
                    <a:pt x="382324" y="48403"/>
                  </a:lnTo>
                  <a:lnTo>
                    <a:pt x="376166" y="51083"/>
                  </a:lnTo>
                  <a:lnTo>
                    <a:pt x="354460" y="67616"/>
                  </a:lnTo>
                  <a:lnTo>
                    <a:pt x="341510" y="67616"/>
                  </a:lnTo>
                  <a:lnTo>
                    <a:pt x="334860" y="65679"/>
                  </a:lnTo>
                  <a:lnTo>
                    <a:pt x="319456" y="57715"/>
                  </a:lnTo>
                  <a:lnTo>
                    <a:pt x="294434" y="41212"/>
                  </a:lnTo>
                  <a:lnTo>
                    <a:pt x="283777" y="34995"/>
                  </a:lnTo>
                  <a:lnTo>
                    <a:pt x="273188" y="30350"/>
                  </a:lnTo>
                  <a:lnTo>
                    <a:pt x="262746" y="28106"/>
                  </a:lnTo>
                  <a:lnTo>
                    <a:pt x="274968" y="38936"/>
                  </a:lnTo>
                  <a:lnTo>
                    <a:pt x="274968" y="49704"/>
                  </a:lnTo>
                  <a:lnTo>
                    <a:pt x="271216" y="56599"/>
                  </a:lnTo>
                  <a:lnTo>
                    <a:pt x="266593" y="66004"/>
                  </a:lnTo>
                  <a:lnTo>
                    <a:pt x="261099" y="86999"/>
                  </a:lnTo>
                  <a:lnTo>
                    <a:pt x="251078" y="92034"/>
                  </a:lnTo>
                  <a:lnTo>
                    <a:pt x="240766" y="95797"/>
                  </a:lnTo>
                  <a:lnTo>
                    <a:pt x="227326" y="98501"/>
                  </a:lnTo>
                  <a:lnTo>
                    <a:pt x="210816" y="100133"/>
                  </a:lnTo>
                  <a:lnTo>
                    <a:pt x="191296" y="100680"/>
                  </a:lnTo>
                  <a:close/>
                </a:path>
              </a:pathLst>
            </a:custGeom>
            <a:solidFill>
              <a:srgbClr val="FFFFFF"/>
            </a:solidFill>
          </p:spPr>
          <p:txBody>
            <a:bodyPr wrap="square" lIns="0" tIns="0" rIns="0" bIns="0" rtlCol="0"/>
            <a:lstStyle/>
            <a:p>
              <a:endParaRPr/>
            </a:p>
          </p:txBody>
        </p:sp>
        <p:pic>
          <p:nvPicPr>
            <p:cNvPr id="6" name="object 6"/>
            <p:cNvPicPr>
              <a:picLocks noGrp="1" noRot="1" noMove="1" noResize="1" noEditPoints="1" noAdjustHandles="1" noChangeArrowheads="1" noChangeShapeType="1" noCrop="1"/>
            </p:cNvPicPr>
            <p:nvPr/>
          </p:nvPicPr>
          <p:blipFill>
            <a:blip r:embed="rId4" cstate="print"/>
            <a:stretch>
              <a:fillRect/>
            </a:stretch>
          </p:blipFill>
          <p:spPr>
            <a:xfrm>
              <a:off x="864000" y="607992"/>
              <a:ext cx="162906" cy="217170"/>
            </a:xfrm>
            <a:prstGeom prst="rect">
              <a:avLst/>
            </a:prstGeom>
          </p:spPr>
        </p:pic>
        <p:sp>
          <p:nvSpPr>
            <p:cNvPr id="7" name="object 7"/>
            <p:cNvSpPr>
              <a:spLocks noGrp="1" noRot="1" noMove="1" noResize="1" noEditPoints="1" noAdjustHandles="1" noChangeArrowheads="1" noChangeShapeType="1"/>
            </p:cNvSpPr>
            <p:nvPr/>
          </p:nvSpPr>
          <p:spPr>
            <a:xfrm>
              <a:off x="702043" y="546036"/>
              <a:ext cx="492759" cy="325120"/>
            </a:xfrm>
            <a:custGeom>
              <a:avLst/>
              <a:gdLst/>
              <a:ahLst/>
              <a:cxnLst/>
              <a:rect l="l" t="t" r="r" b="b"/>
              <a:pathLst>
                <a:path w="492759" h="325119">
                  <a:moveTo>
                    <a:pt x="71945" y="28511"/>
                  </a:moveTo>
                  <a:lnTo>
                    <a:pt x="70612" y="27266"/>
                  </a:lnTo>
                  <a:lnTo>
                    <a:pt x="67449" y="27266"/>
                  </a:lnTo>
                  <a:lnTo>
                    <a:pt x="66065" y="28511"/>
                  </a:lnTo>
                  <a:lnTo>
                    <a:pt x="66065" y="31661"/>
                  </a:lnTo>
                  <a:lnTo>
                    <a:pt x="67449" y="32893"/>
                  </a:lnTo>
                  <a:lnTo>
                    <a:pt x="70612" y="32893"/>
                  </a:lnTo>
                  <a:lnTo>
                    <a:pt x="71945" y="31661"/>
                  </a:lnTo>
                  <a:lnTo>
                    <a:pt x="71945" y="30048"/>
                  </a:lnTo>
                  <a:lnTo>
                    <a:pt x="71945" y="28511"/>
                  </a:lnTo>
                  <a:close/>
                </a:path>
                <a:path w="492759" h="325119">
                  <a:moveTo>
                    <a:pt x="73012" y="36055"/>
                  </a:moveTo>
                  <a:lnTo>
                    <a:pt x="71653" y="34772"/>
                  </a:lnTo>
                  <a:lnTo>
                    <a:pt x="68478" y="34772"/>
                  </a:lnTo>
                  <a:lnTo>
                    <a:pt x="67106" y="36055"/>
                  </a:lnTo>
                  <a:lnTo>
                    <a:pt x="67106" y="39103"/>
                  </a:lnTo>
                  <a:lnTo>
                    <a:pt x="68478" y="40513"/>
                  </a:lnTo>
                  <a:lnTo>
                    <a:pt x="71653" y="40513"/>
                  </a:lnTo>
                  <a:lnTo>
                    <a:pt x="73012" y="39103"/>
                  </a:lnTo>
                  <a:lnTo>
                    <a:pt x="73012" y="37490"/>
                  </a:lnTo>
                  <a:lnTo>
                    <a:pt x="73012" y="36055"/>
                  </a:lnTo>
                  <a:close/>
                </a:path>
                <a:path w="492759" h="325119">
                  <a:moveTo>
                    <a:pt x="76466" y="22326"/>
                  </a:moveTo>
                  <a:lnTo>
                    <a:pt x="75107" y="21132"/>
                  </a:lnTo>
                  <a:lnTo>
                    <a:pt x="71945" y="21132"/>
                  </a:lnTo>
                  <a:lnTo>
                    <a:pt x="70688" y="22326"/>
                  </a:lnTo>
                  <a:lnTo>
                    <a:pt x="70688" y="25438"/>
                  </a:lnTo>
                  <a:lnTo>
                    <a:pt x="71945" y="26771"/>
                  </a:lnTo>
                  <a:lnTo>
                    <a:pt x="73596" y="26771"/>
                  </a:lnTo>
                  <a:lnTo>
                    <a:pt x="75107" y="26771"/>
                  </a:lnTo>
                  <a:lnTo>
                    <a:pt x="76466" y="25438"/>
                  </a:lnTo>
                  <a:lnTo>
                    <a:pt x="76466" y="22326"/>
                  </a:lnTo>
                  <a:close/>
                </a:path>
                <a:path w="492759" h="325119">
                  <a:moveTo>
                    <a:pt x="84124" y="21856"/>
                  </a:moveTo>
                  <a:lnTo>
                    <a:pt x="82880" y="20637"/>
                  </a:lnTo>
                  <a:lnTo>
                    <a:pt x="79679" y="20637"/>
                  </a:lnTo>
                  <a:lnTo>
                    <a:pt x="78409" y="21856"/>
                  </a:lnTo>
                  <a:lnTo>
                    <a:pt x="78409" y="24993"/>
                  </a:lnTo>
                  <a:lnTo>
                    <a:pt x="79679" y="26327"/>
                  </a:lnTo>
                  <a:lnTo>
                    <a:pt x="81229" y="26327"/>
                  </a:lnTo>
                  <a:lnTo>
                    <a:pt x="82880" y="26327"/>
                  </a:lnTo>
                  <a:lnTo>
                    <a:pt x="84124" y="24993"/>
                  </a:lnTo>
                  <a:lnTo>
                    <a:pt x="84124" y="21856"/>
                  </a:lnTo>
                  <a:close/>
                </a:path>
                <a:path w="492759" h="325119">
                  <a:moveTo>
                    <a:pt x="94157" y="24358"/>
                  </a:moveTo>
                  <a:lnTo>
                    <a:pt x="94043" y="20967"/>
                  </a:lnTo>
                  <a:lnTo>
                    <a:pt x="93319" y="19939"/>
                  </a:lnTo>
                  <a:lnTo>
                    <a:pt x="92087" y="19316"/>
                  </a:lnTo>
                  <a:lnTo>
                    <a:pt x="90779" y="18237"/>
                  </a:lnTo>
                  <a:lnTo>
                    <a:pt x="89103" y="16637"/>
                  </a:lnTo>
                  <a:lnTo>
                    <a:pt x="88595" y="16052"/>
                  </a:lnTo>
                  <a:lnTo>
                    <a:pt x="88112" y="15494"/>
                  </a:lnTo>
                  <a:lnTo>
                    <a:pt x="88163" y="15341"/>
                  </a:lnTo>
                  <a:lnTo>
                    <a:pt x="88265" y="15113"/>
                  </a:lnTo>
                  <a:lnTo>
                    <a:pt x="93243" y="15494"/>
                  </a:lnTo>
                  <a:lnTo>
                    <a:pt x="93179" y="15341"/>
                  </a:lnTo>
                  <a:lnTo>
                    <a:pt x="93091" y="15113"/>
                  </a:lnTo>
                  <a:lnTo>
                    <a:pt x="92456" y="13474"/>
                  </a:lnTo>
                  <a:lnTo>
                    <a:pt x="91262" y="10426"/>
                  </a:lnTo>
                  <a:lnTo>
                    <a:pt x="87731" y="13474"/>
                  </a:lnTo>
                  <a:lnTo>
                    <a:pt x="87363" y="13474"/>
                  </a:lnTo>
                  <a:lnTo>
                    <a:pt x="87083" y="8115"/>
                  </a:lnTo>
                  <a:lnTo>
                    <a:pt x="82042" y="9906"/>
                  </a:lnTo>
                  <a:lnTo>
                    <a:pt x="85382" y="13995"/>
                  </a:lnTo>
                  <a:lnTo>
                    <a:pt x="85242" y="14224"/>
                  </a:lnTo>
                  <a:lnTo>
                    <a:pt x="85242" y="14376"/>
                  </a:lnTo>
                  <a:lnTo>
                    <a:pt x="80759" y="14630"/>
                  </a:lnTo>
                  <a:lnTo>
                    <a:pt x="83185" y="19697"/>
                  </a:lnTo>
                  <a:lnTo>
                    <a:pt x="86080" y="16052"/>
                  </a:lnTo>
                  <a:lnTo>
                    <a:pt x="86220" y="16052"/>
                  </a:lnTo>
                  <a:lnTo>
                    <a:pt x="86347" y="16637"/>
                  </a:lnTo>
                  <a:lnTo>
                    <a:pt x="86588" y="17881"/>
                  </a:lnTo>
                  <a:lnTo>
                    <a:pt x="86715" y="19697"/>
                  </a:lnTo>
                  <a:lnTo>
                    <a:pt x="86791" y="24358"/>
                  </a:lnTo>
                  <a:lnTo>
                    <a:pt x="88392" y="26060"/>
                  </a:lnTo>
                  <a:lnTo>
                    <a:pt x="92506" y="26060"/>
                  </a:lnTo>
                  <a:lnTo>
                    <a:pt x="94157" y="24358"/>
                  </a:lnTo>
                  <a:close/>
                </a:path>
                <a:path w="492759" h="325119">
                  <a:moveTo>
                    <a:pt x="100431" y="15557"/>
                  </a:moveTo>
                  <a:lnTo>
                    <a:pt x="99174" y="14630"/>
                  </a:lnTo>
                  <a:lnTo>
                    <a:pt x="98107" y="13474"/>
                  </a:lnTo>
                  <a:lnTo>
                    <a:pt x="96126" y="13474"/>
                  </a:lnTo>
                  <a:lnTo>
                    <a:pt x="95008" y="14630"/>
                  </a:lnTo>
                  <a:lnTo>
                    <a:pt x="93941" y="15557"/>
                  </a:lnTo>
                  <a:lnTo>
                    <a:pt x="93941" y="17360"/>
                  </a:lnTo>
                  <a:lnTo>
                    <a:pt x="95084" y="18605"/>
                  </a:lnTo>
                  <a:lnTo>
                    <a:pt x="96126" y="19685"/>
                  </a:lnTo>
                  <a:lnTo>
                    <a:pt x="98107" y="19685"/>
                  </a:lnTo>
                  <a:lnTo>
                    <a:pt x="99174" y="18516"/>
                  </a:lnTo>
                  <a:lnTo>
                    <a:pt x="100431" y="17360"/>
                  </a:lnTo>
                  <a:lnTo>
                    <a:pt x="100431" y="15557"/>
                  </a:lnTo>
                  <a:close/>
                </a:path>
                <a:path w="492759" h="325119">
                  <a:moveTo>
                    <a:pt x="106845" y="10795"/>
                  </a:moveTo>
                  <a:lnTo>
                    <a:pt x="105765" y="9817"/>
                  </a:lnTo>
                  <a:lnTo>
                    <a:pt x="104559" y="8572"/>
                  </a:lnTo>
                  <a:lnTo>
                    <a:pt x="102730" y="8572"/>
                  </a:lnTo>
                  <a:lnTo>
                    <a:pt x="101536" y="9817"/>
                  </a:lnTo>
                  <a:lnTo>
                    <a:pt x="100457" y="10795"/>
                  </a:lnTo>
                  <a:lnTo>
                    <a:pt x="100457" y="12661"/>
                  </a:lnTo>
                  <a:lnTo>
                    <a:pt x="101536" y="13906"/>
                  </a:lnTo>
                  <a:lnTo>
                    <a:pt x="102730" y="14859"/>
                  </a:lnTo>
                  <a:lnTo>
                    <a:pt x="104559" y="14859"/>
                  </a:lnTo>
                  <a:lnTo>
                    <a:pt x="105765" y="13906"/>
                  </a:lnTo>
                  <a:lnTo>
                    <a:pt x="106845" y="12661"/>
                  </a:lnTo>
                  <a:lnTo>
                    <a:pt x="106845" y="10795"/>
                  </a:lnTo>
                  <a:close/>
                </a:path>
                <a:path w="492759" h="325119">
                  <a:moveTo>
                    <a:pt x="114452" y="12128"/>
                  </a:moveTo>
                  <a:lnTo>
                    <a:pt x="113347" y="10960"/>
                  </a:lnTo>
                  <a:lnTo>
                    <a:pt x="112191" y="9906"/>
                  </a:lnTo>
                  <a:lnTo>
                    <a:pt x="110337" y="9906"/>
                  </a:lnTo>
                  <a:lnTo>
                    <a:pt x="109321" y="10960"/>
                  </a:lnTo>
                  <a:lnTo>
                    <a:pt x="108089" y="12128"/>
                  </a:lnTo>
                  <a:lnTo>
                    <a:pt x="108216" y="13995"/>
                  </a:lnTo>
                  <a:lnTo>
                    <a:pt x="110464" y="16052"/>
                  </a:lnTo>
                  <a:lnTo>
                    <a:pt x="112318" y="16052"/>
                  </a:lnTo>
                  <a:lnTo>
                    <a:pt x="113347" y="15024"/>
                  </a:lnTo>
                  <a:lnTo>
                    <a:pt x="114452" y="13995"/>
                  </a:lnTo>
                  <a:lnTo>
                    <a:pt x="114452" y="12128"/>
                  </a:lnTo>
                  <a:close/>
                </a:path>
                <a:path w="492759" h="325119">
                  <a:moveTo>
                    <a:pt x="118529" y="23126"/>
                  </a:moveTo>
                  <a:lnTo>
                    <a:pt x="114071" y="23393"/>
                  </a:lnTo>
                  <a:lnTo>
                    <a:pt x="115328" y="25158"/>
                  </a:lnTo>
                  <a:lnTo>
                    <a:pt x="115722" y="25984"/>
                  </a:lnTo>
                  <a:lnTo>
                    <a:pt x="115836" y="27457"/>
                  </a:lnTo>
                  <a:lnTo>
                    <a:pt x="115011" y="27051"/>
                  </a:lnTo>
                  <a:lnTo>
                    <a:pt x="113855" y="26162"/>
                  </a:lnTo>
                  <a:lnTo>
                    <a:pt x="112826" y="24726"/>
                  </a:lnTo>
                  <a:lnTo>
                    <a:pt x="112941" y="26162"/>
                  </a:lnTo>
                  <a:lnTo>
                    <a:pt x="113042" y="27457"/>
                  </a:lnTo>
                  <a:lnTo>
                    <a:pt x="113157" y="28829"/>
                  </a:lnTo>
                  <a:lnTo>
                    <a:pt x="113258" y="30035"/>
                  </a:lnTo>
                  <a:lnTo>
                    <a:pt x="113322" y="30848"/>
                  </a:lnTo>
                  <a:lnTo>
                    <a:pt x="113398" y="31127"/>
                  </a:lnTo>
                  <a:lnTo>
                    <a:pt x="114071" y="30035"/>
                  </a:lnTo>
                  <a:lnTo>
                    <a:pt x="114198" y="29908"/>
                  </a:lnTo>
                  <a:lnTo>
                    <a:pt x="114782" y="29235"/>
                  </a:lnTo>
                  <a:lnTo>
                    <a:pt x="115836" y="28829"/>
                  </a:lnTo>
                  <a:lnTo>
                    <a:pt x="115722" y="31127"/>
                  </a:lnTo>
                  <a:lnTo>
                    <a:pt x="115608" y="33248"/>
                  </a:lnTo>
                  <a:lnTo>
                    <a:pt x="113855" y="34925"/>
                  </a:lnTo>
                  <a:lnTo>
                    <a:pt x="112318" y="35242"/>
                  </a:lnTo>
                  <a:lnTo>
                    <a:pt x="111023" y="35496"/>
                  </a:lnTo>
                  <a:lnTo>
                    <a:pt x="110426" y="35496"/>
                  </a:lnTo>
                  <a:lnTo>
                    <a:pt x="109093" y="34429"/>
                  </a:lnTo>
                  <a:lnTo>
                    <a:pt x="109029" y="34036"/>
                  </a:lnTo>
                  <a:lnTo>
                    <a:pt x="108940" y="33528"/>
                  </a:lnTo>
                  <a:lnTo>
                    <a:pt x="108889" y="33248"/>
                  </a:lnTo>
                  <a:lnTo>
                    <a:pt x="108775" y="32537"/>
                  </a:lnTo>
                  <a:lnTo>
                    <a:pt x="108534" y="31127"/>
                  </a:lnTo>
                  <a:lnTo>
                    <a:pt x="108915" y="30848"/>
                  </a:lnTo>
                  <a:lnTo>
                    <a:pt x="110197" y="29908"/>
                  </a:lnTo>
                  <a:lnTo>
                    <a:pt x="112014" y="31648"/>
                  </a:lnTo>
                  <a:lnTo>
                    <a:pt x="112039" y="31369"/>
                  </a:lnTo>
                  <a:lnTo>
                    <a:pt x="112153" y="29908"/>
                  </a:lnTo>
                  <a:lnTo>
                    <a:pt x="112191" y="29489"/>
                  </a:lnTo>
                  <a:lnTo>
                    <a:pt x="112204" y="29235"/>
                  </a:lnTo>
                  <a:lnTo>
                    <a:pt x="112318" y="27774"/>
                  </a:lnTo>
                  <a:lnTo>
                    <a:pt x="109004" y="27774"/>
                  </a:lnTo>
                  <a:lnTo>
                    <a:pt x="107619" y="29235"/>
                  </a:lnTo>
                  <a:lnTo>
                    <a:pt x="109321" y="25615"/>
                  </a:lnTo>
                  <a:lnTo>
                    <a:pt x="109207" y="25158"/>
                  </a:lnTo>
                  <a:lnTo>
                    <a:pt x="109080" y="24726"/>
                  </a:lnTo>
                  <a:lnTo>
                    <a:pt x="109029" y="24561"/>
                  </a:lnTo>
                  <a:lnTo>
                    <a:pt x="108597" y="22974"/>
                  </a:lnTo>
                  <a:lnTo>
                    <a:pt x="105181" y="21132"/>
                  </a:lnTo>
                  <a:lnTo>
                    <a:pt x="102971" y="24561"/>
                  </a:lnTo>
                  <a:lnTo>
                    <a:pt x="103035" y="24726"/>
                  </a:lnTo>
                  <a:lnTo>
                    <a:pt x="103911" y="27051"/>
                  </a:lnTo>
                  <a:lnTo>
                    <a:pt x="106489" y="29489"/>
                  </a:lnTo>
                  <a:lnTo>
                    <a:pt x="103911" y="28333"/>
                  </a:lnTo>
                  <a:lnTo>
                    <a:pt x="101536" y="30492"/>
                  </a:lnTo>
                  <a:lnTo>
                    <a:pt x="103911" y="33528"/>
                  </a:lnTo>
                  <a:lnTo>
                    <a:pt x="103962" y="33248"/>
                  </a:lnTo>
                  <a:lnTo>
                    <a:pt x="104432" y="30848"/>
                  </a:lnTo>
                  <a:lnTo>
                    <a:pt x="106730" y="31369"/>
                  </a:lnTo>
                  <a:lnTo>
                    <a:pt x="106794" y="31648"/>
                  </a:lnTo>
                  <a:lnTo>
                    <a:pt x="107632" y="35242"/>
                  </a:lnTo>
                  <a:lnTo>
                    <a:pt x="105879" y="37414"/>
                  </a:lnTo>
                  <a:lnTo>
                    <a:pt x="99047" y="39535"/>
                  </a:lnTo>
                  <a:lnTo>
                    <a:pt x="98971" y="39382"/>
                  </a:lnTo>
                  <a:lnTo>
                    <a:pt x="97599" y="36906"/>
                  </a:lnTo>
                  <a:lnTo>
                    <a:pt x="96939" y="35496"/>
                  </a:lnTo>
                  <a:lnTo>
                    <a:pt x="96824" y="35242"/>
                  </a:lnTo>
                  <a:lnTo>
                    <a:pt x="96672" y="34925"/>
                  </a:lnTo>
                  <a:lnTo>
                    <a:pt x="96710" y="34683"/>
                  </a:lnTo>
                  <a:lnTo>
                    <a:pt x="97485" y="34188"/>
                  </a:lnTo>
                  <a:lnTo>
                    <a:pt x="99631" y="34429"/>
                  </a:lnTo>
                  <a:lnTo>
                    <a:pt x="101879" y="35737"/>
                  </a:lnTo>
                  <a:lnTo>
                    <a:pt x="102006" y="35737"/>
                  </a:lnTo>
                  <a:lnTo>
                    <a:pt x="101930" y="35496"/>
                  </a:lnTo>
                  <a:lnTo>
                    <a:pt x="101854" y="35242"/>
                  </a:lnTo>
                  <a:lnTo>
                    <a:pt x="101739" y="34925"/>
                  </a:lnTo>
                  <a:lnTo>
                    <a:pt x="101663" y="34683"/>
                  </a:lnTo>
                  <a:lnTo>
                    <a:pt x="101574" y="34429"/>
                  </a:lnTo>
                  <a:lnTo>
                    <a:pt x="101180" y="33248"/>
                  </a:lnTo>
                  <a:lnTo>
                    <a:pt x="99936" y="29489"/>
                  </a:lnTo>
                  <a:lnTo>
                    <a:pt x="99174" y="31648"/>
                  </a:lnTo>
                  <a:lnTo>
                    <a:pt x="98005" y="32537"/>
                  </a:lnTo>
                  <a:lnTo>
                    <a:pt x="98285" y="32537"/>
                  </a:lnTo>
                  <a:lnTo>
                    <a:pt x="96304" y="33248"/>
                  </a:lnTo>
                  <a:lnTo>
                    <a:pt x="96037" y="33248"/>
                  </a:lnTo>
                  <a:lnTo>
                    <a:pt x="96113" y="30848"/>
                  </a:lnTo>
                  <a:lnTo>
                    <a:pt x="97243" y="27774"/>
                  </a:lnTo>
                  <a:lnTo>
                    <a:pt x="89408" y="30848"/>
                  </a:lnTo>
                  <a:lnTo>
                    <a:pt x="92862" y="32537"/>
                  </a:lnTo>
                  <a:lnTo>
                    <a:pt x="93573" y="33248"/>
                  </a:lnTo>
                  <a:lnTo>
                    <a:pt x="94259" y="34036"/>
                  </a:lnTo>
                  <a:lnTo>
                    <a:pt x="94500" y="34036"/>
                  </a:lnTo>
                  <a:lnTo>
                    <a:pt x="92570" y="34683"/>
                  </a:lnTo>
                  <a:lnTo>
                    <a:pt x="91084" y="34925"/>
                  </a:lnTo>
                  <a:lnTo>
                    <a:pt x="88684" y="34036"/>
                  </a:lnTo>
                  <a:lnTo>
                    <a:pt x="91757" y="39992"/>
                  </a:lnTo>
                  <a:lnTo>
                    <a:pt x="91871" y="39535"/>
                  </a:lnTo>
                  <a:lnTo>
                    <a:pt x="91986" y="39103"/>
                  </a:lnTo>
                  <a:lnTo>
                    <a:pt x="92049" y="38862"/>
                  </a:lnTo>
                  <a:lnTo>
                    <a:pt x="92138" y="38557"/>
                  </a:lnTo>
                  <a:lnTo>
                    <a:pt x="92252" y="38125"/>
                  </a:lnTo>
                  <a:lnTo>
                    <a:pt x="92303" y="37922"/>
                  </a:lnTo>
                  <a:lnTo>
                    <a:pt x="92506" y="37134"/>
                  </a:lnTo>
                  <a:lnTo>
                    <a:pt x="93941" y="35496"/>
                  </a:lnTo>
                  <a:lnTo>
                    <a:pt x="95008" y="35496"/>
                  </a:lnTo>
                  <a:lnTo>
                    <a:pt x="95097" y="35737"/>
                  </a:lnTo>
                  <a:lnTo>
                    <a:pt x="96672" y="40513"/>
                  </a:lnTo>
                  <a:lnTo>
                    <a:pt x="92227" y="42557"/>
                  </a:lnTo>
                  <a:lnTo>
                    <a:pt x="91262" y="43154"/>
                  </a:lnTo>
                  <a:lnTo>
                    <a:pt x="90538" y="43548"/>
                  </a:lnTo>
                  <a:lnTo>
                    <a:pt x="89154" y="43548"/>
                  </a:lnTo>
                  <a:lnTo>
                    <a:pt x="87363" y="43307"/>
                  </a:lnTo>
                  <a:lnTo>
                    <a:pt x="87274" y="43154"/>
                  </a:lnTo>
                  <a:lnTo>
                    <a:pt x="86436" y="41821"/>
                  </a:lnTo>
                  <a:lnTo>
                    <a:pt x="85953" y="41008"/>
                  </a:lnTo>
                  <a:lnTo>
                    <a:pt x="85356" y="39992"/>
                  </a:lnTo>
                  <a:lnTo>
                    <a:pt x="85864" y="39103"/>
                  </a:lnTo>
                  <a:lnTo>
                    <a:pt x="86169" y="38557"/>
                  </a:lnTo>
                  <a:lnTo>
                    <a:pt x="86525" y="37922"/>
                  </a:lnTo>
                  <a:lnTo>
                    <a:pt x="88760" y="39535"/>
                  </a:lnTo>
                  <a:lnTo>
                    <a:pt x="88722" y="39103"/>
                  </a:lnTo>
                  <a:lnTo>
                    <a:pt x="88607" y="37922"/>
                  </a:lnTo>
                  <a:lnTo>
                    <a:pt x="88506" y="36906"/>
                  </a:lnTo>
                  <a:lnTo>
                    <a:pt x="88392" y="35737"/>
                  </a:lnTo>
                  <a:lnTo>
                    <a:pt x="85039" y="35737"/>
                  </a:lnTo>
                  <a:lnTo>
                    <a:pt x="84124" y="38557"/>
                  </a:lnTo>
                  <a:lnTo>
                    <a:pt x="84226" y="34683"/>
                  </a:lnTo>
                  <a:lnTo>
                    <a:pt x="83185" y="32537"/>
                  </a:lnTo>
                  <a:lnTo>
                    <a:pt x="79006" y="31369"/>
                  </a:lnTo>
                  <a:lnTo>
                    <a:pt x="78930" y="31648"/>
                  </a:lnTo>
                  <a:lnTo>
                    <a:pt x="78193" y="34429"/>
                  </a:lnTo>
                  <a:lnTo>
                    <a:pt x="78130" y="35496"/>
                  </a:lnTo>
                  <a:lnTo>
                    <a:pt x="79324" y="37414"/>
                  </a:lnTo>
                  <a:lnTo>
                    <a:pt x="83261" y="39103"/>
                  </a:lnTo>
                  <a:lnTo>
                    <a:pt x="81038" y="38862"/>
                  </a:lnTo>
                  <a:lnTo>
                    <a:pt x="78663" y="41008"/>
                  </a:lnTo>
                  <a:lnTo>
                    <a:pt x="81686" y="43548"/>
                  </a:lnTo>
                  <a:lnTo>
                    <a:pt x="81686" y="41351"/>
                  </a:lnTo>
                  <a:lnTo>
                    <a:pt x="83705" y="41008"/>
                  </a:lnTo>
                  <a:lnTo>
                    <a:pt x="84886" y="42557"/>
                  </a:lnTo>
                  <a:lnTo>
                    <a:pt x="85572" y="43548"/>
                  </a:lnTo>
                  <a:lnTo>
                    <a:pt x="85572" y="44246"/>
                  </a:lnTo>
                  <a:lnTo>
                    <a:pt x="85432" y="45504"/>
                  </a:lnTo>
                  <a:lnTo>
                    <a:pt x="83934" y="46558"/>
                  </a:lnTo>
                  <a:lnTo>
                    <a:pt x="82905" y="47244"/>
                  </a:lnTo>
                  <a:lnTo>
                    <a:pt x="80149" y="47244"/>
                  </a:lnTo>
                  <a:lnTo>
                    <a:pt x="76949" y="44246"/>
                  </a:lnTo>
                  <a:lnTo>
                    <a:pt x="77609" y="43967"/>
                  </a:lnTo>
                  <a:lnTo>
                    <a:pt x="78574" y="43967"/>
                  </a:lnTo>
                  <a:lnTo>
                    <a:pt x="79921" y="44246"/>
                  </a:lnTo>
                  <a:lnTo>
                    <a:pt x="80289" y="44246"/>
                  </a:lnTo>
                  <a:lnTo>
                    <a:pt x="80048" y="43967"/>
                  </a:lnTo>
                  <a:lnTo>
                    <a:pt x="79349" y="43154"/>
                  </a:lnTo>
                  <a:lnTo>
                    <a:pt x="76631" y="39992"/>
                  </a:lnTo>
                  <a:lnTo>
                    <a:pt x="76136" y="39535"/>
                  </a:lnTo>
                  <a:lnTo>
                    <a:pt x="76200" y="42557"/>
                  </a:lnTo>
                  <a:lnTo>
                    <a:pt x="75831" y="43154"/>
                  </a:lnTo>
                  <a:lnTo>
                    <a:pt x="74396" y="39992"/>
                  </a:lnTo>
                  <a:lnTo>
                    <a:pt x="74269" y="39382"/>
                  </a:lnTo>
                  <a:lnTo>
                    <a:pt x="71056" y="42075"/>
                  </a:lnTo>
                  <a:lnTo>
                    <a:pt x="70827" y="42075"/>
                  </a:lnTo>
                  <a:lnTo>
                    <a:pt x="74041" y="43967"/>
                  </a:lnTo>
                  <a:lnTo>
                    <a:pt x="77660" y="46913"/>
                  </a:lnTo>
                  <a:lnTo>
                    <a:pt x="81965" y="52768"/>
                  </a:lnTo>
                  <a:lnTo>
                    <a:pt x="86372" y="49885"/>
                  </a:lnTo>
                  <a:lnTo>
                    <a:pt x="92011" y="47244"/>
                  </a:lnTo>
                  <a:lnTo>
                    <a:pt x="94424" y="46113"/>
                  </a:lnTo>
                  <a:lnTo>
                    <a:pt x="99644" y="43967"/>
                  </a:lnTo>
                  <a:lnTo>
                    <a:pt x="100736" y="43548"/>
                  </a:lnTo>
                  <a:lnTo>
                    <a:pt x="104559" y="42075"/>
                  </a:lnTo>
                  <a:lnTo>
                    <a:pt x="112534" y="39535"/>
                  </a:lnTo>
                  <a:lnTo>
                    <a:pt x="113017" y="39382"/>
                  </a:lnTo>
                  <a:lnTo>
                    <a:pt x="118211" y="38125"/>
                  </a:lnTo>
                  <a:lnTo>
                    <a:pt x="118097" y="37414"/>
                  </a:lnTo>
                  <a:lnTo>
                    <a:pt x="118021" y="36906"/>
                  </a:lnTo>
                  <a:lnTo>
                    <a:pt x="117805" y="35496"/>
                  </a:lnTo>
                  <a:lnTo>
                    <a:pt x="117678" y="34683"/>
                  </a:lnTo>
                  <a:lnTo>
                    <a:pt x="117576" y="34036"/>
                  </a:lnTo>
                  <a:lnTo>
                    <a:pt x="117462" y="33248"/>
                  </a:lnTo>
                  <a:lnTo>
                    <a:pt x="117348" y="32537"/>
                  </a:lnTo>
                  <a:lnTo>
                    <a:pt x="117208" y="31648"/>
                  </a:lnTo>
                  <a:lnTo>
                    <a:pt x="117271" y="30035"/>
                  </a:lnTo>
                  <a:lnTo>
                    <a:pt x="117335" y="29489"/>
                  </a:lnTo>
                  <a:lnTo>
                    <a:pt x="117424" y="28829"/>
                  </a:lnTo>
                  <a:lnTo>
                    <a:pt x="117487" y="28333"/>
                  </a:lnTo>
                  <a:lnTo>
                    <a:pt x="117602" y="27457"/>
                  </a:lnTo>
                  <a:lnTo>
                    <a:pt x="117690" y="26771"/>
                  </a:lnTo>
                  <a:lnTo>
                    <a:pt x="118529" y="23126"/>
                  </a:lnTo>
                  <a:close/>
                </a:path>
                <a:path w="492759" h="325119">
                  <a:moveTo>
                    <a:pt x="119253" y="18161"/>
                  </a:moveTo>
                  <a:lnTo>
                    <a:pt x="118110" y="16916"/>
                  </a:lnTo>
                  <a:lnTo>
                    <a:pt x="116979" y="15887"/>
                  </a:lnTo>
                  <a:lnTo>
                    <a:pt x="115150" y="15887"/>
                  </a:lnTo>
                  <a:lnTo>
                    <a:pt x="113944" y="16916"/>
                  </a:lnTo>
                  <a:lnTo>
                    <a:pt x="112903" y="18161"/>
                  </a:lnTo>
                  <a:lnTo>
                    <a:pt x="112903" y="20040"/>
                  </a:lnTo>
                  <a:lnTo>
                    <a:pt x="113944" y="21145"/>
                  </a:lnTo>
                  <a:lnTo>
                    <a:pt x="115150" y="22085"/>
                  </a:lnTo>
                  <a:lnTo>
                    <a:pt x="116979" y="22085"/>
                  </a:lnTo>
                  <a:lnTo>
                    <a:pt x="118110" y="21031"/>
                  </a:lnTo>
                  <a:lnTo>
                    <a:pt x="119253" y="20040"/>
                  </a:lnTo>
                  <a:lnTo>
                    <a:pt x="119253" y="18161"/>
                  </a:lnTo>
                  <a:close/>
                </a:path>
                <a:path w="492759" h="325119">
                  <a:moveTo>
                    <a:pt x="179311" y="207314"/>
                  </a:moveTo>
                  <a:lnTo>
                    <a:pt x="176161" y="206044"/>
                  </a:lnTo>
                  <a:lnTo>
                    <a:pt x="177507" y="202234"/>
                  </a:lnTo>
                  <a:lnTo>
                    <a:pt x="178765" y="199694"/>
                  </a:lnTo>
                  <a:lnTo>
                    <a:pt x="174840" y="197154"/>
                  </a:lnTo>
                  <a:lnTo>
                    <a:pt x="172885" y="195884"/>
                  </a:lnTo>
                  <a:lnTo>
                    <a:pt x="171792" y="188264"/>
                  </a:lnTo>
                  <a:lnTo>
                    <a:pt x="171602" y="186994"/>
                  </a:lnTo>
                  <a:lnTo>
                    <a:pt x="172186" y="183184"/>
                  </a:lnTo>
                  <a:lnTo>
                    <a:pt x="167233" y="176834"/>
                  </a:lnTo>
                  <a:lnTo>
                    <a:pt x="162941" y="173024"/>
                  </a:lnTo>
                  <a:lnTo>
                    <a:pt x="161518" y="171754"/>
                  </a:lnTo>
                  <a:lnTo>
                    <a:pt x="139700" y="147624"/>
                  </a:lnTo>
                  <a:lnTo>
                    <a:pt x="144119" y="147624"/>
                  </a:lnTo>
                  <a:lnTo>
                    <a:pt x="147243" y="150164"/>
                  </a:lnTo>
                  <a:lnTo>
                    <a:pt x="149161" y="151434"/>
                  </a:lnTo>
                  <a:lnTo>
                    <a:pt x="152844" y="155244"/>
                  </a:lnTo>
                  <a:lnTo>
                    <a:pt x="156222" y="159054"/>
                  </a:lnTo>
                  <a:lnTo>
                    <a:pt x="159893" y="150164"/>
                  </a:lnTo>
                  <a:lnTo>
                    <a:pt x="161569" y="147624"/>
                  </a:lnTo>
                  <a:lnTo>
                    <a:pt x="164096" y="143814"/>
                  </a:lnTo>
                  <a:lnTo>
                    <a:pt x="168948" y="136194"/>
                  </a:lnTo>
                  <a:lnTo>
                    <a:pt x="174599" y="129844"/>
                  </a:lnTo>
                  <a:lnTo>
                    <a:pt x="176682" y="127304"/>
                  </a:lnTo>
                  <a:lnTo>
                    <a:pt x="177685" y="126034"/>
                  </a:lnTo>
                  <a:lnTo>
                    <a:pt x="174777" y="127304"/>
                  </a:lnTo>
                  <a:lnTo>
                    <a:pt x="170154" y="127304"/>
                  </a:lnTo>
                  <a:lnTo>
                    <a:pt x="167678" y="129844"/>
                  </a:lnTo>
                  <a:lnTo>
                    <a:pt x="167678" y="120954"/>
                  </a:lnTo>
                  <a:lnTo>
                    <a:pt x="164338" y="117144"/>
                  </a:lnTo>
                  <a:lnTo>
                    <a:pt x="164617" y="112064"/>
                  </a:lnTo>
                  <a:lnTo>
                    <a:pt x="162864" y="105714"/>
                  </a:lnTo>
                  <a:lnTo>
                    <a:pt x="160858" y="103174"/>
                  </a:lnTo>
                  <a:lnTo>
                    <a:pt x="157873" y="99364"/>
                  </a:lnTo>
                  <a:lnTo>
                    <a:pt x="148463" y="91744"/>
                  </a:lnTo>
                  <a:lnTo>
                    <a:pt x="156654" y="94284"/>
                  </a:lnTo>
                  <a:lnTo>
                    <a:pt x="161404" y="100634"/>
                  </a:lnTo>
                  <a:lnTo>
                    <a:pt x="167678" y="95554"/>
                  </a:lnTo>
                  <a:lnTo>
                    <a:pt x="164160" y="93014"/>
                  </a:lnTo>
                  <a:lnTo>
                    <a:pt x="163182" y="91744"/>
                  </a:lnTo>
                  <a:lnTo>
                    <a:pt x="160274" y="87934"/>
                  </a:lnTo>
                  <a:lnTo>
                    <a:pt x="153619" y="81584"/>
                  </a:lnTo>
                  <a:lnTo>
                    <a:pt x="141795" y="73964"/>
                  </a:lnTo>
                  <a:lnTo>
                    <a:pt x="147332" y="75234"/>
                  </a:lnTo>
                  <a:lnTo>
                    <a:pt x="152666" y="79044"/>
                  </a:lnTo>
                  <a:lnTo>
                    <a:pt x="158229" y="80314"/>
                  </a:lnTo>
                  <a:lnTo>
                    <a:pt x="164477" y="79044"/>
                  </a:lnTo>
                  <a:lnTo>
                    <a:pt x="158902" y="75234"/>
                  </a:lnTo>
                  <a:lnTo>
                    <a:pt x="157619" y="73964"/>
                  </a:lnTo>
                  <a:lnTo>
                    <a:pt x="156337" y="72694"/>
                  </a:lnTo>
                  <a:lnTo>
                    <a:pt x="149948" y="66344"/>
                  </a:lnTo>
                  <a:lnTo>
                    <a:pt x="147408" y="63804"/>
                  </a:lnTo>
                  <a:lnTo>
                    <a:pt x="145084" y="62534"/>
                  </a:lnTo>
                  <a:lnTo>
                    <a:pt x="138137" y="58724"/>
                  </a:lnTo>
                  <a:lnTo>
                    <a:pt x="143268" y="58724"/>
                  </a:lnTo>
                  <a:lnTo>
                    <a:pt x="148755" y="61264"/>
                  </a:lnTo>
                  <a:lnTo>
                    <a:pt x="151015" y="58724"/>
                  </a:lnTo>
                  <a:lnTo>
                    <a:pt x="153276" y="56184"/>
                  </a:lnTo>
                  <a:lnTo>
                    <a:pt x="148082" y="56184"/>
                  </a:lnTo>
                  <a:lnTo>
                    <a:pt x="144868" y="52374"/>
                  </a:lnTo>
                  <a:lnTo>
                    <a:pt x="139280" y="51104"/>
                  </a:lnTo>
                  <a:lnTo>
                    <a:pt x="140144" y="48564"/>
                  </a:lnTo>
                  <a:lnTo>
                    <a:pt x="141439" y="44754"/>
                  </a:lnTo>
                  <a:lnTo>
                    <a:pt x="140919" y="40944"/>
                  </a:lnTo>
                  <a:lnTo>
                    <a:pt x="138633" y="37134"/>
                  </a:lnTo>
                  <a:lnTo>
                    <a:pt x="134658" y="37134"/>
                  </a:lnTo>
                  <a:lnTo>
                    <a:pt x="130771" y="38404"/>
                  </a:lnTo>
                  <a:lnTo>
                    <a:pt x="127990" y="40741"/>
                  </a:lnTo>
                  <a:lnTo>
                    <a:pt x="127990" y="99364"/>
                  </a:lnTo>
                  <a:lnTo>
                    <a:pt x="122453" y="100634"/>
                  </a:lnTo>
                  <a:lnTo>
                    <a:pt x="117322" y="103174"/>
                  </a:lnTo>
                  <a:lnTo>
                    <a:pt x="113169" y="99364"/>
                  </a:lnTo>
                  <a:lnTo>
                    <a:pt x="112522" y="96824"/>
                  </a:lnTo>
                  <a:lnTo>
                    <a:pt x="112191" y="95554"/>
                  </a:lnTo>
                  <a:lnTo>
                    <a:pt x="111137" y="93014"/>
                  </a:lnTo>
                  <a:lnTo>
                    <a:pt x="110350" y="90474"/>
                  </a:lnTo>
                  <a:lnTo>
                    <a:pt x="113868" y="86664"/>
                  </a:lnTo>
                  <a:lnTo>
                    <a:pt x="114452" y="85394"/>
                  </a:lnTo>
                  <a:lnTo>
                    <a:pt x="113880" y="84124"/>
                  </a:lnTo>
                  <a:lnTo>
                    <a:pt x="112750" y="81584"/>
                  </a:lnTo>
                  <a:lnTo>
                    <a:pt x="111620" y="79044"/>
                  </a:lnTo>
                  <a:lnTo>
                    <a:pt x="108216" y="81584"/>
                  </a:lnTo>
                  <a:lnTo>
                    <a:pt x="104571" y="81584"/>
                  </a:lnTo>
                  <a:lnTo>
                    <a:pt x="106286" y="79044"/>
                  </a:lnTo>
                  <a:lnTo>
                    <a:pt x="106362" y="76504"/>
                  </a:lnTo>
                  <a:lnTo>
                    <a:pt x="104127" y="76504"/>
                  </a:lnTo>
                  <a:lnTo>
                    <a:pt x="101358" y="77774"/>
                  </a:lnTo>
                  <a:lnTo>
                    <a:pt x="101358" y="81584"/>
                  </a:lnTo>
                  <a:lnTo>
                    <a:pt x="99771" y="81584"/>
                  </a:lnTo>
                  <a:lnTo>
                    <a:pt x="98336" y="80314"/>
                  </a:lnTo>
                  <a:lnTo>
                    <a:pt x="99148" y="77774"/>
                  </a:lnTo>
                  <a:lnTo>
                    <a:pt x="99148" y="75234"/>
                  </a:lnTo>
                  <a:lnTo>
                    <a:pt x="100431" y="73964"/>
                  </a:lnTo>
                  <a:lnTo>
                    <a:pt x="102184" y="73964"/>
                  </a:lnTo>
                  <a:lnTo>
                    <a:pt x="108242" y="71424"/>
                  </a:lnTo>
                  <a:lnTo>
                    <a:pt x="117322" y="67614"/>
                  </a:lnTo>
                  <a:lnTo>
                    <a:pt x="119253" y="67614"/>
                  </a:lnTo>
                  <a:lnTo>
                    <a:pt x="120573" y="66344"/>
                  </a:lnTo>
                  <a:lnTo>
                    <a:pt x="121945" y="67614"/>
                  </a:lnTo>
                  <a:lnTo>
                    <a:pt x="122872" y="68884"/>
                  </a:lnTo>
                  <a:lnTo>
                    <a:pt x="125285" y="70154"/>
                  </a:lnTo>
                  <a:lnTo>
                    <a:pt x="124701" y="71424"/>
                  </a:lnTo>
                  <a:lnTo>
                    <a:pt x="123837" y="72694"/>
                  </a:lnTo>
                  <a:lnTo>
                    <a:pt x="120573" y="70154"/>
                  </a:lnTo>
                  <a:lnTo>
                    <a:pt x="116611" y="72694"/>
                  </a:lnTo>
                  <a:lnTo>
                    <a:pt x="118198" y="73964"/>
                  </a:lnTo>
                  <a:lnTo>
                    <a:pt x="121640" y="75234"/>
                  </a:lnTo>
                  <a:lnTo>
                    <a:pt x="118351" y="77774"/>
                  </a:lnTo>
                  <a:lnTo>
                    <a:pt x="114795" y="79044"/>
                  </a:lnTo>
                  <a:lnTo>
                    <a:pt x="115938" y="81584"/>
                  </a:lnTo>
                  <a:lnTo>
                    <a:pt x="116979" y="84124"/>
                  </a:lnTo>
                  <a:lnTo>
                    <a:pt x="118605" y="85394"/>
                  </a:lnTo>
                  <a:lnTo>
                    <a:pt x="123444" y="85394"/>
                  </a:lnTo>
                  <a:lnTo>
                    <a:pt x="124701" y="87934"/>
                  </a:lnTo>
                  <a:lnTo>
                    <a:pt x="126047" y="90474"/>
                  </a:lnTo>
                  <a:lnTo>
                    <a:pt x="127508" y="94284"/>
                  </a:lnTo>
                  <a:lnTo>
                    <a:pt x="127635" y="95554"/>
                  </a:lnTo>
                  <a:lnTo>
                    <a:pt x="127749" y="96824"/>
                  </a:lnTo>
                  <a:lnTo>
                    <a:pt x="127990" y="99364"/>
                  </a:lnTo>
                  <a:lnTo>
                    <a:pt x="127990" y="40741"/>
                  </a:lnTo>
                  <a:lnTo>
                    <a:pt x="127812" y="40881"/>
                  </a:lnTo>
                  <a:lnTo>
                    <a:pt x="127812" y="48564"/>
                  </a:lnTo>
                  <a:lnTo>
                    <a:pt x="123837" y="54914"/>
                  </a:lnTo>
                  <a:lnTo>
                    <a:pt x="126466" y="57454"/>
                  </a:lnTo>
                  <a:lnTo>
                    <a:pt x="123317" y="59994"/>
                  </a:lnTo>
                  <a:lnTo>
                    <a:pt x="119341" y="62534"/>
                  </a:lnTo>
                  <a:lnTo>
                    <a:pt x="113868" y="59994"/>
                  </a:lnTo>
                  <a:lnTo>
                    <a:pt x="111506" y="56184"/>
                  </a:lnTo>
                  <a:lnTo>
                    <a:pt x="123444" y="51104"/>
                  </a:lnTo>
                  <a:lnTo>
                    <a:pt x="127812" y="48564"/>
                  </a:lnTo>
                  <a:lnTo>
                    <a:pt x="127812" y="40881"/>
                  </a:lnTo>
                  <a:lnTo>
                    <a:pt x="127304" y="37134"/>
                  </a:lnTo>
                  <a:lnTo>
                    <a:pt x="120103" y="37134"/>
                  </a:lnTo>
                  <a:lnTo>
                    <a:pt x="120370" y="38404"/>
                  </a:lnTo>
                  <a:lnTo>
                    <a:pt x="121107" y="40944"/>
                  </a:lnTo>
                  <a:lnTo>
                    <a:pt x="116611" y="40944"/>
                  </a:lnTo>
                  <a:lnTo>
                    <a:pt x="107657" y="43484"/>
                  </a:lnTo>
                  <a:lnTo>
                    <a:pt x="100787" y="45999"/>
                  </a:lnTo>
                  <a:lnTo>
                    <a:pt x="100787" y="65074"/>
                  </a:lnTo>
                  <a:lnTo>
                    <a:pt x="98907" y="71424"/>
                  </a:lnTo>
                  <a:lnTo>
                    <a:pt x="89750" y="71424"/>
                  </a:lnTo>
                  <a:lnTo>
                    <a:pt x="89852" y="67614"/>
                  </a:lnTo>
                  <a:lnTo>
                    <a:pt x="82880" y="66344"/>
                  </a:lnTo>
                  <a:lnTo>
                    <a:pt x="87757" y="65074"/>
                  </a:lnTo>
                  <a:lnTo>
                    <a:pt x="99771" y="61264"/>
                  </a:lnTo>
                  <a:lnTo>
                    <a:pt x="100787" y="65074"/>
                  </a:lnTo>
                  <a:lnTo>
                    <a:pt x="100787" y="45999"/>
                  </a:lnTo>
                  <a:lnTo>
                    <a:pt x="93726" y="48564"/>
                  </a:lnTo>
                  <a:lnTo>
                    <a:pt x="85864" y="53644"/>
                  </a:lnTo>
                  <a:lnTo>
                    <a:pt x="82118" y="56184"/>
                  </a:lnTo>
                  <a:lnTo>
                    <a:pt x="80949" y="53644"/>
                  </a:lnTo>
                  <a:lnTo>
                    <a:pt x="80086" y="53644"/>
                  </a:lnTo>
                  <a:lnTo>
                    <a:pt x="77660" y="54914"/>
                  </a:lnTo>
                  <a:lnTo>
                    <a:pt x="75184" y="57454"/>
                  </a:lnTo>
                  <a:lnTo>
                    <a:pt x="77101" y="59994"/>
                  </a:lnTo>
                  <a:lnTo>
                    <a:pt x="73152" y="61264"/>
                  </a:lnTo>
                  <a:lnTo>
                    <a:pt x="68872" y="61264"/>
                  </a:lnTo>
                  <a:lnTo>
                    <a:pt x="65252" y="65074"/>
                  </a:lnTo>
                  <a:lnTo>
                    <a:pt x="65252" y="68884"/>
                  </a:lnTo>
                  <a:lnTo>
                    <a:pt x="69011" y="72694"/>
                  </a:lnTo>
                  <a:lnTo>
                    <a:pt x="74536" y="75234"/>
                  </a:lnTo>
                  <a:lnTo>
                    <a:pt x="70332" y="82854"/>
                  </a:lnTo>
                  <a:lnTo>
                    <a:pt x="69583" y="89204"/>
                  </a:lnTo>
                  <a:lnTo>
                    <a:pt x="69481" y="90474"/>
                  </a:lnTo>
                  <a:lnTo>
                    <a:pt x="69367" y="91744"/>
                  </a:lnTo>
                  <a:lnTo>
                    <a:pt x="69265" y="93014"/>
                  </a:lnTo>
                  <a:lnTo>
                    <a:pt x="69151" y="94284"/>
                  </a:lnTo>
                  <a:lnTo>
                    <a:pt x="69037" y="95554"/>
                  </a:lnTo>
                  <a:lnTo>
                    <a:pt x="65455" y="100634"/>
                  </a:lnTo>
                  <a:lnTo>
                    <a:pt x="71932" y="99364"/>
                  </a:lnTo>
                  <a:lnTo>
                    <a:pt x="75272" y="93014"/>
                  </a:lnTo>
                  <a:lnTo>
                    <a:pt x="77533" y="87934"/>
                  </a:lnTo>
                  <a:lnTo>
                    <a:pt x="80759" y="84124"/>
                  </a:lnTo>
                  <a:lnTo>
                    <a:pt x="79476" y="90474"/>
                  </a:lnTo>
                  <a:lnTo>
                    <a:pt x="77114" y="95554"/>
                  </a:lnTo>
                  <a:lnTo>
                    <a:pt x="74841" y="100634"/>
                  </a:lnTo>
                  <a:lnTo>
                    <a:pt x="73825" y="108254"/>
                  </a:lnTo>
                  <a:lnTo>
                    <a:pt x="73825" y="114604"/>
                  </a:lnTo>
                  <a:lnTo>
                    <a:pt x="77812" y="122224"/>
                  </a:lnTo>
                  <a:lnTo>
                    <a:pt x="74371" y="126034"/>
                  </a:lnTo>
                  <a:lnTo>
                    <a:pt x="79641" y="120954"/>
                  </a:lnTo>
                  <a:lnTo>
                    <a:pt x="82283" y="112064"/>
                  </a:lnTo>
                  <a:lnTo>
                    <a:pt x="84251" y="103174"/>
                  </a:lnTo>
                  <a:lnTo>
                    <a:pt x="87490" y="96824"/>
                  </a:lnTo>
                  <a:lnTo>
                    <a:pt x="88582" y="99364"/>
                  </a:lnTo>
                  <a:lnTo>
                    <a:pt x="87820" y="103174"/>
                  </a:lnTo>
                  <a:lnTo>
                    <a:pt x="86588" y="106984"/>
                  </a:lnTo>
                  <a:lnTo>
                    <a:pt x="85166" y="114604"/>
                  </a:lnTo>
                  <a:lnTo>
                    <a:pt x="85077" y="117144"/>
                  </a:lnTo>
                  <a:lnTo>
                    <a:pt x="85026" y="118414"/>
                  </a:lnTo>
                  <a:lnTo>
                    <a:pt x="84937" y="120954"/>
                  </a:lnTo>
                  <a:lnTo>
                    <a:pt x="84886" y="122224"/>
                  </a:lnTo>
                  <a:lnTo>
                    <a:pt x="84785" y="123494"/>
                  </a:lnTo>
                  <a:lnTo>
                    <a:pt x="84670" y="124764"/>
                  </a:lnTo>
                  <a:lnTo>
                    <a:pt x="84569" y="126034"/>
                  </a:lnTo>
                  <a:lnTo>
                    <a:pt x="84467" y="127304"/>
                  </a:lnTo>
                  <a:lnTo>
                    <a:pt x="84353" y="128574"/>
                  </a:lnTo>
                  <a:lnTo>
                    <a:pt x="84251" y="129844"/>
                  </a:lnTo>
                  <a:lnTo>
                    <a:pt x="81749" y="134924"/>
                  </a:lnTo>
                  <a:lnTo>
                    <a:pt x="87782" y="131114"/>
                  </a:lnTo>
                  <a:lnTo>
                    <a:pt x="91973" y="124764"/>
                  </a:lnTo>
                  <a:lnTo>
                    <a:pt x="95834" y="118414"/>
                  </a:lnTo>
                  <a:lnTo>
                    <a:pt x="100863" y="112064"/>
                  </a:lnTo>
                  <a:lnTo>
                    <a:pt x="95580" y="124764"/>
                  </a:lnTo>
                  <a:lnTo>
                    <a:pt x="89928" y="141274"/>
                  </a:lnTo>
                  <a:lnTo>
                    <a:pt x="83604" y="157784"/>
                  </a:lnTo>
                  <a:lnTo>
                    <a:pt x="54737" y="203504"/>
                  </a:lnTo>
                  <a:lnTo>
                    <a:pt x="34188" y="220014"/>
                  </a:lnTo>
                  <a:lnTo>
                    <a:pt x="27292" y="220014"/>
                  </a:lnTo>
                  <a:lnTo>
                    <a:pt x="22275" y="216204"/>
                  </a:lnTo>
                  <a:lnTo>
                    <a:pt x="22275" y="207314"/>
                  </a:lnTo>
                  <a:lnTo>
                    <a:pt x="29210" y="189534"/>
                  </a:lnTo>
                  <a:lnTo>
                    <a:pt x="59677" y="156514"/>
                  </a:lnTo>
                  <a:lnTo>
                    <a:pt x="66611" y="137464"/>
                  </a:lnTo>
                  <a:lnTo>
                    <a:pt x="66611" y="126034"/>
                  </a:lnTo>
                  <a:lnTo>
                    <a:pt x="56540" y="122224"/>
                  </a:lnTo>
                  <a:lnTo>
                    <a:pt x="46024" y="122224"/>
                  </a:lnTo>
                  <a:lnTo>
                    <a:pt x="41008" y="123494"/>
                  </a:lnTo>
                  <a:lnTo>
                    <a:pt x="36728" y="127304"/>
                  </a:lnTo>
                  <a:lnTo>
                    <a:pt x="34886" y="126034"/>
                  </a:lnTo>
                  <a:lnTo>
                    <a:pt x="31457" y="126034"/>
                  </a:lnTo>
                  <a:lnTo>
                    <a:pt x="22860" y="129844"/>
                  </a:lnTo>
                  <a:lnTo>
                    <a:pt x="18186" y="140004"/>
                  </a:lnTo>
                  <a:lnTo>
                    <a:pt x="13868" y="148894"/>
                  </a:lnTo>
                  <a:lnTo>
                    <a:pt x="6350" y="152704"/>
                  </a:lnTo>
                  <a:lnTo>
                    <a:pt x="11036" y="153974"/>
                  </a:lnTo>
                  <a:lnTo>
                    <a:pt x="16459" y="151434"/>
                  </a:lnTo>
                  <a:lnTo>
                    <a:pt x="21882" y="147624"/>
                  </a:lnTo>
                  <a:lnTo>
                    <a:pt x="26606" y="142544"/>
                  </a:lnTo>
                  <a:lnTo>
                    <a:pt x="21170" y="152704"/>
                  </a:lnTo>
                  <a:lnTo>
                    <a:pt x="11671" y="159054"/>
                  </a:lnTo>
                  <a:lnTo>
                    <a:pt x="2984" y="165404"/>
                  </a:lnTo>
                  <a:lnTo>
                    <a:pt x="0" y="176834"/>
                  </a:lnTo>
                  <a:lnTo>
                    <a:pt x="8699" y="167944"/>
                  </a:lnTo>
                  <a:lnTo>
                    <a:pt x="24218" y="160324"/>
                  </a:lnTo>
                  <a:lnTo>
                    <a:pt x="39052" y="151434"/>
                  </a:lnTo>
                  <a:lnTo>
                    <a:pt x="43256" y="142544"/>
                  </a:lnTo>
                  <a:lnTo>
                    <a:pt x="45656" y="137464"/>
                  </a:lnTo>
                  <a:lnTo>
                    <a:pt x="45656" y="134924"/>
                  </a:lnTo>
                  <a:lnTo>
                    <a:pt x="44043" y="132384"/>
                  </a:lnTo>
                  <a:lnTo>
                    <a:pt x="42037" y="129844"/>
                  </a:lnTo>
                  <a:lnTo>
                    <a:pt x="45161" y="128574"/>
                  </a:lnTo>
                  <a:lnTo>
                    <a:pt x="48094" y="127304"/>
                  </a:lnTo>
                  <a:lnTo>
                    <a:pt x="55829" y="127304"/>
                  </a:lnTo>
                  <a:lnTo>
                    <a:pt x="60401" y="131114"/>
                  </a:lnTo>
                  <a:lnTo>
                    <a:pt x="60401" y="138734"/>
                  </a:lnTo>
                  <a:lnTo>
                    <a:pt x="53543" y="155244"/>
                  </a:lnTo>
                  <a:lnTo>
                    <a:pt x="23368" y="188264"/>
                  </a:lnTo>
                  <a:lnTo>
                    <a:pt x="16510" y="207314"/>
                  </a:lnTo>
                  <a:lnTo>
                    <a:pt x="16510" y="212394"/>
                  </a:lnTo>
                  <a:lnTo>
                    <a:pt x="17830" y="216204"/>
                  </a:lnTo>
                  <a:lnTo>
                    <a:pt x="20078" y="218744"/>
                  </a:lnTo>
                  <a:lnTo>
                    <a:pt x="16992" y="220014"/>
                  </a:lnTo>
                  <a:lnTo>
                    <a:pt x="13716" y="220014"/>
                  </a:lnTo>
                  <a:lnTo>
                    <a:pt x="11137" y="217474"/>
                  </a:lnTo>
                  <a:lnTo>
                    <a:pt x="11036" y="220014"/>
                  </a:lnTo>
                  <a:lnTo>
                    <a:pt x="10947" y="222554"/>
                  </a:lnTo>
                  <a:lnTo>
                    <a:pt x="10896" y="223824"/>
                  </a:lnTo>
                  <a:lnTo>
                    <a:pt x="21221" y="228904"/>
                  </a:lnTo>
                  <a:lnTo>
                    <a:pt x="27800" y="225094"/>
                  </a:lnTo>
                  <a:lnTo>
                    <a:pt x="29210" y="225094"/>
                  </a:lnTo>
                  <a:lnTo>
                    <a:pt x="30848" y="226364"/>
                  </a:lnTo>
                  <a:lnTo>
                    <a:pt x="32397" y="226364"/>
                  </a:lnTo>
                  <a:lnTo>
                    <a:pt x="30403" y="231444"/>
                  </a:lnTo>
                  <a:lnTo>
                    <a:pt x="23749" y="232714"/>
                  </a:lnTo>
                  <a:lnTo>
                    <a:pt x="20078" y="232714"/>
                  </a:lnTo>
                  <a:lnTo>
                    <a:pt x="29337" y="235254"/>
                  </a:lnTo>
                  <a:lnTo>
                    <a:pt x="38938" y="232714"/>
                  </a:lnTo>
                  <a:lnTo>
                    <a:pt x="46266" y="227634"/>
                  </a:lnTo>
                  <a:lnTo>
                    <a:pt x="47091" y="225094"/>
                  </a:lnTo>
                  <a:lnTo>
                    <a:pt x="48755" y="220014"/>
                  </a:lnTo>
                  <a:lnTo>
                    <a:pt x="54610" y="214934"/>
                  </a:lnTo>
                  <a:lnTo>
                    <a:pt x="59690" y="207314"/>
                  </a:lnTo>
                  <a:lnTo>
                    <a:pt x="69011" y="194614"/>
                  </a:lnTo>
                  <a:lnTo>
                    <a:pt x="68592" y="195884"/>
                  </a:lnTo>
                  <a:lnTo>
                    <a:pt x="67957" y="199694"/>
                  </a:lnTo>
                  <a:lnTo>
                    <a:pt x="63398" y="208584"/>
                  </a:lnTo>
                  <a:lnTo>
                    <a:pt x="59321" y="216204"/>
                  </a:lnTo>
                  <a:lnTo>
                    <a:pt x="56083" y="225094"/>
                  </a:lnTo>
                  <a:lnTo>
                    <a:pt x="54038" y="236524"/>
                  </a:lnTo>
                  <a:lnTo>
                    <a:pt x="52171" y="245414"/>
                  </a:lnTo>
                  <a:lnTo>
                    <a:pt x="48602" y="251764"/>
                  </a:lnTo>
                  <a:lnTo>
                    <a:pt x="43611" y="258114"/>
                  </a:lnTo>
                  <a:lnTo>
                    <a:pt x="37465" y="259384"/>
                  </a:lnTo>
                  <a:lnTo>
                    <a:pt x="35496" y="259384"/>
                  </a:lnTo>
                  <a:lnTo>
                    <a:pt x="32232" y="256844"/>
                  </a:lnTo>
                  <a:lnTo>
                    <a:pt x="30746" y="258114"/>
                  </a:lnTo>
                  <a:lnTo>
                    <a:pt x="27901" y="260654"/>
                  </a:lnTo>
                  <a:lnTo>
                    <a:pt x="30543" y="263194"/>
                  </a:lnTo>
                  <a:lnTo>
                    <a:pt x="30543" y="268274"/>
                  </a:lnTo>
                  <a:lnTo>
                    <a:pt x="23749" y="272084"/>
                  </a:lnTo>
                  <a:lnTo>
                    <a:pt x="23749" y="288594"/>
                  </a:lnTo>
                  <a:lnTo>
                    <a:pt x="26606" y="293674"/>
                  </a:lnTo>
                  <a:lnTo>
                    <a:pt x="25463" y="297484"/>
                  </a:lnTo>
                  <a:lnTo>
                    <a:pt x="28359" y="296214"/>
                  </a:lnTo>
                  <a:lnTo>
                    <a:pt x="32156" y="291134"/>
                  </a:lnTo>
                  <a:lnTo>
                    <a:pt x="33616" y="284784"/>
                  </a:lnTo>
                  <a:lnTo>
                    <a:pt x="33667" y="286054"/>
                  </a:lnTo>
                  <a:lnTo>
                    <a:pt x="33782" y="288594"/>
                  </a:lnTo>
                  <a:lnTo>
                    <a:pt x="33896" y="291134"/>
                  </a:lnTo>
                  <a:lnTo>
                    <a:pt x="34010" y="293674"/>
                  </a:lnTo>
                  <a:lnTo>
                    <a:pt x="32435" y="298754"/>
                  </a:lnTo>
                  <a:lnTo>
                    <a:pt x="31559" y="303834"/>
                  </a:lnTo>
                  <a:lnTo>
                    <a:pt x="34061" y="311454"/>
                  </a:lnTo>
                  <a:lnTo>
                    <a:pt x="34886" y="307644"/>
                  </a:lnTo>
                  <a:lnTo>
                    <a:pt x="39166" y="305104"/>
                  </a:lnTo>
                  <a:lnTo>
                    <a:pt x="41821" y="307644"/>
                  </a:lnTo>
                  <a:lnTo>
                    <a:pt x="44538" y="308914"/>
                  </a:lnTo>
                  <a:lnTo>
                    <a:pt x="43256" y="310184"/>
                  </a:lnTo>
                  <a:lnTo>
                    <a:pt x="41325" y="312724"/>
                  </a:lnTo>
                  <a:lnTo>
                    <a:pt x="39331" y="313994"/>
                  </a:lnTo>
                  <a:lnTo>
                    <a:pt x="37553" y="324154"/>
                  </a:lnTo>
                  <a:lnTo>
                    <a:pt x="46456" y="322884"/>
                  </a:lnTo>
                  <a:lnTo>
                    <a:pt x="44729" y="321614"/>
                  </a:lnTo>
                  <a:lnTo>
                    <a:pt x="44615" y="319074"/>
                  </a:lnTo>
                  <a:lnTo>
                    <a:pt x="49085" y="319074"/>
                  </a:lnTo>
                  <a:lnTo>
                    <a:pt x="55181" y="317804"/>
                  </a:lnTo>
                  <a:lnTo>
                    <a:pt x="57010" y="320344"/>
                  </a:lnTo>
                  <a:lnTo>
                    <a:pt x="67665" y="320344"/>
                  </a:lnTo>
                  <a:lnTo>
                    <a:pt x="68122" y="317804"/>
                  </a:lnTo>
                  <a:lnTo>
                    <a:pt x="68592" y="315264"/>
                  </a:lnTo>
                  <a:lnTo>
                    <a:pt x="75107" y="315264"/>
                  </a:lnTo>
                  <a:lnTo>
                    <a:pt x="75107" y="317804"/>
                  </a:lnTo>
                  <a:lnTo>
                    <a:pt x="73964" y="319074"/>
                  </a:lnTo>
                  <a:lnTo>
                    <a:pt x="79070" y="317804"/>
                  </a:lnTo>
                  <a:lnTo>
                    <a:pt x="80035" y="315264"/>
                  </a:lnTo>
                  <a:lnTo>
                    <a:pt x="80035" y="310184"/>
                  </a:lnTo>
                  <a:lnTo>
                    <a:pt x="77660" y="307644"/>
                  </a:lnTo>
                  <a:lnTo>
                    <a:pt x="79451" y="306374"/>
                  </a:lnTo>
                  <a:lnTo>
                    <a:pt x="81305" y="305104"/>
                  </a:lnTo>
                  <a:lnTo>
                    <a:pt x="87312" y="306374"/>
                  </a:lnTo>
                  <a:lnTo>
                    <a:pt x="84874" y="311454"/>
                  </a:lnTo>
                  <a:lnTo>
                    <a:pt x="87934" y="311454"/>
                  </a:lnTo>
                  <a:lnTo>
                    <a:pt x="89611" y="308914"/>
                  </a:lnTo>
                  <a:lnTo>
                    <a:pt x="89611" y="305104"/>
                  </a:lnTo>
                  <a:lnTo>
                    <a:pt x="89611" y="302564"/>
                  </a:lnTo>
                  <a:lnTo>
                    <a:pt x="89611" y="301294"/>
                  </a:lnTo>
                  <a:lnTo>
                    <a:pt x="87490" y="300024"/>
                  </a:lnTo>
                  <a:lnTo>
                    <a:pt x="85369" y="298754"/>
                  </a:lnTo>
                  <a:lnTo>
                    <a:pt x="81305" y="300024"/>
                  </a:lnTo>
                  <a:lnTo>
                    <a:pt x="80645" y="297484"/>
                  </a:lnTo>
                  <a:lnTo>
                    <a:pt x="77177" y="296214"/>
                  </a:lnTo>
                  <a:lnTo>
                    <a:pt x="66738" y="296214"/>
                  </a:lnTo>
                  <a:lnTo>
                    <a:pt x="67792" y="302564"/>
                  </a:lnTo>
                  <a:lnTo>
                    <a:pt x="62826" y="302564"/>
                  </a:lnTo>
                  <a:lnTo>
                    <a:pt x="47180" y="274624"/>
                  </a:lnTo>
                  <a:lnTo>
                    <a:pt x="47180" y="265734"/>
                  </a:lnTo>
                  <a:lnTo>
                    <a:pt x="57175" y="263194"/>
                  </a:lnTo>
                  <a:lnTo>
                    <a:pt x="64363" y="260654"/>
                  </a:lnTo>
                  <a:lnTo>
                    <a:pt x="66408" y="259384"/>
                  </a:lnTo>
                  <a:lnTo>
                    <a:pt x="70510" y="256844"/>
                  </a:lnTo>
                  <a:lnTo>
                    <a:pt x="77673" y="253034"/>
                  </a:lnTo>
                  <a:lnTo>
                    <a:pt x="84912" y="246684"/>
                  </a:lnTo>
                  <a:lnTo>
                    <a:pt x="91262" y="237794"/>
                  </a:lnTo>
                  <a:lnTo>
                    <a:pt x="94653" y="230174"/>
                  </a:lnTo>
                  <a:lnTo>
                    <a:pt x="96367" y="222554"/>
                  </a:lnTo>
                  <a:lnTo>
                    <a:pt x="96443" y="221284"/>
                  </a:lnTo>
                  <a:lnTo>
                    <a:pt x="96532" y="220014"/>
                  </a:lnTo>
                  <a:lnTo>
                    <a:pt x="96596" y="206044"/>
                  </a:lnTo>
                  <a:lnTo>
                    <a:pt x="106603" y="211124"/>
                  </a:lnTo>
                  <a:lnTo>
                    <a:pt x="107657" y="218744"/>
                  </a:lnTo>
                  <a:lnTo>
                    <a:pt x="107657" y="232714"/>
                  </a:lnTo>
                  <a:lnTo>
                    <a:pt x="103619" y="235254"/>
                  </a:lnTo>
                  <a:lnTo>
                    <a:pt x="100457" y="236524"/>
                  </a:lnTo>
                  <a:lnTo>
                    <a:pt x="97840" y="237794"/>
                  </a:lnTo>
                  <a:lnTo>
                    <a:pt x="96926" y="237794"/>
                  </a:lnTo>
                  <a:lnTo>
                    <a:pt x="96685" y="239064"/>
                  </a:lnTo>
                  <a:lnTo>
                    <a:pt x="96278" y="241604"/>
                  </a:lnTo>
                  <a:lnTo>
                    <a:pt x="97612" y="242874"/>
                  </a:lnTo>
                  <a:lnTo>
                    <a:pt x="98793" y="242874"/>
                  </a:lnTo>
                  <a:lnTo>
                    <a:pt x="102425" y="245414"/>
                  </a:lnTo>
                  <a:lnTo>
                    <a:pt x="101536" y="247954"/>
                  </a:lnTo>
                  <a:lnTo>
                    <a:pt x="102679" y="251764"/>
                  </a:lnTo>
                  <a:lnTo>
                    <a:pt x="103619" y="255574"/>
                  </a:lnTo>
                  <a:lnTo>
                    <a:pt x="107010" y="260654"/>
                  </a:lnTo>
                  <a:lnTo>
                    <a:pt x="112610" y="265734"/>
                  </a:lnTo>
                  <a:lnTo>
                    <a:pt x="113144" y="263194"/>
                  </a:lnTo>
                  <a:lnTo>
                    <a:pt x="113017" y="259384"/>
                  </a:lnTo>
                  <a:lnTo>
                    <a:pt x="112915" y="258114"/>
                  </a:lnTo>
                  <a:lnTo>
                    <a:pt x="112814" y="256844"/>
                  </a:lnTo>
                  <a:lnTo>
                    <a:pt x="112712" y="255574"/>
                  </a:lnTo>
                  <a:lnTo>
                    <a:pt x="112610" y="254304"/>
                  </a:lnTo>
                  <a:lnTo>
                    <a:pt x="116344" y="259384"/>
                  </a:lnTo>
                  <a:lnTo>
                    <a:pt x="118135" y="265734"/>
                  </a:lnTo>
                  <a:lnTo>
                    <a:pt x="121272" y="270814"/>
                  </a:lnTo>
                  <a:lnTo>
                    <a:pt x="129095" y="273354"/>
                  </a:lnTo>
                  <a:lnTo>
                    <a:pt x="126403" y="272084"/>
                  </a:lnTo>
                  <a:lnTo>
                    <a:pt x="127088" y="268274"/>
                  </a:lnTo>
                  <a:lnTo>
                    <a:pt x="128651" y="268274"/>
                  </a:lnTo>
                  <a:lnTo>
                    <a:pt x="130251" y="267004"/>
                  </a:lnTo>
                  <a:lnTo>
                    <a:pt x="132194" y="268274"/>
                  </a:lnTo>
                  <a:lnTo>
                    <a:pt x="135178" y="272084"/>
                  </a:lnTo>
                  <a:lnTo>
                    <a:pt x="138023" y="275894"/>
                  </a:lnTo>
                  <a:lnTo>
                    <a:pt x="151409" y="275894"/>
                  </a:lnTo>
                  <a:lnTo>
                    <a:pt x="148082" y="273354"/>
                  </a:lnTo>
                  <a:lnTo>
                    <a:pt x="155600" y="273354"/>
                  </a:lnTo>
                  <a:lnTo>
                    <a:pt x="155498" y="275894"/>
                  </a:lnTo>
                  <a:lnTo>
                    <a:pt x="155397" y="278434"/>
                  </a:lnTo>
                  <a:lnTo>
                    <a:pt x="153352" y="280974"/>
                  </a:lnTo>
                  <a:lnTo>
                    <a:pt x="159702" y="279704"/>
                  </a:lnTo>
                  <a:lnTo>
                    <a:pt x="161594" y="274624"/>
                  </a:lnTo>
                  <a:lnTo>
                    <a:pt x="161061" y="273354"/>
                  </a:lnTo>
                  <a:lnTo>
                    <a:pt x="159461" y="269544"/>
                  </a:lnTo>
                  <a:lnTo>
                    <a:pt x="164973" y="267004"/>
                  </a:lnTo>
                  <a:lnTo>
                    <a:pt x="167970" y="270814"/>
                  </a:lnTo>
                  <a:lnTo>
                    <a:pt x="168694" y="273354"/>
                  </a:lnTo>
                  <a:lnTo>
                    <a:pt x="174205" y="268274"/>
                  </a:lnTo>
                  <a:lnTo>
                    <a:pt x="173101" y="267004"/>
                  </a:lnTo>
                  <a:lnTo>
                    <a:pt x="168694" y="261924"/>
                  </a:lnTo>
                  <a:lnTo>
                    <a:pt x="164477" y="261924"/>
                  </a:lnTo>
                  <a:lnTo>
                    <a:pt x="164477" y="260654"/>
                  </a:lnTo>
                  <a:lnTo>
                    <a:pt x="164477" y="259384"/>
                  </a:lnTo>
                  <a:lnTo>
                    <a:pt x="162674" y="258114"/>
                  </a:lnTo>
                  <a:lnTo>
                    <a:pt x="158038" y="256844"/>
                  </a:lnTo>
                  <a:lnTo>
                    <a:pt x="150787" y="256844"/>
                  </a:lnTo>
                  <a:lnTo>
                    <a:pt x="149288" y="260654"/>
                  </a:lnTo>
                  <a:lnTo>
                    <a:pt x="146304" y="260654"/>
                  </a:lnTo>
                  <a:lnTo>
                    <a:pt x="118516" y="237794"/>
                  </a:lnTo>
                  <a:lnTo>
                    <a:pt x="121272" y="232714"/>
                  </a:lnTo>
                  <a:lnTo>
                    <a:pt x="127317" y="227634"/>
                  </a:lnTo>
                  <a:lnTo>
                    <a:pt x="133362" y="221284"/>
                  </a:lnTo>
                  <a:lnTo>
                    <a:pt x="136105" y="214934"/>
                  </a:lnTo>
                  <a:lnTo>
                    <a:pt x="133959" y="206044"/>
                  </a:lnTo>
                  <a:lnTo>
                    <a:pt x="133654" y="204774"/>
                  </a:lnTo>
                  <a:lnTo>
                    <a:pt x="127330" y="198424"/>
                  </a:lnTo>
                  <a:lnTo>
                    <a:pt x="122161" y="194614"/>
                  </a:lnTo>
                  <a:lnTo>
                    <a:pt x="118706" y="192074"/>
                  </a:lnTo>
                  <a:lnTo>
                    <a:pt x="109321" y="185724"/>
                  </a:lnTo>
                  <a:lnTo>
                    <a:pt x="113931" y="183184"/>
                  </a:lnTo>
                  <a:lnTo>
                    <a:pt x="120421" y="181914"/>
                  </a:lnTo>
                  <a:lnTo>
                    <a:pt x="127457" y="181914"/>
                  </a:lnTo>
                  <a:lnTo>
                    <a:pt x="133756" y="183184"/>
                  </a:lnTo>
                  <a:lnTo>
                    <a:pt x="133985" y="181914"/>
                  </a:lnTo>
                  <a:lnTo>
                    <a:pt x="134442" y="179374"/>
                  </a:lnTo>
                  <a:lnTo>
                    <a:pt x="137185" y="180644"/>
                  </a:lnTo>
                  <a:lnTo>
                    <a:pt x="137350" y="179374"/>
                  </a:lnTo>
                  <a:lnTo>
                    <a:pt x="138137" y="173024"/>
                  </a:lnTo>
                  <a:lnTo>
                    <a:pt x="140690" y="179374"/>
                  </a:lnTo>
                  <a:lnTo>
                    <a:pt x="138023" y="184454"/>
                  </a:lnTo>
                  <a:lnTo>
                    <a:pt x="140690" y="186994"/>
                  </a:lnTo>
                  <a:lnTo>
                    <a:pt x="142824" y="184454"/>
                  </a:lnTo>
                  <a:lnTo>
                    <a:pt x="148082" y="184454"/>
                  </a:lnTo>
                  <a:lnTo>
                    <a:pt x="148018" y="183184"/>
                  </a:lnTo>
                  <a:lnTo>
                    <a:pt x="147942" y="181914"/>
                  </a:lnTo>
                  <a:lnTo>
                    <a:pt x="147878" y="180644"/>
                  </a:lnTo>
                  <a:lnTo>
                    <a:pt x="147815" y="179374"/>
                  </a:lnTo>
                  <a:lnTo>
                    <a:pt x="147688" y="176834"/>
                  </a:lnTo>
                  <a:lnTo>
                    <a:pt x="149288" y="181914"/>
                  </a:lnTo>
                  <a:lnTo>
                    <a:pt x="145732" y="189534"/>
                  </a:lnTo>
                  <a:lnTo>
                    <a:pt x="149288" y="192074"/>
                  </a:lnTo>
                  <a:lnTo>
                    <a:pt x="149948" y="188264"/>
                  </a:lnTo>
                  <a:lnTo>
                    <a:pt x="155397" y="188264"/>
                  </a:lnTo>
                  <a:lnTo>
                    <a:pt x="156654" y="189534"/>
                  </a:lnTo>
                  <a:lnTo>
                    <a:pt x="156654" y="197154"/>
                  </a:lnTo>
                  <a:lnTo>
                    <a:pt x="149428" y="194614"/>
                  </a:lnTo>
                  <a:lnTo>
                    <a:pt x="149428" y="203504"/>
                  </a:lnTo>
                  <a:lnTo>
                    <a:pt x="152920" y="204774"/>
                  </a:lnTo>
                  <a:lnTo>
                    <a:pt x="152920" y="208584"/>
                  </a:lnTo>
                  <a:lnTo>
                    <a:pt x="150025" y="211124"/>
                  </a:lnTo>
                  <a:lnTo>
                    <a:pt x="146532" y="208584"/>
                  </a:lnTo>
                  <a:lnTo>
                    <a:pt x="147586" y="211124"/>
                  </a:lnTo>
                  <a:lnTo>
                    <a:pt x="149948" y="213664"/>
                  </a:lnTo>
                  <a:lnTo>
                    <a:pt x="156222" y="213664"/>
                  </a:lnTo>
                  <a:lnTo>
                    <a:pt x="159702" y="211124"/>
                  </a:lnTo>
                  <a:lnTo>
                    <a:pt x="161112" y="207314"/>
                  </a:lnTo>
                  <a:lnTo>
                    <a:pt x="162674" y="212394"/>
                  </a:lnTo>
                  <a:lnTo>
                    <a:pt x="161404" y="216204"/>
                  </a:lnTo>
                  <a:lnTo>
                    <a:pt x="158419" y="217474"/>
                  </a:lnTo>
                  <a:lnTo>
                    <a:pt x="161645" y="218744"/>
                  </a:lnTo>
                  <a:lnTo>
                    <a:pt x="169303" y="217474"/>
                  </a:lnTo>
                  <a:lnTo>
                    <a:pt x="169202" y="216204"/>
                  </a:lnTo>
                  <a:lnTo>
                    <a:pt x="169100" y="214934"/>
                  </a:lnTo>
                  <a:lnTo>
                    <a:pt x="168998" y="213664"/>
                  </a:lnTo>
                  <a:lnTo>
                    <a:pt x="168897" y="212394"/>
                  </a:lnTo>
                  <a:lnTo>
                    <a:pt x="168795" y="211124"/>
                  </a:lnTo>
                  <a:lnTo>
                    <a:pt x="168490" y="207314"/>
                  </a:lnTo>
                  <a:lnTo>
                    <a:pt x="172745" y="208584"/>
                  </a:lnTo>
                  <a:lnTo>
                    <a:pt x="175107" y="211124"/>
                  </a:lnTo>
                  <a:lnTo>
                    <a:pt x="172478" y="216204"/>
                  </a:lnTo>
                  <a:lnTo>
                    <a:pt x="176034" y="214934"/>
                  </a:lnTo>
                  <a:lnTo>
                    <a:pt x="179311" y="213664"/>
                  </a:lnTo>
                  <a:lnTo>
                    <a:pt x="179311" y="207314"/>
                  </a:lnTo>
                  <a:close/>
                </a:path>
                <a:path w="492759" h="325119">
                  <a:moveTo>
                    <a:pt x="351866" y="173456"/>
                  </a:moveTo>
                  <a:lnTo>
                    <a:pt x="351332" y="171704"/>
                  </a:lnTo>
                  <a:lnTo>
                    <a:pt x="350418" y="169164"/>
                  </a:lnTo>
                  <a:lnTo>
                    <a:pt x="348843" y="167652"/>
                  </a:lnTo>
                  <a:lnTo>
                    <a:pt x="348843" y="174574"/>
                  </a:lnTo>
                  <a:lnTo>
                    <a:pt x="348145" y="175653"/>
                  </a:lnTo>
                  <a:lnTo>
                    <a:pt x="347700" y="176771"/>
                  </a:lnTo>
                  <a:lnTo>
                    <a:pt x="346570" y="177380"/>
                  </a:lnTo>
                  <a:lnTo>
                    <a:pt x="344220" y="178257"/>
                  </a:lnTo>
                  <a:lnTo>
                    <a:pt x="342074" y="178079"/>
                  </a:lnTo>
                  <a:lnTo>
                    <a:pt x="340004" y="177050"/>
                  </a:lnTo>
                  <a:lnTo>
                    <a:pt x="337032" y="175653"/>
                  </a:lnTo>
                  <a:lnTo>
                    <a:pt x="336943" y="175488"/>
                  </a:lnTo>
                  <a:lnTo>
                    <a:pt x="335330" y="172554"/>
                  </a:lnTo>
                  <a:lnTo>
                    <a:pt x="336499" y="170218"/>
                  </a:lnTo>
                  <a:lnTo>
                    <a:pt x="337032" y="169011"/>
                  </a:lnTo>
                  <a:lnTo>
                    <a:pt x="338061" y="168389"/>
                  </a:lnTo>
                  <a:lnTo>
                    <a:pt x="338759" y="168249"/>
                  </a:lnTo>
                  <a:lnTo>
                    <a:pt x="340410" y="167627"/>
                  </a:lnTo>
                  <a:lnTo>
                    <a:pt x="342531" y="167830"/>
                  </a:lnTo>
                  <a:lnTo>
                    <a:pt x="346265" y="169519"/>
                  </a:lnTo>
                  <a:lnTo>
                    <a:pt x="347700" y="171145"/>
                  </a:lnTo>
                  <a:lnTo>
                    <a:pt x="348259" y="172707"/>
                  </a:lnTo>
                  <a:lnTo>
                    <a:pt x="348576" y="173456"/>
                  </a:lnTo>
                  <a:lnTo>
                    <a:pt x="348843" y="174574"/>
                  </a:lnTo>
                  <a:lnTo>
                    <a:pt x="348843" y="167652"/>
                  </a:lnTo>
                  <a:lnTo>
                    <a:pt x="348399" y="167233"/>
                  </a:lnTo>
                  <a:lnTo>
                    <a:pt x="345757" y="165989"/>
                  </a:lnTo>
                  <a:lnTo>
                    <a:pt x="343179" y="164680"/>
                  </a:lnTo>
                  <a:lnTo>
                    <a:pt x="331622" y="172707"/>
                  </a:lnTo>
                  <a:lnTo>
                    <a:pt x="334048" y="177711"/>
                  </a:lnTo>
                  <a:lnTo>
                    <a:pt x="338696" y="179946"/>
                  </a:lnTo>
                  <a:lnTo>
                    <a:pt x="341477" y="181203"/>
                  </a:lnTo>
                  <a:lnTo>
                    <a:pt x="344398" y="181483"/>
                  </a:lnTo>
                  <a:lnTo>
                    <a:pt x="346989" y="180555"/>
                  </a:lnTo>
                  <a:lnTo>
                    <a:pt x="348843" y="179946"/>
                  </a:lnTo>
                  <a:lnTo>
                    <a:pt x="350418" y="178689"/>
                  </a:lnTo>
                  <a:lnTo>
                    <a:pt x="350583" y="178257"/>
                  </a:lnTo>
                  <a:lnTo>
                    <a:pt x="350659" y="178079"/>
                  </a:lnTo>
                  <a:lnTo>
                    <a:pt x="351066" y="177050"/>
                  </a:lnTo>
                  <a:lnTo>
                    <a:pt x="351815" y="175653"/>
                  </a:lnTo>
                  <a:lnTo>
                    <a:pt x="351866" y="173456"/>
                  </a:lnTo>
                  <a:close/>
                </a:path>
                <a:path w="492759" h="325119">
                  <a:moveTo>
                    <a:pt x="357720" y="116687"/>
                  </a:moveTo>
                  <a:lnTo>
                    <a:pt x="357682" y="116166"/>
                  </a:lnTo>
                  <a:lnTo>
                    <a:pt x="357593" y="115912"/>
                  </a:lnTo>
                  <a:lnTo>
                    <a:pt x="357212" y="114719"/>
                  </a:lnTo>
                  <a:lnTo>
                    <a:pt x="356565" y="113868"/>
                  </a:lnTo>
                  <a:lnTo>
                    <a:pt x="355180" y="112064"/>
                  </a:lnTo>
                  <a:lnTo>
                    <a:pt x="354393" y="111607"/>
                  </a:lnTo>
                  <a:lnTo>
                    <a:pt x="354393" y="116166"/>
                  </a:lnTo>
                  <a:lnTo>
                    <a:pt x="354317" y="118237"/>
                  </a:lnTo>
                  <a:lnTo>
                    <a:pt x="354253" y="118579"/>
                  </a:lnTo>
                  <a:lnTo>
                    <a:pt x="354126" y="119329"/>
                  </a:lnTo>
                  <a:lnTo>
                    <a:pt x="353199" y="120853"/>
                  </a:lnTo>
                  <a:lnTo>
                    <a:pt x="349351" y="123799"/>
                  </a:lnTo>
                  <a:lnTo>
                    <a:pt x="346049" y="123799"/>
                  </a:lnTo>
                  <a:lnTo>
                    <a:pt x="344779" y="122135"/>
                  </a:lnTo>
                  <a:lnTo>
                    <a:pt x="344258" y="121551"/>
                  </a:lnTo>
                  <a:lnTo>
                    <a:pt x="344106" y="120853"/>
                  </a:lnTo>
                  <a:lnTo>
                    <a:pt x="344106" y="118579"/>
                  </a:lnTo>
                  <a:lnTo>
                    <a:pt x="345046" y="116687"/>
                  </a:lnTo>
                  <a:lnTo>
                    <a:pt x="346684" y="115493"/>
                  </a:lnTo>
                  <a:lnTo>
                    <a:pt x="348157" y="114376"/>
                  </a:lnTo>
                  <a:lnTo>
                    <a:pt x="349910" y="113868"/>
                  </a:lnTo>
                  <a:lnTo>
                    <a:pt x="351091" y="113868"/>
                  </a:lnTo>
                  <a:lnTo>
                    <a:pt x="352069" y="114147"/>
                  </a:lnTo>
                  <a:lnTo>
                    <a:pt x="352793" y="114376"/>
                  </a:lnTo>
                  <a:lnTo>
                    <a:pt x="352971" y="114376"/>
                  </a:lnTo>
                  <a:lnTo>
                    <a:pt x="354393" y="116166"/>
                  </a:lnTo>
                  <a:lnTo>
                    <a:pt x="354393" y="111607"/>
                  </a:lnTo>
                  <a:lnTo>
                    <a:pt x="353745" y="111213"/>
                  </a:lnTo>
                  <a:lnTo>
                    <a:pt x="351853" y="110947"/>
                  </a:lnTo>
                  <a:lnTo>
                    <a:pt x="349351" y="110642"/>
                  </a:lnTo>
                  <a:lnTo>
                    <a:pt x="346887" y="111417"/>
                  </a:lnTo>
                  <a:lnTo>
                    <a:pt x="344779" y="113106"/>
                  </a:lnTo>
                  <a:lnTo>
                    <a:pt x="340868" y="115912"/>
                  </a:lnTo>
                  <a:lnTo>
                    <a:pt x="340753" y="116433"/>
                  </a:lnTo>
                  <a:lnTo>
                    <a:pt x="340690" y="116687"/>
                  </a:lnTo>
                  <a:lnTo>
                    <a:pt x="339750" y="120853"/>
                  </a:lnTo>
                  <a:lnTo>
                    <a:pt x="340207" y="121551"/>
                  </a:lnTo>
                  <a:lnTo>
                    <a:pt x="342188" y="124028"/>
                  </a:lnTo>
                  <a:lnTo>
                    <a:pt x="344779" y="127152"/>
                  </a:lnTo>
                  <a:lnTo>
                    <a:pt x="349770" y="127355"/>
                  </a:lnTo>
                  <a:lnTo>
                    <a:pt x="353745" y="124383"/>
                  </a:lnTo>
                  <a:lnTo>
                    <a:pt x="354495" y="123799"/>
                  </a:lnTo>
                  <a:lnTo>
                    <a:pt x="355828" y="122758"/>
                  </a:lnTo>
                  <a:lnTo>
                    <a:pt x="357212" y="120586"/>
                  </a:lnTo>
                  <a:lnTo>
                    <a:pt x="357263" y="120091"/>
                  </a:lnTo>
                  <a:lnTo>
                    <a:pt x="357365" y="119329"/>
                  </a:lnTo>
                  <a:lnTo>
                    <a:pt x="357454" y="118579"/>
                  </a:lnTo>
                  <a:lnTo>
                    <a:pt x="357555" y="117805"/>
                  </a:lnTo>
                  <a:lnTo>
                    <a:pt x="357720" y="116687"/>
                  </a:lnTo>
                  <a:close/>
                </a:path>
                <a:path w="492759" h="325119">
                  <a:moveTo>
                    <a:pt x="411416" y="274193"/>
                  </a:moveTo>
                  <a:lnTo>
                    <a:pt x="411353" y="268147"/>
                  </a:lnTo>
                  <a:lnTo>
                    <a:pt x="411264" y="267804"/>
                  </a:lnTo>
                  <a:lnTo>
                    <a:pt x="410921" y="266509"/>
                  </a:lnTo>
                  <a:lnTo>
                    <a:pt x="409473" y="264642"/>
                  </a:lnTo>
                  <a:lnTo>
                    <a:pt x="408432" y="263271"/>
                  </a:lnTo>
                  <a:lnTo>
                    <a:pt x="408432" y="267804"/>
                  </a:lnTo>
                  <a:lnTo>
                    <a:pt x="408393" y="273164"/>
                  </a:lnTo>
                  <a:lnTo>
                    <a:pt x="408012" y="274193"/>
                  </a:lnTo>
                  <a:lnTo>
                    <a:pt x="407657" y="275056"/>
                  </a:lnTo>
                  <a:lnTo>
                    <a:pt x="405765" y="276860"/>
                  </a:lnTo>
                  <a:lnTo>
                    <a:pt x="404761" y="277533"/>
                  </a:lnTo>
                  <a:lnTo>
                    <a:pt x="402107" y="277533"/>
                  </a:lnTo>
                  <a:lnTo>
                    <a:pt x="401269" y="276860"/>
                  </a:lnTo>
                  <a:lnTo>
                    <a:pt x="400685" y="276263"/>
                  </a:lnTo>
                  <a:lnTo>
                    <a:pt x="399554" y="275056"/>
                  </a:lnTo>
                  <a:lnTo>
                    <a:pt x="398767" y="273164"/>
                  </a:lnTo>
                  <a:lnTo>
                    <a:pt x="398830" y="268909"/>
                  </a:lnTo>
                  <a:lnTo>
                    <a:pt x="408432" y="267804"/>
                  </a:lnTo>
                  <a:lnTo>
                    <a:pt x="408432" y="263271"/>
                  </a:lnTo>
                  <a:lnTo>
                    <a:pt x="408051" y="262763"/>
                  </a:lnTo>
                  <a:lnTo>
                    <a:pt x="405574" y="261569"/>
                  </a:lnTo>
                  <a:lnTo>
                    <a:pt x="401942" y="261569"/>
                  </a:lnTo>
                  <a:lnTo>
                    <a:pt x="400138" y="262356"/>
                  </a:lnTo>
                  <a:lnTo>
                    <a:pt x="398703" y="263702"/>
                  </a:lnTo>
                  <a:lnTo>
                    <a:pt x="396824" y="265417"/>
                  </a:lnTo>
                  <a:lnTo>
                    <a:pt x="395719" y="268147"/>
                  </a:lnTo>
                  <a:lnTo>
                    <a:pt x="395681" y="274193"/>
                  </a:lnTo>
                  <a:lnTo>
                    <a:pt x="396621" y="276593"/>
                  </a:lnTo>
                  <a:lnTo>
                    <a:pt x="398424" y="278396"/>
                  </a:lnTo>
                  <a:lnTo>
                    <a:pt x="399783" y="279844"/>
                  </a:lnTo>
                  <a:lnTo>
                    <a:pt x="401637" y="280606"/>
                  </a:lnTo>
                  <a:lnTo>
                    <a:pt x="405472" y="280606"/>
                  </a:lnTo>
                  <a:lnTo>
                    <a:pt x="407136" y="279984"/>
                  </a:lnTo>
                  <a:lnTo>
                    <a:pt x="409778" y="277533"/>
                  </a:lnTo>
                  <a:lnTo>
                    <a:pt x="410514" y="276860"/>
                  </a:lnTo>
                  <a:lnTo>
                    <a:pt x="410603" y="276593"/>
                  </a:lnTo>
                  <a:lnTo>
                    <a:pt x="410718" y="276263"/>
                  </a:lnTo>
                  <a:lnTo>
                    <a:pt x="411416" y="274193"/>
                  </a:lnTo>
                  <a:close/>
                </a:path>
                <a:path w="492759" h="325119">
                  <a:moveTo>
                    <a:pt x="430123" y="287591"/>
                  </a:moveTo>
                  <a:lnTo>
                    <a:pt x="428066" y="285229"/>
                  </a:lnTo>
                  <a:lnTo>
                    <a:pt x="426478" y="283413"/>
                  </a:lnTo>
                  <a:lnTo>
                    <a:pt x="426262" y="283375"/>
                  </a:lnTo>
                  <a:lnTo>
                    <a:pt x="426262" y="288366"/>
                  </a:lnTo>
                  <a:lnTo>
                    <a:pt x="426161" y="291312"/>
                  </a:lnTo>
                  <a:lnTo>
                    <a:pt x="426046" y="291884"/>
                  </a:lnTo>
                  <a:lnTo>
                    <a:pt x="425627" y="293827"/>
                  </a:lnTo>
                  <a:lnTo>
                    <a:pt x="422427" y="295465"/>
                  </a:lnTo>
                  <a:lnTo>
                    <a:pt x="418896" y="294805"/>
                  </a:lnTo>
                  <a:lnTo>
                    <a:pt x="415340" y="294170"/>
                  </a:lnTo>
                  <a:lnTo>
                    <a:pt x="412915" y="291528"/>
                  </a:lnTo>
                  <a:lnTo>
                    <a:pt x="412953" y="291312"/>
                  </a:lnTo>
                  <a:lnTo>
                    <a:pt x="413054" y="290677"/>
                  </a:lnTo>
                  <a:lnTo>
                    <a:pt x="413321" y="289064"/>
                  </a:lnTo>
                  <a:lnTo>
                    <a:pt x="413626" y="287769"/>
                  </a:lnTo>
                  <a:lnTo>
                    <a:pt x="414350" y="286893"/>
                  </a:lnTo>
                  <a:lnTo>
                    <a:pt x="415112" y="286575"/>
                  </a:lnTo>
                  <a:lnTo>
                    <a:pt x="416623" y="285572"/>
                  </a:lnTo>
                  <a:lnTo>
                    <a:pt x="418553" y="285229"/>
                  </a:lnTo>
                  <a:lnTo>
                    <a:pt x="423900" y="286118"/>
                  </a:lnTo>
                  <a:lnTo>
                    <a:pt x="426262" y="288366"/>
                  </a:lnTo>
                  <a:lnTo>
                    <a:pt x="426262" y="283375"/>
                  </a:lnTo>
                  <a:lnTo>
                    <a:pt x="421208" y="282422"/>
                  </a:lnTo>
                  <a:lnTo>
                    <a:pt x="418249" y="281952"/>
                  </a:lnTo>
                  <a:lnTo>
                    <a:pt x="415340" y="282422"/>
                  </a:lnTo>
                  <a:lnTo>
                    <a:pt x="413321" y="284035"/>
                  </a:lnTo>
                  <a:lnTo>
                    <a:pt x="411556" y="285038"/>
                  </a:lnTo>
                  <a:lnTo>
                    <a:pt x="411441" y="285229"/>
                  </a:lnTo>
                  <a:lnTo>
                    <a:pt x="410578" y="286575"/>
                  </a:lnTo>
                  <a:lnTo>
                    <a:pt x="410476" y="286893"/>
                  </a:lnTo>
                  <a:lnTo>
                    <a:pt x="409765" y="290677"/>
                  </a:lnTo>
                  <a:lnTo>
                    <a:pt x="410527" y="292798"/>
                  </a:lnTo>
                  <a:lnTo>
                    <a:pt x="412127" y="294525"/>
                  </a:lnTo>
                  <a:lnTo>
                    <a:pt x="413626" y="296316"/>
                  </a:lnTo>
                  <a:lnTo>
                    <a:pt x="415937" y="297421"/>
                  </a:lnTo>
                  <a:lnTo>
                    <a:pt x="418249" y="297865"/>
                  </a:lnTo>
                  <a:lnTo>
                    <a:pt x="420916" y="298284"/>
                  </a:lnTo>
                  <a:lnTo>
                    <a:pt x="423964" y="297865"/>
                  </a:lnTo>
                  <a:lnTo>
                    <a:pt x="423545" y="297865"/>
                  </a:lnTo>
                  <a:lnTo>
                    <a:pt x="425348" y="296913"/>
                  </a:lnTo>
                  <a:lnTo>
                    <a:pt x="429285" y="291884"/>
                  </a:lnTo>
                  <a:lnTo>
                    <a:pt x="429399" y="291312"/>
                  </a:lnTo>
                  <a:lnTo>
                    <a:pt x="429526" y="290677"/>
                  </a:lnTo>
                  <a:lnTo>
                    <a:pt x="430123" y="287591"/>
                  </a:lnTo>
                  <a:close/>
                </a:path>
                <a:path w="492759" h="325119">
                  <a:moveTo>
                    <a:pt x="484619" y="266001"/>
                  </a:moveTo>
                  <a:lnTo>
                    <a:pt x="482269" y="263702"/>
                  </a:lnTo>
                  <a:lnTo>
                    <a:pt x="481469" y="262928"/>
                  </a:lnTo>
                  <a:lnTo>
                    <a:pt x="481469" y="267804"/>
                  </a:lnTo>
                  <a:lnTo>
                    <a:pt x="481469" y="277698"/>
                  </a:lnTo>
                  <a:lnTo>
                    <a:pt x="477342" y="281800"/>
                  </a:lnTo>
                  <a:lnTo>
                    <a:pt x="466966" y="281800"/>
                  </a:lnTo>
                  <a:lnTo>
                    <a:pt x="462940" y="277698"/>
                  </a:lnTo>
                  <a:lnTo>
                    <a:pt x="462940" y="267804"/>
                  </a:lnTo>
                  <a:lnTo>
                    <a:pt x="466966" y="263702"/>
                  </a:lnTo>
                  <a:lnTo>
                    <a:pt x="477342" y="263702"/>
                  </a:lnTo>
                  <a:lnTo>
                    <a:pt x="481469" y="267804"/>
                  </a:lnTo>
                  <a:lnTo>
                    <a:pt x="481469" y="262928"/>
                  </a:lnTo>
                  <a:lnTo>
                    <a:pt x="479031" y="260540"/>
                  </a:lnTo>
                  <a:lnTo>
                    <a:pt x="465429" y="260540"/>
                  </a:lnTo>
                  <a:lnTo>
                    <a:pt x="459765" y="266001"/>
                  </a:lnTo>
                  <a:lnTo>
                    <a:pt x="459765" y="279412"/>
                  </a:lnTo>
                  <a:lnTo>
                    <a:pt x="465429" y="284886"/>
                  </a:lnTo>
                  <a:lnTo>
                    <a:pt x="479031" y="284886"/>
                  </a:lnTo>
                  <a:lnTo>
                    <a:pt x="482180" y="281800"/>
                  </a:lnTo>
                  <a:lnTo>
                    <a:pt x="484619" y="279412"/>
                  </a:lnTo>
                  <a:lnTo>
                    <a:pt x="484619" y="266001"/>
                  </a:lnTo>
                  <a:close/>
                </a:path>
                <a:path w="492759" h="325119">
                  <a:moveTo>
                    <a:pt x="492290" y="184150"/>
                  </a:moveTo>
                  <a:lnTo>
                    <a:pt x="490448" y="175260"/>
                  </a:lnTo>
                  <a:lnTo>
                    <a:pt x="482346" y="170180"/>
                  </a:lnTo>
                  <a:lnTo>
                    <a:pt x="473278" y="163830"/>
                  </a:lnTo>
                  <a:lnTo>
                    <a:pt x="472706" y="162560"/>
                  </a:lnTo>
                  <a:lnTo>
                    <a:pt x="468541" y="152400"/>
                  </a:lnTo>
                  <a:lnTo>
                    <a:pt x="472757" y="162560"/>
                  </a:lnTo>
                  <a:lnTo>
                    <a:pt x="480745" y="166370"/>
                  </a:lnTo>
                  <a:lnTo>
                    <a:pt x="486765" y="163830"/>
                  </a:lnTo>
                  <a:lnTo>
                    <a:pt x="480288" y="160020"/>
                  </a:lnTo>
                  <a:lnTo>
                    <a:pt x="478434" y="152400"/>
                  </a:lnTo>
                  <a:lnTo>
                    <a:pt x="478129" y="151130"/>
                  </a:lnTo>
                  <a:lnTo>
                    <a:pt x="475221" y="143510"/>
                  </a:lnTo>
                  <a:lnTo>
                    <a:pt x="469404" y="140970"/>
                  </a:lnTo>
                  <a:lnTo>
                    <a:pt x="466496" y="139700"/>
                  </a:lnTo>
                  <a:lnTo>
                    <a:pt x="463778" y="139700"/>
                  </a:lnTo>
                  <a:lnTo>
                    <a:pt x="460679" y="137160"/>
                  </a:lnTo>
                  <a:lnTo>
                    <a:pt x="457301" y="135890"/>
                  </a:lnTo>
                  <a:lnTo>
                    <a:pt x="452170" y="135890"/>
                  </a:lnTo>
                  <a:lnTo>
                    <a:pt x="445808" y="137160"/>
                  </a:lnTo>
                  <a:lnTo>
                    <a:pt x="439178" y="140970"/>
                  </a:lnTo>
                  <a:lnTo>
                    <a:pt x="433959" y="147320"/>
                  </a:lnTo>
                  <a:lnTo>
                    <a:pt x="431838" y="157480"/>
                  </a:lnTo>
                  <a:lnTo>
                    <a:pt x="437680" y="176530"/>
                  </a:lnTo>
                  <a:lnTo>
                    <a:pt x="463359" y="201930"/>
                  </a:lnTo>
                  <a:lnTo>
                    <a:pt x="469201" y="219710"/>
                  </a:lnTo>
                  <a:lnTo>
                    <a:pt x="469201" y="227330"/>
                  </a:lnTo>
                  <a:lnTo>
                    <a:pt x="462864" y="232410"/>
                  </a:lnTo>
                  <a:lnTo>
                    <a:pt x="449491" y="232410"/>
                  </a:lnTo>
                  <a:lnTo>
                    <a:pt x="444500" y="224790"/>
                  </a:lnTo>
                  <a:lnTo>
                    <a:pt x="440537" y="217170"/>
                  </a:lnTo>
                  <a:lnTo>
                    <a:pt x="439216" y="214630"/>
                  </a:lnTo>
                  <a:lnTo>
                    <a:pt x="437349" y="210820"/>
                  </a:lnTo>
                  <a:lnTo>
                    <a:pt x="436727" y="209550"/>
                  </a:lnTo>
                  <a:lnTo>
                    <a:pt x="431253" y="201930"/>
                  </a:lnTo>
                  <a:lnTo>
                    <a:pt x="429983" y="200507"/>
                  </a:lnTo>
                  <a:lnTo>
                    <a:pt x="429983" y="217170"/>
                  </a:lnTo>
                  <a:lnTo>
                    <a:pt x="425983" y="222250"/>
                  </a:lnTo>
                  <a:lnTo>
                    <a:pt x="422414" y="223520"/>
                  </a:lnTo>
                  <a:lnTo>
                    <a:pt x="417893" y="220980"/>
                  </a:lnTo>
                  <a:lnTo>
                    <a:pt x="417830" y="219710"/>
                  </a:lnTo>
                  <a:lnTo>
                    <a:pt x="417703" y="217170"/>
                  </a:lnTo>
                  <a:lnTo>
                    <a:pt x="421906" y="212090"/>
                  </a:lnTo>
                  <a:lnTo>
                    <a:pt x="425196" y="210820"/>
                  </a:lnTo>
                  <a:lnTo>
                    <a:pt x="427583" y="212090"/>
                  </a:lnTo>
                  <a:lnTo>
                    <a:pt x="429895" y="213360"/>
                  </a:lnTo>
                  <a:lnTo>
                    <a:pt x="429983" y="217170"/>
                  </a:lnTo>
                  <a:lnTo>
                    <a:pt x="429983" y="200507"/>
                  </a:lnTo>
                  <a:lnTo>
                    <a:pt x="425627" y="195580"/>
                  </a:lnTo>
                  <a:lnTo>
                    <a:pt x="427202" y="196850"/>
                  </a:lnTo>
                  <a:lnTo>
                    <a:pt x="434835" y="196850"/>
                  </a:lnTo>
                  <a:lnTo>
                    <a:pt x="436270" y="195580"/>
                  </a:lnTo>
                  <a:lnTo>
                    <a:pt x="437692" y="194310"/>
                  </a:lnTo>
                  <a:lnTo>
                    <a:pt x="438391" y="191770"/>
                  </a:lnTo>
                  <a:lnTo>
                    <a:pt x="438518" y="187960"/>
                  </a:lnTo>
                  <a:lnTo>
                    <a:pt x="437299" y="185420"/>
                  </a:lnTo>
                  <a:lnTo>
                    <a:pt x="435508" y="182880"/>
                  </a:lnTo>
                  <a:lnTo>
                    <a:pt x="435292" y="182626"/>
                  </a:lnTo>
                  <a:lnTo>
                    <a:pt x="435292" y="187960"/>
                  </a:lnTo>
                  <a:lnTo>
                    <a:pt x="435229" y="190500"/>
                  </a:lnTo>
                  <a:lnTo>
                    <a:pt x="435038" y="191770"/>
                  </a:lnTo>
                  <a:lnTo>
                    <a:pt x="434035" y="193040"/>
                  </a:lnTo>
                  <a:lnTo>
                    <a:pt x="433108" y="194310"/>
                  </a:lnTo>
                  <a:lnTo>
                    <a:pt x="429450" y="194310"/>
                  </a:lnTo>
                  <a:lnTo>
                    <a:pt x="427443" y="193040"/>
                  </a:lnTo>
                  <a:lnTo>
                    <a:pt x="424751" y="190500"/>
                  </a:lnTo>
                  <a:lnTo>
                    <a:pt x="424332" y="189230"/>
                  </a:lnTo>
                  <a:lnTo>
                    <a:pt x="423913" y="187960"/>
                  </a:lnTo>
                  <a:lnTo>
                    <a:pt x="423989" y="186690"/>
                  </a:lnTo>
                  <a:lnTo>
                    <a:pt x="424116" y="184150"/>
                  </a:lnTo>
                  <a:lnTo>
                    <a:pt x="425170" y="184150"/>
                  </a:lnTo>
                  <a:lnTo>
                    <a:pt x="425996" y="182880"/>
                  </a:lnTo>
                  <a:lnTo>
                    <a:pt x="429793" y="182880"/>
                  </a:lnTo>
                  <a:lnTo>
                    <a:pt x="431685" y="184150"/>
                  </a:lnTo>
                  <a:lnTo>
                    <a:pt x="433108" y="185420"/>
                  </a:lnTo>
                  <a:lnTo>
                    <a:pt x="434479" y="186690"/>
                  </a:lnTo>
                  <a:lnTo>
                    <a:pt x="435292" y="187960"/>
                  </a:lnTo>
                  <a:lnTo>
                    <a:pt x="435292" y="182626"/>
                  </a:lnTo>
                  <a:lnTo>
                    <a:pt x="433425" y="180340"/>
                  </a:lnTo>
                  <a:lnTo>
                    <a:pt x="430631" y="179070"/>
                  </a:lnTo>
                  <a:lnTo>
                    <a:pt x="426173" y="179070"/>
                  </a:lnTo>
                  <a:lnTo>
                    <a:pt x="424205" y="180340"/>
                  </a:lnTo>
                  <a:lnTo>
                    <a:pt x="422960" y="181610"/>
                  </a:lnTo>
                  <a:lnTo>
                    <a:pt x="421614" y="182880"/>
                  </a:lnTo>
                  <a:lnTo>
                    <a:pt x="420916" y="184150"/>
                  </a:lnTo>
                  <a:lnTo>
                    <a:pt x="420839" y="188506"/>
                  </a:lnTo>
                  <a:lnTo>
                    <a:pt x="415556" y="181610"/>
                  </a:lnTo>
                  <a:lnTo>
                    <a:pt x="415340" y="181343"/>
                  </a:lnTo>
                  <a:lnTo>
                    <a:pt x="415340" y="240030"/>
                  </a:lnTo>
                  <a:lnTo>
                    <a:pt x="413334" y="242570"/>
                  </a:lnTo>
                  <a:lnTo>
                    <a:pt x="411175" y="245110"/>
                  </a:lnTo>
                  <a:lnTo>
                    <a:pt x="407771" y="246380"/>
                  </a:lnTo>
                  <a:lnTo>
                    <a:pt x="403326" y="243840"/>
                  </a:lnTo>
                  <a:lnTo>
                    <a:pt x="403237" y="242570"/>
                  </a:lnTo>
                  <a:lnTo>
                    <a:pt x="403161" y="241300"/>
                  </a:lnTo>
                  <a:lnTo>
                    <a:pt x="403072" y="240030"/>
                  </a:lnTo>
                  <a:lnTo>
                    <a:pt x="405117" y="237490"/>
                  </a:lnTo>
                  <a:lnTo>
                    <a:pt x="407123" y="233680"/>
                  </a:lnTo>
                  <a:lnTo>
                    <a:pt x="410603" y="233680"/>
                  </a:lnTo>
                  <a:lnTo>
                    <a:pt x="412915" y="234950"/>
                  </a:lnTo>
                  <a:lnTo>
                    <a:pt x="415150" y="236220"/>
                  </a:lnTo>
                  <a:lnTo>
                    <a:pt x="415277" y="238760"/>
                  </a:lnTo>
                  <a:lnTo>
                    <a:pt x="415340" y="240030"/>
                  </a:lnTo>
                  <a:lnTo>
                    <a:pt x="415340" y="181343"/>
                  </a:lnTo>
                  <a:lnTo>
                    <a:pt x="410591" y="175260"/>
                  </a:lnTo>
                  <a:lnTo>
                    <a:pt x="407136" y="168910"/>
                  </a:lnTo>
                  <a:lnTo>
                    <a:pt x="405841" y="163830"/>
                  </a:lnTo>
                  <a:lnTo>
                    <a:pt x="405841" y="158750"/>
                  </a:lnTo>
                  <a:lnTo>
                    <a:pt x="409321" y="154940"/>
                  </a:lnTo>
                  <a:lnTo>
                    <a:pt x="411429" y="152400"/>
                  </a:lnTo>
                  <a:lnTo>
                    <a:pt x="413537" y="149860"/>
                  </a:lnTo>
                  <a:lnTo>
                    <a:pt x="414972" y="149860"/>
                  </a:lnTo>
                  <a:lnTo>
                    <a:pt x="416052" y="148590"/>
                  </a:lnTo>
                  <a:lnTo>
                    <a:pt x="417576" y="147320"/>
                  </a:lnTo>
                  <a:lnTo>
                    <a:pt x="420776" y="144780"/>
                  </a:lnTo>
                  <a:lnTo>
                    <a:pt x="427202" y="137160"/>
                  </a:lnTo>
                  <a:lnTo>
                    <a:pt x="427443" y="137160"/>
                  </a:lnTo>
                  <a:lnTo>
                    <a:pt x="429209" y="135890"/>
                  </a:lnTo>
                  <a:lnTo>
                    <a:pt x="425996" y="132956"/>
                  </a:lnTo>
                  <a:lnTo>
                    <a:pt x="425996" y="135890"/>
                  </a:lnTo>
                  <a:lnTo>
                    <a:pt x="418261" y="143510"/>
                  </a:lnTo>
                  <a:lnTo>
                    <a:pt x="414566" y="147320"/>
                  </a:lnTo>
                  <a:lnTo>
                    <a:pt x="410083" y="144780"/>
                  </a:lnTo>
                  <a:lnTo>
                    <a:pt x="362991" y="118110"/>
                  </a:lnTo>
                  <a:lnTo>
                    <a:pt x="368033" y="102870"/>
                  </a:lnTo>
                  <a:lnTo>
                    <a:pt x="373672" y="105410"/>
                  </a:lnTo>
                  <a:lnTo>
                    <a:pt x="372059" y="105410"/>
                  </a:lnTo>
                  <a:lnTo>
                    <a:pt x="370001" y="106680"/>
                  </a:lnTo>
                  <a:lnTo>
                    <a:pt x="368211" y="109220"/>
                  </a:lnTo>
                  <a:lnTo>
                    <a:pt x="371894" y="109220"/>
                  </a:lnTo>
                  <a:lnTo>
                    <a:pt x="373405" y="107950"/>
                  </a:lnTo>
                  <a:lnTo>
                    <a:pt x="371182" y="114300"/>
                  </a:lnTo>
                  <a:lnTo>
                    <a:pt x="370611" y="113030"/>
                  </a:lnTo>
                  <a:lnTo>
                    <a:pt x="368973" y="111760"/>
                  </a:lnTo>
                  <a:lnTo>
                    <a:pt x="367385" y="110490"/>
                  </a:lnTo>
                  <a:lnTo>
                    <a:pt x="366268" y="115570"/>
                  </a:lnTo>
                  <a:lnTo>
                    <a:pt x="369189" y="116840"/>
                  </a:lnTo>
                  <a:lnTo>
                    <a:pt x="371182" y="118110"/>
                  </a:lnTo>
                  <a:lnTo>
                    <a:pt x="374700" y="119380"/>
                  </a:lnTo>
                  <a:lnTo>
                    <a:pt x="376859" y="119380"/>
                  </a:lnTo>
                  <a:lnTo>
                    <a:pt x="377825" y="118110"/>
                  </a:lnTo>
                  <a:lnTo>
                    <a:pt x="378917" y="116840"/>
                  </a:lnTo>
                  <a:lnTo>
                    <a:pt x="377799" y="115570"/>
                  </a:lnTo>
                  <a:lnTo>
                    <a:pt x="376694" y="114300"/>
                  </a:lnTo>
                  <a:lnTo>
                    <a:pt x="373773" y="115570"/>
                  </a:lnTo>
                  <a:lnTo>
                    <a:pt x="373646" y="114300"/>
                  </a:lnTo>
                  <a:lnTo>
                    <a:pt x="373519" y="113030"/>
                  </a:lnTo>
                  <a:lnTo>
                    <a:pt x="373405" y="111760"/>
                  </a:lnTo>
                  <a:lnTo>
                    <a:pt x="375069" y="110490"/>
                  </a:lnTo>
                  <a:lnTo>
                    <a:pt x="378625" y="110490"/>
                  </a:lnTo>
                  <a:lnTo>
                    <a:pt x="379857" y="111760"/>
                  </a:lnTo>
                  <a:lnTo>
                    <a:pt x="380326" y="114300"/>
                  </a:lnTo>
                  <a:lnTo>
                    <a:pt x="380263" y="113030"/>
                  </a:lnTo>
                  <a:lnTo>
                    <a:pt x="380149" y="110490"/>
                  </a:lnTo>
                  <a:lnTo>
                    <a:pt x="380085" y="109220"/>
                  </a:lnTo>
                  <a:lnTo>
                    <a:pt x="380834" y="107950"/>
                  </a:lnTo>
                  <a:lnTo>
                    <a:pt x="382320" y="105410"/>
                  </a:lnTo>
                  <a:lnTo>
                    <a:pt x="386626" y="104140"/>
                  </a:lnTo>
                  <a:lnTo>
                    <a:pt x="388315" y="109220"/>
                  </a:lnTo>
                  <a:lnTo>
                    <a:pt x="386981" y="111760"/>
                  </a:lnTo>
                  <a:lnTo>
                    <a:pt x="383514" y="115570"/>
                  </a:lnTo>
                  <a:lnTo>
                    <a:pt x="385419" y="114300"/>
                  </a:lnTo>
                  <a:lnTo>
                    <a:pt x="387464" y="114300"/>
                  </a:lnTo>
                  <a:lnTo>
                    <a:pt x="388200" y="115570"/>
                  </a:lnTo>
                  <a:lnTo>
                    <a:pt x="389394" y="116840"/>
                  </a:lnTo>
                  <a:lnTo>
                    <a:pt x="388988" y="119380"/>
                  </a:lnTo>
                  <a:lnTo>
                    <a:pt x="386334" y="120650"/>
                  </a:lnTo>
                  <a:lnTo>
                    <a:pt x="385762" y="118110"/>
                  </a:lnTo>
                  <a:lnTo>
                    <a:pt x="382193" y="118110"/>
                  </a:lnTo>
                  <a:lnTo>
                    <a:pt x="381190" y="119380"/>
                  </a:lnTo>
                  <a:lnTo>
                    <a:pt x="380085" y="121920"/>
                  </a:lnTo>
                  <a:lnTo>
                    <a:pt x="381762" y="123190"/>
                  </a:lnTo>
                  <a:lnTo>
                    <a:pt x="384835" y="125730"/>
                  </a:lnTo>
                  <a:lnTo>
                    <a:pt x="388493" y="127000"/>
                  </a:lnTo>
                  <a:lnTo>
                    <a:pt x="391490" y="125730"/>
                  </a:lnTo>
                  <a:lnTo>
                    <a:pt x="392480" y="124460"/>
                  </a:lnTo>
                  <a:lnTo>
                    <a:pt x="393484" y="123190"/>
                  </a:lnTo>
                  <a:lnTo>
                    <a:pt x="392277" y="121920"/>
                  </a:lnTo>
                  <a:lnTo>
                    <a:pt x="390169" y="123190"/>
                  </a:lnTo>
                  <a:lnTo>
                    <a:pt x="388175" y="124460"/>
                  </a:lnTo>
                  <a:lnTo>
                    <a:pt x="390042" y="120650"/>
                  </a:lnTo>
                  <a:lnTo>
                    <a:pt x="391909" y="116840"/>
                  </a:lnTo>
                  <a:lnTo>
                    <a:pt x="392137" y="118110"/>
                  </a:lnTo>
                  <a:lnTo>
                    <a:pt x="392696" y="119380"/>
                  </a:lnTo>
                  <a:lnTo>
                    <a:pt x="394398" y="120650"/>
                  </a:lnTo>
                  <a:lnTo>
                    <a:pt x="395706" y="116840"/>
                  </a:lnTo>
                  <a:lnTo>
                    <a:pt x="394614" y="114300"/>
                  </a:lnTo>
                  <a:lnTo>
                    <a:pt x="402628" y="119380"/>
                  </a:lnTo>
                  <a:lnTo>
                    <a:pt x="399910" y="119380"/>
                  </a:lnTo>
                  <a:lnTo>
                    <a:pt x="396963" y="121920"/>
                  </a:lnTo>
                  <a:lnTo>
                    <a:pt x="398780" y="123190"/>
                  </a:lnTo>
                  <a:lnTo>
                    <a:pt x="400685" y="123190"/>
                  </a:lnTo>
                  <a:lnTo>
                    <a:pt x="401726" y="121920"/>
                  </a:lnTo>
                  <a:lnTo>
                    <a:pt x="397535" y="129540"/>
                  </a:lnTo>
                  <a:lnTo>
                    <a:pt x="397535" y="127000"/>
                  </a:lnTo>
                  <a:lnTo>
                    <a:pt x="396608" y="124460"/>
                  </a:lnTo>
                  <a:lnTo>
                    <a:pt x="395706" y="124460"/>
                  </a:lnTo>
                  <a:lnTo>
                    <a:pt x="393954" y="127000"/>
                  </a:lnTo>
                  <a:lnTo>
                    <a:pt x="394398" y="130810"/>
                  </a:lnTo>
                  <a:lnTo>
                    <a:pt x="398043" y="132080"/>
                  </a:lnTo>
                  <a:lnTo>
                    <a:pt x="401104" y="134620"/>
                  </a:lnTo>
                  <a:lnTo>
                    <a:pt x="403466" y="134620"/>
                  </a:lnTo>
                  <a:lnTo>
                    <a:pt x="404698" y="133350"/>
                  </a:lnTo>
                  <a:lnTo>
                    <a:pt x="405917" y="130810"/>
                  </a:lnTo>
                  <a:lnTo>
                    <a:pt x="404914" y="129540"/>
                  </a:lnTo>
                  <a:lnTo>
                    <a:pt x="403910" y="128270"/>
                  </a:lnTo>
                  <a:lnTo>
                    <a:pt x="400900" y="129540"/>
                  </a:lnTo>
                  <a:lnTo>
                    <a:pt x="400799" y="125730"/>
                  </a:lnTo>
                  <a:lnTo>
                    <a:pt x="402551" y="124460"/>
                  </a:lnTo>
                  <a:lnTo>
                    <a:pt x="406069" y="124460"/>
                  </a:lnTo>
                  <a:lnTo>
                    <a:pt x="407250" y="127000"/>
                  </a:lnTo>
                  <a:lnTo>
                    <a:pt x="407504" y="128270"/>
                  </a:lnTo>
                  <a:lnTo>
                    <a:pt x="408660" y="124460"/>
                  </a:lnTo>
                  <a:lnTo>
                    <a:pt x="410730" y="121920"/>
                  </a:lnTo>
                  <a:lnTo>
                    <a:pt x="415582" y="120650"/>
                  </a:lnTo>
                  <a:lnTo>
                    <a:pt x="416623" y="124460"/>
                  </a:lnTo>
                  <a:lnTo>
                    <a:pt x="414439" y="128270"/>
                  </a:lnTo>
                  <a:lnTo>
                    <a:pt x="412305" y="129540"/>
                  </a:lnTo>
                  <a:lnTo>
                    <a:pt x="412076" y="129540"/>
                  </a:lnTo>
                  <a:lnTo>
                    <a:pt x="410184" y="130810"/>
                  </a:lnTo>
                  <a:lnTo>
                    <a:pt x="412178" y="129616"/>
                  </a:lnTo>
                  <a:lnTo>
                    <a:pt x="414058" y="130810"/>
                  </a:lnTo>
                  <a:lnTo>
                    <a:pt x="414769" y="132080"/>
                  </a:lnTo>
                  <a:lnTo>
                    <a:pt x="415798" y="133350"/>
                  </a:lnTo>
                  <a:lnTo>
                    <a:pt x="415150" y="135890"/>
                  </a:lnTo>
                  <a:lnTo>
                    <a:pt x="412483" y="137160"/>
                  </a:lnTo>
                  <a:lnTo>
                    <a:pt x="411975" y="133350"/>
                  </a:lnTo>
                  <a:lnTo>
                    <a:pt x="408571" y="133350"/>
                  </a:lnTo>
                  <a:lnTo>
                    <a:pt x="406476" y="137160"/>
                  </a:lnTo>
                  <a:lnTo>
                    <a:pt x="407873" y="138430"/>
                  </a:lnTo>
                  <a:lnTo>
                    <a:pt x="411111" y="140970"/>
                  </a:lnTo>
                  <a:lnTo>
                    <a:pt x="413105" y="142240"/>
                  </a:lnTo>
                  <a:lnTo>
                    <a:pt x="416026" y="143510"/>
                  </a:lnTo>
                  <a:lnTo>
                    <a:pt x="419328" y="139700"/>
                  </a:lnTo>
                  <a:lnTo>
                    <a:pt x="418261" y="138430"/>
                  </a:lnTo>
                  <a:lnTo>
                    <a:pt x="414680" y="138430"/>
                  </a:lnTo>
                  <a:lnTo>
                    <a:pt x="415607" y="137160"/>
                  </a:lnTo>
                  <a:lnTo>
                    <a:pt x="418414" y="133350"/>
                  </a:lnTo>
                  <a:lnTo>
                    <a:pt x="418338" y="134620"/>
                  </a:lnTo>
                  <a:lnTo>
                    <a:pt x="418261" y="135890"/>
                  </a:lnTo>
                  <a:lnTo>
                    <a:pt x="419557" y="137160"/>
                  </a:lnTo>
                  <a:lnTo>
                    <a:pt x="420687" y="138430"/>
                  </a:lnTo>
                  <a:lnTo>
                    <a:pt x="421297" y="135890"/>
                  </a:lnTo>
                  <a:lnTo>
                    <a:pt x="421398" y="134620"/>
                  </a:lnTo>
                  <a:lnTo>
                    <a:pt x="421500" y="133350"/>
                  </a:lnTo>
                  <a:lnTo>
                    <a:pt x="421297" y="132080"/>
                  </a:lnTo>
                  <a:lnTo>
                    <a:pt x="425996" y="135890"/>
                  </a:lnTo>
                  <a:lnTo>
                    <a:pt x="425996" y="132956"/>
                  </a:lnTo>
                  <a:lnTo>
                    <a:pt x="425043" y="132080"/>
                  </a:lnTo>
                  <a:lnTo>
                    <a:pt x="426173" y="129540"/>
                  </a:lnTo>
                  <a:lnTo>
                    <a:pt x="427062" y="127000"/>
                  </a:lnTo>
                  <a:lnTo>
                    <a:pt x="427685" y="124460"/>
                  </a:lnTo>
                  <a:lnTo>
                    <a:pt x="428993" y="129540"/>
                  </a:lnTo>
                  <a:lnTo>
                    <a:pt x="431685" y="133350"/>
                  </a:lnTo>
                  <a:lnTo>
                    <a:pt x="435292" y="132080"/>
                  </a:lnTo>
                  <a:lnTo>
                    <a:pt x="434594" y="127000"/>
                  </a:lnTo>
                  <a:lnTo>
                    <a:pt x="434898" y="124460"/>
                  </a:lnTo>
                  <a:lnTo>
                    <a:pt x="435216" y="121920"/>
                  </a:lnTo>
                  <a:lnTo>
                    <a:pt x="435305" y="120650"/>
                  </a:lnTo>
                  <a:lnTo>
                    <a:pt x="435406" y="119380"/>
                  </a:lnTo>
                  <a:lnTo>
                    <a:pt x="435521" y="114300"/>
                  </a:lnTo>
                  <a:lnTo>
                    <a:pt x="434568" y="106680"/>
                  </a:lnTo>
                  <a:lnTo>
                    <a:pt x="437692" y="111760"/>
                  </a:lnTo>
                  <a:lnTo>
                    <a:pt x="441985" y="114300"/>
                  </a:lnTo>
                  <a:lnTo>
                    <a:pt x="445135" y="113030"/>
                  </a:lnTo>
                  <a:lnTo>
                    <a:pt x="441909" y="107950"/>
                  </a:lnTo>
                  <a:lnTo>
                    <a:pt x="441921" y="106680"/>
                  </a:lnTo>
                  <a:lnTo>
                    <a:pt x="441871" y="97790"/>
                  </a:lnTo>
                  <a:lnTo>
                    <a:pt x="441756" y="95250"/>
                  </a:lnTo>
                  <a:lnTo>
                    <a:pt x="441706" y="93980"/>
                  </a:lnTo>
                  <a:lnTo>
                    <a:pt x="441591" y="91440"/>
                  </a:lnTo>
                  <a:lnTo>
                    <a:pt x="436968" y="81280"/>
                  </a:lnTo>
                  <a:lnTo>
                    <a:pt x="440359" y="82550"/>
                  </a:lnTo>
                  <a:lnTo>
                    <a:pt x="442785" y="81280"/>
                  </a:lnTo>
                  <a:lnTo>
                    <a:pt x="444207" y="80010"/>
                  </a:lnTo>
                  <a:lnTo>
                    <a:pt x="439000" y="77470"/>
                  </a:lnTo>
                  <a:lnTo>
                    <a:pt x="435749" y="72390"/>
                  </a:lnTo>
                  <a:lnTo>
                    <a:pt x="431101" y="66040"/>
                  </a:lnTo>
                  <a:lnTo>
                    <a:pt x="421741" y="60960"/>
                  </a:lnTo>
                  <a:lnTo>
                    <a:pt x="425996" y="60960"/>
                  </a:lnTo>
                  <a:lnTo>
                    <a:pt x="428498" y="58420"/>
                  </a:lnTo>
                  <a:lnTo>
                    <a:pt x="428218" y="57150"/>
                  </a:lnTo>
                  <a:lnTo>
                    <a:pt x="427926" y="55880"/>
                  </a:lnTo>
                  <a:lnTo>
                    <a:pt x="424446" y="57150"/>
                  </a:lnTo>
                  <a:lnTo>
                    <a:pt x="420065" y="54610"/>
                  </a:lnTo>
                  <a:lnTo>
                    <a:pt x="413753" y="52070"/>
                  </a:lnTo>
                  <a:lnTo>
                    <a:pt x="404418" y="50800"/>
                  </a:lnTo>
                  <a:lnTo>
                    <a:pt x="404037" y="48260"/>
                  </a:lnTo>
                  <a:lnTo>
                    <a:pt x="403466" y="44450"/>
                  </a:lnTo>
                  <a:lnTo>
                    <a:pt x="398322" y="39370"/>
                  </a:lnTo>
                  <a:lnTo>
                    <a:pt x="392404" y="36830"/>
                  </a:lnTo>
                  <a:lnTo>
                    <a:pt x="393496" y="40640"/>
                  </a:lnTo>
                  <a:lnTo>
                    <a:pt x="392557" y="44450"/>
                  </a:lnTo>
                  <a:lnTo>
                    <a:pt x="391464" y="48260"/>
                  </a:lnTo>
                  <a:lnTo>
                    <a:pt x="388200" y="45110"/>
                  </a:lnTo>
                  <a:lnTo>
                    <a:pt x="388200" y="64770"/>
                  </a:lnTo>
                  <a:lnTo>
                    <a:pt x="382524" y="66040"/>
                  </a:lnTo>
                  <a:lnTo>
                    <a:pt x="377151" y="67310"/>
                  </a:lnTo>
                  <a:lnTo>
                    <a:pt x="373011" y="69850"/>
                  </a:lnTo>
                  <a:lnTo>
                    <a:pt x="374700" y="66040"/>
                  </a:lnTo>
                  <a:lnTo>
                    <a:pt x="373011" y="60960"/>
                  </a:lnTo>
                  <a:lnTo>
                    <a:pt x="382143" y="60960"/>
                  </a:lnTo>
                  <a:lnTo>
                    <a:pt x="384708" y="64770"/>
                  </a:lnTo>
                  <a:lnTo>
                    <a:pt x="388200" y="64770"/>
                  </a:lnTo>
                  <a:lnTo>
                    <a:pt x="388200" y="45110"/>
                  </a:lnTo>
                  <a:lnTo>
                    <a:pt x="342785" y="1270"/>
                  </a:lnTo>
                  <a:lnTo>
                    <a:pt x="341261" y="0"/>
                  </a:lnTo>
                  <a:lnTo>
                    <a:pt x="339813" y="0"/>
                  </a:lnTo>
                  <a:lnTo>
                    <a:pt x="339813" y="1270"/>
                  </a:lnTo>
                  <a:lnTo>
                    <a:pt x="340626" y="2540"/>
                  </a:lnTo>
                  <a:lnTo>
                    <a:pt x="382524" y="53340"/>
                  </a:lnTo>
                  <a:lnTo>
                    <a:pt x="379323" y="54610"/>
                  </a:lnTo>
                  <a:lnTo>
                    <a:pt x="376212" y="55880"/>
                  </a:lnTo>
                  <a:lnTo>
                    <a:pt x="370916" y="57150"/>
                  </a:lnTo>
                  <a:lnTo>
                    <a:pt x="369354" y="59690"/>
                  </a:lnTo>
                  <a:lnTo>
                    <a:pt x="369354" y="62230"/>
                  </a:lnTo>
                  <a:lnTo>
                    <a:pt x="361581" y="66040"/>
                  </a:lnTo>
                  <a:lnTo>
                    <a:pt x="354990" y="71005"/>
                  </a:lnTo>
                  <a:lnTo>
                    <a:pt x="348843" y="76200"/>
                  </a:lnTo>
                  <a:lnTo>
                    <a:pt x="346748" y="76200"/>
                  </a:lnTo>
                  <a:lnTo>
                    <a:pt x="349072" y="81280"/>
                  </a:lnTo>
                  <a:lnTo>
                    <a:pt x="349910" y="83820"/>
                  </a:lnTo>
                  <a:lnTo>
                    <a:pt x="347179" y="88900"/>
                  </a:lnTo>
                  <a:lnTo>
                    <a:pt x="357212" y="82550"/>
                  </a:lnTo>
                  <a:lnTo>
                    <a:pt x="366268" y="77470"/>
                  </a:lnTo>
                  <a:lnTo>
                    <a:pt x="367614" y="81280"/>
                  </a:lnTo>
                  <a:lnTo>
                    <a:pt x="368338" y="82550"/>
                  </a:lnTo>
                  <a:lnTo>
                    <a:pt x="363918" y="83820"/>
                  </a:lnTo>
                  <a:lnTo>
                    <a:pt x="360781" y="85090"/>
                  </a:lnTo>
                  <a:lnTo>
                    <a:pt x="357759" y="86360"/>
                  </a:lnTo>
                  <a:lnTo>
                    <a:pt x="354418" y="88900"/>
                  </a:lnTo>
                  <a:lnTo>
                    <a:pt x="355396" y="91440"/>
                  </a:lnTo>
                  <a:lnTo>
                    <a:pt x="357886" y="90170"/>
                  </a:lnTo>
                  <a:lnTo>
                    <a:pt x="357962" y="91440"/>
                  </a:lnTo>
                  <a:lnTo>
                    <a:pt x="358178" y="92710"/>
                  </a:lnTo>
                  <a:lnTo>
                    <a:pt x="359092" y="93980"/>
                  </a:lnTo>
                  <a:lnTo>
                    <a:pt x="361581" y="93980"/>
                  </a:lnTo>
                  <a:lnTo>
                    <a:pt x="363143" y="91440"/>
                  </a:lnTo>
                  <a:lnTo>
                    <a:pt x="364058" y="92710"/>
                  </a:lnTo>
                  <a:lnTo>
                    <a:pt x="365112" y="92710"/>
                  </a:lnTo>
                  <a:lnTo>
                    <a:pt x="363677" y="99060"/>
                  </a:lnTo>
                  <a:lnTo>
                    <a:pt x="362623" y="100330"/>
                  </a:lnTo>
                  <a:lnTo>
                    <a:pt x="367385" y="99060"/>
                  </a:lnTo>
                  <a:lnTo>
                    <a:pt x="370344" y="95250"/>
                  </a:lnTo>
                  <a:lnTo>
                    <a:pt x="370408" y="93980"/>
                  </a:lnTo>
                  <a:lnTo>
                    <a:pt x="370535" y="91440"/>
                  </a:lnTo>
                  <a:lnTo>
                    <a:pt x="370560" y="90170"/>
                  </a:lnTo>
                  <a:lnTo>
                    <a:pt x="370611" y="87630"/>
                  </a:lnTo>
                  <a:lnTo>
                    <a:pt x="371627" y="87630"/>
                  </a:lnTo>
                  <a:lnTo>
                    <a:pt x="372338" y="86360"/>
                  </a:lnTo>
                  <a:lnTo>
                    <a:pt x="373100" y="86360"/>
                  </a:lnTo>
                  <a:lnTo>
                    <a:pt x="373913" y="90170"/>
                  </a:lnTo>
                  <a:lnTo>
                    <a:pt x="373011" y="92710"/>
                  </a:lnTo>
                  <a:lnTo>
                    <a:pt x="375475" y="92710"/>
                  </a:lnTo>
                  <a:lnTo>
                    <a:pt x="378079" y="88900"/>
                  </a:lnTo>
                  <a:lnTo>
                    <a:pt x="377977" y="87630"/>
                  </a:lnTo>
                  <a:lnTo>
                    <a:pt x="377888" y="86360"/>
                  </a:lnTo>
                  <a:lnTo>
                    <a:pt x="377799" y="85090"/>
                  </a:lnTo>
                  <a:lnTo>
                    <a:pt x="377710" y="83820"/>
                  </a:lnTo>
                  <a:lnTo>
                    <a:pt x="378917" y="82550"/>
                  </a:lnTo>
                  <a:lnTo>
                    <a:pt x="380263" y="81280"/>
                  </a:lnTo>
                  <a:lnTo>
                    <a:pt x="382739" y="81280"/>
                  </a:lnTo>
                  <a:lnTo>
                    <a:pt x="385991" y="86360"/>
                  </a:lnTo>
                  <a:lnTo>
                    <a:pt x="398703" y="86360"/>
                  </a:lnTo>
                  <a:lnTo>
                    <a:pt x="402399" y="81280"/>
                  </a:lnTo>
                  <a:lnTo>
                    <a:pt x="403326" y="80010"/>
                  </a:lnTo>
                  <a:lnTo>
                    <a:pt x="403669" y="77470"/>
                  </a:lnTo>
                  <a:lnTo>
                    <a:pt x="404177" y="73660"/>
                  </a:lnTo>
                  <a:lnTo>
                    <a:pt x="404075" y="72390"/>
                  </a:lnTo>
                  <a:lnTo>
                    <a:pt x="403860" y="71005"/>
                  </a:lnTo>
                  <a:lnTo>
                    <a:pt x="402628" y="69850"/>
                  </a:lnTo>
                  <a:lnTo>
                    <a:pt x="405561" y="72390"/>
                  </a:lnTo>
                  <a:lnTo>
                    <a:pt x="406476" y="74930"/>
                  </a:lnTo>
                  <a:lnTo>
                    <a:pt x="406476" y="78740"/>
                  </a:lnTo>
                  <a:lnTo>
                    <a:pt x="403123" y="86360"/>
                  </a:lnTo>
                  <a:lnTo>
                    <a:pt x="395097" y="91440"/>
                  </a:lnTo>
                  <a:lnTo>
                    <a:pt x="385483" y="97790"/>
                  </a:lnTo>
                  <a:lnTo>
                    <a:pt x="377329" y="102870"/>
                  </a:lnTo>
                  <a:lnTo>
                    <a:pt x="376936" y="102870"/>
                  </a:lnTo>
                  <a:lnTo>
                    <a:pt x="376694" y="104140"/>
                  </a:lnTo>
                  <a:lnTo>
                    <a:pt x="376389" y="104140"/>
                  </a:lnTo>
                  <a:lnTo>
                    <a:pt x="373164" y="102870"/>
                  </a:lnTo>
                  <a:lnTo>
                    <a:pt x="366687" y="100330"/>
                  </a:lnTo>
                  <a:lnTo>
                    <a:pt x="365912" y="102870"/>
                  </a:lnTo>
                  <a:lnTo>
                    <a:pt x="365467" y="104140"/>
                  </a:lnTo>
                  <a:lnTo>
                    <a:pt x="364401" y="107950"/>
                  </a:lnTo>
                  <a:lnTo>
                    <a:pt x="362356" y="114300"/>
                  </a:lnTo>
                  <a:lnTo>
                    <a:pt x="360972" y="118110"/>
                  </a:lnTo>
                  <a:lnTo>
                    <a:pt x="360451" y="119380"/>
                  </a:lnTo>
                  <a:lnTo>
                    <a:pt x="361327" y="120650"/>
                  </a:lnTo>
                  <a:lnTo>
                    <a:pt x="357263" y="125730"/>
                  </a:lnTo>
                  <a:lnTo>
                    <a:pt x="353860" y="132080"/>
                  </a:lnTo>
                  <a:lnTo>
                    <a:pt x="351345" y="138430"/>
                  </a:lnTo>
                  <a:lnTo>
                    <a:pt x="349910" y="144780"/>
                  </a:lnTo>
                  <a:lnTo>
                    <a:pt x="347560" y="142240"/>
                  </a:lnTo>
                  <a:lnTo>
                    <a:pt x="345998" y="140970"/>
                  </a:lnTo>
                  <a:lnTo>
                    <a:pt x="342849" y="138430"/>
                  </a:lnTo>
                  <a:lnTo>
                    <a:pt x="343115" y="137160"/>
                  </a:lnTo>
                  <a:lnTo>
                    <a:pt x="343255" y="137160"/>
                  </a:lnTo>
                  <a:lnTo>
                    <a:pt x="343344" y="135890"/>
                  </a:lnTo>
                  <a:lnTo>
                    <a:pt x="343433" y="134620"/>
                  </a:lnTo>
                  <a:lnTo>
                    <a:pt x="343535" y="133350"/>
                  </a:lnTo>
                  <a:lnTo>
                    <a:pt x="342709" y="130810"/>
                  </a:lnTo>
                  <a:lnTo>
                    <a:pt x="341071" y="129540"/>
                  </a:lnTo>
                  <a:lnTo>
                    <a:pt x="340283" y="128651"/>
                  </a:lnTo>
                  <a:lnTo>
                    <a:pt x="340283" y="133350"/>
                  </a:lnTo>
                  <a:lnTo>
                    <a:pt x="340169" y="134620"/>
                  </a:lnTo>
                  <a:lnTo>
                    <a:pt x="340042" y="137160"/>
                  </a:lnTo>
                  <a:lnTo>
                    <a:pt x="339242" y="138430"/>
                  </a:lnTo>
                  <a:lnTo>
                    <a:pt x="338289" y="139700"/>
                  </a:lnTo>
                  <a:lnTo>
                    <a:pt x="337769" y="139700"/>
                  </a:lnTo>
                  <a:lnTo>
                    <a:pt x="336931" y="140970"/>
                  </a:lnTo>
                  <a:lnTo>
                    <a:pt x="333756" y="140970"/>
                  </a:lnTo>
                  <a:lnTo>
                    <a:pt x="332130" y="138430"/>
                  </a:lnTo>
                  <a:lnTo>
                    <a:pt x="332244" y="133350"/>
                  </a:lnTo>
                  <a:lnTo>
                    <a:pt x="332892" y="132080"/>
                  </a:lnTo>
                  <a:lnTo>
                    <a:pt x="334556" y="130810"/>
                  </a:lnTo>
                  <a:lnTo>
                    <a:pt x="335470" y="129540"/>
                  </a:lnTo>
                  <a:lnTo>
                    <a:pt x="337464" y="129540"/>
                  </a:lnTo>
                  <a:lnTo>
                    <a:pt x="338340" y="130810"/>
                  </a:lnTo>
                  <a:lnTo>
                    <a:pt x="338759" y="130810"/>
                  </a:lnTo>
                  <a:lnTo>
                    <a:pt x="339813" y="132080"/>
                  </a:lnTo>
                  <a:lnTo>
                    <a:pt x="340283" y="133350"/>
                  </a:lnTo>
                  <a:lnTo>
                    <a:pt x="340283" y="128651"/>
                  </a:lnTo>
                  <a:lnTo>
                    <a:pt x="339953" y="128270"/>
                  </a:lnTo>
                  <a:lnTo>
                    <a:pt x="338340" y="127000"/>
                  </a:lnTo>
                  <a:lnTo>
                    <a:pt x="333248" y="127000"/>
                  </a:lnTo>
                  <a:lnTo>
                    <a:pt x="331546" y="128270"/>
                  </a:lnTo>
                  <a:lnTo>
                    <a:pt x="330987" y="129540"/>
                  </a:lnTo>
                  <a:lnTo>
                    <a:pt x="330352" y="128270"/>
                  </a:lnTo>
                  <a:lnTo>
                    <a:pt x="330085" y="128270"/>
                  </a:lnTo>
                  <a:lnTo>
                    <a:pt x="326758" y="125730"/>
                  </a:lnTo>
                  <a:lnTo>
                    <a:pt x="322948" y="123190"/>
                  </a:lnTo>
                  <a:lnTo>
                    <a:pt x="320459" y="120650"/>
                  </a:lnTo>
                  <a:lnTo>
                    <a:pt x="319417" y="119380"/>
                  </a:lnTo>
                  <a:lnTo>
                    <a:pt x="309676" y="119380"/>
                  </a:lnTo>
                  <a:lnTo>
                    <a:pt x="308051" y="121920"/>
                  </a:lnTo>
                  <a:lnTo>
                    <a:pt x="307073" y="121920"/>
                  </a:lnTo>
                  <a:lnTo>
                    <a:pt x="304977" y="124460"/>
                  </a:lnTo>
                  <a:lnTo>
                    <a:pt x="302539" y="125730"/>
                  </a:lnTo>
                  <a:lnTo>
                    <a:pt x="303682" y="127000"/>
                  </a:lnTo>
                  <a:lnTo>
                    <a:pt x="304761" y="128270"/>
                  </a:lnTo>
                  <a:lnTo>
                    <a:pt x="305917" y="129540"/>
                  </a:lnTo>
                  <a:lnTo>
                    <a:pt x="306628" y="129540"/>
                  </a:lnTo>
                  <a:lnTo>
                    <a:pt x="307822" y="130810"/>
                  </a:lnTo>
                  <a:lnTo>
                    <a:pt x="309486" y="130810"/>
                  </a:lnTo>
                  <a:lnTo>
                    <a:pt x="310553" y="129540"/>
                  </a:lnTo>
                  <a:lnTo>
                    <a:pt x="316103" y="129540"/>
                  </a:lnTo>
                  <a:lnTo>
                    <a:pt x="317347" y="132080"/>
                  </a:lnTo>
                  <a:lnTo>
                    <a:pt x="318185" y="133350"/>
                  </a:lnTo>
                  <a:lnTo>
                    <a:pt x="326174" y="143510"/>
                  </a:lnTo>
                  <a:lnTo>
                    <a:pt x="332574" y="149860"/>
                  </a:lnTo>
                  <a:lnTo>
                    <a:pt x="331876" y="151130"/>
                  </a:lnTo>
                  <a:lnTo>
                    <a:pt x="330479" y="151130"/>
                  </a:lnTo>
                  <a:lnTo>
                    <a:pt x="327837" y="152400"/>
                  </a:lnTo>
                  <a:lnTo>
                    <a:pt x="318655" y="152400"/>
                  </a:lnTo>
                  <a:lnTo>
                    <a:pt x="315899" y="151130"/>
                  </a:lnTo>
                  <a:lnTo>
                    <a:pt x="315328" y="151130"/>
                  </a:lnTo>
                  <a:lnTo>
                    <a:pt x="311848" y="156210"/>
                  </a:lnTo>
                  <a:lnTo>
                    <a:pt x="310819" y="157480"/>
                  </a:lnTo>
                  <a:lnTo>
                    <a:pt x="309841" y="158750"/>
                  </a:lnTo>
                  <a:lnTo>
                    <a:pt x="309206" y="160020"/>
                  </a:lnTo>
                  <a:lnTo>
                    <a:pt x="313931" y="167640"/>
                  </a:lnTo>
                  <a:lnTo>
                    <a:pt x="317512" y="173990"/>
                  </a:lnTo>
                  <a:lnTo>
                    <a:pt x="321005" y="180340"/>
                  </a:lnTo>
                  <a:lnTo>
                    <a:pt x="323545" y="185420"/>
                  </a:lnTo>
                  <a:lnTo>
                    <a:pt x="325793" y="191770"/>
                  </a:lnTo>
                  <a:lnTo>
                    <a:pt x="328752" y="193040"/>
                  </a:lnTo>
                  <a:lnTo>
                    <a:pt x="337769" y="195580"/>
                  </a:lnTo>
                  <a:lnTo>
                    <a:pt x="345617" y="200660"/>
                  </a:lnTo>
                  <a:lnTo>
                    <a:pt x="346468" y="201930"/>
                  </a:lnTo>
                  <a:lnTo>
                    <a:pt x="346583" y="199390"/>
                  </a:lnTo>
                  <a:lnTo>
                    <a:pt x="346684" y="196850"/>
                  </a:lnTo>
                  <a:lnTo>
                    <a:pt x="345465" y="195580"/>
                  </a:lnTo>
                  <a:lnTo>
                    <a:pt x="341071" y="194310"/>
                  </a:lnTo>
                  <a:lnTo>
                    <a:pt x="339407" y="193040"/>
                  </a:lnTo>
                  <a:lnTo>
                    <a:pt x="341223" y="193040"/>
                  </a:lnTo>
                  <a:lnTo>
                    <a:pt x="346684" y="194310"/>
                  </a:lnTo>
                  <a:lnTo>
                    <a:pt x="350608" y="195580"/>
                  </a:lnTo>
                  <a:lnTo>
                    <a:pt x="349770" y="193040"/>
                  </a:lnTo>
                  <a:lnTo>
                    <a:pt x="349351" y="191770"/>
                  </a:lnTo>
                  <a:lnTo>
                    <a:pt x="345313" y="186690"/>
                  </a:lnTo>
                  <a:lnTo>
                    <a:pt x="342849" y="184150"/>
                  </a:lnTo>
                  <a:lnTo>
                    <a:pt x="339509" y="182880"/>
                  </a:lnTo>
                  <a:lnTo>
                    <a:pt x="336245" y="182880"/>
                  </a:lnTo>
                  <a:lnTo>
                    <a:pt x="334848" y="184150"/>
                  </a:lnTo>
                  <a:lnTo>
                    <a:pt x="335064" y="185420"/>
                  </a:lnTo>
                  <a:lnTo>
                    <a:pt x="334340" y="186690"/>
                  </a:lnTo>
                  <a:lnTo>
                    <a:pt x="331749" y="186690"/>
                  </a:lnTo>
                  <a:lnTo>
                    <a:pt x="330898" y="185420"/>
                  </a:lnTo>
                  <a:lnTo>
                    <a:pt x="331749" y="182880"/>
                  </a:lnTo>
                  <a:lnTo>
                    <a:pt x="333616" y="182880"/>
                  </a:lnTo>
                  <a:lnTo>
                    <a:pt x="333248" y="180340"/>
                  </a:lnTo>
                  <a:lnTo>
                    <a:pt x="332828" y="177800"/>
                  </a:lnTo>
                  <a:lnTo>
                    <a:pt x="329666" y="177800"/>
                  </a:lnTo>
                  <a:lnTo>
                    <a:pt x="327837" y="176530"/>
                  </a:lnTo>
                  <a:lnTo>
                    <a:pt x="324878" y="172720"/>
                  </a:lnTo>
                  <a:lnTo>
                    <a:pt x="321818" y="167640"/>
                  </a:lnTo>
                  <a:lnTo>
                    <a:pt x="320255" y="165100"/>
                  </a:lnTo>
                  <a:lnTo>
                    <a:pt x="318858" y="162560"/>
                  </a:lnTo>
                  <a:lnTo>
                    <a:pt x="320776" y="160020"/>
                  </a:lnTo>
                  <a:lnTo>
                    <a:pt x="323126" y="158750"/>
                  </a:lnTo>
                  <a:lnTo>
                    <a:pt x="328142" y="161290"/>
                  </a:lnTo>
                  <a:lnTo>
                    <a:pt x="337921" y="162560"/>
                  </a:lnTo>
                  <a:lnTo>
                    <a:pt x="350177" y="162560"/>
                  </a:lnTo>
                  <a:lnTo>
                    <a:pt x="351904" y="171450"/>
                  </a:lnTo>
                  <a:lnTo>
                    <a:pt x="355638" y="179070"/>
                  </a:lnTo>
                  <a:lnTo>
                    <a:pt x="362140" y="184150"/>
                  </a:lnTo>
                  <a:lnTo>
                    <a:pt x="372186" y="187960"/>
                  </a:lnTo>
                  <a:lnTo>
                    <a:pt x="379857" y="190500"/>
                  </a:lnTo>
                  <a:lnTo>
                    <a:pt x="387934" y="195580"/>
                  </a:lnTo>
                  <a:lnTo>
                    <a:pt x="390728" y="203200"/>
                  </a:lnTo>
                  <a:lnTo>
                    <a:pt x="371500" y="205740"/>
                  </a:lnTo>
                  <a:lnTo>
                    <a:pt x="360311" y="210820"/>
                  </a:lnTo>
                  <a:lnTo>
                    <a:pt x="355104" y="218440"/>
                  </a:lnTo>
                  <a:lnTo>
                    <a:pt x="353822" y="226060"/>
                  </a:lnTo>
                  <a:lnTo>
                    <a:pt x="355574" y="233680"/>
                  </a:lnTo>
                  <a:lnTo>
                    <a:pt x="359435" y="238760"/>
                  </a:lnTo>
                  <a:lnTo>
                    <a:pt x="363296" y="242570"/>
                  </a:lnTo>
                  <a:lnTo>
                    <a:pt x="365048" y="248920"/>
                  </a:lnTo>
                  <a:lnTo>
                    <a:pt x="360730" y="254000"/>
                  </a:lnTo>
                  <a:lnTo>
                    <a:pt x="350647" y="257810"/>
                  </a:lnTo>
                  <a:lnTo>
                    <a:pt x="339013" y="260350"/>
                  </a:lnTo>
                  <a:lnTo>
                    <a:pt x="330085" y="261620"/>
                  </a:lnTo>
                  <a:lnTo>
                    <a:pt x="323126" y="262890"/>
                  </a:lnTo>
                  <a:lnTo>
                    <a:pt x="319354" y="264160"/>
                  </a:lnTo>
                  <a:lnTo>
                    <a:pt x="315937" y="267970"/>
                  </a:lnTo>
                  <a:lnTo>
                    <a:pt x="312686" y="270510"/>
                  </a:lnTo>
                  <a:lnTo>
                    <a:pt x="303352" y="279400"/>
                  </a:lnTo>
                  <a:lnTo>
                    <a:pt x="305917" y="280670"/>
                  </a:lnTo>
                  <a:lnTo>
                    <a:pt x="308483" y="280670"/>
                  </a:lnTo>
                  <a:lnTo>
                    <a:pt x="313067" y="274320"/>
                  </a:lnTo>
                  <a:lnTo>
                    <a:pt x="314350" y="273050"/>
                  </a:lnTo>
                  <a:lnTo>
                    <a:pt x="315328" y="270510"/>
                  </a:lnTo>
                  <a:lnTo>
                    <a:pt x="316166" y="271780"/>
                  </a:lnTo>
                  <a:lnTo>
                    <a:pt x="317119" y="271780"/>
                  </a:lnTo>
                  <a:lnTo>
                    <a:pt x="315429" y="274320"/>
                  </a:lnTo>
                  <a:lnTo>
                    <a:pt x="311670" y="280670"/>
                  </a:lnTo>
                  <a:lnTo>
                    <a:pt x="327406" y="281940"/>
                  </a:lnTo>
                  <a:lnTo>
                    <a:pt x="328422" y="276860"/>
                  </a:lnTo>
                  <a:lnTo>
                    <a:pt x="328422" y="271780"/>
                  </a:lnTo>
                  <a:lnTo>
                    <a:pt x="324472" y="270510"/>
                  </a:lnTo>
                  <a:lnTo>
                    <a:pt x="326758" y="267970"/>
                  </a:lnTo>
                  <a:lnTo>
                    <a:pt x="329120" y="266700"/>
                  </a:lnTo>
                  <a:lnTo>
                    <a:pt x="330987" y="267970"/>
                  </a:lnTo>
                  <a:lnTo>
                    <a:pt x="334632" y="271780"/>
                  </a:lnTo>
                  <a:lnTo>
                    <a:pt x="335203" y="274320"/>
                  </a:lnTo>
                  <a:lnTo>
                    <a:pt x="339598" y="271780"/>
                  </a:lnTo>
                  <a:lnTo>
                    <a:pt x="353187" y="266700"/>
                  </a:lnTo>
                  <a:lnTo>
                    <a:pt x="370166" y="260350"/>
                  </a:lnTo>
                  <a:lnTo>
                    <a:pt x="375221" y="257810"/>
                  </a:lnTo>
                  <a:lnTo>
                    <a:pt x="378282" y="256540"/>
                  </a:lnTo>
                  <a:lnTo>
                    <a:pt x="382143" y="255270"/>
                  </a:lnTo>
                  <a:lnTo>
                    <a:pt x="381000" y="252730"/>
                  </a:lnTo>
                  <a:lnTo>
                    <a:pt x="378625" y="251460"/>
                  </a:lnTo>
                  <a:lnTo>
                    <a:pt x="376212" y="248920"/>
                  </a:lnTo>
                  <a:lnTo>
                    <a:pt x="375666" y="246380"/>
                  </a:lnTo>
                  <a:lnTo>
                    <a:pt x="375666" y="232410"/>
                  </a:lnTo>
                  <a:lnTo>
                    <a:pt x="381927" y="228600"/>
                  </a:lnTo>
                  <a:lnTo>
                    <a:pt x="393192" y="228600"/>
                  </a:lnTo>
                  <a:lnTo>
                    <a:pt x="392696" y="232410"/>
                  </a:lnTo>
                  <a:lnTo>
                    <a:pt x="392696" y="233680"/>
                  </a:lnTo>
                  <a:lnTo>
                    <a:pt x="396659" y="245110"/>
                  </a:lnTo>
                  <a:lnTo>
                    <a:pt x="405841" y="255270"/>
                  </a:lnTo>
                  <a:lnTo>
                    <a:pt x="416255" y="262890"/>
                  </a:lnTo>
                  <a:lnTo>
                    <a:pt x="423913" y="265430"/>
                  </a:lnTo>
                  <a:lnTo>
                    <a:pt x="426872" y="265430"/>
                  </a:lnTo>
                  <a:lnTo>
                    <a:pt x="430911" y="262890"/>
                  </a:lnTo>
                  <a:lnTo>
                    <a:pt x="431025" y="267970"/>
                  </a:lnTo>
                  <a:lnTo>
                    <a:pt x="431139" y="273050"/>
                  </a:lnTo>
                  <a:lnTo>
                    <a:pt x="431253" y="279400"/>
                  </a:lnTo>
                  <a:lnTo>
                    <a:pt x="432803" y="284480"/>
                  </a:lnTo>
                  <a:lnTo>
                    <a:pt x="430110" y="300990"/>
                  </a:lnTo>
                  <a:lnTo>
                    <a:pt x="427685" y="302260"/>
                  </a:lnTo>
                  <a:lnTo>
                    <a:pt x="417766" y="309880"/>
                  </a:lnTo>
                  <a:lnTo>
                    <a:pt x="413105" y="320040"/>
                  </a:lnTo>
                  <a:lnTo>
                    <a:pt x="411048" y="322580"/>
                  </a:lnTo>
                  <a:lnTo>
                    <a:pt x="413207" y="323850"/>
                  </a:lnTo>
                  <a:lnTo>
                    <a:pt x="415505" y="323850"/>
                  </a:lnTo>
                  <a:lnTo>
                    <a:pt x="417347" y="318770"/>
                  </a:lnTo>
                  <a:lnTo>
                    <a:pt x="419049" y="313690"/>
                  </a:lnTo>
                  <a:lnTo>
                    <a:pt x="420776" y="311150"/>
                  </a:lnTo>
                  <a:lnTo>
                    <a:pt x="422656" y="309880"/>
                  </a:lnTo>
                  <a:lnTo>
                    <a:pt x="420687" y="314960"/>
                  </a:lnTo>
                  <a:lnTo>
                    <a:pt x="419328" y="321310"/>
                  </a:lnTo>
                  <a:lnTo>
                    <a:pt x="418261" y="323850"/>
                  </a:lnTo>
                  <a:lnTo>
                    <a:pt x="424751" y="325120"/>
                  </a:lnTo>
                  <a:lnTo>
                    <a:pt x="434784" y="320040"/>
                  </a:lnTo>
                  <a:lnTo>
                    <a:pt x="434784" y="311150"/>
                  </a:lnTo>
                  <a:lnTo>
                    <a:pt x="431253" y="311150"/>
                  </a:lnTo>
                  <a:lnTo>
                    <a:pt x="431253" y="309880"/>
                  </a:lnTo>
                  <a:lnTo>
                    <a:pt x="431253" y="307340"/>
                  </a:lnTo>
                  <a:lnTo>
                    <a:pt x="432841" y="306070"/>
                  </a:lnTo>
                  <a:lnTo>
                    <a:pt x="437273" y="306070"/>
                  </a:lnTo>
                  <a:lnTo>
                    <a:pt x="439216" y="307340"/>
                  </a:lnTo>
                  <a:lnTo>
                    <a:pt x="439331" y="308610"/>
                  </a:lnTo>
                  <a:lnTo>
                    <a:pt x="441998" y="307340"/>
                  </a:lnTo>
                  <a:lnTo>
                    <a:pt x="442925" y="306070"/>
                  </a:lnTo>
                  <a:lnTo>
                    <a:pt x="443839" y="304800"/>
                  </a:lnTo>
                  <a:lnTo>
                    <a:pt x="443814" y="302260"/>
                  </a:lnTo>
                  <a:lnTo>
                    <a:pt x="443699" y="290830"/>
                  </a:lnTo>
                  <a:lnTo>
                    <a:pt x="444119" y="290830"/>
                  </a:lnTo>
                  <a:lnTo>
                    <a:pt x="445274" y="293370"/>
                  </a:lnTo>
                  <a:lnTo>
                    <a:pt x="447344" y="294640"/>
                  </a:lnTo>
                  <a:lnTo>
                    <a:pt x="454558" y="294640"/>
                  </a:lnTo>
                  <a:lnTo>
                    <a:pt x="456590" y="292100"/>
                  </a:lnTo>
                  <a:lnTo>
                    <a:pt x="458990" y="290830"/>
                  </a:lnTo>
                  <a:lnTo>
                    <a:pt x="460717" y="288290"/>
                  </a:lnTo>
                  <a:lnTo>
                    <a:pt x="461416" y="285750"/>
                  </a:lnTo>
                  <a:lnTo>
                    <a:pt x="461416" y="283210"/>
                  </a:lnTo>
                  <a:lnTo>
                    <a:pt x="461124" y="281940"/>
                  </a:lnTo>
                  <a:lnTo>
                    <a:pt x="460336" y="280670"/>
                  </a:lnTo>
                  <a:lnTo>
                    <a:pt x="459333" y="279400"/>
                  </a:lnTo>
                  <a:lnTo>
                    <a:pt x="458419" y="278714"/>
                  </a:lnTo>
                  <a:lnTo>
                    <a:pt x="458419" y="283210"/>
                  </a:lnTo>
                  <a:lnTo>
                    <a:pt x="458279" y="284480"/>
                  </a:lnTo>
                  <a:lnTo>
                    <a:pt x="458101" y="285750"/>
                  </a:lnTo>
                  <a:lnTo>
                    <a:pt x="457771" y="287020"/>
                  </a:lnTo>
                  <a:lnTo>
                    <a:pt x="456590" y="289560"/>
                  </a:lnTo>
                  <a:lnTo>
                    <a:pt x="454875" y="289560"/>
                  </a:lnTo>
                  <a:lnTo>
                    <a:pt x="451815" y="292100"/>
                  </a:lnTo>
                  <a:lnTo>
                    <a:pt x="448259" y="292100"/>
                  </a:lnTo>
                  <a:lnTo>
                    <a:pt x="447535" y="290830"/>
                  </a:lnTo>
                  <a:lnTo>
                    <a:pt x="446811" y="289560"/>
                  </a:lnTo>
                  <a:lnTo>
                    <a:pt x="445973" y="288290"/>
                  </a:lnTo>
                  <a:lnTo>
                    <a:pt x="446062" y="287020"/>
                  </a:lnTo>
                  <a:lnTo>
                    <a:pt x="446227" y="287020"/>
                  </a:lnTo>
                  <a:lnTo>
                    <a:pt x="446392" y="285750"/>
                  </a:lnTo>
                  <a:lnTo>
                    <a:pt x="446557" y="284480"/>
                  </a:lnTo>
                  <a:lnTo>
                    <a:pt x="447903" y="283210"/>
                  </a:lnTo>
                  <a:lnTo>
                    <a:pt x="449491" y="281940"/>
                  </a:lnTo>
                  <a:lnTo>
                    <a:pt x="451345" y="280670"/>
                  </a:lnTo>
                  <a:lnTo>
                    <a:pt x="455129" y="280670"/>
                  </a:lnTo>
                  <a:lnTo>
                    <a:pt x="457060" y="281940"/>
                  </a:lnTo>
                  <a:lnTo>
                    <a:pt x="457644" y="283210"/>
                  </a:lnTo>
                  <a:lnTo>
                    <a:pt x="458419" y="283210"/>
                  </a:lnTo>
                  <a:lnTo>
                    <a:pt x="458419" y="278714"/>
                  </a:lnTo>
                  <a:lnTo>
                    <a:pt x="457644" y="278130"/>
                  </a:lnTo>
                  <a:lnTo>
                    <a:pt x="455764" y="278130"/>
                  </a:lnTo>
                  <a:lnTo>
                    <a:pt x="453199" y="276860"/>
                  </a:lnTo>
                  <a:lnTo>
                    <a:pt x="450265" y="278130"/>
                  </a:lnTo>
                  <a:lnTo>
                    <a:pt x="445681" y="280670"/>
                  </a:lnTo>
                  <a:lnTo>
                    <a:pt x="443839" y="283210"/>
                  </a:lnTo>
                  <a:lnTo>
                    <a:pt x="443280" y="285750"/>
                  </a:lnTo>
                  <a:lnTo>
                    <a:pt x="443217" y="284480"/>
                  </a:lnTo>
                  <a:lnTo>
                    <a:pt x="443141" y="283210"/>
                  </a:lnTo>
                  <a:lnTo>
                    <a:pt x="443064" y="281940"/>
                  </a:lnTo>
                  <a:lnTo>
                    <a:pt x="443001" y="280670"/>
                  </a:lnTo>
                  <a:lnTo>
                    <a:pt x="442925" y="279400"/>
                  </a:lnTo>
                  <a:lnTo>
                    <a:pt x="442849" y="278130"/>
                  </a:lnTo>
                  <a:lnTo>
                    <a:pt x="442785" y="276860"/>
                  </a:lnTo>
                  <a:lnTo>
                    <a:pt x="441998" y="269240"/>
                  </a:lnTo>
                  <a:lnTo>
                    <a:pt x="442125" y="267970"/>
                  </a:lnTo>
                  <a:lnTo>
                    <a:pt x="442252" y="266700"/>
                  </a:lnTo>
                  <a:lnTo>
                    <a:pt x="442366" y="265430"/>
                  </a:lnTo>
                  <a:lnTo>
                    <a:pt x="442468" y="264160"/>
                  </a:lnTo>
                  <a:lnTo>
                    <a:pt x="442569" y="262890"/>
                  </a:lnTo>
                  <a:lnTo>
                    <a:pt x="442671" y="261620"/>
                  </a:lnTo>
                  <a:lnTo>
                    <a:pt x="442785" y="260350"/>
                  </a:lnTo>
                  <a:lnTo>
                    <a:pt x="442925" y="257810"/>
                  </a:lnTo>
                  <a:lnTo>
                    <a:pt x="441325" y="257810"/>
                  </a:lnTo>
                  <a:lnTo>
                    <a:pt x="439623" y="256540"/>
                  </a:lnTo>
                  <a:lnTo>
                    <a:pt x="437781" y="260350"/>
                  </a:lnTo>
                  <a:lnTo>
                    <a:pt x="432930" y="260350"/>
                  </a:lnTo>
                  <a:lnTo>
                    <a:pt x="425742" y="252730"/>
                  </a:lnTo>
                  <a:lnTo>
                    <a:pt x="425742" y="246380"/>
                  </a:lnTo>
                  <a:lnTo>
                    <a:pt x="426923" y="241300"/>
                  </a:lnTo>
                  <a:lnTo>
                    <a:pt x="429983" y="233680"/>
                  </a:lnTo>
                  <a:lnTo>
                    <a:pt x="431977" y="228600"/>
                  </a:lnTo>
                  <a:lnTo>
                    <a:pt x="432612" y="223520"/>
                  </a:lnTo>
                  <a:lnTo>
                    <a:pt x="432930" y="220980"/>
                  </a:lnTo>
                  <a:lnTo>
                    <a:pt x="432841" y="218440"/>
                  </a:lnTo>
                  <a:lnTo>
                    <a:pt x="434682" y="217170"/>
                  </a:lnTo>
                  <a:lnTo>
                    <a:pt x="437299" y="222250"/>
                  </a:lnTo>
                  <a:lnTo>
                    <a:pt x="439470" y="227330"/>
                  </a:lnTo>
                  <a:lnTo>
                    <a:pt x="442785" y="231140"/>
                  </a:lnTo>
                  <a:lnTo>
                    <a:pt x="443852" y="238760"/>
                  </a:lnTo>
                  <a:lnTo>
                    <a:pt x="448995" y="245110"/>
                  </a:lnTo>
                  <a:lnTo>
                    <a:pt x="456577" y="248920"/>
                  </a:lnTo>
                  <a:lnTo>
                    <a:pt x="462165" y="246380"/>
                  </a:lnTo>
                  <a:lnTo>
                    <a:pt x="464959" y="245110"/>
                  </a:lnTo>
                  <a:lnTo>
                    <a:pt x="459587" y="246380"/>
                  </a:lnTo>
                  <a:lnTo>
                    <a:pt x="455790" y="241300"/>
                  </a:lnTo>
                  <a:lnTo>
                    <a:pt x="453402" y="236220"/>
                  </a:lnTo>
                  <a:lnTo>
                    <a:pt x="454355" y="236220"/>
                  </a:lnTo>
                  <a:lnTo>
                    <a:pt x="457974" y="237490"/>
                  </a:lnTo>
                  <a:lnTo>
                    <a:pt x="461835" y="241300"/>
                  </a:lnTo>
                  <a:lnTo>
                    <a:pt x="474002" y="241300"/>
                  </a:lnTo>
                  <a:lnTo>
                    <a:pt x="475411" y="236220"/>
                  </a:lnTo>
                  <a:lnTo>
                    <a:pt x="476110" y="233680"/>
                  </a:lnTo>
                  <a:lnTo>
                    <a:pt x="477164" y="229870"/>
                  </a:lnTo>
                  <a:lnTo>
                    <a:pt x="475043" y="232410"/>
                  </a:lnTo>
                  <a:lnTo>
                    <a:pt x="470611" y="233680"/>
                  </a:lnTo>
                  <a:lnTo>
                    <a:pt x="467575" y="233680"/>
                  </a:lnTo>
                  <a:lnTo>
                    <a:pt x="469087" y="232410"/>
                  </a:lnTo>
                  <a:lnTo>
                    <a:pt x="472109" y="229870"/>
                  </a:lnTo>
                  <a:lnTo>
                    <a:pt x="474484" y="224790"/>
                  </a:lnTo>
                  <a:lnTo>
                    <a:pt x="474484" y="218440"/>
                  </a:lnTo>
                  <a:lnTo>
                    <a:pt x="468680" y="199390"/>
                  </a:lnTo>
                  <a:lnTo>
                    <a:pt x="443090" y="173990"/>
                  </a:lnTo>
                  <a:lnTo>
                    <a:pt x="437273" y="157480"/>
                  </a:lnTo>
                  <a:lnTo>
                    <a:pt x="437273" y="147320"/>
                  </a:lnTo>
                  <a:lnTo>
                    <a:pt x="446354" y="140970"/>
                  </a:lnTo>
                  <a:lnTo>
                    <a:pt x="455129" y="140970"/>
                  </a:lnTo>
                  <a:lnTo>
                    <a:pt x="456984" y="142240"/>
                  </a:lnTo>
                  <a:lnTo>
                    <a:pt x="458419" y="142240"/>
                  </a:lnTo>
                  <a:lnTo>
                    <a:pt x="456082" y="144780"/>
                  </a:lnTo>
                  <a:lnTo>
                    <a:pt x="454748" y="148590"/>
                  </a:lnTo>
                  <a:lnTo>
                    <a:pt x="454875" y="153670"/>
                  </a:lnTo>
                  <a:lnTo>
                    <a:pt x="461048" y="165100"/>
                  </a:lnTo>
                  <a:lnTo>
                    <a:pt x="473748" y="172720"/>
                  </a:lnTo>
                  <a:lnTo>
                    <a:pt x="486371" y="177800"/>
                  </a:lnTo>
                  <a:lnTo>
                    <a:pt x="492290" y="184150"/>
                  </a:lnTo>
                  <a:close/>
                </a:path>
              </a:pathLst>
            </a:custGeom>
            <a:solidFill>
              <a:srgbClr val="FFFFFF"/>
            </a:solidFill>
          </p:spPr>
          <p:txBody>
            <a:bodyPr wrap="square" lIns="0" tIns="0" rIns="0" bIns="0" rtlCol="0"/>
            <a:lstStyle/>
            <a:p>
              <a:endParaRPr/>
            </a:p>
          </p:txBody>
        </p:sp>
        <p:pic>
          <p:nvPicPr>
            <p:cNvPr id="8" name="object 8"/>
            <p:cNvPicPr>
              <a:picLocks noGrp="1" noRot="1" noMove="1" noResize="1" noEditPoints="1" noAdjustHandles="1" noChangeArrowheads="1" noChangeShapeType="1" noCrop="1"/>
            </p:cNvPicPr>
            <p:nvPr/>
          </p:nvPicPr>
          <p:blipFill>
            <a:blip r:embed="rId5" cstate="print"/>
            <a:stretch>
              <a:fillRect/>
            </a:stretch>
          </p:blipFill>
          <p:spPr>
            <a:xfrm>
              <a:off x="723307" y="1028083"/>
              <a:ext cx="162182" cy="202135"/>
            </a:xfrm>
            <a:prstGeom prst="rect">
              <a:avLst/>
            </a:prstGeom>
          </p:spPr>
        </p:pic>
        <p:pic>
          <p:nvPicPr>
            <p:cNvPr id="9" name="object 9"/>
            <p:cNvPicPr>
              <a:picLocks noGrp="1" noRot="1" noMove="1" noResize="1" noEditPoints="1" noAdjustHandles="1" noChangeArrowheads="1" noChangeShapeType="1" noCrop="1"/>
            </p:cNvPicPr>
            <p:nvPr/>
          </p:nvPicPr>
          <p:blipFill>
            <a:blip r:embed="rId6" cstate="print"/>
            <a:stretch>
              <a:fillRect/>
            </a:stretch>
          </p:blipFill>
          <p:spPr>
            <a:xfrm>
              <a:off x="928447" y="1028087"/>
              <a:ext cx="167248" cy="197425"/>
            </a:xfrm>
            <a:prstGeom prst="rect">
              <a:avLst/>
            </a:prstGeom>
          </p:spPr>
        </p:pic>
        <p:sp>
          <p:nvSpPr>
            <p:cNvPr id="10" name="object 10"/>
            <p:cNvSpPr>
              <a:spLocks noGrp="1" noRot="1" noMove="1" noResize="1" noEditPoints="1" noAdjustHandles="1" noChangeArrowheads="1" noChangeShapeType="1"/>
            </p:cNvSpPr>
            <p:nvPr/>
          </p:nvSpPr>
          <p:spPr>
            <a:xfrm>
              <a:off x="1195451" y="1028089"/>
              <a:ext cx="160020" cy="197485"/>
            </a:xfrm>
            <a:custGeom>
              <a:avLst/>
              <a:gdLst/>
              <a:ahLst/>
              <a:cxnLst/>
              <a:rect l="l" t="t" r="r" b="b"/>
              <a:pathLst>
                <a:path w="160019" h="197484">
                  <a:moveTo>
                    <a:pt x="159918" y="0"/>
                  </a:moveTo>
                  <a:lnTo>
                    <a:pt x="133070" y="0"/>
                  </a:lnTo>
                  <a:lnTo>
                    <a:pt x="133070" y="85432"/>
                  </a:lnTo>
                  <a:lnTo>
                    <a:pt x="26835" y="85432"/>
                  </a:lnTo>
                  <a:lnTo>
                    <a:pt x="26835" y="0"/>
                  </a:lnTo>
                  <a:lnTo>
                    <a:pt x="0" y="0"/>
                  </a:lnTo>
                  <a:lnTo>
                    <a:pt x="0" y="85432"/>
                  </a:lnTo>
                  <a:lnTo>
                    <a:pt x="0" y="106794"/>
                  </a:lnTo>
                  <a:lnTo>
                    <a:pt x="0" y="197243"/>
                  </a:lnTo>
                  <a:lnTo>
                    <a:pt x="26835" y="197243"/>
                  </a:lnTo>
                  <a:lnTo>
                    <a:pt x="26835" y="106794"/>
                  </a:lnTo>
                  <a:lnTo>
                    <a:pt x="133070" y="106794"/>
                  </a:lnTo>
                  <a:lnTo>
                    <a:pt x="133070" y="197243"/>
                  </a:lnTo>
                  <a:lnTo>
                    <a:pt x="159918" y="197243"/>
                  </a:lnTo>
                  <a:lnTo>
                    <a:pt x="159918" y="106794"/>
                  </a:lnTo>
                  <a:lnTo>
                    <a:pt x="159918" y="85432"/>
                  </a:lnTo>
                  <a:lnTo>
                    <a:pt x="159918" y="0"/>
                  </a:lnTo>
                  <a:close/>
                </a:path>
              </a:pathLst>
            </a:custGeom>
            <a:solidFill>
              <a:srgbClr val="FFFFFF"/>
            </a:solidFill>
          </p:spPr>
          <p:txBody>
            <a:bodyPr wrap="square" lIns="0" tIns="0" rIns="0" bIns="0" rtlCol="0"/>
            <a:lstStyle/>
            <a:p>
              <a:endParaRPr/>
            </a:p>
          </p:txBody>
        </p:sp>
        <p:pic>
          <p:nvPicPr>
            <p:cNvPr id="11" name="object 11"/>
            <p:cNvPicPr>
              <a:picLocks noGrp="1" noRot="1" noMove="1" noResize="1" noEditPoints="1" noAdjustHandles="1" noChangeArrowheads="1" noChangeShapeType="1" noCrop="1"/>
            </p:cNvPicPr>
            <p:nvPr/>
          </p:nvPicPr>
          <p:blipFill>
            <a:blip r:embed="rId7" cstate="print"/>
            <a:stretch>
              <a:fillRect/>
            </a:stretch>
          </p:blipFill>
          <p:spPr>
            <a:xfrm>
              <a:off x="1387592" y="1079243"/>
              <a:ext cx="289038" cy="149587"/>
            </a:xfrm>
            <a:prstGeom prst="rect">
              <a:avLst/>
            </a:prstGeom>
          </p:spPr>
        </p:pic>
        <p:sp>
          <p:nvSpPr>
            <p:cNvPr id="12" name="object 12"/>
            <p:cNvSpPr>
              <a:spLocks noGrp="1" noRot="1" noMove="1" noResize="1" noEditPoints="1" noAdjustHandles="1" noChangeArrowheads="1" noChangeShapeType="1"/>
            </p:cNvSpPr>
            <p:nvPr/>
          </p:nvSpPr>
          <p:spPr>
            <a:xfrm>
              <a:off x="1700362" y="1028087"/>
              <a:ext cx="24130" cy="197485"/>
            </a:xfrm>
            <a:custGeom>
              <a:avLst/>
              <a:gdLst/>
              <a:ahLst/>
              <a:cxnLst/>
              <a:rect l="l" t="t" r="r" b="b"/>
              <a:pathLst>
                <a:path w="24130" h="197484">
                  <a:moveTo>
                    <a:pt x="24017" y="197425"/>
                  </a:moveTo>
                  <a:lnTo>
                    <a:pt x="0" y="197425"/>
                  </a:lnTo>
                  <a:lnTo>
                    <a:pt x="0" y="0"/>
                  </a:lnTo>
                  <a:lnTo>
                    <a:pt x="24017" y="0"/>
                  </a:lnTo>
                  <a:lnTo>
                    <a:pt x="24017" y="197425"/>
                  </a:lnTo>
                  <a:close/>
                </a:path>
              </a:pathLst>
            </a:custGeom>
            <a:solidFill>
              <a:srgbClr val="FFFFFF"/>
            </a:solidFill>
          </p:spPr>
          <p:txBody>
            <a:bodyPr wrap="square" lIns="0" tIns="0" rIns="0" bIns="0" rtlCol="0"/>
            <a:lstStyle/>
            <a:p>
              <a:endParaRPr/>
            </a:p>
          </p:txBody>
        </p:sp>
        <p:pic>
          <p:nvPicPr>
            <p:cNvPr id="13" name="object 13"/>
            <p:cNvPicPr>
              <a:picLocks noGrp="1" noRot="1" noMove="1" noResize="1" noEditPoints="1" noAdjustHandles="1" noChangeArrowheads="1" noChangeShapeType="1" noCrop="1"/>
            </p:cNvPicPr>
            <p:nvPr/>
          </p:nvPicPr>
          <p:blipFill>
            <a:blip r:embed="rId8" cstate="print"/>
            <a:stretch>
              <a:fillRect/>
            </a:stretch>
          </p:blipFill>
          <p:spPr>
            <a:xfrm>
              <a:off x="1746146" y="1039702"/>
              <a:ext cx="77972" cy="185820"/>
            </a:xfrm>
            <a:prstGeom prst="rect">
              <a:avLst/>
            </a:prstGeom>
          </p:spPr>
        </p:pic>
        <p:pic>
          <p:nvPicPr>
            <p:cNvPr id="14" name="object 14"/>
            <p:cNvPicPr>
              <a:picLocks noGrp="1" noRot="1" noMove="1" noResize="1" noEditPoints="1" noAdjustHandles="1" noChangeArrowheads="1" noChangeShapeType="1" noCrop="1"/>
            </p:cNvPicPr>
            <p:nvPr/>
          </p:nvPicPr>
          <p:blipFill>
            <a:blip r:embed="rId9" cstate="print"/>
            <a:stretch>
              <a:fillRect/>
            </a:stretch>
          </p:blipFill>
          <p:spPr>
            <a:xfrm>
              <a:off x="1850678" y="1028087"/>
              <a:ext cx="120924" cy="197425"/>
            </a:xfrm>
            <a:prstGeom prst="rect">
              <a:avLst/>
            </a:prstGeom>
          </p:spPr>
        </p:pic>
        <p:pic>
          <p:nvPicPr>
            <p:cNvPr id="15" name="object 15"/>
            <p:cNvPicPr>
              <a:picLocks noGrp="1" noRot="1" noMove="1" noResize="1" noEditPoints="1" noAdjustHandles="1" noChangeArrowheads="1" noChangeShapeType="1" noCrop="1"/>
            </p:cNvPicPr>
            <p:nvPr/>
          </p:nvPicPr>
          <p:blipFill>
            <a:blip r:embed="rId10" cstate="print"/>
            <a:stretch>
              <a:fillRect/>
            </a:stretch>
          </p:blipFill>
          <p:spPr>
            <a:xfrm>
              <a:off x="712861" y="1314126"/>
              <a:ext cx="162182" cy="206814"/>
            </a:xfrm>
            <a:prstGeom prst="rect">
              <a:avLst/>
            </a:prstGeom>
          </p:spPr>
        </p:pic>
        <p:pic>
          <p:nvPicPr>
            <p:cNvPr id="16" name="object 16"/>
            <p:cNvPicPr>
              <a:picLocks noGrp="1" noRot="1" noMove="1" noResize="1" noEditPoints="1" noAdjustHandles="1" noChangeArrowheads="1" noChangeShapeType="1" noCrop="1"/>
            </p:cNvPicPr>
            <p:nvPr/>
          </p:nvPicPr>
          <p:blipFill>
            <a:blip r:embed="rId11" cstate="print"/>
            <a:stretch>
              <a:fillRect/>
            </a:stretch>
          </p:blipFill>
          <p:spPr>
            <a:xfrm>
              <a:off x="895674" y="1369975"/>
              <a:ext cx="284513" cy="149595"/>
            </a:xfrm>
            <a:prstGeom prst="rect">
              <a:avLst/>
            </a:prstGeom>
          </p:spPr>
        </p:pic>
        <p:pic>
          <p:nvPicPr>
            <p:cNvPr id="17" name="object 17"/>
            <p:cNvPicPr>
              <a:picLocks noGrp="1" noRot="1" noMove="1" noResize="1" noEditPoints="1" noAdjustHandles="1" noChangeArrowheads="1" noChangeShapeType="1" noCrop="1"/>
            </p:cNvPicPr>
            <p:nvPr/>
          </p:nvPicPr>
          <p:blipFill>
            <a:blip r:embed="rId12" cstate="print"/>
            <a:stretch>
              <a:fillRect/>
            </a:stretch>
          </p:blipFill>
          <p:spPr>
            <a:xfrm>
              <a:off x="1207038" y="1373286"/>
              <a:ext cx="120924" cy="146279"/>
            </a:xfrm>
            <a:prstGeom prst="rect">
              <a:avLst/>
            </a:prstGeom>
          </p:spPr>
        </p:pic>
        <p:pic>
          <p:nvPicPr>
            <p:cNvPr id="18" name="object 18"/>
            <p:cNvPicPr>
              <a:picLocks noGrp="1" noRot="1" noMove="1" noResize="1" noEditPoints="1" noAdjustHandles="1" noChangeArrowheads="1" noChangeShapeType="1" noCrop="1"/>
            </p:cNvPicPr>
            <p:nvPr/>
          </p:nvPicPr>
          <p:blipFill>
            <a:blip r:embed="rId13" cstate="print"/>
            <a:stretch>
              <a:fillRect/>
            </a:stretch>
          </p:blipFill>
          <p:spPr>
            <a:xfrm>
              <a:off x="1363291" y="1369976"/>
              <a:ext cx="76848" cy="146279"/>
            </a:xfrm>
            <a:prstGeom prst="rect">
              <a:avLst/>
            </a:prstGeom>
          </p:spPr>
        </p:pic>
        <p:sp>
          <p:nvSpPr>
            <p:cNvPr id="19" name="object 19"/>
            <p:cNvSpPr>
              <a:spLocks noGrp="1" noRot="1" noMove="1" noResize="1" noEditPoints="1" noAdjustHandles="1" noChangeArrowheads="1" noChangeShapeType="1"/>
            </p:cNvSpPr>
            <p:nvPr/>
          </p:nvSpPr>
          <p:spPr>
            <a:xfrm>
              <a:off x="1459636" y="1318843"/>
              <a:ext cx="24130" cy="197485"/>
            </a:xfrm>
            <a:custGeom>
              <a:avLst/>
              <a:gdLst/>
              <a:ahLst/>
              <a:cxnLst/>
              <a:rect l="l" t="t" r="r" b="b"/>
              <a:pathLst>
                <a:path w="24130" h="197484">
                  <a:moveTo>
                    <a:pt x="24015" y="54457"/>
                  </a:moveTo>
                  <a:lnTo>
                    <a:pt x="0" y="54457"/>
                  </a:lnTo>
                  <a:lnTo>
                    <a:pt x="0" y="197421"/>
                  </a:lnTo>
                  <a:lnTo>
                    <a:pt x="24015" y="197421"/>
                  </a:lnTo>
                  <a:lnTo>
                    <a:pt x="24015" y="54457"/>
                  </a:lnTo>
                  <a:close/>
                </a:path>
                <a:path w="24130" h="197484">
                  <a:moveTo>
                    <a:pt x="24015" y="0"/>
                  </a:moveTo>
                  <a:lnTo>
                    <a:pt x="0" y="0"/>
                  </a:lnTo>
                  <a:lnTo>
                    <a:pt x="0" y="28752"/>
                  </a:lnTo>
                  <a:lnTo>
                    <a:pt x="24015" y="28752"/>
                  </a:lnTo>
                  <a:lnTo>
                    <a:pt x="24015" y="0"/>
                  </a:lnTo>
                  <a:close/>
                </a:path>
              </a:pathLst>
            </a:custGeom>
            <a:solidFill>
              <a:srgbClr val="FFFFFF"/>
            </a:solidFill>
          </p:spPr>
          <p:txBody>
            <a:bodyPr wrap="square" lIns="0" tIns="0" rIns="0" bIns="0" rtlCol="0"/>
            <a:lstStyle/>
            <a:p>
              <a:endParaRPr/>
            </a:p>
          </p:txBody>
        </p:sp>
        <p:pic>
          <p:nvPicPr>
            <p:cNvPr id="20" name="object 20"/>
            <p:cNvPicPr>
              <a:picLocks noGrp="1" noRot="1" noMove="1" noResize="1" noEditPoints="1" noAdjustHandles="1" noChangeArrowheads="1" noChangeShapeType="1" noCrop="1"/>
            </p:cNvPicPr>
            <p:nvPr/>
          </p:nvPicPr>
          <p:blipFill>
            <a:blip r:embed="rId14" cstate="print"/>
            <a:stretch>
              <a:fillRect/>
            </a:stretch>
          </p:blipFill>
          <p:spPr>
            <a:xfrm>
              <a:off x="1505414" y="1330435"/>
              <a:ext cx="225455" cy="243047"/>
            </a:xfrm>
            <a:prstGeom prst="rect">
              <a:avLst/>
            </a:prstGeom>
          </p:spPr>
        </p:pic>
        <p:pic>
          <p:nvPicPr>
            <p:cNvPr id="21" name="object 21"/>
            <p:cNvPicPr>
              <a:picLocks noGrp="1" noRot="1" noMove="1" noResize="1" noEditPoints="1" noAdjustHandles="1" noChangeArrowheads="1" noChangeShapeType="1" noCrop="1"/>
            </p:cNvPicPr>
            <p:nvPr/>
          </p:nvPicPr>
          <p:blipFill>
            <a:blip r:embed="rId15" cstate="print"/>
            <a:stretch>
              <a:fillRect/>
            </a:stretch>
          </p:blipFill>
          <p:spPr>
            <a:xfrm>
              <a:off x="700430" y="1609553"/>
              <a:ext cx="329161" cy="255481"/>
            </a:xfrm>
            <a:prstGeom prst="rect">
              <a:avLst/>
            </a:prstGeom>
          </p:spPr>
        </p:pic>
        <p:pic>
          <p:nvPicPr>
            <p:cNvPr id="22" name="object 22"/>
            <p:cNvPicPr>
              <a:picLocks noGrp="1" noRot="1" noMove="1" noResize="1" noEditPoints="1" noAdjustHandles="1" noChangeArrowheads="1" noChangeShapeType="1" noCrop="1"/>
            </p:cNvPicPr>
            <p:nvPr/>
          </p:nvPicPr>
          <p:blipFill>
            <a:blip r:embed="rId16" cstate="print"/>
            <a:stretch>
              <a:fillRect/>
            </a:stretch>
          </p:blipFill>
          <p:spPr>
            <a:xfrm>
              <a:off x="1057859" y="1660702"/>
              <a:ext cx="134761" cy="149579"/>
            </a:xfrm>
            <a:prstGeom prst="rect">
              <a:avLst/>
            </a:prstGeom>
          </p:spPr>
        </p:pic>
        <p:pic>
          <p:nvPicPr>
            <p:cNvPr id="23" name="object 23"/>
            <p:cNvPicPr>
              <a:picLocks noGrp="1" noRot="1" noMove="1" noResize="1" noEditPoints="1" noAdjustHandles="1" noChangeArrowheads="1" noChangeShapeType="1" noCrop="1"/>
            </p:cNvPicPr>
            <p:nvPr/>
          </p:nvPicPr>
          <p:blipFill>
            <a:blip r:embed="rId17" cstate="print"/>
            <a:stretch>
              <a:fillRect/>
            </a:stretch>
          </p:blipFill>
          <p:spPr>
            <a:xfrm>
              <a:off x="1217495" y="1660710"/>
              <a:ext cx="120924" cy="146263"/>
            </a:xfrm>
            <a:prstGeom prst="rect">
              <a:avLst/>
            </a:prstGeom>
          </p:spPr>
        </p:pic>
        <p:pic>
          <p:nvPicPr>
            <p:cNvPr id="24" name="object 24"/>
            <p:cNvPicPr>
              <a:picLocks noGrp="1" noRot="1" noMove="1" noResize="1" noEditPoints="1" noAdjustHandles="1" noChangeArrowheads="1" noChangeShapeType="1" noCrop="1"/>
            </p:cNvPicPr>
            <p:nvPr/>
          </p:nvPicPr>
          <p:blipFill>
            <a:blip r:embed="rId18" cstate="print"/>
            <a:stretch>
              <a:fillRect/>
            </a:stretch>
          </p:blipFill>
          <p:spPr>
            <a:xfrm>
              <a:off x="1366679" y="1660701"/>
              <a:ext cx="280563" cy="203500"/>
            </a:xfrm>
            <a:prstGeom prst="rect">
              <a:avLst/>
            </a:prstGeom>
          </p:spPr>
        </p:pic>
        <p:sp>
          <p:nvSpPr>
            <p:cNvPr id="25" name="object 25"/>
            <p:cNvSpPr>
              <a:spLocks noGrp="1" noRot="1" noMove="1" noResize="1" noEditPoints="1" noAdjustHandles="1" noChangeArrowheads="1" noChangeShapeType="1"/>
            </p:cNvSpPr>
            <p:nvPr/>
          </p:nvSpPr>
          <p:spPr>
            <a:xfrm>
              <a:off x="0" y="2362200"/>
              <a:ext cx="17348200" cy="6705600"/>
            </a:xfrm>
            <a:custGeom>
              <a:avLst/>
              <a:gdLst/>
              <a:ahLst/>
              <a:cxnLst/>
              <a:rect l="l" t="t" r="r" b="b"/>
              <a:pathLst>
                <a:path w="17348200" h="6705600">
                  <a:moveTo>
                    <a:pt x="17348200" y="0"/>
                  </a:moveTo>
                  <a:lnTo>
                    <a:pt x="0" y="0"/>
                  </a:lnTo>
                  <a:lnTo>
                    <a:pt x="0" y="6705600"/>
                  </a:lnTo>
                  <a:lnTo>
                    <a:pt x="17348200" y="6705600"/>
                  </a:lnTo>
                  <a:lnTo>
                    <a:pt x="17348200" y="0"/>
                  </a:lnTo>
                  <a:close/>
                </a:path>
              </a:pathLst>
            </a:custGeom>
            <a:solidFill>
              <a:srgbClr val="FFFFFF"/>
            </a:solidFill>
          </p:spPr>
          <p:txBody>
            <a:bodyPr wrap="square" lIns="0" tIns="0" rIns="0" bIns="0" rtlCol="0"/>
            <a:lstStyle/>
            <a:p>
              <a:endParaRPr/>
            </a:p>
          </p:txBody>
        </p:sp>
      </p:grpSp>
      <p:sp>
        <p:nvSpPr>
          <p:cNvPr id="26" name="object 26"/>
          <p:cNvSpPr txBox="1"/>
          <p:nvPr/>
        </p:nvSpPr>
        <p:spPr>
          <a:xfrm>
            <a:off x="516501" y="2303273"/>
            <a:ext cx="11416810" cy="6673622"/>
          </a:xfrm>
          <a:prstGeom prst="rect">
            <a:avLst/>
          </a:prstGeom>
        </p:spPr>
        <p:txBody>
          <a:bodyPr vert="horz" wrap="square" lIns="0" tIns="177800" rIns="0" bIns="0" rtlCol="0" anchor="t">
            <a:spAutoFit/>
          </a:bodyPr>
          <a:lstStyle/>
          <a:p>
            <a:pPr marL="355600" indent="-342900" algn="l" rtl="0">
              <a:spcBef>
                <a:spcPts val="1400"/>
              </a:spcBef>
              <a:buClr>
                <a:srgbClr val="0F7E90"/>
              </a:buClr>
              <a:buFont typeface="Arial" panose="020B0604020202020204" pitchFamily="34" charset="0"/>
              <a:buChar char="•"/>
              <a:tabLst>
                <a:tab pos="207645" algn="l"/>
                <a:tab pos="2836545" algn="l"/>
              </a:tabLst>
            </a:pPr>
            <a:r>
              <a:rPr lang="en-GB" sz="3200">
                <a:solidFill>
                  <a:schemeClr val="accent5">
                    <a:lumMod val="75000"/>
                  </a:schemeClr>
                </a:solidFill>
                <a:latin typeface="Arial"/>
                <a:cs typeface="Arial"/>
              </a:rPr>
              <a:t>The </a:t>
            </a:r>
            <a:r>
              <a:rPr lang="en-GB" sz="3200" b="1">
                <a:solidFill>
                  <a:schemeClr val="accent5">
                    <a:lumMod val="75000"/>
                  </a:schemeClr>
                </a:solidFill>
                <a:latin typeface="Arial"/>
                <a:cs typeface="Arial"/>
              </a:rPr>
              <a:t>Tick Surveillance Scheme </a:t>
            </a:r>
            <a:r>
              <a:rPr lang="en-GB" sz="3200">
                <a:solidFill>
                  <a:schemeClr val="accent5">
                    <a:lumMod val="75000"/>
                  </a:schemeClr>
                </a:solidFill>
                <a:latin typeface="Arial"/>
                <a:cs typeface="Arial"/>
              </a:rPr>
              <a:t>was set up in 2005 and is the only scheme that records tick distributions on a national scale. </a:t>
            </a:r>
          </a:p>
          <a:p>
            <a:pPr marL="355600" indent="-342900" algn="l" rtl="0">
              <a:spcBef>
                <a:spcPts val="1400"/>
              </a:spcBef>
              <a:buClr>
                <a:srgbClr val="0F7E90"/>
              </a:buClr>
              <a:buFont typeface="Arial" panose="020B0604020202020204" pitchFamily="34" charset="0"/>
              <a:buChar char="•"/>
              <a:tabLst>
                <a:tab pos="207645" algn="l"/>
                <a:tab pos="2836545" algn="l"/>
              </a:tabLst>
            </a:pPr>
            <a:r>
              <a:rPr lang="en-GB" sz="3200">
                <a:solidFill>
                  <a:schemeClr val="accent5">
                    <a:lumMod val="75000"/>
                  </a:schemeClr>
                </a:solidFill>
                <a:latin typeface="Arial"/>
                <a:cs typeface="Arial"/>
              </a:rPr>
              <a:t>The </a:t>
            </a:r>
            <a:r>
              <a:rPr lang="en-GB" sz="3200" b="1">
                <a:solidFill>
                  <a:schemeClr val="accent5">
                    <a:lumMod val="75000"/>
                  </a:schemeClr>
                </a:solidFill>
                <a:latin typeface="Arial"/>
                <a:cs typeface="Arial"/>
              </a:rPr>
              <a:t>main aims </a:t>
            </a:r>
            <a:r>
              <a:rPr lang="en-GB" sz="3200">
                <a:solidFill>
                  <a:schemeClr val="accent5">
                    <a:lumMod val="75000"/>
                  </a:schemeClr>
                </a:solidFill>
                <a:latin typeface="Arial"/>
                <a:cs typeface="Arial"/>
              </a:rPr>
              <a:t>of the scheme are to:</a:t>
            </a:r>
          </a:p>
          <a:p>
            <a:pPr marL="355600" lvl="3" indent="-342900" algn="l" rtl="0">
              <a:spcBef>
                <a:spcPts val="1400"/>
              </a:spcBef>
              <a:buClr>
                <a:srgbClr val="0F7E90"/>
              </a:buClr>
              <a:buFont typeface="Arial" panose="020B0604020202020204" pitchFamily="34" charset="0"/>
              <a:buChar char="•"/>
              <a:tabLst>
                <a:tab pos="207645" algn="l"/>
                <a:tab pos="2836545" algn="l"/>
              </a:tabLst>
            </a:pPr>
            <a:r>
              <a:rPr lang="en-GB" sz="3200" b="1">
                <a:solidFill>
                  <a:schemeClr val="accent5">
                    <a:lumMod val="75000"/>
                  </a:schemeClr>
                </a:solidFill>
                <a:latin typeface="Arial"/>
                <a:cs typeface="Arial"/>
              </a:rPr>
              <a:t>promote</a:t>
            </a:r>
            <a:r>
              <a:rPr lang="en-GB" sz="3200">
                <a:solidFill>
                  <a:schemeClr val="accent5">
                    <a:lumMod val="75000"/>
                  </a:schemeClr>
                </a:solidFill>
                <a:latin typeface="Arial"/>
                <a:cs typeface="Arial"/>
              </a:rPr>
              <a:t> the </a:t>
            </a:r>
            <a:r>
              <a:rPr lang="en-GB" sz="3200" b="1">
                <a:solidFill>
                  <a:schemeClr val="accent5">
                    <a:lumMod val="75000"/>
                  </a:schemeClr>
                </a:solidFill>
                <a:latin typeface="Arial"/>
                <a:cs typeface="Arial"/>
              </a:rPr>
              <a:t>surveillance</a:t>
            </a:r>
            <a:r>
              <a:rPr lang="en-GB" sz="3200">
                <a:solidFill>
                  <a:schemeClr val="accent5">
                    <a:lumMod val="75000"/>
                  </a:schemeClr>
                </a:solidFill>
                <a:latin typeface="Arial"/>
                <a:cs typeface="Arial"/>
              </a:rPr>
              <a:t> of ticks in the UK</a:t>
            </a:r>
          </a:p>
          <a:p>
            <a:pPr marL="355600" lvl="2" indent="-342900" algn="l" rtl="0">
              <a:spcBef>
                <a:spcPts val="1400"/>
              </a:spcBef>
              <a:buClr>
                <a:srgbClr val="0F7E90"/>
              </a:buClr>
              <a:buFont typeface="Arial" panose="020B0604020202020204" pitchFamily="34" charset="0"/>
              <a:buChar char="•"/>
              <a:tabLst>
                <a:tab pos="207645" algn="l"/>
                <a:tab pos="2836545" algn="l"/>
              </a:tabLst>
            </a:pPr>
            <a:r>
              <a:rPr lang="en-GB" sz="3200" b="1">
                <a:solidFill>
                  <a:schemeClr val="accent5">
                    <a:lumMod val="75000"/>
                  </a:schemeClr>
                </a:solidFill>
                <a:latin typeface="Arial"/>
                <a:cs typeface="Arial"/>
              </a:rPr>
              <a:t>monitor</a:t>
            </a:r>
            <a:r>
              <a:rPr lang="en-GB" sz="3200">
                <a:solidFill>
                  <a:schemeClr val="accent5">
                    <a:lumMod val="75000"/>
                  </a:schemeClr>
                </a:solidFill>
                <a:latin typeface="Arial"/>
                <a:cs typeface="Arial"/>
              </a:rPr>
              <a:t> tick </a:t>
            </a:r>
            <a:r>
              <a:rPr lang="en-GB" sz="3200" b="1">
                <a:solidFill>
                  <a:schemeClr val="accent5">
                    <a:lumMod val="75000"/>
                  </a:schemeClr>
                </a:solidFill>
                <a:latin typeface="Arial"/>
                <a:cs typeface="Arial"/>
              </a:rPr>
              <a:t>distribution</a:t>
            </a:r>
            <a:r>
              <a:rPr lang="en-GB" sz="3200">
                <a:solidFill>
                  <a:schemeClr val="accent5">
                    <a:lumMod val="75000"/>
                  </a:schemeClr>
                </a:solidFill>
                <a:latin typeface="Arial"/>
                <a:cs typeface="Arial"/>
              </a:rPr>
              <a:t> and </a:t>
            </a:r>
            <a:r>
              <a:rPr lang="en-GB" sz="3200" b="1">
                <a:solidFill>
                  <a:schemeClr val="accent5">
                    <a:lumMod val="75000"/>
                  </a:schemeClr>
                </a:solidFill>
                <a:latin typeface="Arial"/>
                <a:cs typeface="Arial"/>
              </a:rPr>
              <a:t>seasonality</a:t>
            </a:r>
            <a:r>
              <a:rPr lang="en-GB" sz="3200">
                <a:solidFill>
                  <a:schemeClr val="accent5">
                    <a:lumMod val="75000"/>
                  </a:schemeClr>
                </a:solidFill>
                <a:latin typeface="Arial"/>
                <a:cs typeface="Arial"/>
              </a:rPr>
              <a:t> on a nationwide scale</a:t>
            </a:r>
          </a:p>
          <a:p>
            <a:pPr marL="355600" lvl="2" indent="-342900" algn="l" rtl="0">
              <a:spcBef>
                <a:spcPts val="1400"/>
              </a:spcBef>
              <a:buClr>
                <a:srgbClr val="0F7E90"/>
              </a:buClr>
              <a:buFont typeface="Arial" panose="020B0604020202020204" pitchFamily="34" charset="0"/>
              <a:buChar char="•"/>
              <a:tabLst>
                <a:tab pos="207645" algn="l"/>
                <a:tab pos="2836545" algn="l"/>
              </a:tabLst>
            </a:pPr>
            <a:r>
              <a:rPr lang="en-GB" sz="3200" b="1">
                <a:solidFill>
                  <a:schemeClr val="accent5">
                    <a:lumMod val="75000"/>
                  </a:schemeClr>
                </a:solidFill>
                <a:latin typeface="Arial"/>
                <a:cs typeface="Arial"/>
              </a:rPr>
              <a:t>determine</a:t>
            </a:r>
            <a:r>
              <a:rPr lang="en-GB" sz="3200">
                <a:solidFill>
                  <a:schemeClr val="accent5">
                    <a:lumMod val="75000"/>
                  </a:schemeClr>
                </a:solidFill>
                <a:latin typeface="Arial"/>
                <a:cs typeface="Arial"/>
              </a:rPr>
              <a:t> the </a:t>
            </a:r>
            <a:r>
              <a:rPr lang="en-GB" sz="3200" b="1">
                <a:solidFill>
                  <a:schemeClr val="accent5">
                    <a:lumMod val="75000"/>
                  </a:schemeClr>
                </a:solidFill>
                <a:latin typeface="Arial"/>
                <a:cs typeface="Arial"/>
              </a:rPr>
              <a:t>diversity</a:t>
            </a:r>
            <a:r>
              <a:rPr lang="en-GB" sz="3200">
                <a:solidFill>
                  <a:schemeClr val="accent5">
                    <a:lumMod val="75000"/>
                  </a:schemeClr>
                </a:solidFill>
                <a:latin typeface="Arial"/>
                <a:cs typeface="Arial"/>
              </a:rPr>
              <a:t> of ticks infesting humans and animals</a:t>
            </a:r>
          </a:p>
          <a:p>
            <a:pPr marL="355600" lvl="2" indent="-342900" algn="l" rtl="0">
              <a:spcBef>
                <a:spcPts val="1400"/>
              </a:spcBef>
              <a:buClr>
                <a:srgbClr val="0F7E90"/>
              </a:buClr>
              <a:buFont typeface="Arial" panose="020B0604020202020204" pitchFamily="34" charset="0"/>
              <a:buChar char="•"/>
              <a:tabLst>
                <a:tab pos="207645" algn="l"/>
                <a:tab pos="2836545" algn="l"/>
              </a:tabLst>
            </a:pPr>
            <a:r>
              <a:rPr lang="en-GB" sz="3200" b="1">
                <a:solidFill>
                  <a:schemeClr val="accent5">
                    <a:lumMod val="75000"/>
                  </a:schemeClr>
                </a:solidFill>
                <a:latin typeface="Arial"/>
                <a:cs typeface="Arial"/>
              </a:rPr>
              <a:t>detect non-native </a:t>
            </a:r>
            <a:r>
              <a:rPr lang="en-GB" sz="3200">
                <a:solidFill>
                  <a:schemeClr val="accent5">
                    <a:lumMod val="75000"/>
                  </a:schemeClr>
                </a:solidFill>
                <a:latin typeface="Arial"/>
                <a:cs typeface="Arial"/>
              </a:rPr>
              <a:t>(imported) or </a:t>
            </a:r>
            <a:r>
              <a:rPr lang="en-GB" sz="3200" b="1">
                <a:solidFill>
                  <a:schemeClr val="accent5">
                    <a:lumMod val="75000"/>
                  </a:schemeClr>
                </a:solidFill>
                <a:latin typeface="Arial"/>
                <a:cs typeface="Arial"/>
              </a:rPr>
              <a:t>rare</a:t>
            </a:r>
            <a:r>
              <a:rPr lang="en-GB" sz="3200">
                <a:solidFill>
                  <a:schemeClr val="accent5">
                    <a:lumMod val="75000"/>
                  </a:schemeClr>
                </a:solidFill>
                <a:latin typeface="Arial"/>
                <a:cs typeface="Arial"/>
              </a:rPr>
              <a:t> UK tick species</a:t>
            </a:r>
          </a:p>
          <a:p>
            <a:pPr marL="12700" lvl="2" algn="l">
              <a:spcBef>
                <a:spcPts val="1400"/>
              </a:spcBef>
              <a:buClr>
                <a:srgbClr val="0F7E90"/>
              </a:buClr>
              <a:tabLst>
                <a:tab pos="207645" algn="l"/>
                <a:tab pos="2836545" algn="l"/>
              </a:tabLst>
            </a:pPr>
            <a:r>
              <a:rPr lang="en-GB" sz="3200" b="1">
                <a:solidFill>
                  <a:schemeClr val="accent5">
                    <a:lumMod val="75000"/>
                  </a:schemeClr>
                </a:solidFill>
                <a:latin typeface="Arial"/>
                <a:cs typeface="Arial"/>
              </a:rPr>
              <a:t>Tick@ukhsa.gov.uk</a:t>
            </a:r>
          </a:p>
        </p:txBody>
      </p:sp>
      <p:sp>
        <p:nvSpPr>
          <p:cNvPr id="27" name="object 27"/>
          <p:cNvSpPr txBox="1">
            <a:spLocks noGrp="1"/>
          </p:cNvSpPr>
          <p:nvPr>
            <p:ph type="title"/>
          </p:nvPr>
        </p:nvSpPr>
        <p:spPr>
          <a:xfrm>
            <a:off x="2172576" y="872221"/>
            <a:ext cx="15092701" cy="751488"/>
          </a:xfrm>
          <a:prstGeom prst="rect">
            <a:avLst/>
          </a:prstGeom>
        </p:spPr>
        <p:txBody>
          <a:bodyPr vert="horz" wrap="square" lIns="0" tIns="12700" rIns="0" bIns="0" rtlCol="0">
            <a:spAutoFit/>
          </a:bodyPr>
          <a:lstStyle/>
          <a:p>
            <a:pPr marL="12700">
              <a:lnSpc>
                <a:spcPct val="100000"/>
              </a:lnSpc>
              <a:spcBef>
                <a:spcPts val="100"/>
              </a:spcBef>
              <a:tabLst>
                <a:tab pos="2597150" algn="l"/>
              </a:tabLst>
            </a:pPr>
            <a:r>
              <a:rPr lang="en-GB" sz="4800" spc="-10">
                <a:solidFill>
                  <a:srgbClr val="92D050"/>
                </a:solidFill>
                <a:latin typeface="Arial" panose="020B0604020202020204" pitchFamily="34" charset="0"/>
                <a:cs typeface="Arial" panose="020B0604020202020204" pitchFamily="34" charset="0"/>
              </a:rPr>
              <a:t>Our tick surveillance programme</a:t>
            </a:r>
            <a:endParaRPr sz="4800">
              <a:solidFill>
                <a:srgbClr val="92D050"/>
              </a:solidFill>
              <a:latin typeface="Arial" panose="020B0604020202020204" pitchFamily="34" charset="0"/>
              <a:cs typeface="Arial" panose="020B0604020202020204" pitchFamily="34" charset="0"/>
            </a:endParaRPr>
          </a:p>
        </p:txBody>
      </p:sp>
      <p:pic>
        <p:nvPicPr>
          <p:cNvPr id="28" name="Picture 27" descr="A graph of different colored bars&#10;&#10;Description automatically generated">
            <a:extLst>
              <a:ext uri="{FF2B5EF4-FFF2-40B4-BE49-F238E27FC236}">
                <a16:creationId xmlns:a16="http://schemas.microsoft.com/office/drawing/2014/main" id="{64149FA1-37BA-598B-4D66-7AB73CE2508F}"/>
              </a:ext>
            </a:extLst>
          </p:cNvPr>
          <p:cNvPicPr>
            <a:picLocks noChangeAspect="1"/>
          </p:cNvPicPr>
          <p:nvPr/>
        </p:nvPicPr>
        <p:blipFill>
          <a:blip r:embed="rId19"/>
          <a:stretch>
            <a:fillRect/>
          </a:stretch>
        </p:blipFill>
        <p:spPr>
          <a:xfrm>
            <a:off x="11933311" y="2370513"/>
            <a:ext cx="5414889" cy="3452651"/>
          </a:xfrm>
          <a:prstGeom prst="rect">
            <a:avLst/>
          </a:prstGeom>
        </p:spPr>
      </p:pic>
      <p:pic>
        <p:nvPicPr>
          <p:cNvPr id="29" name="Picture 28">
            <a:extLst>
              <a:ext uri="{FF2B5EF4-FFF2-40B4-BE49-F238E27FC236}">
                <a16:creationId xmlns:a16="http://schemas.microsoft.com/office/drawing/2014/main" id="{FF0265D6-60B5-01EC-DE02-1FCCFDC7F070}"/>
              </a:ext>
            </a:extLst>
          </p:cNvPr>
          <p:cNvPicPr>
            <a:picLocks noChangeAspect="1"/>
          </p:cNvPicPr>
          <p:nvPr/>
        </p:nvPicPr>
        <p:blipFill>
          <a:blip r:embed="rId20"/>
          <a:stretch>
            <a:fillRect/>
          </a:stretch>
        </p:blipFill>
        <p:spPr>
          <a:xfrm>
            <a:off x="12208108" y="5890299"/>
            <a:ext cx="5140092" cy="3177501"/>
          </a:xfrm>
          <a:prstGeom prst="rect">
            <a:avLst/>
          </a:prstGeom>
        </p:spPr>
      </p:pic>
      <p:pic>
        <p:nvPicPr>
          <p:cNvPr id="30" name="Picture 29" descr="A warning sign in a grassy area&#10;&#10;Description automatically generated">
            <a:extLst>
              <a:ext uri="{FF2B5EF4-FFF2-40B4-BE49-F238E27FC236}">
                <a16:creationId xmlns:a16="http://schemas.microsoft.com/office/drawing/2014/main" id="{A58ADA06-F0C1-7B5B-D875-9FB9D2179B3C}"/>
              </a:ext>
            </a:extLst>
          </p:cNvPr>
          <p:cNvPicPr>
            <a:picLocks noChangeAspect="1"/>
          </p:cNvPicPr>
          <p:nvPr/>
        </p:nvPicPr>
        <p:blipFill>
          <a:blip r:embed="rId21">
            <a:alphaModFix amt="15000"/>
          </a:blip>
          <a:stretch>
            <a:fillRect/>
          </a:stretch>
        </p:blipFill>
        <p:spPr>
          <a:xfrm>
            <a:off x="0" y="2400611"/>
            <a:ext cx="12026096" cy="7397702"/>
          </a:xfrm>
          <a:prstGeom prst="rect">
            <a:avLst/>
          </a:prstGeom>
        </p:spPr>
      </p:pic>
      <p:sp>
        <p:nvSpPr>
          <p:cNvPr id="31" name="Rectangle 30">
            <a:extLst>
              <a:ext uri="{FF2B5EF4-FFF2-40B4-BE49-F238E27FC236}">
                <a16:creationId xmlns:a16="http://schemas.microsoft.com/office/drawing/2014/main" id="{AA4AFB61-70B4-9FC9-D77B-329561379C01}"/>
              </a:ext>
            </a:extLst>
          </p:cNvPr>
          <p:cNvSpPr/>
          <p:nvPr/>
        </p:nvSpPr>
        <p:spPr>
          <a:xfrm>
            <a:off x="216915" y="2466338"/>
            <a:ext cx="11716396" cy="5913975"/>
          </a:xfrm>
          <a:prstGeom prst="rect">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095120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a:grpSpLocks noGrp="1" noUngrp="1" noRot="1" noMove="1" noResize="1"/>
          </p:cNvGrpSpPr>
          <p:nvPr/>
        </p:nvGrpSpPr>
        <p:grpSpPr>
          <a:xfrm>
            <a:off x="0" y="0"/>
            <a:ext cx="17348200" cy="9753600"/>
            <a:chOff x="0" y="0"/>
            <a:chExt cx="17348200" cy="9753600"/>
          </a:xfrm>
        </p:grpSpPr>
        <p:sp>
          <p:nvSpPr>
            <p:cNvPr id="3" name="object 3"/>
            <p:cNvSpPr>
              <a:spLocks noGrp="1" noRot="1" noMove="1" noResize="1" noEditPoints="1" noAdjustHandles="1" noChangeArrowheads="1" noChangeShapeType="1"/>
            </p:cNvSpPr>
            <p:nvPr/>
          </p:nvSpPr>
          <p:spPr>
            <a:xfrm>
              <a:off x="580440" y="535698"/>
              <a:ext cx="431165" cy="1273810"/>
            </a:xfrm>
            <a:custGeom>
              <a:avLst/>
              <a:gdLst/>
              <a:ahLst/>
              <a:cxnLst/>
              <a:rect l="l" t="t" r="r" b="b"/>
              <a:pathLst>
                <a:path w="431165" h="1273810">
                  <a:moveTo>
                    <a:pt x="23545" y="0"/>
                  </a:moveTo>
                  <a:lnTo>
                    <a:pt x="0" y="0"/>
                  </a:lnTo>
                  <a:lnTo>
                    <a:pt x="0" y="1273492"/>
                  </a:lnTo>
                  <a:lnTo>
                    <a:pt x="23545" y="1273492"/>
                  </a:lnTo>
                  <a:lnTo>
                    <a:pt x="23545" y="0"/>
                  </a:lnTo>
                  <a:close/>
                </a:path>
                <a:path w="431165" h="1273810">
                  <a:moveTo>
                    <a:pt x="300494" y="65722"/>
                  </a:moveTo>
                  <a:lnTo>
                    <a:pt x="298564" y="63982"/>
                  </a:lnTo>
                  <a:lnTo>
                    <a:pt x="294246" y="63982"/>
                  </a:lnTo>
                  <a:lnTo>
                    <a:pt x="292481" y="65722"/>
                  </a:lnTo>
                  <a:lnTo>
                    <a:pt x="292481" y="70129"/>
                  </a:lnTo>
                  <a:lnTo>
                    <a:pt x="294246" y="71729"/>
                  </a:lnTo>
                  <a:lnTo>
                    <a:pt x="298564" y="71729"/>
                  </a:lnTo>
                  <a:lnTo>
                    <a:pt x="300494" y="70129"/>
                  </a:lnTo>
                  <a:lnTo>
                    <a:pt x="300494" y="67830"/>
                  </a:lnTo>
                  <a:lnTo>
                    <a:pt x="300494" y="65722"/>
                  </a:lnTo>
                  <a:close/>
                </a:path>
                <a:path w="431165" h="1273810">
                  <a:moveTo>
                    <a:pt x="301802" y="56197"/>
                  </a:moveTo>
                  <a:lnTo>
                    <a:pt x="299999" y="54305"/>
                  </a:lnTo>
                  <a:lnTo>
                    <a:pt x="295567" y="54305"/>
                  </a:lnTo>
                  <a:lnTo>
                    <a:pt x="293725" y="56197"/>
                  </a:lnTo>
                  <a:lnTo>
                    <a:pt x="293725" y="60490"/>
                  </a:lnTo>
                  <a:lnTo>
                    <a:pt x="295567" y="62318"/>
                  </a:lnTo>
                  <a:lnTo>
                    <a:pt x="297764" y="62318"/>
                  </a:lnTo>
                  <a:lnTo>
                    <a:pt x="299999" y="62318"/>
                  </a:lnTo>
                  <a:lnTo>
                    <a:pt x="301802" y="60490"/>
                  </a:lnTo>
                  <a:lnTo>
                    <a:pt x="301802" y="56197"/>
                  </a:lnTo>
                  <a:close/>
                </a:path>
                <a:path w="431165" h="1273810">
                  <a:moveTo>
                    <a:pt x="302501" y="75171"/>
                  </a:moveTo>
                  <a:lnTo>
                    <a:pt x="300659" y="73393"/>
                  </a:lnTo>
                  <a:lnTo>
                    <a:pt x="296202" y="73393"/>
                  </a:lnTo>
                  <a:lnTo>
                    <a:pt x="294335" y="75171"/>
                  </a:lnTo>
                  <a:lnTo>
                    <a:pt x="294335" y="79565"/>
                  </a:lnTo>
                  <a:lnTo>
                    <a:pt x="296202" y="81343"/>
                  </a:lnTo>
                  <a:lnTo>
                    <a:pt x="300659" y="81343"/>
                  </a:lnTo>
                  <a:lnTo>
                    <a:pt x="302501" y="79565"/>
                  </a:lnTo>
                  <a:lnTo>
                    <a:pt x="302501" y="77470"/>
                  </a:lnTo>
                  <a:lnTo>
                    <a:pt x="302501" y="75171"/>
                  </a:lnTo>
                  <a:close/>
                </a:path>
                <a:path w="431165" h="1273810">
                  <a:moveTo>
                    <a:pt x="306197" y="47142"/>
                  </a:moveTo>
                  <a:lnTo>
                    <a:pt x="304342" y="45440"/>
                  </a:lnTo>
                  <a:lnTo>
                    <a:pt x="299999" y="45440"/>
                  </a:lnTo>
                  <a:lnTo>
                    <a:pt x="298157" y="47142"/>
                  </a:lnTo>
                  <a:lnTo>
                    <a:pt x="298157" y="51600"/>
                  </a:lnTo>
                  <a:lnTo>
                    <a:pt x="299999" y="53225"/>
                  </a:lnTo>
                  <a:lnTo>
                    <a:pt x="302221" y="53225"/>
                  </a:lnTo>
                  <a:lnTo>
                    <a:pt x="304342" y="53225"/>
                  </a:lnTo>
                  <a:lnTo>
                    <a:pt x="306197" y="51600"/>
                  </a:lnTo>
                  <a:lnTo>
                    <a:pt x="306197" y="47142"/>
                  </a:lnTo>
                  <a:close/>
                </a:path>
                <a:path w="431165" h="1273810">
                  <a:moveTo>
                    <a:pt x="314058" y="40386"/>
                  </a:moveTo>
                  <a:lnTo>
                    <a:pt x="312254" y="38684"/>
                  </a:lnTo>
                  <a:lnTo>
                    <a:pt x="307848" y="38684"/>
                  </a:lnTo>
                  <a:lnTo>
                    <a:pt x="305968" y="40386"/>
                  </a:lnTo>
                  <a:lnTo>
                    <a:pt x="305968" y="44856"/>
                  </a:lnTo>
                  <a:lnTo>
                    <a:pt x="307848" y="46507"/>
                  </a:lnTo>
                  <a:lnTo>
                    <a:pt x="309994" y="46507"/>
                  </a:lnTo>
                  <a:lnTo>
                    <a:pt x="312254" y="46507"/>
                  </a:lnTo>
                  <a:lnTo>
                    <a:pt x="314058" y="44856"/>
                  </a:lnTo>
                  <a:lnTo>
                    <a:pt x="314058" y="40386"/>
                  </a:lnTo>
                  <a:close/>
                </a:path>
                <a:path w="431165" h="1273810">
                  <a:moveTo>
                    <a:pt x="324015" y="37541"/>
                  </a:moveTo>
                  <a:lnTo>
                    <a:pt x="322148" y="35699"/>
                  </a:lnTo>
                  <a:lnTo>
                    <a:pt x="317741" y="35699"/>
                  </a:lnTo>
                  <a:lnTo>
                    <a:pt x="316001" y="37541"/>
                  </a:lnTo>
                  <a:lnTo>
                    <a:pt x="316001" y="41694"/>
                  </a:lnTo>
                  <a:lnTo>
                    <a:pt x="317741" y="43586"/>
                  </a:lnTo>
                  <a:lnTo>
                    <a:pt x="320052" y="43586"/>
                  </a:lnTo>
                  <a:lnTo>
                    <a:pt x="322148" y="43586"/>
                  </a:lnTo>
                  <a:lnTo>
                    <a:pt x="324015" y="41694"/>
                  </a:lnTo>
                  <a:lnTo>
                    <a:pt x="324015" y="37541"/>
                  </a:lnTo>
                  <a:close/>
                </a:path>
                <a:path w="431165" h="1273810">
                  <a:moveTo>
                    <a:pt x="334505" y="38442"/>
                  </a:moveTo>
                  <a:lnTo>
                    <a:pt x="332587" y="36753"/>
                  </a:lnTo>
                  <a:lnTo>
                    <a:pt x="328358" y="36753"/>
                  </a:lnTo>
                  <a:lnTo>
                    <a:pt x="326504" y="38442"/>
                  </a:lnTo>
                  <a:lnTo>
                    <a:pt x="326504" y="42710"/>
                  </a:lnTo>
                  <a:lnTo>
                    <a:pt x="328358" y="44526"/>
                  </a:lnTo>
                  <a:lnTo>
                    <a:pt x="330403" y="44526"/>
                  </a:lnTo>
                  <a:lnTo>
                    <a:pt x="332587" y="44526"/>
                  </a:lnTo>
                  <a:lnTo>
                    <a:pt x="334505" y="42710"/>
                  </a:lnTo>
                  <a:lnTo>
                    <a:pt x="334505" y="38442"/>
                  </a:lnTo>
                  <a:close/>
                </a:path>
                <a:path w="431165" h="1273810">
                  <a:moveTo>
                    <a:pt x="337553" y="77203"/>
                  </a:moveTo>
                  <a:lnTo>
                    <a:pt x="337032" y="71132"/>
                  </a:lnTo>
                  <a:lnTo>
                    <a:pt x="332727" y="66992"/>
                  </a:lnTo>
                  <a:lnTo>
                    <a:pt x="331863" y="64820"/>
                  </a:lnTo>
                  <a:lnTo>
                    <a:pt x="329653" y="69037"/>
                  </a:lnTo>
                  <a:lnTo>
                    <a:pt x="327596" y="71640"/>
                  </a:lnTo>
                  <a:lnTo>
                    <a:pt x="327914" y="74891"/>
                  </a:lnTo>
                  <a:lnTo>
                    <a:pt x="328345" y="78308"/>
                  </a:lnTo>
                  <a:lnTo>
                    <a:pt x="331863" y="80645"/>
                  </a:lnTo>
                  <a:lnTo>
                    <a:pt x="333540" y="84035"/>
                  </a:lnTo>
                  <a:lnTo>
                    <a:pt x="335064" y="80149"/>
                  </a:lnTo>
                  <a:lnTo>
                    <a:pt x="337553" y="77203"/>
                  </a:lnTo>
                  <a:close/>
                </a:path>
                <a:path w="431165" h="1273810">
                  <a:moveTo>
                    <a:pt x="344360" y="41186"/>
                  </a:moveTo>
                  <a:lnTo>
                    <a:pt x="342633" y="39420"/>
                  </a:lnTo>
                  <a:lnTo>
                    <a:pt x="338074" y="39420"/>
                  </a:lnTo>
                  <a:lnTo>
                    <a:pt x="336359" y="41186"/>
                  </a:lnTo>
                  <a:lnTo>
                    <a:pt x="336359" y="45580"/>
                  </a:lnTo>
                  <a:lnTo>
                    <a:pt x="338074" y="47307"/>
                  </a:lnTo>
                  <a:lnTo>
                    <a:pt x="340296" y="47307"/>
                  </a:lnTo>
                  <a:lnTo>
                    <a:pt x="342633" y="47307"/>
                  </a:lnTo>
                  <a:lnTo>
                    <a:pt x="344360" y="45580"/>
                  </a:lnTo>
                  <a:lnTo>
                    <a:pt x="344360" y="41186"/>
                  </a:lnTo>
                  <a:close/>
                </a:path>
                <a:path w="431165" h="1273810">
                  <a:moveTo>
                    <a:pt x="353720" y="45440"/>
                  </a:moveTo>
                  <a:lnTo>
                    <a:pt x="351980" y="43878"/>
                  </a:lnTo>
                  <a:lnTo>
                    <a:pt x="347649" y="43878"/>
                  </a:lnTo>
                  <a:lnTo>
                    <a:pt x="345732" y="45440"/>
                  </a:lnTo>
                  <a:lnTo>
                    <a:pt x="345732" y="49872"/>
                  </a:lnTo>
                  <a:lnTo>
                    <a:pt x="347649" y="51689"/>
                  </a:lnTo>
                  <a:lnTo>
                    <a:pt x="349656" y="51689"/>
                  </a:lnTo>
                  <a:lnTo>
                    <a:pt x="351980" y="51689"/>
                  </a:lnTo>
                  <a:lnTo>
                    <a:pt x="353720" y="49872"/>
                  </a:lnTo>
                  <a:lnTo>
                    <a:pt x="353720" y="45440"/>
                  </a:lnTo>
                  <a:close/>
                </a:path>
                <a:path w="431165" h="1273810">
                  <a:moveTo>
                    <a:pt x="358990" y="22199"/>
                  </a:moveTo>
                  <a:lnTo>
                    <a:pt x="353961" y="23253"/>
                  </a:lnTo>
                  <a:lnTo>
                    <a:pt x="350113" y="27165"/>
                  </a:lnTo>
                  <a:lnTo>
                    <a:pt x="349097" y="32194"/>
                  </a:lnTo>
                  <a:lnTo>
                    <a:pt x="358990" y="32194"/>
                  </a:lnTo>
                  <a:lnTo>
                    <a:pt x="358990" y="22199"/>
                  </a:lnTo>
                  <a:close/>
                </a:path>
                <a:path w="431165" h="1273810">
                  <a:moveTo>
                    <a:pt x="359194" y="52082"/>
                  </a:moveTo>
                  <a:lnTo>
                    <a:pt x="357606" y="51841"/>
                  </a:lnTo>
                  <a:lnTo>
                    <a:pt x="356069" y="51346"/>
                  </a:lnTo>
                  <a:lnTo>
                    <a:pt x="354660" y="50787"/>
                  </a:lnTo>
                  <a:lnTo>
                    <a:pt x="354660" y="68884"/>
                  </a:lnTo>
                  <a:lnTo>
                    <a:pt x="359194" y="68884"/>
                  </a:lnTo>
                  <a:lnTo>
                    <a:pt x="359194" y="52082"/>
                  </a:lnTo>
                  <a:close/>
                </a:path>
                <a:path w="431165" h="1273810">
                  <a:moveTo>
                    <a:pt x="368490" y="50774"/>
                  </a:moveTo>
                  <a:lnTo>
                    <a:pt x="367004" y="51346"/>
                  </a:lnTo>
                  <a:lnTo>
                    <a:pt x="365569" y="51828"/>
                  </a:lnTo>
                  <a:lnTo>
                    <a:pt x="363855" y="52082"/>
                  </a:lnTo>
                  <a:lnTo>
                    <a:pt x="363855" y="68872"/>
                  </a:lnTo>
                  <a:lnTo>
                    <a:pt x="368490" y="68872"/>
                  </a:lnTo>
                  <a:lnTo>
                    <a:pt x="368490" y="50774"/>
                  </a:lnTo>
                  <a:close/>
                </a:path>
                <a:path w="431165" h="1273810">
                  <a:moveTo>
                    <a:pt x="372084" y="4114"/>
                  </a:moveTo>
                  <a:lnTo>
                    <a:pt x="369938" y="6832"/>
                  </a:lnTo>
                  <a:lnTo>
                    <a:pt x="366166" y="9245"/>
                  </a:lnTo>
                  <a:lnTo>
                    <a:pt x="362978" y="9880"/>
                  </a:lnTo>
                  <a:lnTo>
                    <a:pt x="363347" y="6400"/>
                  </a:lnTo>
                  <a:lnTo>
                    <a:pt x="365455" y="3568"/>
                  </a:lnTo>
                  <a:lnTo>
                    <a:pt x="368274" y="0"/>
                  </a:lnTo>
                  <a:lnTo>
                    <a:pt x="354850" y="0"/>
                  </a:lnTo>
                  <a:lnTo>
                    <a:pt x="357619" y="3568"/>
                  </a:lnTo>
                  <a:lnTo>
                    <a:pt x="359740" y="6400"/>
                  </a:lnTo>
                  <a:lnTo>
                    <a:pt x="360172" y="9880"/>
                  </a:lnTo>
                  <a:lnTo>
                    <a:pt x="356920" y="9245"/>
                  </a:lnTo>
                  <a:lnTo>
                    <a:pt x="353174" y="6832"/>
                  </a:lnTo>
                  <a:lnTo>
                    <a:pt x="351015" y="4114"/>
                  </a:lnTo>
                  <a:lnTo>
                    <a:pt x="351015" y="17754"/>
                  </a:lnTo>
                  <a:lnTo>
                    <a:pt x="353174" y="14846"/>
                  </a:lnTo>
                  <a:lnTo>
                    <a:pt x="356844" y="12395"/>
                  </a:lnTo>
                  <a:lnTo>
                    <a:pt x="360172" y="11925"/>
                  </a:lnTo>
                  <a:lnTo>
                    <a:pt x="359702" y="15367"/>
                  </a:lnTo>
                  <a:lnTo>
                    <a:pt x="357352" y="18453"/>
                  </a:lnTo>
                  <a:lnTo>
                    <a:pt x="354571" y="20612"/>
                  </a:lnTo>
                  <a:lnTo>
                    <a:pt x="368490" y="20612"/>
                  </a:lnTo>
                  <a:lnTo>
                    <a:pt x="365645" y="18453"/>
                  </a:lnTo>
                  <a:lnTo>
                    <a:pt x="363448" y="15367"/>
                  </a:lnTo>
                  <a:lnTo>
                    <a:pt x="362978" y="11925"/>
                  </a:lnTo>
                  <a:lnTo>
                    <a:pt x="366293" y="12395"/>
                  </a:lnTo>
                  <a:lnTo>
                    <a:pt x="369938" y="14846"/>
                  </a:lnTo>
                  <a:lnTo>
                    <a:pt x="372084" y="17754"/>
                  </a:lnTo>
                  <a:lnTo>
                    <a:pt x="372084" y="4114"/>
                  </a:lnTo>
                  <a:close/>
                </a:path>
                <a:path w="431165" h="1273810">
                  <a:moveTo>
                    <a:pt x="373849" y="37109"/>
                  </a:moveTo>
                  <a:lnTo>
                    <a:pt x="349224" y="37109"/>
                  </a:lnTo>
                  <a:lnTo>
                    <a:pt x="350507" y="42595"/>
                  </a:lnTo>
                  <a:lnTo>
                    <a:pt x="355485" y="46570"/>
                  </a:lnTo>
                  <a:lnTo>
                    <a:pt x="367588" y="46570"/>
                  </a:lnTo>
                  <a:lnTo>
                    <a:pt x="372643" y="42595"/>
                  </a:lnTo>
                  <a:lnTo>
                    <a:pt x="373849" y="37109"/>
                  </a:lnTo>
                  <a:close/>
                </a:path>
                <a:path w="431165" h="1273810">
                  <a:moveTo>
                    <a:pt x="374015" y="32194"/>
                  </a:moveTo>
                  <a:lnTo>
                    <a:pt x="373087" y="27165"/>
                  </a:lnTo>
                  <a:lnTo>
                    <a:pt x="369163" y="23380"/>
                  </a:lnTo>
                  <a:lnTo>
                    <a:pt x="364197" y="22199"/>
                  </a:lnTo>
                  <a:lnTo>
                    <a:pt x="364197" y="32194"/>
                  </a:lnTo>
                  <a:lnTo>
                    <a:pt x="374015" y="32194"/>
                  </a:lnTo>
                  <a:close/>
                </a:path>
                <a:path w="431165" h="1273810">
                  <a:moveTo>
                    <a:pt x="377444" y="45427"/>
                  </a:moveTo>
                  <a:lnTo>
                    <a:pt x="375589" y="43865"/>
                  </a:lnTo>
                  <a:lnTo>
                    <a:pt x="371144" y="43865"/>
                  </a:lnTo>
                  <a:lnTo>
                    <a:pt x="369366" y="45427"/>
                  </a:lnTo>
                  <a:lnTo>
                    <a:pt x="369366" y="47663"/>
                  </a:lnTo>
                  <a:lnTo>
                    <a:pt x="369366" y="49872"/>
                  </a:lnTo>
                  <a:lnTo>
                    <a:pt x="371144" y="51689"/>
                  </a:lnTo>
                  <a:lnTo>
                    <a:pt x="375589" y="51689"/>
                  </a:lnTo>
                  <a:lnTo>
                    <a:pt x="377444" y="49872"/>
                  </a:lnTo>
                  <a:lnTo>
                    <a:pt x="377444" y="45427"/>
                  </a:lnTo>
                  <a:close/>
                </a:path>
                <a:path w="431165" h="1273810">
                  <a:moveTo>
                    <a:pt x="386740" y="41186"/>
                  </a:moveTo>
                  <a:lnTo>
                    <a:pt x="384873" y="39420"/>
                  </a:lnTo>
                  <a:lnTo>
                    <a:pt x="380593" y="39420"/>
                  </a:lnTo>
                  <a:lnTo>
                    <a:pt x="378726" y="41186"/>
                  </a:lnTo>
                  <a:lnTo>
                    <a:pt x="378726" y="45580"/>
                  </a:lnTo>
                  <a:lnTo>
                    <a:pt x="380593" y="47307"/>
                  </a:lnTo>
                  <a:lnTo>
                    <a:pt x="382701" y="47307"/>
                  </a:lnTo>
                  <a:lnTo>
                    <a:pt x="384873" y="47307"/>
                  </a:lnTo>
                  <a:lnTo>
                    <a:pt x="386740" y="45580"/>
                  </a:lnTo>
                  <a:lnTo>
                    <a:pt x="386740" y="41186"/>
                  </a:lnTo>
                  <a:close/>
                </a:path>
                <a:path w="431165" h="1273810">
                  <a:moveTo>
                    <a:pt x="395592" y="71640"/>
                  </a:moveTo>
                  <a:lnTo>
                    <a:pt x="393585" y="69037"/>
                  </a:lnTo>
                  <a:lnTo>
                    <a:pt x="391363" y="64820"/>
                  </a:lnTo>
                  <a:lnTo>
                    <a:pt x="390550" y="66992"/>
                  </a:lnTo>
                  <a:lnTo>
                    <a:pt x="386181" y="71132"/>
                  </a:lnTo>
                  <a:lnTo>
                    <a:pt x="385559" y="77203"/>
                  </a:lnTo>
                  <a:lnTo>
                    <a:pt x="388239" y="80149"/>
                  </a:lnTo>
                  <a:lnTo>
                    <a:pt x="389712" y="84035"/>
                  </a:lnTo>
                  <a:lnTo>
                    <a:pt x="391363" y="80645"/>
                  </a:lnTo>
                  <a:lnTo>
                    <a:pt x="394995" y="78308"/>
                  </a:lnTo>
                  <a:lnTo>
                    <a:pt x="395592" y="71640"/>
                  </a:lnTo>
                  <a:close/>
                </a:path>
                <a:path w="431165" h="1273810">
                  <a:moveTo>
                    <a:pt x="396595" y="38442"/>
                  </a:moveTo>
                  <a:lnTo>
                    <a:pt x="394919" y="36753"/>
                  </a:lnTo>
                  <a:lnTo>
                    <a:pt x="390410" y="36753"/>
                  </a:lnTo>
                  <a:lnTo>
                    <a:pt x="388632" y="38442"/>
                  </a:lnTo>
                  <a:lnTo>
                    <a:pt x="388632" y="42710"/>
                  </a:lnTo>
                  <a:lnTo>
                    <a:pt x="390410" y="44526"/>
                  </a:lnTo>
                  <a:lnTo>
                    <a:pt x="392633" y="44526"/>
                  </a:lnTo>
                  <a:lnTo>
                    <a:pt x="394919" y="44526"/>
                  </a:lnTo>
                  <a:lnTo>
                    <a:pt x="396595" y="42710"/>
                  </a:lnTo>
                  <a:lnTo>
                    <a:pt x="396595" y="38442"/>
                  </a:lnTo>
                  <a:close/>
                </a:path>
                <a:path w="431165" h="1273810">
                  <a:moveTo>
                    <a:pt x="407123" y="37541"/>
                  </a:moveTo>
                  <a:lnTo>
                    <a:pt x="405218" y="35699"/>
                  </a:lnTo>
                  <a:lnTo>
                    <a:pt x="400888" y="35699"/>
                  </a:lnTo>
                  <a:lnTo>
                    <a:pt x="399161" y="37541"/>
                  </a:lnTo>
                  <a:lnTo>
                    <a:pt x="399161" y="41694"/>
                  </a:lnTo>
                  <a:lnTo>
                    <a:pt x="400888" y="43586"/>
                  </a:lnTo>
                  <a:lnTo>
                    <a:pt x="403199" y="43586"/>
                  </a:lnTo>
                  <a:lnTo>
                    <a:pt x="405218" y="43586"/>
                  </a:lnTo>
                  <a:lnTo>
                    <a:pt x="407123" y="41694"/>
                  </a:lnTo>
                  <a:lnTo>
                    <a:pt x="407123" y="37541"/>
                  </a:lnTo>
                  <a:close/>
                </a:path>
                <a:path w="431165" h="1273810">
                  <a:moveTo>
                    <a:pt x="417156" y="40386"/>
                  </a:moveTo>
                  <a:lnTo>
                    <a:pt x="415315" y="38684"/>
                  </a:lnTo>
                  <a:lnTo>
                    <a:pt x="410819" y="38684"/>
                  </a:lnTo>
                  <a:lnTo>
                    <a:pt x="409079" y="40386"/>
                  </a:lnTo>
                  <a:lnTo>
                    <a:pt x="409079" y="44856"/>
                  </a:lnTo>
                  <a:lnTo>
                    <a:pt x="410819" y="46507"/>
                  </a:lnTo>
                  <a:lnTo>
                    <a:pt x="413131" y="46507"/>
                  </a:lnTo>
                  <a:lnTo>
                    <a:pt x="415315" y="46507"/>
                  </a:lnTo>
                  <a:lnTo>
                    <a:pt x="417156" y="44856"/>
                  </a:lnTo>
                  <a:lnTo>
                    <a:pt x="417156" y="40386"/>
                  </a:lnTo>
                  <a:close/>
                </a:path>
                <a:path w="431165" h="1273810">
                  <a:moveTo>
                    <a:pt x="424954" y="47142"/>
                  </a:moveTo>
                  <a:lnTo>
                    <a:pt x="423075" y="45440"/>
                  </a:lnTo>
                  <a:lnTo>
                    <a:pt x="418706" y="45440"/>
                  </a:lnTo>
                  <a:lnTo>
                    <a:pt x="416941" y="47142"/>
                  </a:lnTo>
                  <a:lnTo>
                    <a:pt x="416941" y="51600"/>
                  </a:lnTo>
                  <a:lnTo>
                    <a:pt x="418706" y="53225"/>
                  </a:lnTo>
                  <a:lnTo>
                    <a:pt x="421005" y="53225"/>
                  </a:lnTo>
                  <a:lnTo>
                    <a:pt x="423075" y="53225"/>
                  </a:lnTo>
                  <a:lnTo>
                    <a:pt x="424954" y="51600"/>
                  </a:lnTo>
                  <a:lnTo>
                    <a:pt x="424954" y="47142"/>
                  </a:lnTo>
                  <a:close/>
                </a:path>
                <a:path w="431165" h="1273810">
                  <a:moveTo>
                    <a:pt x="428637" y="75158"/>
                  </a:moveTo>
                  <a:lnTo>
                    <a:pt x="426923" y="73393"/>
                  </a:lnTo>
                  <a:lnTo>
                    <a:pt x="424726" y="73393"/>
                  </a:lnTo>
                  <a:lnTo>
                    <a:pt x="422478" y="73393"/>
                  </a:lnTo>
                  <a:lnTo>
                    <a:pt x="420598" y="75158"/>
                  </a:lnTo>
                  <a:lnTo>
                    <a:pt x="420598" y="79552"/>
                  </a:lnTo>
                  <a:lnTo>
                    <a:pt x="422478" y="81330"/>
                  </a:lnTo>
                  <a:lnTo>
                    <a:pt x="426923" y="81330"/>
                  </a:lnTo>
                  <a:lnTo>
                    <a:pt x="428637" y="79552"/>
                  </a:lnTo>
                  <a:lnTo>
                    <a:pt x="428637" y="75158"/>
                  </a:lnTo>
                  <a:close/>
                </a:path>
                <a:path w="431165" h="1273810">
                  <a:moveTo>
                    <a:pt x="429285" y="56184"/>
                  </a:moveTo>
                  <a:lnTo>
                    <a:pt x="427507" y="54317"/>
                  </a:lnTo>
                  <a:lnTo>
                    <a:pt x="423075" y="54317"/>
                  </a:lnTo>
                  <a:lnTo>
                    <a:pt x="421360" y="56184"/>
                  </a:lnTo>
                  <a:lnTo>
                    <a:pt x="421360" y="58331"/>
                  </a:lnTo>
                  <a:lnTo>
                    <a:pt x="421360" y="60502"/>
                  </a:lnTo>
                  <a:lnTo>
                    <a:pt x="423075" y="62306"/>
                  </a:lnTo>
                  <a:lnTo>
                    <a:pt x="427507" y="62306"/>
                  </a:lnTo>
                  <a:lnTo>
                    <a:pt x="429285" y="60502"/>
                  </a:lnTo>
                  <a:lnTo>
                    <a:pt x="429285" y="56184"/>
                  </a:lnTo>
                  <a:close/>
                </a:path>
                <a:path w="431165" h="1273810">
                  <a:moveTo>
                    <a:pt x="430644" y="65735"/>
                  </a:moveTo>
                  <a:lnTo>
                    <a:pt x="428879" y="63995"/>
                  </a:lnTo>
                  <a:lnTo>
                    <a:pt x="426631" y="63995"/>
                  </a:lnTo>
                  <a:lnTo>
                    <a:pt x="424510" y="63995"/>
                  </a:lnTo>
                  <a:lnTo>
                    <a:pt x="422579" y="65735"/>
                  </a:lnTo>
                  <a:lnTo>
                    <a:pt x="422579" y="70129"/>
                  </a:lnTo>
                  <a:lnTo>
                    <a:pt x="424510" y="71742"/>
                  </a:lnTo>
                  <a:lnTo>
                    <a:pt x="428879" y="71742"/>
                  </a:lnTo>
                  <a:lnTo>
                    <a:pt x="430644" y="70129"/>
                  </a:lnTo>
                  <a:lnTo>
                    <a:pt x="430644" y="65735"/>
                  </a:lnTo>
                  <a:close/>
                </a:path>
              </a:pathLst>
            </a:custGeom>
            <a:solidFill>
              <a:srgbClr val="FFFFFF"/>
            </a:solidFill>
          </p:spPr>
          <p:txBody>
            <a:bodyPr wrap="square" lIns="0" tIns="0" rIns="0" bIns="0" rtlCol="0"/>
            <a:lstStyle/>
            <a:p>
              <a:endParaRPr/>
            </a:p>
          </p:txBody>
        </p:sp>
        <p:pic>
          <p:nvPicPr>
            <p:cNvPr id="4" name="object 4"/>
            <p:cNvPicPr>
              <a:picLocks noGrp="1" noRot="1" noMove="1" noResize="1" noEditPoints="1" noAdjustHandles="1" noChangeArrowheads="1" noChangeShapeType="1" noCrop="1"/>
            </p:cNvPicPr>
            <p:nvPr/>
          </p:nvPicPr>
          <p:blipFill>
            <a:blip r:embed="rId3" cstate="print"/>
            <a:stretch>
              <a:fillRect/>
            </a:stretch>
          </p:blipFill>
          <p:spPr>
            <a:xfrm>
              <a:off x="859313" y="758855"/>
              <a:ext cx="127684" cy="138549"/>
            </a:xfrm>
            <a:prstGeom prst="rect">
              <a:avLst/>
            </a:prstGeom>
          </p:spPr>
        </p:pic>
        <p:sp>
          <p:nvSpPr>
            <p:cNvPr id="5" name="object 5"/>
            <p:cNvSpPr>
              <a:spLocks noGrp="1" noRot="1" noMove="1" noResize="1" noEditPoints="1" noAdjustHandles="1" noChangeArrowheads="1" noChangeShapeType="1"/>
            </p:cNvSpPr>
            <p:nvPr/>
          </p:nvSpPr>
          <p:spPr>
            <a:xfrm>
              <a:off x="750720" y="833538"/>
              <a:ext cx="382905" cy="100965"/>
            </a:xfrm>
            <a:custGeom>
              <a:avLst/>
              <a:gdLst/>
              <a:ahLst/>
              <a:cxnLst/>
              <a:rect l="l" t="t" r="r" b="b"/>
              <a:pathLst>
                <a:path w="382905" h="100965">
                  <a:moveTo>
                    <a:pt x="191296" y="100680"/>
                  </a:moveTo>
                  <a:lnTo>
                    <a:pt x="141980" y="95797"/>
                  </a:lnTo>
                  <a:lnTo>
                    <a:pt x="116222" y="66004"/>
                  </a:lnTo>
                  <a:lnTo>
                    <a:pt x="108211" y="49550"/>
                  </a:lnTo>
                  <a:lnTo>
                    <a:pt x="108211" y="38518"/>
                  </a:lnTo>
                  <a:lnTo>
                    <a:pt x="119910" y="28106"/>
                  </a:lnTo>
                  <a:lnTo>
                    <a:pt x="109483" y="30361"/>
                  </a:lnTo>
                  <a:lnTo>
                    <a:pt x="98933" y="35024"/>
                  </a:lnTo>
                  <a:lnTo>
                    <a:pt x="88336" y="41244"/>
                  </a:lnTo>
                  <a:lnTo>
                    <a:pt x="61533" y="58575"/>
                  </a:lnTo>
                  <a:lnTo>
                    <a:pt x="47923" y="65679"/>
                  </a:lnTo>
                  <a:lnTo>
                    <a:pt x="41178" y="67616"/>
                  </a:lnTo>
                  <a:lnTo>
                    <a:pt x="28212" y="67616"/>
                  </a:lnTo>
                  <a:lnTo>
                    <a:pt x="6506" y="51161"/>
                  </a:lnTo>
                  <a:lnTo>
                    <a:pt x="348" y="48403"/>
                  </a:lnTo>
                  <a:lnTo>
                    <a:pt x="0" y="47551"/>
                  </a:lnTo>
                  <a:lnTo>
                    <a:pt x="522" y="45924"/>
                  </a:lnTo>
                  <a:lnTo>
                    <a:pt x="1409" y="45521"/>
                  </a:lnTo>
                  <a:lnTo>
                    <a:pt x="2216" y="45769"/>
                  </a:lnTo>
                  <a:lnTo>
                    <a:pt x="16212" y="46242"/>
                  </a:lnTo>
                  <a:lnTo>
                    <a:pt x="31341" y="41314"/>
                  </a:lnTo>
                  <a:lnTo>
                    <a:pt x="47137" y="32831"/>
                  </a:lnTo>
                  <a:lnTo>
                    <a:pt x="76300" y="14203"/>
                  </a:lnTo>
                  <a:lnTo>
                    <a:pt x="88981" y="6966"/>
                  </a:lnTo>
                  <a:lnTo>
                    <a:pt x="101041" y="1905"/>
                  </a:lnTo>
                  <a:lnTo>
                    <a:pt x="112343" y="0"/>
                  </a:lnTo>
                  <a:lnTo>
                    <a:pt x="117662" y="0"/>
                  </a:lnTo>
                  <a:lnTo>
                    <a:pt x="122364" y="1146"/>
                  </a:lnTo>
                  <a:lnTo>
                    <a:pt x="131531" y="5965"/>
                  </a:lnTo>
                  <a:lnTo>
                    <a:pt x="135346" y="10365"/>
                  </a:lnTo>
                  <a:lnTo>
                    <a:pt x="140223" y="21846"/>
                  </a:lnTo>
                  <a:lnTo>
                    <a:pt x="148946" y="35527"/>
                  </a:lnTo>
                  <a:lnTo>
                    <a:pt x="148946" y="41756"/>
                  </a:lnTo>
                  <a:lnTo>
                    <a:pt x="147870" y="44080"/>
                  </a:lnTo>
                  <a:lnTo>
                    <a:pt x="143136" y="48171"/>
                  </a:lnTo>
                  <a:lnTo>
                    <a:pt x="127526" y="56026"/>
                  </a:lnTo>
                  <a:lnTo>
                    <a:pt x="127272" y="58908"/>
                  </a:lnTo>
                  <a:lnTo>
                    <a:pt x="171766" y="68448"/>
                  </a:lnTo>
                  <a:lnTo>
                    <a:pt x="191296" y="69242"/>
                  </a:lnTo>
                  <a:lnTo>
                    <a:pt x="201286" y="69039"/>
                  </a:lnTo>
                  <a:lnTo>
                    <a:pt x="243526" y="63080"/>
                  </a:lnTo>
                  <a:lnTo>
                    <a:pt x="255511" y="59016"/>
                  </a:lnTo>
                  <a:lnTo>
                    <a:pt x="255020" y="57064"/>
                  </a:lnTo>
                  <a:lnTo>
                    <a:pt x="242307" y="50650"/>
                  </a:lnTo>
                  <a:lnTo>
                    <a:pt x="239441" y="48682"/>
                  </a:lnTo>
                  <a:lnTo>
                    <a:pt x="234945" y="44251"/>
                  </a:lnTo>
                  <a:lnTo>
                    <a:pt x="233726" y="41756"/>
                  </a:lnTo>
                  <a:lnTo>
                    <a:pt x="233726" y="35527"/>
                  </a:lnTo>
                  <a:lnTo>
                    <a:pt x="242560" y="21846"/>
                  </a:lnTo>
                  <a:lnTo>
                    <a:pt x="247389" y="10365"/>
                  </a:lnTo>
                  <a:lnTo>
                    <a:pt x="251236" y="5965"/>
                  </a:lnTo>
                  <a:lnTo>
                    <a:pt x="256096" y="3176"/>
                  </a:lnTo>
                  <a:lnTo>
                    <a:pt x="260260" y="1146"/>
                  </a:lnTo>
                  <a:lnTo>
                    <a:pt x="264962" y="0"/>
                  </a:lnTo>
                  <a:lnTo>
                    <a:pt x="270424" y="0"/>
                  </a:lnTo>
                  <a:lnTo>
                    <a:pt x="281660" y="1905"/>
                  </a:lnTo>
                  <a:lnTo>
                    <a:pt x="293697" y="6966"/>
                  </a:lnTo>
                  <a:lnTo>
                    <a:pt x="306376" y="14203"/>
                  </a:lnTo>
                  <a:lnTo>
                    <a:pt x="335500" y="32831"/>
                  </a:lnTo>
                  <a:lnTo>
                    <a:pt x="351306" y="41314"/>
                  </a:lnTo>
                  <a:lnTo>
                    <a:pt x="366475" y="46242"/>
                  </a:lnTo>
                  <a:lnTo>
                    <a:pt x="380535" y="45769"/>
                  </a:lnTo>
                  <a:lnTo>
                    <a:pt x="381311" y="45521"/>
                  </a:lnTo>
                  <a:lnTo>
                    <a:pt x="382182" y="45924"/>
                  </a:lnTo>
                  <a:lnTo>
                    <a:pt x="382467" y="46683"/>
                  </a:lnTo>
                  <a:lnTo>
                    <a:pt x="382688" y="47551"/>
                  </a:lnTo>
                  <a:lnTo>
                    <a:pt x="382324" y="48403"/>
                  </a:lnTo>
                  <a:lnTo>
                    <a:pt x="376166" y="51083"/>
                  </a:lnTo>
                  <a:lnTo>
                    <a:pt x="354460" y="67616"/>
                  </a:lnTo>
                  <a:lnTo>
                    <a:pt x="341510" y="67616"/>
                  </a:lnTo>
                  <a:lnTo>
                    <a:pt x="334860" y="65679"/>
                  </a:lnTo>
                  <a:lnTo>
                    <a:pt x="319456" y="57715"/>
                  </a:lnTo>
                  <a:lnTo>
                    <a:pt x="294434" y="41212"/>
                  </a:lnTo>
                  <a:lnTo>
                    <a:pt x="283777" y="34995"/>
                  </a:lnTo>
                  <a:lnTo>
                    <a:pt x="273188" y="30350"/>
                  </a:lnTo>
                  <a:lnTo>
                    <a:pt x="262746" y="28106"/>
                  </a:lnTo>
                  <a:lnTo>
                    <a:pt x="274968" y="38936"/>
                  </a:lnTo>
                  <a:lnTo>
                    <a:pt x="274968" y="49704"/>
                  </a:lnTo>
                  <a:lnTo>
                    <a:pt x="271216" y="56599"/>
                  </a:lnTo>
                  <a:lnTo>
                    <a:pt x="266593" y="66004"/>
                  </a:lnTo>
                  <a:lnTo>
                    <a:pt x="261099" y="86999"/>
                  </a:lnTo>
                  <a:lnTo>
                    <a:pt x="251078" y="92034"/>
                  </a:lnTo>
                  <a:lnTo>
                    <a:pt x="240766" y="95797"/>
                  </a:lnTo>
                  <a:lnTo>
                    <a:pt x="227326" y="98501"/>
                  </a:lnTo>
                  <a:lnTo>
                    <a:pt x="210816" y="100133"/>
                  </a:lnTo>
                  <a:lnTo>
                    <a:pt x="191296" y="100680"/>
                  </a:lnTo>
                  <a:close/>
                </a:path>
              </a:pathLst>
            </a:custGeom>
            <a:solidFill>
              <a:srgbClr val="FFFFFF"/>
            </a:solidFill>
          </p:spPr>
          <p:txBody>
            <a:bodyPr wrap="square" lIns="0" tIns="0" rIns="0" bIns="0" rtlCol="0"/>
            <a:lstStyle/>
            <a:p>
              <a:endParaRPr/>
            </a:p>
          </p:txBody>
        </p:sp>
        <p:pic>
          <p:nvPicPr>
            <p:cNvPr id="6" name="object 6"/>
            <p:cNvPicPr>
              <a:picLocks noGrp="1" noRot="1" noMove="1" noResize="1" noEditPoints="1" noAdjustHandles="1" noChangeArrowheads="1" noChangeShapeType="1" noCrop="1"/>
            </p:cNvPicPr>
            <p:nvPr/>
          </p:nvPicPr>
          <p:blipFill>
            <a:blip r:embed="rId4" cstate="print"/>
            <a:stretch>
              <a:fillRect/>
            </a:stretch>
          </p:blipFill>
          <p:spPr>
            <a:xfrm>
              <a:off x="864000" y="607992"/>
              <a:ext cx="162906" cy="217170"/>
            </a:xfrm>
            <a:prstGeom prst="rect">
              <a:avLst/>
            </a:prstGeom>
          </p:spPr>
        </p:pic>
        <p:sp>
          <p:nvSpPr>
            <p:cNvPr id="7" name="object 7"/>
            <p:cNvSpPr>
              <a:spLocks noGrp="1" noRot="1" noMove="1" noResize="1" noEditPoints="1" noAdjustHandles="1" noChangeArrowheads="1" noChangeShapeType="1"/>
            </p:cNvSpPr>
            <p:nvPr/>
          </p:nvSpPr>
          <p:spPr>
            <a:xfrm>
              <a:off x="702043" y="546036"/>
              <a:ext cx="492759" cy="325120"/>
            </a:xfrm>
            <a:custGeom>
              <a:avLst/>
              <a:gdLst/>
              <a:ahLst/>
              <a:cxnLst/>
              <a:rect l="l" t="t" r="r" b="b"/>
              <a:pathLst>
                <a:path w="492759" h="325119">
                  <a:moveTo>
                    <a:pt x="71945" y="28511"/>
                  </a:moveTo>
                  <a:lnTo>
                    <a:pt x="70612" y="27266"/>
                  </a:lnTo>
                  <a:lnTo>
                    <a:pt x="67449" y="27266"/>
                  </a:lnTo>
                  <a:lnTo>
                    <a:pt x="66065" y="28511"/>
                  </a:lnTo>
                  <a:lnTo>
                    <a:pt x="66065" y="31661"/>
                  </a:lnTo>
                  <a:lnTo>
                    <a:pt x="67449" y="32893"/>
                  </a:lnTo>
                  <a:lnTo>
                    <a:pt x="70612" y="32893"/>
                  </a:lnTo>
                  <a:lnTo>
                    <a:pt x="71945" y="31661"/>
                  </a:lnTo>
                  <a:lnTo>
                    <a:pt x="71945" y="30048"/>
                  </a:lnTo>
                  <a:lnTo>
                    <a:pt x="71945" y="28511"/>
                  </a:lnTo>
                  <a:close/>
                </a:path>
                <a:path w="492759" h="325119">
                  <a:moveTo>
                    <a:pt x="73012" y="36055"/>
                  </a:moveTo>
                  <a:lnTo>
                    <a:pt x="71653" y="34772"/>
                  </a:lnTo>
                  <a:lnTo>
                    <a:pt x="68478" y="34772"/>
                  </a:lnTo>
                  <a:lnTo>
                    <a:pt x="67106" y="36055"/>
                  </a:lnTo>
                  <a:lnTo>
                    <a:pt x="67106" y="39103"/>
                  </a:lnTo>
                  <a:lnTo>
                    <a:pt x="68478" y="40513"/>
                  </a:lnTo>
                  <a:lnTo>
                    <a:pt x="71653" y="40513"/>
                  </a:lnTo>
                  <a:lnTo>
                    <a:pt x="73012" y="39103"/>
                  </a:lnTo>
                  <a:lnTo>
                    <a:pt x="73012" y="37490"/>
                  </a:lnTo>
                  <a:lnTo>
                    <a:pt x="73012" y="36055"/>
                  </a:lnTo>
                  <a:close/>
                </a:path>
                <a:path w="492759" h="325119">
                  <a:moveTo>
                    <a:pt x="76466" y="22326"/>
                  </a:moveTo>
                  <a:lnTo>
                    <a:pt x="75107" y="21132"/>
                  </a:lnTo>
                  <a:lnTo>
                    <a:pt x="71945" y="21132"/>
                  </a:lnTo>
                  <a:lnTo>
                    <a:pt x="70688" y="22326"/>
                  </a:lnTo>
                  <a:lnTo>
                    <a:pt x="70688" y="25438"/>
                  </a:lnTo>
                  <a:lnTo>
                    <a:pt x="71945" y="26771"/>
                  </a:lnTo>
                  <a:lnTo>
                    <a:pt x="73596" y="26771"/>
                  </a:lnTo>
                  <a:lnTo>
                    <a:pt x="75107" y="26771"/>
                  </a:lnTo>
                  <a:lnTo>
                    <a:pt x="76466" y="25438"/>
                  </a:lnTo>
                  <a:lnTo>
                    <a:pt x="76466" y="22326"/>
                  </a:lnTo>
                  <a:close/>
                </a:path>
                <a:path w="492759" h="325119">
                  <a:moveTo>
                    <a:pt x="84124" y="21856"/>
                  </a:moveTo>
                  <a:lnTo>
                    <a:pt x="82880" y="20637"/>
                  </a:lnTo>
                  <a:lnTo>
                    <a:pt x="79679" y="20637"/>
                  </a:lnTo>
                  <a:lnTo>
                    <a:pt x="78409" y="21856"/>
                  </a:lnTo>
                  <a:lnTo>
                    <a:pt x="78409" y="24993"/>
                  </a:lnTo>
                  <a:lnTo>
                    <a:pt x="79679" y="26327"/>
                  </a:lnTo>
                  <a:lnTo>
                    <a:pt x="81229" y="26327"/>
                  </a:lnTo>
                  <a:lnTo>
                    <a:pt x="82880" y="26327"/>
                  </a:lnTo>
                  <a:lnTo>
                    <a:pt x="84124" y="24993"/>
                  </a:lnTo>
                  <a:lnTo>
                    <a:pt x="84124" y="21856"/>
                  </a:lnTo>
                  <a:close/>
                </a:path>
                <a:path w="492759" h="325119">
                  <a:moveTo>
                    <a:pt x="94157" y="24358"/>
                  </a:moveTo>
                  <a:lnTo>
                    <a:pt x="94043" y="20967"/>
                  </a:lnTo>
                  <a:lnTo>
                    <a:pt x="93319" y="19939"/>
                  </a:lnTo>
                  <a:lnTo>
                    <a:pt x="92087" y="19316"/>
                  </a:lnTo>
                  <a:lnTo>
                    <a:pt x="90779" y="18237"/>
                  </a:lnTo>
                  <a:lnTo>
                    <a:pt x="89103" y="16637"/>
                  </a:lnTo>
                  <a:lnTo>
                    <a:pt x="88595" y="16052"/>
                  </a:lnTo>
                  <a:lnTo>
                    <a:pt x="88112" y="15494"/>
                  </a:lnTo>
                  <a:lnTo>
                    <a:pt x="88163" y="15341"/>
                  </a:lnTo>
                  <a:lnTo>
                    <a:pt x="88265" y="15113"/>
                  </a:lnTo>
                  <a:lnTo>
                    <a:pt x="93243" y="15494"/>
                  </a:lnTo>
                  <a:lnTo>
                    <a:pt x="93179" y="15341"/>
                  </a:lnTo>
                  <a:lnTo>
                    <a:pt x="93091" y="15113"/>
                  </a:lnTo>
                  <a:lnTo>
                    <a:pt x="92456" y="13474"/>
                  </a:lnTo>
                  <a:lnTo>
                    <a:pt x="91262" y="10426"/>
                  </a:lnTo>
                  <a:lnTo>
                    <a:pt x="87731" y="13474"/>
                  </a:lnTo>
                  <a:lnTo>
                    <a:pt x="87363" y="13474"/>
                  </a:lnTo>
                  <a:lnTo>
                    <a:pt x="87083" y="8115"/>
                  </a:lnTo>
                  <a:lnTo>
                    <a:pt x="82042" y="9906"/>
                  </a:lnTo>
                  <a:lnTo>
                    <a:pt x="85382" y="13995"/>
                  </a:lnTo>
                  <a:lnTo>
                    <a:pt x="85242" y="14224"/>
                  </a:lnTo>
                  <a:lnTo>
                    <a:pt x="85242" y="14376"/>
                  </a:lnTo>
                  <a:lnTo>
                    <a:pt x="80759" y="14630"/>
                  </a:lnTo>
                  <a:lnTo>
                    <a:pt x="83185" y="19697"/>
                  </a:lnTo>
                  <a:lnTo>
                    <a:pt x="86080" y="16052"/>
                  </a:lnTo>
                  <a:lnTo>
                    <a:pt x="86220" y="16052"/>
                  </a:lnTo>
                  <a:lnTo>
                    <a:pt x="86347" y="16637"/>
                  </a:lnTo>
                  <a:lnTo>
                    <a:pt x="86588" y="17881"/>
                  </a:lnTo>
                  <a:lnTo>
                    <a:pt x="86715" y="19697"/>
                  </a:lnTo>
                  <a:lnTo>
                    <a:pt x="86791" y="24358"/>
                  </a:lnTo>
                  <a:lnTo>
                    <a:pt x="88392" y="26060"/>
                  </a:lnTo>
                  <a:lnTo>
                    <a:pt x="92506" y="26060"/>
                  </a:lnTo>
                  <a:lnTo>
                    <a:pt x="94157" y="24358"/>
                  </a:lnTo>
                  <a:close/>
                </a:path>
                <a:path w="492759" h="325119">
                  <a:moveTo>
                    <a:pt x="100431" y="15557"/>
                  </a:moveTo>
                  <a:lnTo>
                    <a:pt x="99174" y="14630"/>
                  </a:lnTo>
                  <a:lnTo>
                    <a:pt x="98107" y="13474"/>
                  </a:lnTo>
                  <a:lnTo>
                    <a:pt x="96126" y="13474"/>
                  </a:lnTo>
                  <a:lnTo>
                    <a:pt x="95008" y="14630"/>
                  </a:lnTo>
                  <a:lnTo>
                    <a:pt x="93941" y="15557"/>
                  </a:lnTo>
                  <a:lnTo>
                    <a:pt x="93941" y="17360"/>
                  </a:lnTo>
                  <a:lnTo>
                    <a:pt x="95084" y="18605"/>
                  </a:lnTo>
                  <a:lnTo>
                    <a:pt x="96126" y="19685"/>
                  </a:lnTo>
                  <a:lnTo>
                    <a:pt x="98107" y="19685"/>
                  </a:lnTo>
                  <a:lnTo>
                    <a:pt x="99174" y="18516"/>
                  </a:lnTo>
                  <a:lnTo>
                    <a:pt x="100431" y="17360"/>
                  </a:lnTo>
                  <a:lnTo>
                    <a:pt x="100431" y="15557"/>
                  </a:lnTo>
                  <a:close/>
                </a:path>
                <a:path w="492759" h="325119">
                  <a:moveTo>
                    <a:pt x="106845" y="10795"/>
                  </a:moveTo>
                  <a:lnTo>
                    <a:pt x="105765" y="9817"/>
                  </a:lnTo>
                  <a:lnTo>
                    <a:pt x="104559" y="8572"/>
                  </a:lnTo>
                  <a:lnTo>
                    <a:pt x="102730" y="8572"/>
                  </a:lnTo>
                  <a:lnTo>
                    <a:pt x="101536" y="9817"/>
                  </a:lnTo>
                  <a:lnTo>
                    <a:pt x="100457" y="10795"/>
                  </a:lnTo>
                  <a:lnTo>
                    <a:pt x="100457" y="12661"/>
                  </a:lnTo>
                  <a:lnTo>
                    <a:pt x="101536" y="13906"/>
                  </a:lnTo>
                  <a:lnTo>
                    <a:pt x="102730" y="14859"/>
                  </a:lnTo>
                  <a:lnTo>
                    <a:pt x="104559" y="14859"/>
                  </a:lnTo>
                  <a:lnTo>
                    <a:pt x="105765" y="13906"/>
                  </a:lnTo>
                  <a:lnTo>
                    <a:pt x="106845" y="12661"/>
                  </a:lnTo>
                  <a:lnTo>
                    <a:pt x="106845" y="10795"/>
                  </a:lnTo>
                  <a:close/>
                </a:path>
                <a:path w="492759" h="325119">
                  <a:moveTo>
                    <a:pt x="114452" y="12128"/>
                  </a:moveTo>
                  <a:lnTo>
                    <a:pt x="113347" y="10960"/>
                  </a:lnTo>
                  <a:lnTo>
                    <a:pt x="112191" y="9906"/>
                  </a:lnTo>
                  <a:lnTo>
                    <a:pt x="110337" y="9906"/>
                  </a:lnTo>
                  <a:lnTo>
                    <a:pt x="109321" y="10960"/>
                  </a:lnTo>
                  <a:lnTo>
                    <a:pt x="108089" y="12128"/>
                  </a:lnTo>
                  <a:lnTo>
                    <a:pt x="108216" y="13995"/>
                  </a:lnTo>
                  <a:lnTo>
                    <a:pt x="110464" y="16052"/>
                  </a:lnTo>
                  <a:lnTo>
                    <a:pt x="112318" y="16052"/>
                  </a:lnTo>
                  <a:lnTo>
                    <a:pt x="113347" y="15024"/>
                  </a:lnTo>
                  <a:lnTo>
                    <a:pt x="114452" y="13995"/>
                  </a:lnTo>
                  <a:lnTo>
                    <a:pt x="114452" y="12128"/>
                  </a:lnTo>
                  <a:close/>
                </a:path>
                <a:path w="492759" h="325119">
                  <a:moveTo>
                    <a:pt x="118529" y="23126"/>
                  </a:moveTo>
                  <a:lnTo>
                    <a:pt x="114071" y="23393"/>
                  </a:lnTo>
                  <a:lnTo>
                    <a:pt x="115328" y="25158"/>
                  </a:lnTo>
                  <a:lnTo>
                    <a:pt x="115722" y="25984"/>
                  </a:lnTo>
                  <a:lnTo>
                    <a:pt x="115836" y="27457"/>
                  </a:lnTo>
                  <a:lnTo>
                    <a:pt x="115011" y="27051"/>
                  </a:lnTo>
                  <a:lnTo>
                    <a:pt x="113855" y="26162"/>
                  </a:lnTo>
                  <a:lnTo>
                    <a:pt x="112826" y="24726"/>
                  </a:lnTo>
                  <a:lnTo>
                    <a:pt x="112941" y="26162"/>
                  </a:lnTo>
                  <a:lnTo>
                    <a:pt x="113042" y="27457"/>
                  </a:lnTo>
                  <a:lnTo>
                    <a:pt x="113157" y="28829"/>
                  </a:lnTo>
                  <a:lnTo>
                    <a:pt x="113258" y="30035"/>
                  </a:lnTo>
                  <a:lnTo>
                    <a:pt x="113322" y="30848"/>
                  </a:lnTo>
                  <a:lnTo>
                    <a:pt x="113398" y="31127"/>
                  </a:lnTo>
                  <a:lnTo>
                    <a:pt x="114071" y="30035"/>
                  </a:lnTo>
                  <a:lnTo>
                    <a:pt x="114198" y="29908"/>
                  </a:lnTo>
                  <a:lnTo>
                    <a:pt x="114782" y="29235"/>
                  </a:lnTo>
                  <a:lnTo>
                    <a:pt x="115836" y="28829"/>
                  </a:lnTo>
                  <a:lnTo>
                    <a:pt x="115722" y="31127"/>
                  </a:lnTo>
                  <a:lnTo>
                    <a:pt x="115608" y="33248"/>
                  </a:lnTo>
                  <a:lnTo>
                    <a:pt x="113855" y="34925"/>
                  </a:lnTo>
                  <a:lnTo>
                    <a:pt x="112318" y="35242"/>
                  </a:lnTo>
                  <a:lnTo>
                    <a:pt x="111023" y="35496"/>
                  </a:lnTo>
                  <a:lnTo>
                    <a:pt x="110426" y="35496"/>
                  </a:lnTo>
                  <a:lnTo>
                    <a:pt x="109093" y="34429"/>
                  </a:lnTo>
                  <a:lnTo>
                    <a:pt x="109029" y="34036"/>
                  </a:lnTo>
                  <a:lnTo>
                    <a:pt x="108940" y="33528"/>
                  </a:lnTo>
                  <a:lnTo>
                    <a:pt x="108889" y="33248"/>
                  </a:lnTo>
                  <a:lnTo>
                    <a:pt x="108775" y="32537"/>
                  </a:lnTo>
                  <a:lnTo>
                    <a:pt x="108534" y="31127"/>
                  </a:lnTo>
                  <a:lnTo>
                    <a:pt x="108915" y="30848"/>
                  </a:lnTo>
                  <a:lnTo>
                    <a:pt x="110197" y="29908"/>
                  </a:lnTo>
                  <a:lnTo>
                    <a:pt x="112014" y="31648"/>
                  </a:lnTo>
                  <a:lnTo>
                    <a:pt x="112039" y="31369"/>
                  </a:lnTo>
                  <a:lnTo>
                    <a:pt x="112153" y="29908"/>
                  </a:lnTo>
                  <a:lnTo>
                    <a:pt x="112191" y="29489"/>
                  </a:lnTo>
                  <a:lnTo>
                    <a:pt x="112204" y="29235"/>
                  </a:lnTo>
                  <a:lnTo>
                    <a:pt x="112318" y="27774"/>
                  </a:lnTo>
                  <a:lnTo>
                    <a:pt x="109004" y="27774"/>
                  </a:lnTo>
                  <a:lnTo>
                    <a:pt x="107619" y="29235"/>
                  </a:lnTo>
                  <a:lnTo>
                    <a:pt x="109321" y="25615"/>
                  </a:lnTo>
                  <a:lnTo>
                    <a:pt x="109207" y="25158"/>
                  </a:lnTo>
                  <a:lnTo>
                    <a:pt x="109080" y="24726"/>
                  </a:lnTo>
                  <a:lnTo>
                    <a:pt x="109029" y="24561"/>
                  </a:lnTo>
                  <a:lnTo>
                    <a:pt x="108597" y="22974"/>
                  </a:lnTo>
                  <a:lnTo>
                    <a:pt x="105181" y="21132"/>
                  </a:lnTo>
                  <a:lnTo>
                    <a:pt x="102971" y="24561"/>
                  </a:lnTo>
                  <a:lnTo>
                    <a:pt x="103035" y="24726"/>
                  </a:lnTo>
                  <a:lnTo>
                    <a:pt x="103911" y="27051"/>
                  </a:lnTo>
                  <a:lnTo>
                    <a:pt x="106489" y="29489"/>
                  </a:lnTo>
                  <a:lnTo>
                    <a:pt x="103911" y="28333"/>
                  </a:lnTo>
                  <a:lnTo>
                    <a:pt x="101536" y="30492"/>
                  </a:lnTo>
                  <a:lnTo>
                    <a:pt x="103911" y="33528"/>
                  </a:lnTo>
                  <a:lnTo>
                    <a:pt x="103962" y="33248"/>
                  </a:lnTo>
                  <a:lnTo>
                    <a:pt x="104432" y="30848"/>
                  </a:lnTo>
                  <a:lnTo>
                    <a:pt x="106730" y="31369"/>
                  </a:lnTo>
                  <a:lnTo>
                    <a:pt x="106794" y="31648"/>
                  </a:lnTo>
                  <a:lnTo>
                    <a:pt x="107632" y="35242"/>
                  </a:lnTo>
                  <a:lnTo>
                    <a:pt x="105879" y="37414"/>
                  </a:lnTo>
                  <a:lnTo>
                    <a:pt x="99047" y="39535"/>
                  </a:lnTo>
                  <a:lnTo>
                    <a:pt x="98971" y="39382"/>
                  </a:lnTo>
                  <a:lnTo>
                    <a:pt x="97599" y="36906"/>
                  </a:lnTo>
                  <a:lnTo>
                    <a:pt x="96939" y="35496"/>
                  </a:lnTo>
                  <a:lnTo>
                    <a:pt x="96824" y="35242"/>
                  </a:lnTo>
                  <a:lnTo>
                    <a:pt x="96672" y="34925"/>
                  </a:lnTo>
                  <a:lnTo>
                    <a:pt x="96710" y="34683"/>
                  </a:lnTo>
                  <a:lnTo>
                    <a:pt x="97485" y="34188"/>
                  </a:lnTo>
                  <a:lnTo>
                    <a:pt x="99631" y="34429"/>
                  </a:lnTo>
                  <a:lnTo>
                    <a:pt x="101879" y="35737"/>
                  </a:lnTo>
                  <a:lnTo>
                    <a:pt x="102006" y="35737"/>
                  </a:lnTo>
                  <a:lnTo>
                    <a:pt x="101930" y="35496"/>
                  </a:lnTo>
                  <a:lnTo>
                    <a:pt x="101854" y="35242"/>
                  </a:lnTo>
                  <a:lnTo>
                    <a:pt x="101739" y="34925"/>
                  </a:lnTo>
                  <a:lnTo>
                    <a:pt x="101663" y="34683"/>
                  </a:lnTo>
                  <a:lnTo>
                    <a:pt x="101574" y="34429"/>
                  </a:lnTo>
                  <a:lnTo>
                    <a:pt x="101180" y="33248"/>
                  </a:lnTo>
                  <a:lnTo>
                    <a:pt x="99936" y="29489"/>
                  </a:lnTo>
                  <a:lnTo>
                    <a:pt x="99174" y="31648"/>
                  </a:lnTo>
                  <a:lnTo>
                    <a:pt x="98005" y="32537"/>
                  </a:lnTo>
                  <a:lnTo>
                    <a:pt x="98285" y="32537"/>
                  </a:lnTo>
                  <a:lnTo>
                    <a:pt x="96304" y="33248"/>
                  </a:lnTo>
                  <a:lnTo>
                    <a:pt x="96037" y="33248"/>
                  </a:lnTo>
                  <a:lnTo>
                    <a:pt x="96113" y="30848"/>
                  </a:lnTo>
                  <a:lnTo>
                    <a:pt x="97243" y="27774"/>
                  </a:lnTo>
                  <a:lnTo>
                    <a:pt x="89408" y="30848"/>
                  </a:lnTo>
                  <a:lnTo>
                    <a:pt x="92862" y="32537"/>
                  </a:lnTo>
                  <a:lnTo>
                    <a:pt x="93573" y="33248"/>
                  </a:lnTo>
                  <a:lnTo>
                    <a:pt x="94259" y="34036"/>
                  </a:lnTo>
                  <a:lnTo>
                    <a:pt x="94500" y="34036"/>
                  </a:lnTo>
                  <a:lnTo>
                    <a:pt x="92570" y="34683"/>
                  </a:lnTo>
                  <a:lnTo>
                    <a:pt x="91084" y="34925"/>
                  </a:lnTo>
                  <a:lnTo>
                    <a:pt x="88684" y="34036"/>
                  </a:lnTo>
                  <a:lnTo>
                    <a:pt x="91757" y="39992"/>
                  </a:lnTo>
                  <a:lnTo>
                    <a:pt x="91871" y="39535"/>
                  </a:lnTo>
                  <a:lnTo>
                    <a:pt x="91986" y="39103"/>
                  </a:lnTo>
                  <a:lnTo>
                    <a:pt x="92049" y="38862"/>
                  </a:lnTo>
                  <a:lnTo>
                    <a:pt x="92138" y="38557"/>
                  </a:lnTo>
                  <a:lnTo>
                    <a:pt x="92252" y="38125"/>
                  </a:lnTo>
                  <a:lnTo>
                    <a:pt x="92303" y="37922"/>
                  </a:lnTo>
                  <a:lnTo>
                    <a:pt x="92506" y="37134"/>
                  </a:lnTo>
                  <a:lnTo>
                    <a:pt x="93941" y="35496"/>
                  </a:lnTo>
                  <a:lnTo>
                    <a:pt x="95008" y="35496"/>
                  </a:lnTo>
                  <a:lnTo>
                    <a:pt x="95097" y="35737"/>
                  </a:lnTo>
                  <a:lnTo>
                    <a:pt x="96672" y="40513"/>
                  </a:lnTo>
                  <a:lnTo>
                    <a:pt x="92227" y="42557"/>
                  </a:lnTo>
                  <a:lnTo>
                    <a:pt x="91262" y="43154"/>
                  </a:lnTo>
                  <a:lnTo>
                    <a:pt x="90538" y="43548"/>
                  </a:lnTo>
                  <a:lnTo>
                    <a:pt x="89154" y="43548"/>
                  </a:lnTo>
                  <a:lnTo>
                    <a:pt x="87363" y="43307"/>
                  </a:lnTo>
                  <a:lnTo>
                    <a:pt x="87274" y="43154"/>
                  </a:lnTo>
                  <a:lnTo>
                    <a:pt x="86436" y="41821"/>
                  </a:lnTo>
                  <a:lnTo>
                    <a:pt x="85953" y="41008"/>
                  </a:lnTo>
                  <a:lnTo>
                    <a:pt x="85356" y="39992"/>
                  </a:lnTo>
                  <a:lnTo>
                    <a:pt x="85864" y="39103"/>
                  </a:lnTo>
                  <a:lnTo>
                    <a:pt x="86169" y="38557"/>
                  </a:lnTo>
                  <a:lnTo>
                    <a:pt x="86525" y="37922"/>
                  </a:lnTo>
                  <a:lnTo>
                    <a:pt x="88760" y="39535"/>
                  </a:lnTo>
                  <a:lnTo>
                    <a:pt x="88722" y="39103"/>
                  </a:lnTo>
                  <a:lnTo>
                    <a:pt x="88607" y="37922"/>
                  </a:lnTo>
                  <a:lnTo>
                    <a:pt x="88506" y="36906"/>
                  </a:lnTo>
                  <a:lnTo>
                    <a:pt x="88392" y="35737"/>
                  </a:lnTo>
                  <a:lnTo>
                    <a:pt x="85039" y="35737"/>
                  </a:lnTo>
                  <a:lnTo>
                    <a:pt x="84124" y="38557"/>
                  </a:lnTo>
                  <a:lnTo>
                    <a:pt x="84226" y="34683"/>
                  </a:lnTo>
                  <a:lnTo>
                    <a:pt x="83185" y="32537"/>
                  </a:lnTo>
                  <a:lnTo>
                    <a:pt x="79006" y="31369"/>
                  </a:lnTo>
                  <a:lnTo>
                    <a:pt x="78930" y="31648"/>
                  </a:lnTo>
                  <a:lnTo>
                    <a:pt x="78193" y="34429"/>
                  </a:lnTo>
                  <a:lnTo>
                    <a:pt x="78130" y="35496"/>
                  </a:lnTo>
                  <a:lnTo>
                    <a:pt x="79324" y="37414"/>
                  </a:lnTo>
                  <a:lnTo>
                    <a:pt x="83261" y="39103"/>
                  </a:lnTo>
                  <a:lnTo>
                    <a:pt x="81038" y="38862"/>
                  </a:lnTo>
                  <a:lnTo>
                    <a:pt x="78663" y="41008"/>
                  </a:lnTo>
                  <a:lnTo>
                    <a:pt x="81686" y="43548"/>
                  </a:lnTo>
                  <a:lnTo>
                    <a:pt x="81686" y="41351"/>
                  </a:lnTo>
                  <a:lnTo>
                    <a:pt x="83705" y="41008"/>
                  </a:lnTo>
                  <a:lnTo>
                    <a:pt x="84886" y="42557"/>
                  </a:lnTo>
                  <a:lnTo>
                    <a:pt x="85572" y="43548"/>
                  </a:lnTo>
                  <a:lnTo>
                    <a:pt x="85572" y="44246"/>
                  </a:lnTo>
                  <a:lnTo>
                    <a:pt x="85432" y="45504"/>
                  </a:lnTo>
                  <a:lnTo>
                    <a:pt x="83934" y="46558"/>
                  </a:lnTo>
                  <a:lnTo>
                    <a:pt x="82905" y="47244"/>
                  </a:lnTo>
                  <a:lnTo>
                    <a:pt x="80149" y="47244"/>
                  </a:lnTo>
                  <a:lnTo>
                    <a:pt x="76949" y="44246"/>
                  </a:lnTo>
                  <a:lnTo>
                    <a:pt x="77609" y="43967"/>
                  </a:lnTo>
                  <a:lnTo>
                    <a:pt x="78574" y="43967"/>
                  </a:lnTo>
                  <a:lnTo>
                    <a:pt x="79921" y="44246"/>
                  </a:lnTo>
                  <a:lnTo>
                    <a:pt x="80289" y="44246"/>
                  </a:lnTo>
                  <a:lnTo>
                    <a:pt x="80048" y="43967"/>
                  </a:lnTo>
                  <a:lnTo>
                    <a:pt x="79349" y="43154"/>
                  </a:lnTo>
                  <a:lnTo>
                    <a:pt x="76631" y="39992"/>
                  </a:lnTo>
                  <a:lnTo>
                    <a:pt x="76136" y="39535"/>
                  </a:lnTo>
                  <a:lnTo>
                    <a:pt x="76200" y="42557"/>
                  </a:lnTo>
                  <a:lnTo>
                    <a:pt x="75831" y="43154"/>
                  </a:lnTo>
                  <a:lnTo>
                    <a:pt x="74396" y="39992"/>
                  </a:lnTo>
                  <a:lnTo>
                    <a:pt x="74269" y="39382"/>
                  </a:lnTo>
                  <a:lnTo>
                    <a:pt x="71056" y="42075"/>
                  </a:lnTo>
                  <a:lnTo>
                    <a:pt x="70827" y="42075"/>
                  </a:lnTo>
                  <a:lnTo>
                    <a:pt x="74041" y="43967"/>
                  </a:lnTo>
                  <a:lnTo>
                    <a:pt x="77660" y="46913"/>
                  </a:lnTo>
                  <a:lnTo>
                    <a:pt x="81965" y="52768"/>
                  </a:lnTo>
                  <a:lnTo>
                    <a:pt x="86372" y="49885"/>
                  </a:lnTo>
                  <a:lnTo>
                    <a:pt x="92011" y="47244"/>
                  </a:lnTo>
                  <a:lnTo>
                    <a:pt x="94424" y="46113"/>
                  </a:lnTo>
                  <a:lnTo>
                    <a:pt x="99644" y="43967"/>
                  </a:lnTo>
                  <a:lnTo>
                    <a:pt x="100736" y="43548"/>
                  </a:lnTo>
                  <a:lnTo>
                    <a:pt x="104559" y="42075"/>
                  </a:lnTo>
                  <a:lnTo>
                    <a:pt x="112534" y="39535"/>
                  </a:lnTo>
                  <a:lnTo>
                    <a:pt x="113017" y="39382"/>
                  </a:lnTo>
                  <a:lnTo>
                    <a:pt x="118211" y="38125"/>
                  </a:lnTo>
                  <a:lnTo>
                    <a:pt x="118097" y="37414"/>
                  </a:lnTo>
                  <a:lnTo>
                    <a:pt x="118021" y="36906"/>
                  </a:lnTo>
                  <a:lnTo>
                    <a:pt x="117805" y="35496"/>
                  </a:lnTo>
                  <a:lnTo>
                    <a:pt x="117678" y="34683"/>
                  </a:lnTo>
                  <a:lnTo>
                    <a:pt x="117576" y="34036"/>
                  </a:lnTo>
                  <a:lnTo>
                    <a:pt x="117462" y="33248"/>
                  </a:lnTo>
                  <a:lnTo>
                    <a:pt x="117348" y="32537"/>
                  </a:lnTo>
                  <a:lnTo>
                    <a:pt x="117208" y="31648"/>
                  </a:lnTo>
                  <a:lnTo>
                    <a:pt x="117271" y="30035"/>
                  </a:lnTo>
                  <a:lnTo>
                    <a:pt x="117335" y="29489"/>
                  </a:lnTo>
                  <a:lnTo>
                    <a:pt x="117424" y="28829"/>
                  </a:lnTo>
                  <a:lnTo>
                    <a:pt x="117487" y="28333"/>
                  </a:lnTo>
                  <a:lnTo>
                    <a:pt x="117602" y="27457"/>
                  </a:lnTo>
                  <a:lnTo>
                    <a:pt x="117690" y="26771"/>
                  </a:lnTo>
                  <a:lnTo>
                    <a:pt x="118529" y="23126"/>
                  </a:lnTo>
                  <a:close/>
                </a:path>
                <a:path w="492759" h="325119">
                  <a:moveTo>
                    <a:pt x="119253" y="18161"/>
                  </a:moveTo>
                  <a:lnTo>
                    <a:pt x="118110" y="16916"/>
                  </a:lnTo>
                  <a:lnTo>
                    <a:pt x="116979" y="15887"/>
                  </a:lnTo>
                  <a:lnTo>
                    <a:pt x="115150" y="15887"/>
                  </a:lnTo>
                  <a:lnTo>
                    <a:pt x="113944" y="16916"/>
                  </a:lnTo>
                  <a:lnTo>
                    <a:pt x="112903" y="18161"/>
                  </a:lnTo>
                  <a:lnTo>
                    <a:pt x="112903" y="20040"/>
                  </a:lnTo>
                  <a:lnTo>
                    <a:pt x="113944" y="21145"/>
                  </a:lnTo>
                  <a:lnTo>
                    <a:pt x="115150" y="22085"/>
                  </a:lnTo>
                  <a:lnTo>
                    <a:pt x="116979" y="22085"/>
                  </a:lnTo>
                  <a:lnTo>
                    <a:pt x="118110" y="21031"/>
                  </a:lnTo>
                  <a:lnTo>
                    <a:pt x="119253" y="20040"/>
                  </a:lnTo>
                  <a:lnTo>
                    <a:pt x="119253" y="18161"/>
                  </a:lnTo>
                  <a:close/>
                </a:path>
                <a:path w="492759" h="325119">
                  <a:moveTo>
                    <a:pt x="179311" y="207314"/>
                  </a:moveTo>
                  <a:lnTo>
                    <a:pt x="176161" y="206044"/>
                  </a:lnTo>
                  <a:lnTo>
                    <a:pt x="177507" y="202234"/>
                  </a:lnTo>
                  <a:lnTo>
                    <a:pt x="178765" y="199694"/>
                  </a:lnTo>
                  <a:lnTo>
                    <a:pt x="174840" y="197154"/>
                  </a:lnTo>
                  <a:lnTo>
                    <a:pt x="172885" y="195884"/>
                  </a:lnTo>
                  <a:lnTo>
                    <a:pt x="171792" y="188264"/>
                  </a:lnTo>
                  <a:lnTo>
                    <a:pt x="171602" y="186994"/>
                  </a:lnTo>
                  <a:lnTo>
                    <a:pt x="172186" y="183184"/>
                  </a:lnTo>
                  <a:lnTo>
                    <a:pt x="167233" y="176834"/>
                  </a:lnTo>
                  <a:lnTo>
                    <a:pt x="162941" y="173024"/>
                  </a:lnTo>
                  <a:lnTo>
                    <a:pt x="161518" y="171754"/>
                  </a:lnTo>
                  <a:lnTo>
                    <a:pt x="139700" y="147624"/>
                  </a:lnTo>
                  <a:lnTo>
                    <a:pt x="144119" y="147624"/>
                  </a:lnTo>
                  <a:lnTo>
                    <a:pt x="147243" y="150164"/>
                  </a:lnTo>
                  <a:lnTo>
                    <a:pt x="149161" y="151434"/>
                  </a:lnTo>
                  <a:lnTo>
                    <a:pt x="152844" y="155244"/>
                  </a:lnTo>
                  <a:lnTo>
                    <a:pt x="156222" y="159054"/>
                  </a:lnTo>
                  <a:lnTo>
                    <a:pt x="159893" y="150164"/>
                  </a:lnTo>
                  <a:lnTo>
                    <a:pt x="161569" y="147624"/>
                  </a:lnTo>
                  <a:lnTo>
                    <a:pt x="164096" y="143814"/>
                  </a:lnTo>
                  <a:lnTo>
                    <a:pt x="168948" y="136194"/>
                  </a:lnTo>
                  <a:lnTo>
                    <a:pt x="174599" y="129844"/>
                  </a:lnTo>
                  <a:lnTo>
                    <a:pt x="176682" y="127304"/>
                  </a:lnTo>
                  <a:lnTo>
                    <a:pt x="177685" y="126034"/>
                  </a:lnTo>
                  <a:lnTo>
                    <a:pt x="174777" y="127304"/>
                  </a:lnTo>
                  <a:lnTo>
                    <a:pt x="170154" y="127304"/>
                  </a:lnTo>
                  <a:lnTo>
                    <a:pt x="167678" y="129844"/>
                  </a:lnTo>
                  <a:lnTo>
                    <a:pt x="167678" y="120954"/>
                  </a:lnTo>
                  <a:lnTo>
                    <a:pt x="164338" y="117144"/>
                  </a:lnTo>
                  <a:lnTo>
                    <a:pt x="164617" y="112064"/>
                  </a:lnTo>
                  <a:lnTo>
                    <a:pt x="162864" y="105714"/>
                  </a:lnTo>
                  <a:lnTo>
                    <a:pt x="160858" y="103174"/>
                  </a:lnTo>
                  <a:lnTo>
                    <a:pt x="157873" y="99364"/>
                  </a:lnTo>
                  <a:lnTo>
                    <a:pt x="148463" y="91744"/>
                  </a:lnTo>
                  <a:lnTo>
                    <a:pt x="156654" y="94284"/>
                  </a:lnTo>
                  <a:lnTo>
                    <a:pt x="161404" y="100634"/>
                  </a:lnTo>
                  <a:lnTo>
                    <a:pt x="167678" y="95554"/>
                  </a:lnTo>
                  <a:lnTo>
                    <a:pt x="164160" y="93014"/>
                  </a:lnTo>
                  <a:lnTo>
                    <a:pt x="163182" y="91744"/>
                  </a:lnTo>
                  <a:lnTo>
                    <a:pt x="160274" y="87934"/>
                  </a:lnTo>
                  <a:lnTo>
                    <a:pt x="153619" y="81584"/>
                  </a:lnTo>
                  <a:lnTo>
                    <a:pt x="141795" y="73964"/>
                  </a:lnTo>
                  <a:lnTo>
                    <a:pt x="147332" y="75234"/>
                  </a:lnTo>
                  <a:lnTo>
                    <a:pt x="152666" y="79044"/>
                  </a:lnTo>
                  <a:lnTo>
                    <a:pt x="158229" y="80314"/>
                  </a:lnTo>
                  <a:lnTo>
                    <a:pt x="164477" y="79044"/>
                  </a:lnTo>
                  <a:lnTo>
                    <a:pt x="158902" y="75234"/>
                  </a:lnTo>
                  <a:lnTo>
                    <a:pt x="157619" y="73964"/>
                  </a:lnTo>
                  <a:lnTo>
                    <a:pt x="156337" y="72694"/>
                  </a:lnTo>
                  <a:lnTo>
                    <a:pt x="149948" y="66344"/>
                  </a:lnTo>
                  <a:lnTo>
                    <a:pt x="147408" y="63804"/>
                  </a:lnTo>
                  <a:lnTo>
                    <a:pt x="145084" y="62534"/>
                  </a:lnTo>
                  <a:lnTo>
                    <a:pt x="138137" y="58724"/>
                  </a:lnTo>
                  <a:lnTo>
                    <a:pt x="143268" y="58724"/>
                  </a:lnTo>
                  <a:lnTo>
                    <a:pt x="148755" y="61264"/>
                  </a:lnTo>
                  <a:lnTo>
                    <a:pt x="151015" y="58724"/>
                  </a:lnTo>
                  <a:lnTo>
                    <a:pt x="153276" y="56184"/>
                  </a:lnTo>
                  <a:lnTo>
                    <a:pt x="148082" y="56184"/>
                  </a:lnTo>
                  <a:lnTo>
                    <a:pt x="144868" y="52374"/>
                  </a:lnTo>
                  <a:lnTo>
                    <a:pt x="139280" y="51104"/>
                  </a:lnTo>
                  <a:lnTo>
                    <a:pt x="140144" y="48564"/>
                  </a:lnTo>
                  <a:lnTo>
                    <a:pt x="141439" y="44754"/>
                  </a:lnTo>
                  <a:lnTo>
                    <a:pt x="140919" y="40944"/>
                  </a:lnTo>
                  <a:lnTo>
                    <a:pt x="138633" y="37134"/>
                  </a:lnTo>
                  <a:lnTo>
                    <a:pt x="134658" y="37134"/>
                  </a:lnTo>
                  <a:lnTo>
                    <a:pt x="130771" y="38404"/>
                  </a:lnTo>
                  <a:lnTo>
                    <a:pt x="127990" y="40741"/>
                  </a:lnTo>
                  <a:lnTo>
                    <a:pt x="127990" y="99364"/>
                  </a:lnTo>
                  <a:lnTo>
                    <a:pt x="122453" y="100634"/>
                  </a:lnTo>
                  <a:lnTo>
                    <a:pt x="117322" y="103174"/>
                  </a:lnTo>
                  <a:lnTo>
                    <a:pt x="113169" y="99364"/>
                  </a:lnTo>
                  <a:lnTo>
                    <a:pt x="112522" y="96824"/>
                  </a:lnTo>
                  <a:lnTo>
                    <a:pt x="112191" y="95554"/>
                  </a:lnTo>
                  <a:lnTo>
                    <a:pt x="111137" y="93014"/>
                  </a:lnTo>
                  <a:lnTo>
                    <a:pt x="110350" y="90474"/>
                  </a:lnTo>
                  <a:lnTo>
                    <a:pt x="113868" y="86664"/>
                  </a:lnTo>
                  <a:lnTo>
                    <a:pt x="114452" y="85394"/>
                  </a:lnTo>
                  <a:lnTo>
                    <a:pt x="113880" y="84124"/>
                  </a:lnTo>
                  <a:lnTo>
                    <a:pt x="112750" y="81584"/>
                  </a:lnTo>
                  <a:lnTo>
                    <a:pt x="111620" y="79044"/>
                  </a:lnTo>
                  <a:lnTo>
                    <a:pt x="108216" y="81584"/>
                  </a:lnTo>
                  <a:lnTo>
                    <a:pt x="104571" y="81584"/>
                  </a:lnTo>
                  <a:lnTo>
                    <a:pt x="106286" y="79044"/>
                  </a:lnTo>
                  <a:lnTo>
                    <a:pt x="106362" y="76504"/>
                  </a:lnTo>
                  <a:lnTo>
                    <a:pt x="104127" y="76504"/>
                  </a:lnTo>
                  <a:lnTo>
                    <a:pt x="101358" y="77774"/>
                  </a:lnTo>
                  <a:lnTo>
                    <a:pt x="101358" y="81584"/>
                  </a:lnTo>
                  <a:lnTo>
                    <a:pt x="99771" y="81584"/>
                  </a:lnTo>
                  <a:lnTo>
                    <a:pt x="98336" y="80314"/>
                  </a:lnTo>
                  <a:lnTo>
                    <a:pt x="99148" y="77774"/>
                  </a:lnTo>
                  <a:lnTo>
                    <a:pt x="99148" y="75234"/>
                  </a:lnTo>
                  <a:lnTo>
                    <a:pt x="100431" y="73964"/>
                  </a:lnTo>
                  <a:lnTo>
                    <a:pt x="102184" y="73964"/>
                  </a:lnTo>
                  <a:lnTo>
                    <a:pt x="108242" y="71424"/>
                  </a:lnTo>
                  <a:lnTo>
                    <a:pt x="117322" y="67614"/>
                  </a:lnTo>
                  <a:lnTo>
                    <a:pt x="119253" y="67614"/>
                  </a:lnTo>
                  <a:lnTo>
                    <a:pt x="120573" y="66344"/>
                  </a:lnTo>
                  <a:lnTo>
                    <a:pt x="121945" y="67614"/>
                  </a:lnTo>
                  <a:lnTo>
                    <a:pt x="122872" y="68884"/>
                  </a:lnTo>
                  <a:lnTo>
                    <a:pt x="125285" y="70154"/>
                  </a:lnTo>
                  <a:lnTo>
                    <a:pt x="124701" y="71424"/>
                  </a:lnTo>
                  <a:lnTo>
                    <a:pt x="123837" y="72694"/>
                  </a:lnTo>
                  <a:lnTo>
                    <a:pt x="120573" y="70154"/>
                  </a:lnTo>
                  <a:lnTo>
                    <a:pt x="116611" y="72694"/>
                  </a:lnTo>
                  <a:lnTo>
                    <a:pt x="118198" y="73964"/>
                  </a:lnTo>
                  <a:lnTo>
                    <a:pt x="121640" y="75234"/>
                  </a:lnTo>
                  <a:lnTo>
                    <a:pt x="118351" y="77774"/>
                  </a:lnTo>
                  <a:lnTo>
                    <a:pt x="114795" y="79044"/>
                  </a:lnTo>
                  <a:lnTo>
                    <a:pt x="115938" y="81584"/>
                  </a:lnTo>
                  <a:lnTo>
                    <a:pt x="116979" y="84124"/>
                  </a:lnTo>
                  <a:lnTo>
                    <a:pt x="118605" y="85394"/>
                  </a:lnTo>
                  <a:lnTo>
                    <a:pt x="123444" y="85394"/>
                  </a:lnTo>
                  <a:lnTo>
                    <a:pt x="124701" y="87934"/>
                  </a:lnTo>
                  <a:lnTo>
                    <a:pt x="126047" y="90474"/>
                  </a:lnTo>
                  <a:lnTo>
                    <a:pt x="127508" y="94284"/>
                  </a:lnTo>
                  <a:lnTo>
                    <a:pt x="127635" y="95554"/>
                  </a:lnTo>
                  <a:lnTo>
                    <a:pt x="127749" y="96824"/>
                  </a:lnTo>
                  <a:lnTo>
                    <a:pt x="127990" y="99364"/>
                  </a:lnTo>
                  <a:lnTo>
                    <a:pt x="127990" y="40741"/>
                  </a:lnTo>
                  <a:lnTo>
                    <a:pt x="127812" y="40881"/>
                  </a:lnTo>
                  <a:lnTo>
                    <a:pt x="127812" y="48564"/>
                  </a:lnTo>
                  <a:lnTo>
                    <a:pt x="123837" y="54914"/>
                  </a:lnTo>
                  <a:lnTo>
                    <a:pt x="126466" y="57454"/>
                  </a:lnTo>
                  <a:lnTo>
                    <a:pt x="123317" y="59994"/>
                  </a:lnTo>
                  <a:lnTo>
                    <a:pt x="119341" y="62534"/>
                  </a:lnTo>
                  <a:lnTo>
                    <a:pt x="113868" y="59994"/>
                  </a:lnTo>
                  <a:lnTo>
                    <a:pt x="111506" y="56184"/>
                  </a:lnTo>
                  <a:lnTo>
                    <a:pt x="123444" y="51104"/>
                  </a:lnTo>
                  <a:lnTo>
                    <a:pt x="127812" y="48564"/>
                  </a:lnTo>
                  <a:lnTo>
                    <a:pt x="127812" y="40881"/>
                  </a:lnTo>
                  <a:lnTo>
                    <a:pt x="127304" y="37134"/>
                  </a:lnTo>
                  <a:lnTo>
                    <a:pt x="120103" y="37134"/>
                  </a:lnTo>
                  <a:lnTo>
                    <a:pt x="120370" y="38404"/>
                  </a:lnTo>
                  <a:lnTo>
                    <a:pt x="121107" y="40944"/>
                  </a:lnTo>
                  <a:lnTo>
                    <a:pt x="116611" y="40944"/>
                  </a:lnTo>
                  <a:lnTo>
                    <a:pt x="107657" y="43484"/>
                  </a:lnTo>
                  <a:lnTo>
                    <a:pt x="100787" y="45999"/>
                  </a:lnTo>
                  <a:lnTo>
                    <a:pt x="100787" y="65074"/>
                  </a:lnTo>
                  <a:lnTo>
                    <a:pt x="98907" y="71424"/>
                  </a:lnTo>
                  <a:lnTo>
                    <a:pt x="89750" y="71424"/>
                  </a:lnTo>
                  <a:lnTo>
                    <a:pt x="89852" y="67614"/>
                  </a:lnTo>
                  <a:lnTo>
                    <a:pt x="82880" y="66344"/>
                  </a:lnTo>
                  <a:lnTo>
                    <a:pt x="87757" y="65074"/>
                  </a:lnTo>
                  <a:lnTo>
                    <a:pt x="99771" y="61264"/>
                  </a:lnTo>
                  <a:lnTo>
                    <a:pt x="100787" y="65074"/>
                  </a:lnTo>
                  <a:lnTo>
                    <a:pt x="100787" y="45999"/>
                  </a:lnTo>
                  <a:lnTo>
                    <a:pt x="93726" y="48564"/>
                  </a:lnTo>
                  <a:lnTo>
                    <a:pt x="85864" y="53644"/>
                  </a:lnTo>
                  <a:lnTo>
                    <a:pt x="82118" y="56184"/>
                  </a:lnTo>
                  <a:lnTo>
                    <a:pt x="80949" y="53644"/>
                  </a:lnTo>
                  <a:lnTo>
                    <a:pt x="80086" y="53644"/>
                  </a:lnTo>
                  <a:lnTo>
                    <a:pt x="77660" y="54914"/>
                  </a:lnTo>
                  <a:lnTo>
                    <a:pt x="75184" y="57454"/>
                  </a:lnTo>
                  <a:lnTo>
                    <a:pt x="77101" y="59994"/>
                  </a:lnTo>
                  <a:lnTo>
                    <a:pt x="73152" y="61264"/>
                  </a:lnTo>
                  <a:lnTo>
                    <a:pt x="68872" y="61264"/>
                  </a:lnTo>
                  <a:lnTo>
                    <a:pt x="65252" y="65074"/>
                  </a:lnTo>
                  <a:lnTo>
                    <a:pt x="65252" y="68884"/>
                  </a:lnTo>
                  <a:lnTo>
                    <a:pt x="69011" y="72694"/>
                  </a:lnTo>
                  <a:lnTo>
                    <a:pt x="74536" y="75234"/>
                  </a:lnTo>
                  <a:lnTo>
                    <a:pt x="70332" y="82854"/>
                  </a:lnTo>
                  <a:lnTo>
                    <a:pt x="69583" y="89204"/>
                  </a:lnTo>
                  <a:lnTo>
                    <a:pt x="69481" y="90474"/>
                  </a:lnTo>
                  <a:lnTo>
                    <a:pt x="69367" y="91744"/>
                  </a:lnTo>
                  <a:lnTo>
                    <a:pt x="69265" y="93014"/>
                  </a:lnTo>
                  <a:lnTo>
                    <a:pt x="69151" y="94284"/>
                  </a:lnTo>
                  <a:lnTo>
                    <a:pt x="69037" y="95554"/>
                  </a:lnTo>
                  <a:lnTo>
                    <a:pt x="65455" y="100634"/>
                  </a:lnTo>
                  <a:lnTo>
                    <a:pt x="71932" y="99364"/>
                  </a:lnTo>
                  <a:lnTo>
                    <a:pt x="75272" y="93014"/>
                  </a:lnTo>
                  <a:lnTo>
                    <a:pt x="77533" y="87934"/>
                  </a:lnTo>
                  <a:lnTo>
                    <a:pt x="80759" y="84124"/>
                  </a:lnTo>
                  <a:lnTo>
                    <a:pt x="79476" y="90474"/>
                  </a:lnTo>
                  <a:lnTo>
                    <a:pt x="77114" y="95554"/>
                  </a:lnTo>
                  <a:lnTo>
                    <a:pt x="74841" y="100634"/>
                  </a:lnTo>
                  <a:lnTo>
                    <a:pt x="73825" y="108254"/>
                  </a:lnTo>
                  <a:lnTo>
                    <a:pt x="73825" y="114604"/>
                  </a:lnTo>
                  <a:lnTo>
                    <a:pt x="77812" y="122224"/>
                  </a:lnTo>
                  <a:lnTo>
                    <a:pt x="74371" y="126034"/>
                  </a:lnTo>
                  <a:lnTo>
                    <a:pt x="79641" y="120954"/>
                  </a:lnTo>
                  <a:lnTo>
                    <a:pt x="82283" y="112064"/>
                  </a:lnTo>
                  <a:lnTo>
                    <a:pt x="84251" y="103174"/>
                  </a:lnTo>
                  <a:lnTo>
                    <a:pt x="87490" y="96824"/>
                  </a:lnTo>
                  <a:lnTo>
                    <a:pt x="88582" y="99364"/>
                  </a:lnTo>
                  <a:lnTo>
                    <a:pt x="87820" y="103174"/>
                  </a:lnTo>
                  <a:lnTo>
                    <a:pt x="86588" y="106984"/>
                  </a:lnTo>
                  <a:lnTo>
                    <a:pt x="85166" y="114604"/>
                  </a:lnTo>
                  <a:lnTo>
                    <a:pt x="85077" y="117144"/>
                  </a:lnTo>
                  <a:lnTo>
                    <a:pt x="85026" y="118414"/>
                  </a:lnTo>
                  <a:lnTo>
                    <a:pt x="84937" y="120954"/>
                  </a:lnTo>
                  <a:lnTo>
                    <a:pt x="84886" y="122224"/>
                  </a:lnTo>
                  <a:lnTo>
                    <a:pt x="84785" y="123494"/>
                  </a:lnTo>
                  <a:lnTo>
                    <a:pt x="84670" y="124764"/>
                  </a:lnTo>
                  <a:lnTo>
                    <a:pt x="84569" y="126034"/>
                  </a:lnTo>
                  <a:lnTo>
                    <a:pt x="84467" y="127304"/>
                  </a:lnTo>
                  <a:lnTo>
                    <a:pt x="84353" y="128574"/>
                  </a:lnTo>
                  <a:lnTo>
                    <a:pt x="84251" y="129844"/>
                  </a:lnTo>
                  <a:lnTo>
                    <a:pt x="81749" y="134924"/>
                  </a:lnTo>
                  <a:lnTo>
                    <a:pt x="87782" y="131114"/>
                  </a:lnTo>
                  <a:lnTo>
                    <a:pt x="91973" y="124764"/>
                  </a:lnTo>
                  <a:lnTo>
                    <a:pt x="95834" y="118414"/>
                  </a:lnTo>
                  <a:lnTo>
                    <a:pt x="100863" y="112064"/>
                  </a:lnTo>
                  <a:lnTo>
                    <a:pt x="95580" y="124764"/>
                  </a:lnTo>
                  <a:lnTo>
                    <a:pt x="89928" y="141274"/>
                  </a:lnTo>
                  <a:lnTo>
                    <a:pt x="83604" y="157784"/>
                  </a:lnTo>
                  <a:lnTo>
                    <a:pt x="54737" y="203504"/>
                  </a:lnTo>
                  <a:lnTo>
                    <a:pt x="34188" y="220014"/>
                  </a:lnTo>
                  <a:lnTo>
                    <a:pt x="27292" y="220014"/>
                  </a:lnTo>
                  <a:lnTo>
                    <a:pt x="22275" y="216204"/>
                  </a:lnTo>
                  <a:lnTo>
                    <a:pt x="22275" y="207314"/>
                  </a:lnTo>
                  <a:lnTo>
                    <a:pt x="29210" y="189534"/>
                  </a:lnTo>
                  <a:lnTo>
                    <a:pt x="59677" y="156514"/>
                  </a:lnTo>
                  <a:lnTo>
                    <a:pt x="66611" y="137464"/>
                  </a:lnTo>
                  <a:lnTo>
                    <a:pt x="66611" y="126034"/>
                  </a:lnTo>
                  <a:lnTo>
                    <a:pt x="56540" y="122224"/>
                  </a:lnTo>
                  <a:lnTo>
                    <a:pt x="46024" y="122224"/>
                  </a:lnTo>
                  <a:lnTo>
                    <a:pt x="41008" y="123494"/>
                  </a:lnTo>
                  <a:lnTo>
                    <a:pt x="36728" y="127304"/>
                  </a:lnTo>
                  <a:lnTo>
                    <a:pt x="34886" y="126034"/>
                  </a:lnTo>
                  <a:lnTo>
                    <a:pt x="31457" y="126034"/>
                  </a:lnTo>
                  <a:lnTo>
                    <a:pt x="22860" y="129844"/>
                  </a:lnTo>
                  <a:lnTo>
                    <a:pt x="18186" y="140004"/>
                  </a:lnTo>
                  <a:lnTo>
                    <a:pt x="13868" y="148894"/>
                  </a:lnTo>
                  <a:lnTo>
                    <a:pt x="6350" y="152704"/>
                  </a:lnTo>
                  <a:lnTo>
                    <a:pt x="11036" y="153974"/>
                  </a:lnTo>
                  <a:lnTo>
                    <a:pt x="16459" y="151434"/>
                  </a:lnTo>
                  <a:lnTo>
                    <a:pt x="21882" y="147624"/>
                  </a:lnTo>
                  <a:lnTo>
                    <a:pt x="26606" y="142544"/>
                  </a:lnTo>
                  <a:lnTo>
                    <a:pt x="21170" y="152704"/>
                  </a:lnTo>
                  <a:lnTo>
                    <a:pt x="11671" y="159054"/>
                  </a:lnTo>
                  <a:lnTo>
                    <a:pt x="2984" y="165404"/>
                  </a:lnTo>
                  <a:lnTo>
                    <a:pt x="0" y="176834"/>
                  </a:lnTo>
                  <a:lnTo>
                    <a:pt x="8699" y="167944"/>
                  </a:lnTo>
                  <a:lnTo>
                    <a:pt x="24218" y="160324"/>
                  </a:lnTo>
                  <a:lnTo>
                    <a:pt x="39052" y="151434"/>
                  </a:lnTo>
                  <a:lnTo>
                    <a:pt x="43256" y="142544"/>
                  </a:lnTo>
                  <a:lnTo>
                    <a:pt x="45656" y="137464"/>
                  </a:lnTo>
                  <a:lnTo>
                    <a:pt x="45656" y="134924"/>
                  </a:lnTo>
                  <a:lnTo>
                    <a:pt x="44043" y="132384"/>
                  </a:lnTo>
                  <a:lnTo>
                    <a:pt x="42037" y="129844"/>
                  </a:lnTo>
                  <a:lnTo>
                    <a:pt x="45161" y="128574"/>
                  </a:lnTo>
                  <a:lnTo>
                    <a:pt x="48094" y="127304"/>
                  </a:lnTo>
                  <a:lnTo>
                    <a:pt x="55829" y="127304"/>
                  </a:lnTo>
                  <a:lnTo>
                    <a:pt x="60401" y="131114"/>
                  </a:lnTo>
                  <a:lnTo>
                    <a:pt x="60401" y="138734"/>
                  </a:lnTo>
                  <a:lnTo>
                    <a:pt x="53543" y="155244"/>
                  </a:lnTo>
                  <a:lnTo>
                    <a:pt x="23368" y="188264"/>
                  </a:lnTo>
                  <a:lnTo>
                    <a:pt x="16510" y="207314"/>
                  </a:lnTo>
                  <a:lnTo>
                    <a:pt x="16510" y="212394"/>
                  </a:lnTo>
                  <a:lnTo>
                    <a:pt x="17830" y="216204"/>
                  </a:lnTo>
                  <a:lnTo>
                    <a:pt x="20078" y="218744"/>
                  </a:lnTo>
                  <a:lnTo>
                    <a:pt x="16992" y="220014"/>
                  </a:lnTo>
                  <a:lnTo>
                    <a:pt x="13716" y="220014"/>
                  </a:lnTo>
                  <a:lnTo>
                    <a:pt x="11137" y="217474"/>
                  </a:lnTo>
                  <a:lnTo>
                    <a:pt x="11036" y="220014"/>
                  </a:lnTo>
                  <a:lnTo>
                    <a:pt x="10947" y="222554"/>
                  </a:lnTo>
                  <a:lnTo>
                    <a:pt x="10896" y="223824"/>
                  </a:lnTo>
                  <a:lnTo>
                    <a:pt x="21221" y="228904"/>
                  </a:lnTo>
                  <a:lnTo>
                    <a:pt x="27800" y="225094"/>
                  </a:lnTo>
                  <a:lnTo>
                    <a:pt x="29210" y="225094"/>
                  </a:lnTo>
                  <a:lnTo>
                    <a:pt x="30848" y="226364"/>
                  </a:lnTo>
                  <a:lnTo>
                    <a:pt x="32397" y="226364"/>
                  </a:lnTo>
                  <a:lnTo>
                    <a:pt x="30403" y="231444"/>
                  </a:lnTo>
                  <a:lnTo>
                    <a:pt x="23749" y="232714"/>
                  </a:lnTo>
                  <a:lnTo>
                    <a:pt x="20078" y="232714"/>
                  </a:lnTo>
                  <a:lnTo>
                    <a:pt x="29337" y="235254"/>
                  </a:lnTo>
                  <a:lnTo>
                    <a:pt x="38938" y="232714"/>
                  </a:lnTo>
                  <a:lnTo>
                    <a:pt x="46266" y="227634"/>
                  </a:lnTo>
                  <a:lnTo>
                    <a:pt x="47091" y="225094"/>
                  </a:lnTo>
                  <a:lnTo>
                    <a:pt x="48755" y="220014"/>
                  </a:lnTo>
                  <a:lnTo>
                    <a:pt x="54610" y="214934"/>
                  </a:lnTo>
                  <a:lnTo>
                    <a:pt x="59690" y="207314"/>
                  </a:lnTo>
                  <a:lnTo>
                    <a:pt x="69011" y="194614"/>
                  </a:lnTo>
                  <a:lnTo>
                    <a:pt x="68592" y="195884"/>
                  </a:lnTo>
                  <a:lnTo>
                    <a:pt x="67957" y="199694"/>
                  </a:lnTo>
                  <a:lnTo>
                    <a:pt x="63398" y="208584"/>
                  </a:lnTo>
                  <a:lnTo>
                    <a:pt x="59321" y="216204"/>
                  </a:lnTo>
                  <a:lnTo>
                    <a:pt x="56083" y="225094"/>
                  </a:lnTo>
                  <a:lnTo>
                    <a:pt x="54038" y="236524"/>
                  </a:lnTo>
                  <a:lnTo>
                    <a:pt x="52171" y="245414"/>
                  </a:lnTo>
                  <a:lnTo>
                    <a:pt x="48602" y="251764"/>
                  </a:lnTo>
                  <a:lnTo>
                    <a:pt x="43611" y="258114"/>
                  </a:lnTo>
                  <a:lnTo>
                    <a:pt x="37465" y="259384"/>
                  </a:lnTo>
                  <a:lnTo>
                    <a:pt x="35496" y="259384"/>
                  </a:lnTo>
                  <a:lnTo>
                    <a:pt x="32232" y="256844"/>
                  </a:lnTo>
                  <a:lnTo>
                    <a:pt x="30746" y="258114"/>
                  </a:lnTo>
                  <a:lnTo>
                    <a:pt x="27901" y="260654"/>
                  </a:lnTo>
                  <a:lnTo>
                    <a:pt x="30543" y="263194"/>
                  </a:lnTo>
                  <a:lnTo>
                    <a:pt x="30543" y="268274"/>
                  </a:lnTo>
                  <a:lnTo>
                    <a:pt x="23749" y="272084"/>
                  </a:lnTo>
                  <a:lnTo>
                    <a:pt x="23749" y="288594"/>
                  </a:lnTo>
                  <a:lnTo>
                    <a:pt x="26606" y="293674"/>
                  </a:lnTo>
                  <a:lnTo>
                    <a:pt x="25463" y="297484"/>
                  </a:lnTo>
                  <a:lnTo>
                    <a:pt x="28359" y="296214"/>
                  </a:lnTo>
                  <a:lnTo>
                    <a:pt x="32156" y="291134"/>
                  </a:lnTo>
                  <a:lnTo>
                    <a:pt x="33616" y="284784"/>
                  </a:lnTo>
                  <a:lnTo>
                    <a:pt x="33667" y="286054"/>
                  </a:lnTo>
                  <a:lnTo>
                    <a:pt x="33782" y="288594"/>
                  </a:lnTo>
                  <a:lnTo>
                    <a:pt x="33896" y="291134"/>
                  </a:lnTo>
                  <a:lnTo>
                    <a:pt x="34010" y="293674"/>
                  </a:lnTo>
                  <a:lnTo>
                    <a:pt x="32435" y="298754"/>
                  </a:lnTo>
                  <a:lnTo>
                    <a:pt x="31559" y="303834"/>
                  </a:lnTo>
                  <a:lnTo>
                    <a:pt x="34061" y="311454"/>
                  </a:lnTo>
                  <a:lnTo>
                    <a:pt x="34886" y="307644"/>
                  </a:lnTo>
                  <a:lnTo>
                    <a:pt x="39166" y="305104"/>
                  </a:lnTo>
                  <a:lnTo>
                    <a:pt x="41821" y="307644"/>
                  </a:lnTo>
                  <a:lnTo>
                    <a:pt x="44538" y="308914"/>
                  </a:lnTo>
                  <a:lnTo>
                    <a:pt x="43256" y="310184"/>
                  </a:lnTo>
                  <a:lnTo>
                    <a:pt x="41325" y="312724"/>
                  </a:lnTo>
                  <a:lnTo>
                    <a:pt x="39331" y="313994"/>
                  </a:lnTo>
                  <a:lnTo>
                    <a:pt x="37553" y="324154"/>
                  </a:lnTo>
                  <a:lnTo>
                    <a:pt x="46456" y="322884"/>
                  </a:lnTo>
                  <a:lnTo>
                    <a:pt x="44729" y="321614"/>
                  </a:lnTo>
                  <a:lnTo>
                    <a:pt x="44615" y="319074"/>
                  </a:lnTo>
                  <a:lnTo>
                    <a:pt x="49085" y="319074"/>
                  </a:lnTo>
                  <a:lnTo>
                    <a:pt x="55181" y="317804"/>
                  </a:lnTo>
                  <a:lnTo>
                    <a:pt x="57010" y="320344"/>
                  </a:lnTo>
                  <a:lnTo>
                    <a:pt x="67665" y="320344"/>
                  </a:lnTo>
                  <a:lnTo>
                    <a:pt x="68122" y="317804"/>
                  </a:lnTo>
                  <a:lnTo>
                    <a:pt x="68592" y="315264"/>
                  </a:lnTo>
                  <a:lnTo>
                    <a:pt x="75107" y="315264"/>
                  </a:lnTo>
                  <a:lnTo>
                    <a:pt x="75107" y="317804"/>
                  </a:lnTo>
                  <a:lnTo>
                    <a:pt x="73964" y="319074"/>
                  </a:lnTo>
                  <a:lnTo>
                    <a:pt x="79070" y="317804"/>
                  </a:lnTo>
                  <a:lnTo>
                    <a:pt x="80035" y="315264"/>
                  </a:lnTo>
                  <a:lnTo>
                    <a:pt x="80035" y="310184"/>
                  </a:lnTo>
                  <a:lnTo>
                    <a:pt x="77660" y="307644"/>
                  </a:lnTo>
                  <a:lnTo>
                    <a:pt x="79451" y="306374"/>
                  </a:lnTo>
                  <a:lnTo>
                    <a:pt x="81305" y="305104"/>
                  </a:lnTo>
                  <a:lnTo>
                    <a:pt x="87312" y="306374"/>
                  </a:lnTo>
                  <a:lnTo>
                    <a:pt x="84874" y="311454"/>
                  </a:lnTo>
                  <a:lnTo>
                    <a:pt x="87934" y="311454"/>
                  </a:lnTo>
                  <a:lnTo>
                    <a:pt x="89611" y="308914"/>
                  </a:lnTo>
                  <a:lnTo>
                    <a:pt x="89611" y="305104"/>
                  </a:lnTo>
                  <a:lnTo>
                    <a:pt x="89611" y="302564"/>
                  </a:lnTo>
                  <a:lnTo>
                    <a:pt x="89611" y="301294"/>
                  </a:lnTo>
                  <a:lnTo>
                    <a:pt x="87490" y="300024"/>
                  </a:lnTo>
                  <a:lnTo>
                    <a:pt x="85369" y="298754"/>
                  </a:lnTo>
                  <a:lnTo>
                    <a:pt x="81305" y="300024"/>
                  </a:lnTo>
                  <a:lnTo>
                    <a:pt x="80645" y="297484"/>
                  </a:lnTo>
                  <a:lnTo>
                    <a:pt x="77177" y="296214"/>
                  </a:lnTo>
                  <a:lnTo>
                    <a:pt x="66738" y="296214"/>
                  </a:lnTo>
                  <a:lnTo>
                    <a:pt x="67792" y="302564"/>
                  </a:lnTo>
                  <a:lnTo>
                    <a:pt x="62826" y="302564"/>
                  </a:lnTo>
                  <a:lnTo>
                    <a:pt x="47180" y="274624"/>
                  </a:lnTo>
                  <a:lnTo>
                    <a:pt x="47180" y="265734"/>
                  </a:lnTo>
                  <a:lnTo>
                    <a:pt x="57175" y="263194"/>
                  </a:lnTo>
                  <a:lnTo>
                    <a:pt x="64363" y="260654"/>
                  </a:lnTo>
                  <a:lnTo>
                    <a:pt x="66408" y="259384"/>
                  </a:lnTo>
                  <a:lnTo>
                    <a:pt x="70510" y="256844"/>
                  </a:lnTo>
                  <a:lnTo>
                    <a:pt x="77673" y="253034"/>
                  </a:lnTo>
                  <a:lnTo>
                    <a:pt x="84912" y="246684"/>
                  </a:lnTo>
                  <a:lnTo>
                    <a:pt x="91262" y="237794"/>
                  </a:lnTo>
                  <a:lnTo>
                    <a:pt x="94653" y="230174"/>
                  </a:lnTo>
                  <a:lnTo>
                    <a:pt x="96367" y="222554"/>
                  </a:lnTo>
                  <a:lnTo>
                    <a:pt x="96443" y="221284"/>
                  </a:lnTo>
                  <a:lnTo>
                    <a:pt x="96532" y="220014"/>
                  </a:lnTo>
                  <a:lnTo>
                    <a:pt x="96596" y="206044"/>
                  </a:lnTo>
                  <a:lnTo>
                    <a:pt x="106603" y="211124"/>
                  </a:lnTo>
                  <a:lnTo>
                    <a:pt x="107657" y="218744"/>
                  </a:lnTo>
                  <a:lnTo>
                    <a:pt x="107657" y="232714"/>
                  </a:lnTo>
                  <a:lnTo>
                    <a:pt x="103619" y="235254"/>
                  </a:lnTo>
                  <a:lnTo>
                    <a:pt x="100457" y="236524"/>
                  </a:lnTo>
                  <a:lnTo>
                    <a:pt x="97840" y="237794"/>
                  </a:lnTo>
                  <a:lnTo>
                    <a:pt x="96926" y="237794"/>
                  </a:lnTo>
                  <a:lnTo>
                    <a:pt x="96685" y="239064"/>
                  </a:lnTo>
                  <a:lnTo>
                    <a:pt x="96278" y="241604"/>
                  </a:lnTo>
                  <a:lnTo>
                    <a:pt x="97612" y="242874"/>
                  </a:lnTo>
                  <a:lnTo>
                    <a:pt x="98793" y="242874"/>
                  </a:lnTo>
                  <a:lnTo>
                    <a:pt x="102425" y="245414"/>
                  </a:lnTo>
                  <a:lnTo>
                    <a:pt x="101536" y="247954"/>
                  </a:lnTo>
                  <a:lnTo>
                    <a:pt x="102679" y="251764"/>
                  </a:lnTo>
                  <a:lnTo>
                    <a:pt x="103619" y="255574"/>
                  </a:lnTo>
                  <a:lnTo>
                    <a:pt x="107010" y="260654"/>
                  </a:lnTo>
                  <a:lnTo>
                    <a:pt x="112610" y="265734"/>
                  </a:lnTo>
                  <a:lnTo>
                    <a:pt x="113144" y="263194"/>
                  </a:lnTo>
                  <a:lnTo>
                    <a:pt x="113017" y="259384"/>
                  </a:lnTo>
                  <a:lnTo>
                    <a:pt x="112915" y="258114"/>
                  </a:lnTo>
                  <a:lnTo>
                    <a:pt x="112814" y="256844"/>
                  </a:lnTo>
                  <a:lnTo>
                    <a:pt x="112712" y="255574"/>
                  </a:lnTo>
                  <a:lnTo>
                    <a:pt x="112610" y="254304"/>
                  </a:lnTo>
                  <a:lnTo>
                    <a:pt x="116344" y="259384"/>
                  </a:lnTo>
                  <a:lnTo>
                    <a:pt x="118135" y="265734"/>
                  </a:lnTo>
                  <a:lnTo>
                    <a:pt x="121272" y="270814"/>
                  </a:lnTo>
                  <a:lnTo>
                    <a:pt x="129095" y="273354"/>
                  </a:lnTo>
                  <a:lnTo>
                    <a:pt x="126403" y="272084"/>
                  </a:lnTo>
                  <a:lnTo>
                    <a:pt x="127088" y="268274"/>
                  </a:lnTo>
                  <a:lnTo>
                    <a:pt x="128651" y="268274"/>
                  </a:lnTo>
                  <a:lnTo>
                    <a:pt x="130251" y="267004"/>
                  </a:lnTo>
                  <a:lnTo>
                    <a:pt x="132194" y="268274"/>
                  </a:lnTo>
                  <a:lnTo>
                    <a:pt x="135178" y="272084"/>
                  </a:lnTo>
                  <a:lnTo>
                    <a:pt x="138023" y="275894"/>
                  </a:lnTo>
                  <a:lnTo>
                    <a:pt x="151409" y="275894"/>
                  </a:lnTo>
                  <a:lnTo>
                    <a:pt x="148082" y="273354"/>
                  </a:lnTo>
                  <a:lnTo>
                    <a:pt x="155600" y="273354"/>
                  </a:lnTo>
                  <a:lnTo>
                    <a:pt x="155498" y="275894"/>
                  </a:lnTo>
                  <a:lnTo>
                    <a:pt x="155397" y="278434"/>
                  </a:lnTo>
                  <a:lnTo>
                    <a:pt x="153352" y="280974"/>
                  </a:lnTo>
                  <a:lnTo>
                    <a:pt x="159702" y="279704"/>
                  </a:lnTo>
                  <a:lnTo>
                    <a:pt x="161594" y="274624"/>
                  </a:lnTo>
                  <a:lnTo>
                    <a:pt x="161061" y="273354"/>
                  </a:lnTo>
                  <a:lnTo>
                    <a:pt x="159461" y="269544"/>
                  </a:lnTo>
                  <a:lnTo>
                    <a:pt x="164973" y="267004"/>
                  </a:lnTo>
                  <a:lnTo>
                    <a:pt x="167970" y="270814"/>
                  </a:lnTo>
                  <a:lnTo>
                    <a:pt x="168694" y="273354"/>
                  </a:lnTo>
                  <a:lnTo>
                    <a:pt x="174205" y="268274"/>
                  </a:lnTo>
                  <a:lnTo>
                    <a:pt x="173101" y="267004"/>
                  </a:lnTo>
                  <a:lnTo>
                    <a:pt x="168694" y="261924"/>
                  </a:lnTo>
                  <a:lnTo>
                    <a:pt x="164477" y="261924"/>
                  </a:lnTo>
                  <a:lnTo>
                    <a:pt x="164477" y="260654"/>
                  </a:lnTo>
                  <a:lnTo>
                    <a:pt x="164477" y="259384"/>
                  </a:lnTo>
                  <a:lnTo>
                    <a:pt x="162674" y="258114"/>
                  </a:lnTo>
                  <a:lnTo>
                    <a:pt x="158038" y="256844"/>
                  </a:lnTo>
                  <a:lnTo>
                    <a:pt x="150787" y="256844"/>
                  </a:lnTo>
                  <a:lnTo>
                    <a:pt x="149288" y="260654"/>
                  </a:lnTo>
                  <a:lnTo>
                    <a:pt x="146304" y="260654"/>
                  </a:lnTo>
                  <a:lnTo>
                    <a:pt x="118516" y="237794"/>
                  </a:lnTo>
                  <a:lnTo>
                    <a:pt x="121272" y="232714"/>
                  </a:lnTo>
                  <a:lnTo>
                    <a:pt x="127317" y="227634"/>
                  </a:lnTo>
                  <a:lnTo>
                    <a:pt x="133362" y="221284"/>
                  </a:lnTo>
                  <a:lnTo>
                    <a:pt x="136105" y="214934"/>
                  </a:lnTo>
                  <a:lnTo>
                    <a:pt x="133959" y="206044"/>
                  </a:lnTo>
                  <a:lnTo>
                    <a:pt x="133654" y="204774"/>
                  </a:lnTo>
                  <a:lnTo>
                    <a:pt x="127330" y="198424"/>
                  </a:lnTo>
                  <a:lnTo>
                    <a:pt x="122161" y="194614"/>
                  </a:lnTo>
                  <a:lnTo>
                    <a:pt x="118706" y="192074"/>
                  </a:lnTo>
                  <a:lnTo>
                    <a:pt x="109321" y="185724"/>
                  </a:lnTo>
                  <a:lnTo>
                    <a:pt x="113931" y="183184"/>
                  </a:lnTo>
                  <a:lnTo>
                    <a:pt x="120421" y="181914"/>
                  </a:lnTo>
                  <a:lnTo>
                    <a:pt x="127457" y="181914"/>
                  </a:lnTo>
                  <a:lnTo>
                    <a:pt x="133756" y="183184"/>
                  </a:lnTo>
                  <a:lnTo>
                    <a:pt x="133985" y="181914"/>
                  </a:lnTo>
                  <a:lnTo>
                    <a:pt x="134442" y="179374"/>
                  </a:lnTo>
                  <a:lnTo>
                    <a:pt x="137185" y="180644"/>
                  </a:lnTo>
                  <a:lnTo>
                    <a:pt x="137350" y="179374"/>
                  </a:lnTo>
                  <a:lnTo>
                    <a:pt x="138137" y="173024"/>
                  </a:lnTo>
                  <a:lnTo>
                    <a:pt x="140690" y="179374"/>
                  </a:lnTo>
                  <a:lnTo>
                    <a:pt x="138023" y="184454"/>
                  </a:lnTo>
                  <a:lnTo>
                    <a:pt x="140690" y="186994"/>
                  </a:lnTo>
                  <a:lnTo>
                    <a:pt x="142824" y="184454"/>
                  </a:lnTo>
                  <a:lnTo>
                    <a:pt x="148082" y="184454"/>
                  </a:lnTo>
                  <a:lnTo>
                    <a:pt x="148018" y="183184"/>
                  </a:lnTo>
                  <a:lnTo>
                    <a:pt x="147942" y="181914"/>
                  </a:lnTo>
                  <a:lnTo>
                    <a:pt x="147878" y="180644"/>
                  </a:lnTo>
                  <a:lnTo>
                    <a:pt x="147815" y="179374"/>
                  </a:lnTo>
                  <a:lnTo>
                    <a:pt x="147688" y="176834"/>
                  </a:lnTo>
                  <a:lnTo>
                    <a:pt x="149288" y="181914"/>
                  </a:lnTo>
                  <a:lnTo>
                    <a:pt x="145732" y="189534"/>
                  </a:lnTo>
                  <a:lnTo>
                    <a:pt x="149288" y="192074"/>
                  </a:lnTo>
                  <a:lnTo>
                    <a:pt x="149948" y="188264"/>
                  </a:lnTo>
                  <a:lnTo>
                    <a:pt x="155397" y="188264"/>
                  </a:lnTo>
                  <a:lnTo>
                    <a:pt x="156654" y="189534"/>
                  </a:lnTo>
                  <a:lnTo>
                    <a:pt x="156654" y="197154"/>
                  </a:lnTo>
                  <a:lnTo>
                    <a:pt x="149428" y="194614"/>
                  </a:lnTo>
                  <a:lnTo>
                    <a:pt x="149428" y="203504"/>
                  </a:lnTo>
                  <a:lnTo>
                    <a:pt x="152920" y="204774"/>
                  </a:lnTo>
                  <a:lnTo>
                    <a:pt x="152920" y="208584"/>
                  </a:lnTo>
                  <a:lnTo>
                    <a:pt x="150025" y="211124"/>
                  </a:lnTo>
                  <a:lnTo>
                    <a:pt x="146532" y="208584"/>
                  </a:lnTo>
                  <a:lnTo>
                    <a:pt x="147586" y="211124"/>
                  </a:lnTo>
                  <a:lnTo>
                    <a:pt x="149948" y="213664"/>
                  </a:lnTo>
                  <a:lnTo>
                    <a:pt x="156222" y="213664"/>
                  </a:lnTo>
                  <a:lnTo>
                    <a:pt x="159702" y="211124"/>
                  </a:lnTo>
                  <a:lnTo>
                    <a:pt x="161112" y="207314"/>
                  </a:lnTo>
                  <a:lnTo>
                    <a:pt x="162674" y="212394"/>
                  </a:lnTo>
                  <a:lnTo>
                    <a:pt x="161404" y="216204"/>
                  </a:lnTo>
                  <a:lnTo>
                    <a:pt x="158419" y="217474"/>
                  </a:lnTo>
                  <a:lnTo>
                    <a:pt x="161645" y="218744"/>
                  </a:lnTo>
                  <a:lnTo>
                    <a:pt x="169303" y="217474"/>
                  </a:lnTo>
                  <a:lnTo>
                    <a:pt x="169202" y="216204"/>
                  </a:lnTo>
                  <a:lnTo>
                    <a:pt x="169100" y="214934"/>
                  </a:lnTo>
                  <a:lnTo>
                    <a:pt x="168998" y="213664"/>
                  </a:lnTo>
                  <a:lnTo>
                    <a:pt x="168897" y="212394"/>
                  </a:lnTo>
                  <a:lnTo>
                    <a:pt x="168795" y="211124"/>
                  </a:lnTo>
                  <a:lnTo>
                    <a:pt x="168490" y="207314"/>
                  </a:lnTo>
                  <a:lnTo>
                    <a:pt x="172745" y="208584"/>
                  </a:lnTo>
                  <a:lnTo>
                    <a:pt x="175107" y="211124"/>
                  </a:lnTo>
                  <a:lnTo>
                    <a:pt x="172478" y="216204"/>
                  </a:lnTo>
                  <a:lnTo>
                    <a:pt x="176034" y="214934"/>
                  </a:lnTo>
                  <a:lnTo>
                    <a:pt x="179311" y="213664"/>
                  </a:lnTo>
                  <a:lnTo>
                    <a:pt x="179311" y="207314"/>
                  </a:lnTo>
                  <a:close/>
                </a:path>
                <a:path w="492759" h="325119">
                  <a:moveTo>
                    <a:pt x="351866" y="173456"/>
                  </a:moveTo>
                  <a:lnTo>
                    <a:pt x="351332" y="171704"/>
                  </a:lnTo>
                  <a:lnTo>
                    <a:pt x="350418" y="169164"/>
                  </a:lnTo>
                  <a:lnTo>
                    <a:pt x="348843" y="167652"/>
                  </a:lnTo>
                  <a:lnTo>
                    <a:pt x="348843" y="174574"/>
                  </a:lnTo>
                  <a:lnTo>
                    <a:pt x="348145" y="175653"/>
                  </a:lnTo>
                  <a:lnTo>
                    <a:pt x="347700" y="176771"/>
                  </a:lnTo>
                  <a:lnTo>
                    <a:pt x="346570" y="177380"/>
                  </a:lnTo>
                  <a:lnTo>
                    <a:pt x="344220" y="178257"/>
                  </a:lnTo>
                  <a:lnTo>
                    <a:pt x="342074" y="178079"/>
                  </a:lnTo>
                  <a:lnTo>
                    <a:pt x="340004" y="177050"/>
                  </a:lnTo>
                  <a:lnTo>
                    <a:pt x="337032" y="175653"/>
                  </a:lnTo>
                  <a:lnTo>
                    <a:pt x="336943" y="175488"/>
                  </a:lnTo>
                  <a:lnTo>
                    <a:pt x="335330" y="172554"/>
                  </a:lnTo>
                  <a:lnTo>
                    <a:pt x="336499" y="170218"/>
                  </a:lnTo>
                  <a:lnTo>
                    <a:pt x="337032" y="169011"/>
                  </a:lnTo>
                  <a:lnTo>
                    <a:pt x="338061" y="168389"/>
                  </a:lnTo>
                  <a:lnTo>
                    <a:pt x="338759" y="168249"/>
                  </a:lnTo>
                  <a:lnTo>
                    <a:pt x="340410" y="167627"/>
                  </a:lnTo>
                  <a:lnTo>
                    <a:pt x="342531" y="167830"/>
                  </a:lnTo>
                  <a:lnTo>
                    <a:pt x="346265" y="169519"/>
                  </a:lnTo>
                  <a:lnTo>
                    <a:pt x="347700" y="171145"/>
                  </a:lnTo>
                  <a:lnTo>
                    <a:pt x="348259" y="172707"/>
                  </a:lnTo>
                  <a:lnTo>
                    <a:pt x="348576" y="173456"/>
                  </a:lnTo>
                  <a:lnTo>
                    <a:pt x="348843" y="174574"/>
                  </a:lnTo>
                  <a:lnTo>
                    <a:pt x="348843" y="167652"/>
                  </a:lnTo>
                  <a:lnTo>
                    <a:pt x="348399" y="167233"/>
                  </a:lnTo>
                  <a:lnTo>
                    <a:pt x="345757" y="165989"/>
                  </a:lnTo>
                  <a:lnTo>
                    <a:pt x="343179" y="164680"/>
                  </a:lnTo>
                  <a:lnTo>
                    <a:pt x="331622" y="172707"/>
                  </a:lnTo>
                  <a:lnTo>
                    <a:pt x="334048" y="177711"/>
                  </a:lnTo>
                  <a:lnTo>
                    <a:pt x="338696" y="179946"/>
                  </a:lnTo>
                  <a:lnTo>
                    <a:pt x="341477" y="181203"/>
                  </a:lnTo>
                  <a:lnTo>
                    <a:pt x="344398" y="181483"/>
                  </a:lnTo>
                  <a:lnTo>
                    <a:pt x="346989" y="180555"/>
                  </a:lnTo>
                  <a:lnTo>
                    <a:pt x="348843" y="179946"/>
                  </a:lnTo>
                  <a:lnTo>
                    <a:pt x="350418" y="178689"/>
                  </a:lnTo>
                  <a:lnTo>
                    <a:pt x="350583" y="178257"/>
                  </a:lnTo>
                  <a:lnTo>
                    <a:pt x="350659" y="178079"/>
                  </a:lnTo>
                  <a:lnTo>
                    <a:pt x="351066" y="177050"/>
                  </a:lnTo>
                  <a:lnTo>
                    <a:pt x="351815" y="175653"/>
                  </a:lnTo>
                  <a:lnTo>
                    <a:pt x="351866" y="173456"/>
                  </a:lnTo>
                  <a:close/>
                </a:path>
                <a:path w="492759" h="325119">
                  <a:moveTo>
                    <a:pt x="357720" y="116687"/>
                  </a:moveTo>
                  <a:lnTo>
                    <a:pt x="357682" y="116166"/>
                  </a:lnTo>
                  <a:lnTo>
                    <a:pt x="357593" y="115912"/>
                  </a:lnTo>
                  <a:lnTo>
                    <a:pt x="357212" y="114719"/>
                  </a:lnTo>
                  <a:lnTo>
                    <a:pt x="356565" y="113868"/>
                  </a:lnTo>
                  <a:lnTo>
                    <a:pt x="355180" y="112064"/>
                  </a:lnTo>
                  <a:lnTo>
                    <a:pt x="354393" y="111607"/>
                  </a:lnTo>
                  <a:lnTo>
                    <a:pt x="354393" y="116166"/>
                  </a:lnTo>
                  <a:lnTo>
                    <a:pt x="354317" y="118237"/>
                  </a:lnTo>
                  <a:lnTo>
                    <a:pt x="354253" y="118579"/>
                  </a:lnTo>
                  <a:lnTo>
                    <a:pt x="354126" y="119329"/>
                  </a:lnTo>
                  <a:lnTo>
                    <a:pt x="353199" y="120853"/>
                  </a:lnTo>
                  <a:lnTo>
                    <a:pt x="349351" y="123799"/>
                  </a:lnTo>
                  <a:lnTo>
                    <a:pt x="346049" y="123799"/>
                  </a:lnTo>
                  <a:lnTo>
                    <a:pt x="344779" y="122135"/>
                  </a:lnTo>
                  <a:lnTo>
                    <a:pt x="344258" y="121551"/>
                  </a:lnTo>
                  <a:lnTo>
                    <a:pt x="344106" y="120853"/>
                  </a:lnTo>
                  <a:lnTo>
                    <a:pt x="344106" y="118579"/>
                  </a:lnTo>
                  <a:lnTo>
                    <a:pt x="345046" y="116687"/>
                  </a:lnTo>
                  <a:lnTo>
                    <a:pt x="346684" y="115493"/>
                  </a:lnTo>
                  <a:lnTo>
                    <a:pt x="348157" y="114376"/>
                  </a:lnTo>
                  <a:lnTo>
                    <a:pt x="349910" y="113868"/>
                  </a:lnTo>
                  <a:lnTo>
                    <a:pt x="351091" y="113868"/>
                  </a:lnTo>
                  <a:lnTo>
                    <a:pt x="352069" y="114147"/>
                  </a:lnTo>
                  <a:lnTo>
                    <a:pt x="352793" y="114376"/>
                  </a:lnTo>
                  <a:lnTo>
                    <a:pt x="352971" y="114376"/>
                  </a:lnTo>
                  <a:lnTo>
                    <a:pt x="354393" y="116166"/>
                  </a:lnTo>
                  <a:lnTo>
                    <a:pt x="354393" y="111607"/>
                  </a:lnTo>
                  <a:lnTo>
                    <a:pt x="353745" y="111213"/>
                  </a:lnTo>
                  <a:lnTo>
                    <a:pt x="351853" y="110947"/>
                  </a:lnTo>
                  <a:lnTo>
                    <a:pt x="349351" y="110642"/>
                  </a:lnTo>
                  <a:lnTo>
                    <a:pt x="346887" y="111417"/>
                  </a:lnTo>
                  <a:lnTo>
                    <a:pt x="344779" y="113106"/>
                  </a:lnTo>
                  <a:lnTo>
                    <a:pt x="340868" y="115912"/>
                  </a:lnTo>
                  <a:lnTo>
                    <a:pt x="340753" y="116433"/>
                  </a:lnTo>
                  <a:lnTo>
                    <a:pt x="340690" y="116687"/>
                  </a:lnTo>
                  <a:lnTo>
                    <a:pt x="339750" y="120853"/>
                  </a:lnTo>
                  <a:lnTo>
                    <a:pt x="340207" y="121551"/>
                  </a:lnTo>
                  <a:lnTo>
                    <a:pt x="342188" y="124028"/>
                  </a:lnTo>
                  <a:lnTo>
                    <a:pt x="344779" y="127152"/>
                  </a:lnTo>
                  <a:lnTo>
                    <a:pt x="349770" y="127355"/>
                  </a:lnTo>
                  <a:lnTo>
                    <a:pt x="353745" y="124383"/>
                  </a:lnTo>
                  <a:lnTo>
                    <a:pt x="354495" y="123799"/>
                  </a:lnTo>
                  <a:lnTo>
                    <a:pt x="355828" y="122758"/>
                  </a:lnTo>
                  <a:lnTo>
                    <a:pt x="357212" y="120586"/>
                  </a:lnTo>
                  <a:lnTo>
                    <a:pt x="357263" y="120091"/>
                  </a:lnTo>
                  <a:lnTo>
                    <a:pt x="357365" y="119329"/>
                  </a:lnTo>
                  <a:lnTo>
                    <a:pt x="357454" y="118579"/>
                  </a:lnTo>
                  <a:lnTo>
                    <a:pt x="357555" y="117805"/>
                  </a:lnTo>
                  <a:lnTo>
                    <a:pt x="357720" y="116687"/>
                  </a:lnTo>
                  <a:close/>
                </a:path>
                <a:path w="492759" h="325119">
                  <a:moveTo>
                    <a:pt x="411416" y="274193"/>
                  </a:moveTo>
                  <a:lnTo>
                    <a:pt x="411353" y="268147"/>
                  </a:lnTo>
                  <a:lnTo>
                    <a:pt x="411264" y="267804"/>
                  </a:lnTo>
                  <a:lnTo>
                    <a:pt x="410921" y="266509"/>
                  </a:lnTo>
                  <a:lnTo>
                    <a:pt x="409473" y="264642"/>
                  </a:lnTo>
                  <a:lnTo>
                    <a:pt x="408432" y="263271"/>
                  </a:lnTo>
                  <a:lnTo>
                    <a:pt x="408432" y="267804"/>
                  </a:lnTo>
                  <a:lnTo>
                    <a:pt x="408393" y="273164"/>
                  </a:lnTo>
                  <a:lnTo>
                    <a:pt x="408012" y="274193"/>
                  </a:lnTo>
                  <a:lnTo>
                    <a:pt x="407657" y="275056"/>
                  </a:lnTo>
                  <a:lnTo>
                    <a:pt x="405765" y="276860"/>
                  </a:lnTo>
                  <a:lnTo>
                    <a:pt x="404761" y="277533"/>
                  </a:lnTo>
                  <a:lnTo>
                    <a:pt x="402107" y="277533"/>
                  </a:lnTo>
                  <a:lnTo>
                    <a:pt x="401269" y="276860"/>
                  </a:lnTo>
                  <a:lnTo>
                    <a:pt x="400685" y="276263"/>
                  </a:lnTo>
                  <a:lnTo>
                    <a:pt x="399554" y="275056"/>
                  </a:lnTo>
                  <a:lnTo>
                    <a:pt x="398767" y="273164"/>
                  </a:lnTo>
                  <a:lnTo>
                    <a:pt x="398830" y="268909"/>
                  </a:lnTo>
                  <a:lnTo>
                    <a:pt x="408432" y="267804"/>
                  </a:lnTo>
                  <a:lnTo>
                    <a:pt x="408432" y="263271"/>
                  </a:lnTo>
                  <a:lnTo>
                    <a:pt x="408051" y="262763"/>
                  </a:lnTo>
                  <a:lnTo>
                    <a:pt x="405574" y="261569"/>
                  </a:lnTo>
                  <a:lnTo>
                    <a:pt x="401942" y="261569"/>
                  </a:lnTo>
                  <a:lnTo>
                    <a:pt x="400138" y="262356"/>
                  </a:lnTo>
                  <a:lnTo>
                    <a:pt x="398703" y="263702"/>
                  </a:lnTo>
                  <a:lnTo>
                    <a:pt x="396824" y="265417"/>
                  </a:lnTo>
                  <a:lnTo>
                    <a:pt x="395719" y="268147"/>
                  </a:lnTo>
                  <a:lnTo>
                    <a:pt x="395681" y="274193"/>
                  </a:lnTo>
                  <a:lnTo>
                    <a:pt x="396621" y="276593"/>
                  </a:lnTo>
                  <a:lnTo>
                    <a:pt x="398424" y="278396"/>
                  </a:lnTo>
                  <a:lnTo>
                    <a:pt x="399783" y="279844"/>
                  </a:lnTo>
                  <a:lnTo>
                    <a:pt x="401637" y="280606"/>
                  </a:lnTo>
                  <a:lnTo>
                    <a:pt x="405472" y="280606"/>
                  </a:lnTo>
                  <a:lnTo>
                    <a:pt x="407136" y="279984"/>
                  </a:lnTo>
                  <a:lnTo>
                    <a:pt x="409778" y="277533"/>
                  </a:lnTo>
                  <a:lnTo>
                    <a:pt x="410514" y="276860"/>
                  </a:lnTo>
                  <a:lnTo>
                    <a:pt x="410603" y="276593"/>
                  </a:lnTo>
                  <a:lnTo>
                    <a:pt x="410718" y="276263"/>
                  </a:lnTo>
                  <a:lnTo>
                    <a:pt x="411416" y="274193"/>
                  </a:lnTo>
                  <a:close/>
                </a:path>
                <a:path w="492759" h="325119">
                  <a:moveTo>
                    <a:pt x="430123" y="287591"/>
                  </a:moveTo>
                  <a:lnTo>
                    <a:pt x="428066" y="285229"/>
                  </a:lnTo>
                  <a:lnTo>
                    <a:pt x="426478" y="283413"/>
                  </a:lnTo>
                  <a:lnTo>
                    <a:pt x="426262" y="283375"/>
                  </a:lnTo>
                  <a:lnTo>
                    <a:pt x="426262" y="288366"/>
                  </a:lnTo>
                  <a:lnTo>
                    <a:pt x="426161" y="291312"/>
                  </a:lnTo>
                  <a:lnTo>
                    <a:pt x="426046" y="291884"/>
                  </a:lnTo>
                  <a:lnTo>
                    <a:pt x="425627" y="293827"/>
                  </a:lnTo>
                  <a:lnTo>
                    <a:pt x="422427" y="295465"/>
                  </a:lnTo>
                  <a:lnTo>
                    <a:pt x="418896" y="294805"/>
                  </a:lnTo>
                  <a:lnTo>
                    <a:pt x="415340" y="294170"/>
                  </a:lnTo>
                  <a:lnTo>
                    <a:pt x="412915" y="291528"/>
                  </a:lnTo>
                  <a:lnTo>
                    <a:pt x="412953" y="291312"/>
                  </a:lnTo>
                  <a:lnTo>
                    <a:pt x="413054" y="290677"/>
                  </a:lnTo>
                  <a:lnTo>
                    <a:pt x="413321" y="289064"/>
                  </a:lnTo>
                  <a:lnTo>
                    <a:pt x="413626" y="287769"/>
                  </a:lnTo>
                  <a:lnTo>
                    <a:pt x="414350" y="286893"/>
                  </a:lnTo>
                  <a:lnTo>
                    <a:pt x="415112" y="286575"/>
                  </a:lnTo>
                  <a:lnTo>
                    <a:pt x="416623" y="285572"/>
                  </a:lnTo>
                  <a:lnTo>
                    <a:pt x="418553" y="285229"/>
                  </a:lnTo>
                  <a:lnTo>
                    <a:pt x="423900" y="286118"/>
                  </a:lnTo>
                  <a:lnTo>
                    <a:pt x="426262" y="288366"/>
                  </a:lnTo>
                  <a:lnTo>
                    <a:pt x="426262" y="283375"/>
                  </a:lnTo>
                  <a:lnTo>
                    <a:pt x="421208" y="282422"/>
                  </a:lnTo>
                  <a:lnTo>
                    <a:pt x="418249" y="281952"/>
                  </a:lnTo>
                  <a:lnTo>
                    <a:pt x="415340" y="282422"/>
                  </a:lnTo>
                  <a:lnTo>
                    <a:pt x="413321" y="284035"/>
                  </a:lnTo>
                  <a:lnTo>
                    <a:pt x="411556" y="285038"/>
                  </a:lnTo>
                  <a:lnTo>
                    <a:pt x="411441" y="285229"/>
                  </a:lnTo>
                  <a:lnTo>
                    <a:pt x="410578" y="286575"/>
                  </a:lnTo>
                  <a:lnTo>
                    <a:pt x="410476" y="286893"/>
                  </a:lnTo>
                  <a:lnTo>
                    <a:pt x="409765" y="290677"/>
                  </a:lnTo>
                  <a:lnTo>
                    <a:pt x="410527" y="292798"/>
                  </a:lnTo>
                  <a:lnTo>
                    <a:pt x="412127" y="294525"/>
                  </a:lnTo>
                  <a:lnTo>
                    <a:pt x="413626" y="296316"/>
                  </a:lnTo>
                  <a:lnTo>
                    <a:pt x="415937" y="297421"/>
                  </a:lnTo>
                  <a:lnTo>
                    <a:pt x="418249" y="297865"/>
                  </a:lnTo>
                  <a:lnTo>
                    <a:pt x="420916" y="298284"/>
                  </a:lnTo>
                  <a:lnTo>
                    <a:pt x="423964" y="297865"/>
                  </a:lnTo>
                  <a:lnTo>
                    <a:pt x="423545" y="297865"/>
                  </a:lnTo>
                  <a:lnTo>
                    <a:pt x="425348" y="296913"/>
                  </a:lnTo>
                  <a:lnTo>
                    <a:pt x="429285" y="291884"/>
                  </a:lnTo>
                  <a:lnTo>
                    <a:pt x="429399" y="291312"/>
                  </a:lnTo>
                  <a:lnTo>
                    <a:pt x="429526" y="290677"/>
                  </a:lnTo>
                  <a:lnTo>
                    <a:pt x="430123" y="287591"/>
                  </a:lnTo>
                  <a:close/>
                </a:path>
                <a:path w="492759" h="325119">
                  <a:moveTo>
                    <a:pt x="484619" y="266001"/>
                  </a:moveTo>
                  <a:lnTo>
                    <a:pt x="482269" y="263702"/>
                  </a:lnTo>
                  <a:lnTo>
                    <a:pt x="481469" y="262928"/>
                  </a:lnTo>
                  <a:lnTo>
                    <a:pt x="481469" y="267804"/>
                  </a:lnTo>
                  <a:lnTo>
                    <a:pt x="481469" y="277698"/>
                  </a:lnTo>
                  <a:lnTo>
                    <a:pt x="477342" y="281800"/>
                  </a:lnTo>
                  <a:lnTo>
                    <a:pt x="466966" y="281800"/>
                  </a:lnTo>
                  <a:lnTo>
                    <a:pt x="462940" y="277698"/>
                  </a:lnTo>
                  <a:lnTo>
                    <a:pt x="462940" y="267804"/>
                  </a:lnTo>
                  <a:lnTo>
                    <a:pt x="466966" y="263702"/>
                  </a:lnTo>
                  <a:lnTo>
                    <a:pt x="477342" y="263702"/>
                  </a:lnTo>
                  <a:lnTo>
                    <a:pt x="481469" y="267804"/>
                  </a:lnTo>
                  <a:lnTo>
                    <a:pt x="481469" y="262928"/>
                  </a:lnTo>
                  <a:lnTo>
                    <a:pt x="479031" y="260540"/>
                  </a:lnTo>
                  <a:lnTo>
                    <a:pt x="465429" y="260540"/>
                  </a:lnTo>
                  <a:lnTo>
                    <a:pt x="459765" y="266001"/>
                  </a:lnTo>
                  <a:lnTo>
                    <a:pt x="459765" y="279412"/>
                  </a:lnTo>
                  <a:lnTo>
                    <a:pt x="465429" y="284886"/>
                  </a:lnTo>
                  <a:lnTo>
                    <a:pt x="479031" y="284886"/>
                  </a:lnTo>
                  <a:lnTo>
                    <a:pt x="482180" y="281800"/>
                  </a:lnTo>
                  <a:lnTo>
                    <a:pt x="484619" y="279412"/>
                  </a:lnTo>
                  <a:lnTo>
                    <a:pt x="484619" y="266001"/>
                  </a:lnTo>
                  <a:close/>
                </a:path>
                <a:path w="492759" h="325119">
                  <a:moveTo>
                    <a:pt x="492290" y="184150"/>
                  </a:moveTo>
                  <a:lnTo>
                    <a:pt x="490448" y="175260"/>
                  </a:lnTo>
                  <a:lnTo>
                    <a:pt x="482346" y="170180"/>
                  </a:lnTo>
                  <a:lnTo>
                    <a:pt x="473278" y="163830"/>
                  </a:lnTo>
                  <a:lnTo>
                    <a:pt x="472706" y="162560"/>
                  </a:lnTo>
                  <a:lnTo>
                    <a:pt x="468541" y="152400"/>
                  </a:lnTo>
                  <a:lnTo>
                    <a:pt x="472757" y="162560"/>
                  </a:lnTo>
                  <a:lnTo>
                    <a:pt x="480745" y="166370"/>
                  </a:lnTo>
                  <a:lnTo>
                    <a:pt x="486765" y="163830"/>
                  </a:lnTo>
                  <a:lnTo>
                    <a:pt x="480288" y="160020"/>
                  </a:lnTo>
                  <a:lnTo>
                    <a:pt x="478434" y="152400"/>
                  </a:lnTo>
                  <a:lnTo>
                    <a:pt x="478129" y="151130"/>
                  </a:lnTo>
                  <a:lnTo>
                    <a:pt x="475221" y="143510"/>
                  </a:lnTo>
                  <a:lnTo>
                    <a:pt x="469404" y="140970"/>
                  </a:lnTo>
                  <a:lnTo>
                    <a:pt x="466496" y="139700"/>
                  </a:lnTo>
                  <a:lnTo>
                    <a:pt x="463778" y="139700"/>
                  </a:lnTo>
                  <a:lnTo>
                    <a:pt x="460679" y="137160"/>
                  </a:lnTo>
                  <a:lnTo>
                    <a:pt x="457301" y="135890"/>
                  </a:lnTo>
                  <a:lnTo>
                    <a:pt x="452170" y="135890"/>
                  </a:lnTo>
                  <a:lnTo>
                    <a:pt x="445808" y="137160"/>
                  </a:lnTo>
                  <a:lnTo>
                    <a:pt x="439178" y="140970"/>
                  </a:lnTo>
                  <a:lnTo>
                    <a:pt x="433959" y="147320"/>
                  </a:lnTo>
                  <a:lnTo>
                    <a:pt x="431838" y="157480"/>
                  </a:lnTo>
                  <a:lnTo>
                    <a:pt x="437680" y="176530"/>
                  </a:lnTo>
                  <a:lnTo>
                    <a:pt x="463359" y="201930"/>
                  </a:lnTo>
                  <a:lnTo>
                    <a:pt x="469201" y="219710"/>
                  </a:lnTo>
                  <a:lnTo>
                    <a:pt x="469201" y="227330"/>
                  </a:lnTo>
                  <a:lnTo>
                    <a:pt x="462864" y="232410"/>
                  </a:lnTo>
                  <a:lnTo>
                    <a:pt x="449491" y="232410"/>
                  </a:lnTo>
                  <a:lnTo>
                    <a:pt x="444500" y="224790"/>
                  </a:lnTo>
                  <a:lnTo>
                    <a:pt x="440537" y="217170"/>
                  </a:lnTo>
                  <a:lnTo>
                    <a:pt x="439216" y="214630"/>
                  </a:lnTo>
                  <a:lnTo>
                    <a:pt x="437349" y="210820"/>
                  </a:lnTo>
                  <a:lnTo>
                    <a:pt x="436727" y="209550"/>
                  </a:lnTo>
                  <a:lnTo>
                    <a:pt x="431253" y="201930"/>
                  </a:lnTo>
                  <a:lnTo>
                    <a:pt x="429983" y="200507"/>
                  </a:lnTo>
                  <a:lnTo>
                    <a:pt x="429983" y="217170"/>
                  </a:lnTo>
                  <a:lnTo>
                    <a:pt x="425983" y="222250"/>
                  </a:lnTo>
                  <a:lnTo>
                    <a:pt x="422414" y="223520"/>
                  </a:lnTo>
                  <a:lnTo>
                    <a:pt x="417893" y="220980"/>
                  </a:lnTo>
                  <a:lnTo>
                    <a:pt x="417830" y="219710"/>
                  </a:lnTo>
                  <a:lnTo>
                    <a:pt x="417703" y="217170"/>
                  </a:lnTo>
                  <a:lnTo>
                    <a:pt x="421906" y="212090"/>
                  </a:lnTo>
                  <a:lnTo>
                    <a:pt x="425196" y="210820"/>
                  </a:lnTo>
                  <a:lnTo>
                    <a:pt x="427583" y="212090"/>
                  </a:lnTo>
                  <a:lnTo>
                    <a:pt x="429895" y="213360"/>
                  </a:lnTo>
                  <a:lnTo>
                    <a:pt x="429983" y="217170"/>
                  </a:lnTo>
                  <a:lnTo>
                    <a:pt x="429983" y="200507"/>
                  </a:lnTo>
                  <a:lnTo>
                    <a:pt x="425627" y="195580"/>
                  </a:lnTo>
                  <a:lnTo>
                    <a:pt x="427202" y="196850"/>
                  </a:lnTo>
                  <a:lnTo>
                    <a:pt x="434835" y="196850"/>
                  </a:lnTo>
                  <a:lnTo>
                    <a:pt x="436270" y="195580"/>
                  </a:lnTo>
                  <a:lnTo>
                    <a:pt x="437692" y="194310"/>
                  </a:lnTo>
                  <a:lnTo>
                    <a:pt x="438391" y="191770"/>
                  </a:lnTo>
                  <a:lnTo>
                    <a:pt x="438518" y="187960"/>
                  </a:lnTo>
                  <a:lnTo>
                    <a:pt x="437299" y="185420"/>
                  </a:lnTo>
                  <a:lnTo>
                    <a:pt x="435508" y="182880"/>
                  </a:lnTo>
                  <a:lnTo>
                    <a:pt x="435292" y="182626"/>
                  </a:lnTo>
                  <a:lnTo>
                    <a:pt x="435292" y="187960"/>
                  </a:lnTo>
                  <a:lnTo>
                    <a:pt x="435229" y="190500"/>
                  </a:lnTo>
                  <a:lnTo>
                    <a:pt x="435038" y="191770"/>
                  </a:lnTo>
                  <a:lnTo>
                    <a:pt x="434035" y="193040"/>
                  </a:lnTo>
                  <a:lnTo>
                    <a:pt x="433108" y="194310"/>
                  </a:lnTo>
                  <a:lnTo>
                    <a:pt x="429450" y="194310"/>
                  </a:lnTo>
                  <a:lnTo>
                    <a:pt x="427443" y="193040"/>
                  </a:lnTo>
                  <a:lnTo>
                    <a:pt x="424751" y="190500"/>
                  </a:lnTo>
                  <a:lnTo>
                    <a:pt x="424332" y="189230"/>
                  </a:lnTo>
                  <a:lnTo>
                    <a:pt x="423913" y="187960"/>
                  </a:lnTo>
                  <a:lnTo>
                    <a:pt x="423989" y="186690"/>
                  </a:lnTo>
                  <a:lnTo>
                    <a:pt x="424116" y="184150"/>
                  </a:lnTo>
                  <a:lnTo>
                    <a:pt x="425170" y="184150"/>
                  </a:lnTo>
                  <a:lnTo>
                    <a:pt x="425996" y="182880"/>
                  </a:lnTo>
                  <a:lnTo>
                    <a:pt x="429793" y="182880"/>
                  </a:lnTo>
                  <a:lnTo>
                    <a:pt x="431685" y="184150"/>
                  </a:lnTo>
                  <a:lnTo>
                    <a:pt x="433108" y="185420"/>
                  </a:lnTo>
                  <a:lnTo>
                    <a:pt x="434479" y="186690"/>
                  </a:lnTo>
                  <a:lnTo>
                    <a:pt x="435292" y="187960"/>
                  </a:lnTo>
                  <a:lnTo>
                    <a:pt x="435292" y="182626"/>
                  </a:lnTo>
                  <a:lnTo>
                    <a:pt x="433425" y="180340"/>
                  </a:lnTo>
                  <a:lnTo>
                    <a:pt x="430631" y="179070"/>
                  </a:lnTo>
                  <a:lnTo>
                    <a:pt x="426173" y="179070"/>
                  </a:lnTo>
                  <a:lnTo>
                    <a:pt x="424205" y="180340"/>
                  </a:lnTo>
                  <a:lnTo>
                    <a:pt x="422960" y="181610"/>
                  </a:lnTo>
                  <a:lnTo>
                    <a:pt x="421614" y="182880"/>
                  </a:lnTo>
                  <a:lnTo>
                    <a:pt x="420916" y="184150"/>
                  </a:lnTo>
                  <a:lnTo>
                    <a:pt x="420839" y="188506"/>
                  </a:lnTo>
                  <a:lnTo>
                    <a:pt x="415556" y="181610"/>
                  </a:lnTo>
                  <a:lnTo>
                    <a:pt x="415340" y="181343"/>
                  </a:lnTo>
                  <a:lnTo>
                    <a:pt x="415340" y="240030"/>
                  </a:lnTo>
                  <a:lnTo>
                    <a:pt x="413334" y="242570"/>
                  </a:lnTo>
                  <a:lnTo>
                    <a:pt x="411175" y="245110"/>
                  </a:lnTo>
                  <a:lnTo>
                    <a:pt x="407771" y="246380"/>
                  </a:lnTo>
                  <a:lnTo>
                    <a:pt x="403326" y="243840"/>
                  </a:lnTo>
                  <a:lnTo>
                    <a:pt x="403237" y="242570"/>
                  </a:lnTo>
                  <a:lnTo>
                    <a:pt x="403161" y="241300"/>
                  </a:lnTo>
                  <a:lnTo>
                    <a:pt x="403072" y="240030"/>
                  </a:lnTo>
                  <a:lnTo>
                    <a:pt x="405117" y="237490"/>
                  </a:lnTo>
                  <a:lnTo>
                    <a:pt x="407123" y="233680"/>
                  </a:lnTo>
                  <a:lnTo>
                    <a:pt x="410603" y="233680"/>
                  </a:lnTo>
                  <a:lnTo>
                    <a:pt x="412915" y="234950"/>
                  </a:lnTo>
                  <a:lnTo>
                    <a:pt x="415150" y="236220"/>
                  </a:lnTo>
                  <a:lnTo>
                    <a:pt x="415277" y="238760"/>
                  </a:lnTo>
                  <a:lnTo>
                    <a:pt x="415340" y="240030"/>
                  </a:lnTo>
                  <a:lnTo>
                    <a:pt x="415340" y="181343"/>
                  </a:lnTo>
                  <a:lnTo>
                    <a:pt x="410591" y="175260"/>
                  </a:lnTo>
                  <a:lnTo>
                    <a:pt x="407136" y="168910"/>
                  </a:lnTo>
                  <a:lnTo>
                    <a:pt x="405841" y="163830"/>
                  </a:lnTo>
                  <a:lnTo>
                    <a:pt x="405841" y="158750"/>
                  </a:lnTo>
                  <a:lnTo>
                    <a:pt x="409321" y="154940"/>
                  </a:lnTo>
                  <a:lnTo>
                    <a:pt x="411429" y="152400"/>
                  </a:lnTo>
                  <a:lnTo>
                    <a:pt x="413537" y="149860"/>
                  </a:lnTo>
                  <a:lnTo>
                    <a:pt x="414972" y="149860"/>
                  </a:lnTo>
                  <a:lnTo>
                    <a:pt x="416052" y="148590"/>
                  </a:lnTo>
                  <a:lnTo>
                    <a:pt x="417576" y="147320"/>
                  </a:lnTo>
                  <a:lnTo>
                    <a:pt x="420776" y="144780"/>
                  </a:lnTo>
                  <a:lnTo>
                    <a:pt x="427202" y="137160"/>
                  </a:lnTo>
                  <a:lnTo>
                    <a:pt x="427443" y="137160"/>
                  </a:lnTo>
                  <a:lnTo>
                    <a:pt x="429209" y="135890"/>
                  </a:lnTo>
                  <a:lnTo>
                    <a:pt x="425996" y="132956"/>
                  </a:lnTo>
                  <a:lnTo>
                    <a:pt x="425996" y="135890"/>
                  </a:lnTo>
                  <a:lnTo>
                    <a:pt x="418261" y="143510"/>
                  </a:lnTo>
                  <a:lnTo>
                    <a:pt x="414566" y="147320"/>
                  </a:lnTo>
                  <a:lnTo>
                    <a:pt x="410083" y="144780"/>
                  </a:lnTo>
                  <a:lnTo>
                    <a:pt x="362991" y="118110"/>
                  </a:lnTo>
                  <a:lnTo>
                    <a:pt x="368033" y="102870"/>
                  </a:lnTo>
                  <a:lnTo>
                    <a:pt x="373672" y="105410"/>
                  </a:lnTo>
                  <a:lnTo>
                    <a:pt x="372059" y="105410"/>
                  </a:lnTo>
                  <a:lnTo>
                    <a:pt x="370001" y="106680"/>
                  </a:lnTo>
                  <a:lnTo>
                    <a:pt x="368211" y="109220"/>
                  </a:lnTo>
                  <a:lnTo>
                    <a:pt x="371894" y="109220"/>
                  </a:lnTo>
                  <a:lnTo>
                    <a:pt x="373405" y="107950"/>
                  </a:lnTo>
                  <a:lnTo>
                    <a:pt x="371182" y="114300"/>
                  </a:lnTo>
                  <a:lnTo>
                    <a:pt x="370611" y="113030"/>
                  </a:lnTo>
                  <a:lnTo>
                    <a:pt x="368973" y="111760"/>
                  </a:lnTo>
                  <a:lnTo>
                    <a:pt x="367385" y="110490"/>
                  </a:lnTo>
                  <a:lnTo>
                    <a:pt x="366268" y="115570"/>
                  </a:lnTo>
                  <a:lnTo>
                    <a:pt x="369189" y="116840"/>
                  </a:lnTo>
                  <a:lnTo>
                    <a:pt x="371182" y="118110"/>
                  </a:lnTo>
                  <a:lnTo>
                    <a:pt x="374700" y="119380"/>
                  </a:lnTo>
                  <a:lnTo>
                    <a:pt x="376859" y="119380"/>
                  </a:lnTo>
                  <a:lnTo>
                    <a:pt x="377825" y="118110"/>
                  </a:lnTo>
                  <a:lnTo>
                    <a:pt x="378917" y="116840"/>
                  </a:lnTo>
                  <a:lnTo>
                    <a:pt x="377799" y="115570"/>
                  </a:lnTo>
                  <a:lnTo>
                    <a:pt x="376694" y="114300"/>
                  </a:lnTo>
                  <a:lnTo>
                    <a:pt x="373773" y="115570"/>
                  </a:lnTo>
                  <a:lnTo>
                    <a:pt x="373646" y="114300"/>
                  </a:lnTo>
                  <a:lnTo>
                    <a:pt x="373519" y="113030"/>
                  </a:lnTo>
                  <a:lnTo>
                    <a:pt x="373405" y="111760"/>
                  </a:lnTo>
                  <a:lnTo>
                    <a:pt x="375069" y="110490"/>
                  </a:lnTo>
                  <a:lnTo>
                    <a:pt x="378625" y="110490"/>
                  </a:lnTo>
                  <a:lnTo>
                    <a:pt x="379857" y="111760"/>
                  </a:lnTo>
                  <a:lnTo>
                    <a:pt x="380326" y="114300"/>
                  </a:lnTo>
                  <a:lnTo>
                    <a:pt x="380263" y="113030"/>
                  </a:lnTo>
                  <a:lnTo>
                    <a:pt x="380149" y="110490"/>
                  </a:lnTo>
                  <a:lnTo>
                    <a:pt x="380085" y="109220"/>
                  </a:lnTo>
                  <a:lnTo>
                    <a:pt x="380834" y="107950"/>
                  </a:lnTo>
                  <a:lnTo>
                    <a:pt x="382320" y="105410"/>
                  </a:lnTo>
                  <a:lnTo>
                    <a:pt x="386626" y="104140"/>
                  </a:lnTo>
                  <a:lnTo>
                    <a:pt x="388315" y="109220"/>
                  </a:lnTo>
                  <a:lnTo>
                    <a:pt x="386981" y="111760"/>
                  </a:lnTo>
                  <a:lnTo>
                    <a:pt x="383514" y="115570"/>
                  </a:lnTo>
                  <a:lnTo>
                    <a:pt x="385419" y="114300"/>
                  </a:lnTo>
                  <a:lnTo>
                    <a:pt x="387464" y="114300"/>
                  </a:lnTo>
                  <a:lnTo>
                    <a:pt x="388200" y="115570"/>
                  </a:lnTo>
                  <a:lnTo>
                    <a:pt x="389394" y="116840"/>
                  </a:lnTo>
                  <a:lnTo>
                    <a:pt x="388988" y="119380"/>
                  </a:lnTo>
                  <a:lnTo>
                    <a:pt x="386334" y="120650"/>
                  </a:lnTo>
                  <a:lnTo>
                    <a:pt x="385762" y="118110"/>
                  </a:lnTo>
                  <a:lnTo>
                    <a:pt x="382193" y="118110"/>
                  </a:lnTo>
                  <a:lnTo>
                    <a:pt x="381190" y="119380"/>
                  </a:lnTo>
                  <a:lnTo>
                    <a:pt x="380085" y="121920"/>
                  </a:lnTo>
                  <a:lnTo>
                    <a:pt x="381762" y="123190"/>
                  </a:lnTo>
                  <a:lnTo>
                    <a:pt x="384835" y="125730"/>
                  </a:lnTo>
                  <a:lnTo>
                    <a:pt x="388493" y="127000"/>
                  </a:lnTo>
                  <a:lnTo>
                    <a:pt x="391490" y="125730"/>
                  </a:lnTo>
                  <a:lnTo>
                    <a:pt x="392480" y="124460"/>
                  </a:lnTo>
                  <a:lnTo>
                    <a:pt x="393484" y="123190"/>
                  </a:lnTo>
                  <a:lnTo>
                    <a:pt x="392277" y="121920"/>
                  </a:lnTo>
                  <a:lnTo>
                    <a:pt x="390169" y="123190"/>
                  </a:lnTo>
                  <a:lnTo>
                    <a:pt x="388175" y="124460"/>
                  </a:lnTo>
                  <a:lnTo>
                    <a:pt x="390042" y="120650"/>
                  </a:lnTo>
                  <a:lnTo>
                    <a:pt x="391909" y="116840"/>
                  </a:lnTo>
                  <a:lnTo>
                    <a:pt x="392137" y="118110"/>
                  </a:lnTo>
                  <a:lnTo>
                    <a:pt x="392696" y="119380"/>
                  </a:lnTo>
                  <a:lnTo>
                    <a:pt x="394398" y="120650"/>
                  </a:lnTo>
                  <a:lnTo>
                    <a:pt x="395706" y="116840"/>
                  </a:lnTo>
                  <a:lnTo>
                    <a:pt x="394614" y="114300"/>
                  </a:lnTo>
                  <a:lnTo>
                    <a:pt x="402628" y="119380"/>
                  </a:lnTo>
                  <a:lnTo>
                    <a:pt x="399910" y="119380"/>
                  </a:lnTo>
                  <a:lnTo>
                    <a:pt x="396963" y="121920"/>
                  </a:lnTo>
                  <a:lnTo>
                    <a:pt x="398780" y="123190"/>
                  </a:lnTo>
                  <a:lnTo>
                    <a:pt x="400685" y="123190"/>
                  </a:lnTo>
                  <a:lnTo>
                    <a:pt x="401726" y="121920"/>
                  </a:lnTo>
                  <a:lnTo>
                    <a:pt x="397535" y="129540"/>
                  </a:lnTo>
                  <a:lnTo>
                    <a:pt x="397535" y="127000"/>
                  </a:lnTo>
                  <a:lnTo>
                    <a:pt x="396608" y="124460"/>
                  </a:lnTo>
                  <a:lnTo>
                    <a:pt x="395706" y="124460"/>
                  </a:lnTo>
                  <a:lnTo>
                    <a:pt x="393954" y="127000"/>
                  </a:lnTo>
                  <a:lnTo>
                    <a:pt x="394398" y="130810"/>
                  </a:lnTo>
                  <a:lnTo>
                    <a:pt x="398043" y="132080"/>
                  </a:lnTo>
                  <a:lnTo>
                    <a:pt x="401104" y="134620"/>
                  </a:lnTo>
                  <a:lnTo>
                    <a:pt x="403466" y="134620"/>
                  </a:lnTo>
                  <a:lnTo>
                    <a:pt x="404698" y="133350"/>
                  </a:lnTo>
                  <a:lnTo>
                    <a:pt x="405917" y="130810"/>
                  </a:lnTo>
                  <a:lnTo>
                    <a:pt x="404914" y="129540"/>
                  </a:lnTo>
                  <a:lnTo>
                    <a:pt x="403910" y="128270"/>
                  </a:lnTo>
                  <a:lnTo>
                    <a:pt x="400900" y="129540"/>
                  </a:lnTo>
                  <a:lnTo>
                    <a:pt x="400799" y="125730"/>
                  </a:lnTo>
                  <a:lnTo>
                    <a:pt x="402551" y="124460"/>
                  </a:lnTo>
                  <a:lnTo>
                    <a:pt x="406069" y="124460"/>
                  </a:lnTo>
                  <a:lnTo>
                    <a:pt x="407250" y="127000"/>
                  </a:lnTo>
                  <a:lnTo>
                    <a:pt x="407504" y="128270"/>
                  </a:lnTo>
                  <a:lnTo>
                    <a:pt x="408660" y="124460"/>
                  </a:lnTo>
                  <a:lnTo>
                    <a:pt x="410730" y="121920"/>
                  </a:lnTo>
                  <a:lnTo>
                    <a:pt x="415582" y="120650"/>
                  </a:lnTo>
                  <a:lnTo>
                    <a:pt x="416623" y="124460"/>
                  </a:lnTo>
                  <a:lnTo>
                    <a:pt x="414439" y="128270"/>
                  </a:lnTo>
                  <a:lnTo>
                    <a:pt x="412305" y="129540"/>
                  </a:lnTo>
                  <a:lnTo>
                    <a:pt x="412076" y="129540"/>
                  </a:lnTo>
                  <a:lnTo>
                    <a:pt x="410184" y="130810"/>
                  </a:lnTo>
                  <a:lnTo>
                    <a:pt x="412178" y="129616"/>
                  </a:lnTo>
                  <a:lnTo>
                    <a:pt x="414058" y="130810"/>
                  </a:lnTo>
                  <a:lnTo>
                    <a:pt x="414769" y="132080"/>
                  </a:lnTo>
                  <a:lnTo>
                    <a:pt x="415798" y="133350"/>
                  </a:lnTo>
                  <a:lnTo>
                    <a:pt x="415150" y="135890"/>
                  </a:lnTo>
                  <a:lnTo>
                    <a:pt x="412483" y="137160"/>
                  </a:lnTo>
                  <a:lnTo>
                    <a:pt x="411975" y="133350"/>
                  </a:lnTo>
                  <a:lnTo>
                    <a:pt x="408571" y="133350"/>
                  </a:lnTo>
                  <a:lnTo>
                    <a:pt x="406476" y="137160"/>
                  </a:lnTo>
                  <a:lnTo>
                    <a:pt x="407873" y="138430"/>
                  </a:lnTo>
                  <a:lnTo>
                    <a:pt x="411111" y="140970"/>
                  </a:lnTo>
                  <a:lnTo>
                    <a:pt x="413105" y="142240"/>
                  </a:lnTo>
                  <a:lnTo>
                    <a:pt x="416026" y="143510"/>
                  </a:lnTo>
                  <a:lnTo>
                    <a:pt x="419328" y="139700"/>
                  </a:lnTo>
                  <a:lnTo>
                    <a:pt x="418261" y="138430"/>
                  </a:lnTo>
                  <a:lnTo>
                    <a:pt x="414680" y="138430"/>
                  </a:lnTo>
                  <a:lnTo>
                    <a:pt x="415607" y="137160"/>
                  </a:lnTo>
                  <a:lnTo>
                    <a:pt x="418414" y="133350"/>
                  </a:lnTo>
                  <a:lnTo>
                    <a:pt x="418338" y="134620"/>
                  </a:lnTo>
                  <a:lnTo>
                    <a:pt x="418261" y="135890"/>
                  </a:lnTo>
                  <a:lnTo>
                    <a:pt x="419557" y="137160"/>
                  </a:lnTo>
                  <a:lnTo>
                    <a:pt x="420687" y="138430"/>
                  </a:lnTo>
                  <a:lnTo>
                    <a:pt x="421297" y="135890"/>
                  </a:lnTo>
                  <a:lnTo>
                    <a:pt x="421398" y="134620"/>
                  </a:lnTo>
                  <a:lnTo>
                    <a:pt x="421500" y="133350"/>
                  </a:lnTo>
                  <a:lnTo>
                    <a:pt x="421297" y="132080"/>
                  </a:lnTo>
                  <a:lnTo>
                    <a:pt x="425996" y="135890"/>
                  </a:lnTo>
                  <a:lnTo>
                    <a:pt x="425996" y="132956"/>
                  </a:lnTo>
                  <a:lnTo>
                    <a:pt x="425043" y="132080"/>
                  </a:lnTo>
                  <a:lnTo>
                    <a:pt x="426173" y="129540"/>
                  </a:lnTo>
                  <a:lnTo>
                    <a:pt x="427062" y="127000"/>
                  </a:lnTo>
                  <a:lnTo>
                    <a:pt x="427685" y="124460"/>
                  </a:lnTo>
                  <a:lnTo>
                    <a:pt x="428993" y="129540"/>
                  </a:lnTo>
                  <a:lnTo>
                    <a:pt x="431685" y="133350"/>
                  </a:lnTo>
                  <a:lnTo>
                    <a:pt x="435292" y="132080"/>
                  </a:lnTo>
                  <a:lnTo>
                    <a:pt x="434594" y="127000"/>
                  </a:lnTo>
                  <a:lnTo>
                    <a:pt x="434898" y="124460"/>
                  </a:lnTo>
                  <a:lnTo>
                    <a:pt x="435216" y="121920"/>
                  </a:lnTo>
                  <a:lnTo>
                    <a:pt x="435305" y="120650"/>
                  </a:lnTo>
                  <a:lnTo>
                    <a:pt x="435406" y="119380"/>
                  </a:lnTo>
                  <a:lnTo>
                    <a:pt x="435521" y="114300"/>
                  </a:lnTo>
                  <a:lnTo>
                    <a:pt x="434568" y="106680"/>
                  </a:lnTo>
                  <a:lnTo>
                    <a:pt x="437692" y="111760"/>
                  </a:lnTo>
                  <a:lnTo>
                    <a:pt x="441985" y="114300"/>
                  </a:lnTo>
                  <a:lnTo>
                    <a:pt x="445135" y="113030"/>
                  </a:lnTo>
                  <a:lnTo>
                    <a:pt x="441909" y="107950"/>
                  </a:lnTo>
                  <a:lnTo>
                    <a:pt x="441921" y="106680"/>
                  </a:lnTo>
                  <a:lnTo>
                    <a:pt x="441871" y="97790"/>
                  </a:lnTo>
                  <a:lnTo>
                    <a:pt x="441756" y="95250"/>
                  </a:lnTo>
                  <a:lnTo>
                    <a:pt x="441706" y="93980"/>
                  </a:lnTo>
                  <a:lnTo>
                    <a:pt x="441591" y="91440"/>
                  </a:lnTo>
                  <a:lnTo>
                    <a:pt x="436968" y="81280"/>
                  </a:lnTo>
                  <a:lnTo>
                    <a:pt x="440359" y="82550"/>
                  </a:lnTo>
                  <a:lnTo>
                    <a:pt x="442785" y="81280"/>
                  </a:lnTo>
                  <a:lnTo>
                    <a:pt x="444207" y="80010"/>
                  </a:lnTo>
                  <a:lnTo>
                    <a:pt x="439000" y="77470"/>
                  </a:lnTo>
                  <a:lnTo>
                    <a:pt x="435749" y="72390"/>
                  </a:lnTo>
                  <a:lnTo>
                    <a:pt x="431101" y="66040"/>
                  </a:lnTo>
                  <a:lnTo>
                    <a:pt x="421741" y="60960"/>
                  </a:lnTo>
                  <a:lnTo>
                    <a:pt x="425996" y="60960"/>
                  </a:lnTo>
                  <a:lnTo>
                    <a:pt x="428498" y="58420"/>
                  </a:lnTo>
                  <a:lnTo>
                    <a:pt x="428218" y="57150"/>
                  </a:lnTo>
                  <a:lnTo>
                    <a:pt x="427926" y="55880"/>
                  </a:lnTo>
                  <a:lnTo>
                    <a:pt x="424446" y="57150"/>
                  </a:lnTo>
                  <a:lnTo>
                    <a:pt x="420065" y="54610"/>
                  </a:lnTo>
                  <a:lnTo>
                    <a:pt x="413753" y="52070"/>
                  </a:lnTo>
                  <a:lnTo>
                    <a:pt x="404418" y="50800"/>
                  </a:lnTo>
                  <a:lnTo>
                    <a:pt x="404037" y="48260"/>
                  </a:lnTo>
                  <a:lnTo>
                    <a:pt x="403466" y="44450"/>
                  </a:lnTo>
                  <a:lnTo>
                    <a:pt x="398322" y="39370"/>
                  </a:lnTo>
                  <a:lnTo>
                    <a:pt x="392404" y="36830"/>
                  </a:lnTo>
                  <a:lnTo>
                    <a:pt x="393496" y="40640"/>
                  </a:lnTo>
                  <a:lnTo>
                    <a:pt x="392557" y="44450"/>
                  </a:lnTo>
                  <a:lnTo>
                    <a:pt x="391464" y="48260"/>
                  </a:lnTo>
                  <a:lnTo>
                    <a:pt x="388200" y="45110"/>
                  </a:lnTo>
                  <a:lnTo>
                    <a:pt x="388200" y="64770"/>
                  </a:lnTo>
                  <a:lnTo>
                    <a:pt x="382524" y="66040"/>
                  </a:lnTo>
                  <a:lnTo>
                    <a:pt x="377151" y="67310"/>
                  </a:lnTo>
                  <a:lnTo>
                    <a:pt x="373011" y="69850"/>
                  </a:lnTo>
                  <a:lnTo>
                    <a:pt x="374700" y="66040"/>
                  </a:lnTo>
                  <a:lnTo>
                    <a:pt x="373011" y="60960"/>
                  </a:lnTo>
                  <a:lnTo>
                    <a:pt x="382143" y="60960"/>
                  </a:lnTo>
                  <a:lnTo>
                    <a:pt x="384708" y="64770"/>
                  </a:lnTo>
                  <a:lnTo>
                    <a:pt x="388200" y="64770"/>
                  </a:lnTo>
                  <a:lnTo>
                    <a:pt x="388200" y="45110"/>
                  </a:lnTo>
                  <a:lnTo>
                    <a:pt x="342785" y="1270"/>
                  </a:lnTo>
                  <a:lnTo>
                    <a:pt x="341261" y="0"/>
                  </a:lnTo>
                  <a:lnTo>
                    <a:pt x="339813" y="0"/>
                  </a:lnTo>
                  <a:lnTo>
                    <a:pt x="339813" y="1270"/>
                  </a:lnTo>
                  <a:lnTo>
                    <a:pt x="340626" y="2540"/>
                  </a:lnTo>
                  <a:lnTo>
                    <a:pt x="382524" y="53340"/>
                  </a:lnTo>
                  <a:lnTo>
                    <a:pt x="379323" y="54610"/>
                  </a:lnTo>
                  <a:lnTo>
                    <a:pt x="376212" y="55880"/>
                  </a:lnTo>
                  <a:lnTo>
                    <a:pt x="370916" y="57150"/>
                  </a:lnTo>
                  <a:lnTo>
                    <a:pt x="369354" y="59690"/>
                  </a:lnTo>
                  <a:lnTo>
                    <a:pt x="369354" y="62230"/>
                  </a:lnTo>
                  <a:lnTo>
                    <a:pt x="361581" y="66040"/>
                  </a:lnTo>
                  <a:lnTo>
                    <a:pt x="354990" y="71005"/>
                  </a:lnTo>
                  <a:lnTo>
                    <a:pt x="348843" y="76200"/>
                  </a:lnTo>
                  <a:lnTo>
                    <a:pt x="346748" y="76200"/>
                  </a:lnTo>
                  <a:lnTo>
                    <a:pt x="349072" y="81280"/>
                  </a:lnTo>
                  <a:lnTo>
                    <a:pt x="349910" y="83820"/>
                  </a:lnTo>
                  <a:lnTo>
                    <a:pt x="347179" y="88900"/>
                  </a:lnTo>
                  <a:lnTo>
                    <a:pt x="357212" y="82550"/>
                  </a:lnTo>
                  <a:lnTo>
                    <a:pt x="366268" y="77470"/>
                  </a:lnTo>
                  <a:lnTo>
                    <a:pt x="367614" y="81280"/>
                  </a:lnTo>
                  <a:lnTo>
                    <a:pt x="368338" y="82550"/>
                  </a:lnTo>
                  <a:lnTo>
                    <a:pt x="363918" y="83820"/>
                  </a:lnTo>
                  <a:lnTo>
                    <a:pt x="360781" y="85090"/>
                  </a:lnTo>
                  <a:lnTo>
                    <a:pt x="357759" y="86360"/>
                  </a:lnTo>
                  <a:lnTo>
                    <a:pt x="354418" y="88900"/>
                  </a:lnTo>
                  <a:lnTo>
                    <a:pt x="355396" y="91440"/>
                  </a:lnTo>
                  <a:lnTo>
                    <a:pt x="357886" y="90170"/>
                  </a:lnTo>
                  <a:lnTo>
                    <a:pt x="357962" y="91440"/>
                  </a:lnTo>
                  <a:lnTo>
                    <a:pt x="358178" y="92710"/>
                  </a:lnTo>
                  <a:lnTo>
                    <a:pt x="359092" y="93980"/>
                  </a:lnTo>
                  <a:lnTo>
                    <a:pt x="361581" y="93980"/>
                  </a:lnTo>
                  <a:lnTo>
                    <a:pt x="363143" y="91440"/>
                  </a:lnTo>
                  <a:lnTo>
                    <a:pt x="364058" y="92710"/>
                  </a:lnTo>
                  <a:lnTo>
                    <a:pt x="365112" y="92710"/>
                  </a:lnTo>
                  <a:lnTo>
                    <a:pt x="363677" y="99060"/>
                  </a:lnTo>
                  <a:lnTo>
                    <a:pt x="362623" y="100330"/>
                  </a:lnTo>
                  <a:lnTo>
                    <a:pt x="367385" y="99060"/>
                  </a:lnTo>
                  <a:lnTo>
                    <a:pt x="370344" y="95250"/>
                  </a:lnTo>
                  <a:lnTo>
                    <a:pt x="370408" y="93980"/>
                  </a:lnTo>
                  <a:lnTo>
                    <a:pt x="370535" y="91440"/>
                  </a:lnTo>
                  <a:lnTo>
                    <a:pt x="370560" y="90170"/>
                  </a:lnTo>
                  <a:lnTo>
                    <a:pt x="370611" y="87630"/>
                  </a:lnTo>
                  <a:lnTo>
                    <a:pt x="371627" y="87630"/>
                  </a:lnTo>
                  <a:lnTo>
                    <a:pt x="372338" y="86360"/>
                  </a:lnTo>
                  <a:lnTo>
                    <a:pt x="373100" y="86360"/>
                  </a:lnTo>
                  <a:lnTo>
                    <a:pt x="373913" y="90170"/>
                  </a:lnTo>
                  <a:lnTo>
                    <a:pt x="373011" y="92710"/>
                  </a:lnTo>
                  <a:lnTo>
                    <a:pt x="375475" y="92710"/>
                  </a:lnTo>
                  <a:lnTo>
                    <a:pt x="378079" y="88900"/>
                  </a:lnTo>
                  <a:lnTo>
                    <a:pt x="377977" y="87630"/>
                  </a:lnTo>
                  <a:lnTo>
                    <a:pt x="377888" y="86360"/>
                  </a:lnTo>
                  <a:lnTo>
                    <a:pt x="377799" y="85090"/>
                  </a:lnTo>
                  <a:lnTo>
                    <a:pt x="377710" y="83820"/>
                  </a:lnTo>
                  <a:lnTo>
                    <a:pt x="378917" y="82550"/>
                  </a:lnTo>
                  <a:lnTo>
                    <a:pt x="380263" y="81280"/>
                  </a:lnTo>
                  <a:lnTo>
                    <a:pt x="382739" y="81280"/>
                  </a:lnTo>
                  <a:lnTo>
                    <a:pt x="385991" y="86360"/>
                  </a:lnTo>
                  <a:lnTo>
                    <a:pt x="398703" y="86360"/>
                  </a:lnTo>
                  <a:lnTo>
                    <a:pt x="402399" y="81280"/>
                  </a:lnTo>
                  <a:lnTo>
                    <a:pt x="403326" y="80010"/>
                  </a:lnTo>
                  <a:lnTo>
                    <a:pt x="403669" y="77470"/>
                  </a:lnTo>
                  <a:lnTo>
                    <a:pt x="404177" y="73660"/>
                  </a:lnTo>
                  <a:lnTo>
                    <a:pt x="404075" y="72390"/>
                  </a:lnTo>
                  <a:lnTo>
                    <a:pt x="403860" y="71005"/>
                  </a:lnTo>
                  <a:lnTo>
                    <a:pt x="402628" y="69850"/>
                  </a:lnTo>
                  <a:lnTo>
                    <a:pt x="405561" y="72390"/>
                  </a:lnTo>
                  <a:lnTo>
                    <a:pt x="406476" y="74930"/>
                  </a:lnTo>
                  <a:lnTo>
                    <a:pt x="406476" y="78740"/>
                  </a:lnTo>
                  <a:lnTo>
                    <a:pt x="403123" y="86360"/>
                  </a:lnTo>
                  <a:lnTo>
                    <a:pt x="395097" y="91440"/>
                  </a:lnTo>
                  <a:lnTo>
                    <a:pt x="385483" y="97790"/>
                  </a:lnTo>
                  <a:lnTo>
                    <a:pt x="377329" y="102870"/>
                  </a:lnTo>
                  <a:lnTo>
                    <a:pt x="376936" y="102870"/>
                  </a:lnTo>
                  <a:lnTo>
                    <a:pt x="376694" y="104140"/>
                  </a:lnTo>
                  <a:lnTo>
                    <a:pt x="376389" y="104140"/>
                  </a:lnTo>
                  <a:lnTo>
                    <a:pt x="373164" y="102870"/>
                  </a:lnTo>
                  <a:lnTo>
                    <a:pt x="366687" y="100330"/>
                  </a:lnTo>
                  <a:lnTo>
                    <a:pt x="365912" y="102870"/>
                  </a:lnTo>
                  <a:lnTo>
                    <a:pt x="365467" y="104140"/>
                  </a:lnTo>
                  <a:lnTo>
                    <a:pt x="364401" y="107950"/>
                  </a:lnTo>
                  <a:lnTo>
                    <a:pt x="362356" y="114300"/>
                  </a:lnTo>
                  <a:lnTo>
                    <a:pt x="360972" y="118110"/>
                  </a:lnTo>
                  <a:lnTo>
                    <a:pt x="360451" y="119380"/>
                  </a:lnTo>
                  <a:lnTo>
                    <a:pt x="361327" y="120650"/>
                  </a:lnTo>
                  <a:lnTo>
                    <a:pt x="357263" y="125730"/>
                  </a:lnTo>
                  <a:lnTo>
                    <a:pt x="353860" y="132080"/>
                  </a:lnTo>
                  <a:lnTo>
                    <a:pt x="351345" y="138430"/>
                  </a:lnTo>
                  <a:lnTo>
                    <a:pt x="349910" y="144780"/>
                  </a:lnTo>
                  <a:lnTo>
                    <a:pt x="347560" y="142240"/>
                  </a:lnTo>
                  <a:lnTo>
                    <a:pt x="345998" y="140970"/>
                  </a:lnTo>
                  <a:lnTo>
                    <a:pt x="342849" y="138430"/>
                  </a:lnTo>
                  <a:lnTo>
                    <a:pt x="343115" y="137160"/>
                  </a:lnTo>
                  <a:lnTo>
                    <a:pt x="343255" y="137160"/>
                  </a:lnTo>
                  <a:lnTo>
                    <a:pt x="343344" y="135890"/>
                  </a:lnTo>
                  <a:lnTo>
                    <a:pt x="343433" y="134620"/>
                  </a:lnTo>
                  <a:lnTo>
                    <a:pt x="343535" y="133350"/>
                  </a:lnTo>
                  <a:lnTo>
                    <a:pt x="342709" y="130810"/>
                  </a:lnTo>
                  <a:lnTo>
                    <a:pt x="341071" y="129540"/>
                  </a:lnTo>
                  <a:lnTo>
                    <a:pt x="340283" y="128651"/>
                  </a:lnTo>
                  <a:lnTo>
                    <a:pt x="340283" y="133350"/>
                  </a:lnTo>
                  <a:lnTo>
                    <a:pt x="340169" y="134620"/>
                  </a:lnTo>
                  <a:lnTo>
                    <a:pt x="340042" y="137160"/>
                  </a:lnTo>
                  <a:lnTo>
                    <a:pt x="339242" y="138430"/>
                  </a:lnTo>
                  <a:lnTo>
                    <a:pt x="338289" y="139700"/>
                  </a:lnTo>
                  <a:lnTo>
                    <a:pt x="337769" y="139700"/>
                  </a:lnTo>
                  <a:lnTo>
                    <a:pt x="336931" y="140970"/>
                  </a:lnTo>
                  <a:lnTo>
                    <a:pt x="333756" y="140970"/>
                  </a:lnTo>
                  <a:lnTo>
                    <a:pt x="332130" y="138430"/>
                  </a:lnTo>
                  <a:lnTo>
                    <a:pt x="332244" y="133350"/>
                  </a:lnTo>
                  <a:lnTo>
                    <a:pt x="332892" y="132080"/>
                  </a:lnTo>
                  <a:lnTo>
                    <a:pt x="334556" y="130810"/>
                  </a:lnTo>
                  <a:lnTo>
                    <a:pt x="335470" y="129540"/>
                  </a:lnTo>
                  <a:lnTo>
                    <a:pt x="337464" y="129540"/>
                  </a:lnTo>
                  <a:lnTo>
                    <a:pt x="338340" y="130810"/>
                  </a:lnTo>
                  <a:lnTo>
                    <a:pt x="338759" y="130810"/>
                  </a:lnTo>
                  <a:lnTo>
                    <a:pt x="339813" y="132080"/>
                  </a:lnTo>
                  <a:lnTo>
                    <a:pt x="340283" y="133350"/>
                  </a:lnTo>
                  <a:lnTo>
                    <a:pt x="340283" y="128651"/>
                  </a:lnTo>
                  <a:lnTo>
                    <a:pt x="339953" y="128270"/>
                  </a:lnTo>
                  <a:lnTo>
                    <a:pt x="338340" y="127000"/>
                  </a:lnTo>
                  <a:lnTo>
                    <a:pt x="333248" y="127000"/>
                  </a:lnTo>
                  <a:lnTo>
                    <a:pt x="331546" y="128270"/>
                  </a:lnTo>
                  <a:lnTo>
                    <a:pt x="330987" y="129540"/>
                  </a:lnTo>
                  <a:lnTo>
                    <a:pt x="330352" y="128270"/>
                  </a:lnTo>
                  <a:lnTo>
                    <a:pt x="330085" y="128270"/>
                  </a:lnTo>
                  <a:lnTo>
                    <a:pt x="326758" y="125730"/>
                  </a:lnTo>
                  <a:lnTo>
                    <a:pt x="322948" y="123190"/>
                  </a:lnTo>
                  <a:lnTo>
                    <a:pt x="320459" y="120650"/>
                  </a:lnTo>
                  <a:lnTo>
                    <a:pt x="319417" y="119380"/>
                  </a:lnTo>
                  <a:lnTo>
                    <a:pt x="309676" y="119380"/>
                  </a:lnTo>
                  <a:lnTo>
                    <a:pt x="308051" y="121920"/>
                  </a:lnTo>
                  <a:lnTo>
                    <a:pt x="307073" y="121920"/>
                  </a:lnTo>
                  <a:lnTo>
                    <a:pt x="304977" y="124460"/>
                  </a:lnTo>
                  <a:lnTo>
                    <a:pt x="302539" y="125730"/>
                  </a:lnTo>
                  <a:lnTo>
                    <a:pt x="303682" y="127000"/>
                  </a:lnTo>
                  <a:lnTo>
                    <a:pt x="304761" y="128270"/>
                  </a:lnTo>
                  <a:lnTo>
                    <a:pt x="305917" y="129540"/>
                  </a:lnTo>
                  <a:lnTo>
                    <a:pt x="306628" y="129540"/>
                  </a:lnTo>
                  <a:lnTo>
                    <a:pt x="307822" y="130810"/>
                  </a:lnTo>
                  <a:lnTo>
                    <a:pt x="309486" y="130810"/>
                  </a:lnTo>
                  <a:lnTo>
                    <a:pt x="310553" y="129540"/>
                  </a:lnTo>
                  <a:lnTo>
                    <a:pt x="316103" y="129540"/>
                  </a:lnTo>
                  <a:lnTo>
                    <a:pt x="317347" y="132080"/>
                  </a:lnTo>
                  <a:lnTo>
                    <a:pt x="318185" y="133350"/>
                  </a:lnTo>
                  <a:lnTo>
                    <a:pt x="326174" y="143510"/>
                  </a:lnTo>
                  <a:lnTo>
                    <a:pt x="332574" y="149860"/>
                  </a:lnTo>
                  <a:lnTo>
                    <a:pt x="331876" y="151130"/>
                  </a:lnTo>
                  <a:lnTo>
                    <a:pt x="330479" y="151130"/>
                  </a:lnTo>
                  <a:lnTo>
                    <a:pt x="327837" y="152400"/>
                  </a:lnTo>
                  <a:lnTo>
                    <a:pt x="318655" y="152400"/>
                  </a:lnTo>
                  <a:lnTo>
                    <a:pt x="315899" y="151130"/>
                  </a:lnTo>
                  <a:lnTo>
                    <a:pt x="315328" y="151130"/>
                  </a:lnTo>
                  <a:lnTo>
                    <a:pt x="311848" y="156210"/>
                  </a:lnTo>
                  <a:lnTo>
                    <a:pt x="310819" y="157480"/>
                  </a:lnTo>
                  <a:lnTo>
                    <a:pt x="309841" y="158750"/>
                  </a:lnTo>
                  <a:lnTo>
                    <a:pt x="309206" y="160020"/>
                  </a:lnTo>
                  <a:lnTo>
                    <a:pt x="313931" y="167640"/>
                  </a:lnTo>
                  <a:lnTo>
                    <a:pt x="317512" y="173990"/>
                  </a:lnTo>
                  <a:lnTo>
                    <a:pt x="321005" y="180340"/>
                  </a:lnTo>
                  <a:lnTo>
                    <a:pt x="323545" y="185420"/>
                  </a:lnTo>
                  <a:lnTo>
                    <a:pt x="325793" y="191770"/>
                  </a:lnTo>
                  <a:lnTo>
                    <a:pt x="328752" y="193040"/>
                  </a:lnTo>
                  <a:lnTo>
                    <a:pt x="337769" y="195580"/>
                  </a:lnTo>
                  <a:lnTo>
                    <a:pt x="345617" y="200660"/>
                  </a:lnTo>
                  <a:lnTo>
                    <a:pt x="346468" y="201930"/>
                  </a:lnTo>
                  <a:lnTo>
                    <a:pt x="346583" y="199390"/>
                  </a:lnTo>
                  <a:lnTo>
                    <a:pt x="346684" y="196850"/>
                  </a:lnTo>
                  <a:lnTo>
                    <a:pt x="345465" y="195580"/>
                  </a:lnTo>
                  <a:lnTo>
                    <a:pt x="341071" y="194310"/>
                  </a:lnTo>
                  <a:lnTo>
                    <a:pt x="339407" y="193040"/>
                  </a:lnTo>
                  <a:lnTo>
                    <a:pt x="341223" y="193040"/>
                  </a:lnTo>
                  <a:lnTo>
                    <a:pt x="346684" y="194310"/>
                  </a:lnTo>
                  <a:lnTo>
                    <a:pt x="350608" y="195580"/>
                  </a:lnTo>
                  <a:lnTo>
                    <a:pt x="349770" y="193040"/>
                  </a:lnTo>
                  <a:lnTo>
                    <a:pt x="349351" y="191770"/>
                  </a:lnTo>
                  <a:lnTo>
                    <a:pt x="345313" y="186690"/>
                  </a:lnTo>
                  <a:lnTo>
                    <a:pt x="342849" y="184150"/>
                  </a:lnTo>
                  <a:lnTo>
                    <a:pt x="339509" y="182880"/>
                  </a:lnTo>
                  <a:lnTo>
                    <a:pt x="336245" y="182880"/>
                  </a:lnTo>
                  <a:lnTo>
                    <a:pt x="334848" y="184150"/>
                  </a:lnTo>
                  <a:lnTo>
                    <a:pt x="335064" y="185420"/>
                  </a:lnTo>
                  <a:lnTo>
                    <a:pt x="334340" y="186690"/>
                  </a:lnTo>
                  <a:lnTo>
                    <a:pt x="331749" y="186690"/>
                  </a:lnTo>
                  <a:lnTo>
                    <a:pt x="330898" y="185420"/>
                  </a:lnTo>
                  <a:lnTo>
                    <a:pt x="331749" y="182880"/>
                  </a:lnTo>
                  <a:lnTo>
                    <a:pt x="333616" y="182880"/>
                  </a:lnTo>
                  <a:lnTo>
                    <a:pt x="333248" y="180340"/>
                  </a:lnTo>
                  <a:lnTo>
                    <a:pt x="332828" y="177800"/>
                  </a:lnTo>
                  <a:lnTo>
                    <a:pt x="329666" y="177800"/>
                  </a:lnTo>
                  <a:lnTo>
                    <a:pt x="327837" y="176530"/>
                  </a:lnTo>
                  <a:lnTo>
                    <a:pt x="324878" y="172720"/>
                  </a:lnTo>
                  <a:lnTo>
                    <a:pt x="321818" y="167640"/>
                  </a:lnTo>
                  <a:lnTo>
                    <a:pt x="320255" y="165100"/>
                  </a:lnTo>
                  <a:lnTo>
                    <a:pt x="318858" y="162560"/>
                  </a:lnTo>
                  <a:lnTo>
                    <a:pt x="320776" y="160020"/>
                  </a:lnTo>
                  <a:lnTo>
                    <a:pt x="323126" y="158750"/>
                  </a:lnTo>
                  <a:lnTo>
                    <a:pt x="328142" y="161290"/>
                  </a:lnTo>
                  <a:lnTo>
                    <a:pt x="337921" y="162560"/>
                  </a:lnTo>
                  <a:lnTo>
                    <a:pt x="350177" y="162560"/>
                  </a:lnTo>
                  <a:lnTo>
                    <a:pt x="351904" y="171450"/>
                  </a:lnTo>
                  <a:lnTo>
                    <a:pt x="355638" y="179070"/>
                  </a:lnTo>
                  <a:lnTo>
                    <a:pt x="362140" y="184150"/>
                  </a:lnTo>
                  <a:lnTo>
                    <a:pt x="372186" y="187960"/>
                  </a:lnTo>
                  <a:lnTo>
                    <a:pt x="379857" y="190500"/>
                  </a:lnTo>
                  <a:lnTo>
                    <a:pt x="387934" y="195580"/>
                  </a:lnTo>
                  <a:lnTo>
                    <a:pt x="390728" y="203200"/>
                  </a:lnTo>
                  <a:lnTo>
                    <a:pt x="371500" y="205740"/>
                  </a:lnTo>
                  <a:lnTo>
                    <a:pt x="360311" y="210820"/>
                  </a:lnTo>
                  <a:lnTo>
                    <a:pt x="355104" y="218440"/>
                  </a:lnTo>
                  <a:lnTo>
                    <a:pt x="353822" y="226060"/>
                  </a:lnTo>
                  <a:lnTo>
                    <a:pt x="355574" y="233680"/>
                  </a:lnTo>
                  <a:lnTo>
                    <a:pt x="359435" y="238760"/>
                  </a:lnTo>
                  <a:lnTo>
                    <a:pt x="363296" y="242570"/>
                  </a:lnTo>
                  <a:lnTo>
                    <a:pt x="365048" y="248920"/>
                  </a:lnTo>
                  <a:lnTo>
                    <a:pt x="360730" y="254000"/>
                  </a:lnTo>
                  <a:lnTo>
                    <a:pt x="350647" y="257810"/>
                  </a:lnTo>
                  <a:lnTo>
                    <a:pt x="339013" y="260350"/>
                  </a:lnTo>
                  <a:lnTo>
                    <a:pt x="330085" y="261620"/>
                  </a:lnTo>
                  <a:lnTo>
                    <a:pt x="323126" y="262890"/>
                  </a:lnTo>
                  <a:lnTo>
                    <a:pt x="319354" y="264160"/>
                  </a:lnTo>
                  <a:lnTo>
                    <a:pt x="315937" y="267970"/>
                  </a:lnTo>
                  <a:lnTo>
                    <a:pt x="312686" y="270510"/>
                  </a:lnTo>
                  <a:lnTo>
                    <a:pt x="303352" y="279400"/>
                  </a:lnTo>
                  <a:lnTo>
                    <a:pt x="305917" y="280670"/>
                  </a:lnTo>
                  <a:lnTo>
                    <a:pt x="308483" y="280670"/>
                  </a:lnTo>
                  <a:lnTo>
                    <a:pt x="313067" y="274320"/>
                  </a:lnTo>
                  <a:lnTo>
                    <a:pt x="314350" y="273050"/>
                  </a:lnTo>
                  <a:lnTo>
                    <a:pt x="315328" y="270510"/>
                  </a:lnTo>
                  <a:lnTo>
                    <a:pt x="316166" y="271780"/>
                  </a:lnTo>
                  <a:lnTo>
                    <a:pt x="317119" y="271780"/>
                  </a:lnTo>
                  <a:lnTo>
                    <a:pt x="315429" y="274320"/>
                  </a:lnTo>
                  <a:lnTo>
                    <a:pt x="311670" y="280670"/>
                  </a:lnTo>
                  <a:lnTo>
                    <a:pt x="327406" y="281940"/>
                  </a:lnTo>
                  <a:lnTo>
                    <a:pt x="328422" y="276860"/>
                  </a:lnTo>
                  <a:lnTo>
                    <a:pt x="328422" y="271780"/>
                  </a:lnTo>
                  <a:lnTo>
                    <a:pt x="324472" y="270510"/>
                  </a:lnTo>
                  <a:lnTo>
                    <a:pt x="326758" y="267970"/>
                  </a:lnTo>
                  <a:lnTo>
                    <a:pt x="329120" y="266700"/>
                  </a:lnTo>
                  <a:lnTo>
                    <a:pt x="330987" y="267970"/>
                  </a:lnTo>
                  <a:lnTo>
                    <a:pt x="334632" y="271780"/>
                  </a:lnTo>
                  <a:lnTo>
                    <a:pt x="335203" y="274320"/>
                  </a:lnTo>
                  <a:lnTo>
                    <a:pt x="339598" y="271780"/>
                  </a:lnTo>
                  <a:lnTo>
                    <a:pt x="353187" y="266700"/>
                  </a:lnTo>
                  <a:lnTo>
                    <a:pt x="370166" y="260350"/>
                  </a:lnTo>
                  <a:lnTo>
                    <a:pt x="375221" y="257810"/>
                  </a:lnTo>
                  <a:lnTo>
                    <a:pt x="378282" y="256540"/>
                  </a:lnTo>
                  <a:lnTo>
                    <a:pt x="382143" y="255270"/>
                  </a:lnTo>
                  <a:lnTo>
                    <a:pt x="381000" y="252730"/>
                  </a:lnTo>
                  <a:lnTo>
                    <a:pt x="378625" y="251460"/>
                  </a:lnTo>
                  <a:lnTo>
                    <a:pt x="376212" y="248920"/>
                  </a:lnTo>
                  <a:lnTo>
                    <a:pt x="375666" y="246380"/>
                  </a:lnTo>
                  <a:lnTo>
                    <a:pt x="375666" y="232410"/>
                  </a:lnTo>
                  <a:lnTo>
                    <a:pt x="381927" y="228600"/>
                  </a:lnTo>
                  <a:lnTo>
                    <a:pt x="393192" y="228600"/>
                  </a:lnTo>
                  <a:lnTo>
                    <a:pt x="392696" y="232410"/>
                  </a:lnTo>
                  <a:lnTo>
                    <a:pt x="392696" y="233680"/>
                  </a:lnTo>
                  <a:lnTo>
                    <a:pt x="396659" y="245110"/>
                  </a:lnTo>
                  <a:lnTo>
                    <a:pt x="405841" y="255270"/>
                  </a:lnTo>
                  <a:lnTo>
                    <a:pt x="416255" y="262890"/>
                  </a:lnTo>
                  <a:lnTo>
                    <a:pt x="423913" y="265430"/>
                  </a:lnTo>
                  <a:lnTo>
                    <a:pt x="426872" y="265430"/>
                  </a:lnTo>
                  <a:lnTo>
                    <a:pt x="430911" y="262890"/>
                  </a:lnTo>
                  <a:lnTo>
                    <a:pt x="431025" y="267970"/>
                  </a:lnTo>
                  <a:lnTo>
                    <a:pt x="431139" y="273050"/>
                  </a:lnTo>
                  <a:lnTo>
                    <a:pt x="431253" y="279400"/>
                  </a:lnTo>
                  <a:lnTo>
                    <a:pt x="432803" y="284480"/>
                  </a:lnTo>
                  <a:lnTo>
                    <a:pt x="430110" y="300990"/>
                  </a:lnTo>
                  <a:lnTo>
                    <a:pt x="427685" y="302260"/>
                  </a:lnTo>
                  <a:lnTo>
                    <a:pt x="417766" y="309880"/>
                  </a:lnTo>
                  <a:lnTo>
                    <a:pt x="413105" y="320040"/>
                  </a:lnTo>
                  <a:lnTo>
                    <a:pt x="411048" y="322580"/>
                  </a:lnTo>
                  <a:lnTo>
                    <a:pt x="413207" y="323850"/>
                  </a:lnTo>
                  <a:lnTo>
                    <a:pt x="415505" y="323850"/>
                  </a:lnTo>
                  <a:lnTo>
                    <a:pt x="417347" y="318770"/>
                  </a:lnTo>
                  <a:lnTo>
                    <a:pt x="419049" y="313690"/>
                  </a:lnTo>
                  <a:lnTo>
                    <a:pt x="420776" y="311150"/>
                  </a:lnTo>
                  <a:lnTo>
                    <a:pt x="422656" y="309880"/>
                  </a:lnTo>
                  <a:lnTo>
                    <a:pt x="420687" y="314960"/>
                  </a:lnTo>
                  <a:lnTo>
                    <a:pt x="419328" y="321310"/>
                  </a:lnTo>
                  <a:lnTo>
                    <a:pt x="418261" y="323850"/>
                  </a:lnTo>
                  <a:lnTo>
                    <a:pt x="424751" y="325120"/>
                  </a:lnTo>
                  <a:lnTo>
                    <a:pt x="434784" y="320040"/>
                  </a:lnTo>
                  <a:lnTo>
                    <a:pt x="434784" y="311150"/>
                  </a:lnTo>
                  <a:lnTo>
                    <a:pt x="431253" y="311150"/>
                  </a:lnTo>
                  <a:lnTo>
                    <a:pt x="431253" y="309880"/>
                  </a:lnTo>
                  <a:lnTo>
                    <a:pt x="431253" y="307340"/>
                  </a:lnTo>
                  <a:lnTo>
                    <a:pt x="432841" y="306070"/>
                  </a:lnTo>
                  <a:lnTo>
                    <a:pt x="437273" y="306070"/>
                  </a:lnTo>
                  <a:lnTo>
                    <a:pt x="439216" y="307340"/>
                  </a:lnTo>
                  <a:lnTo>
                    <a:pt x="439331" y="308610"/>
                  </a:lnTo>
                  <a:lnTo>
                    <a:pt x="441998" y="307340"/>
                  </a:lnTo>
                  <a:lnTo>
                    <a:pt x="442925" y="306070"/>
                  </a:lnTo>
                  <a:lnTo>
                    <a:pt x="443839" y="304800"/>
                  </a:lnTo>
                  <a:lnTo>
                    <a:pt x="443814" y="302260"/>
                  </a:lnTo>
                  <a:lnTo>
                    <a:pt x="443699" y="290830"/>
                  </a:lnTo>
                  <a:lnTo>
                    <a:pt x="444119" y="290830"/>
                  </a:lnTo>
                  <a:lnTo>
                    <a:pt x="445274" y="293370"/>
                  </a:lnTo>
                  <a:lnTo>
                    <a:pt x="447344" y="294640"/>
                  </a:lnTo>
                  <a:lnTo>
                    <a:pt x="454558" y="294640"/>
                  </a:lnTo>
                  <a:lnTo>
                    <a:pt x="456590" y="292100"/>
                  </a:lnTo>
                  <a:lnTo>
                    <a:pt x="458990" y="290830"/>
                  </a:lnTo>
                  <a:lnTo>
                    <a:pt x="460717" y="288290"/>
                  </a:lnTo>
                  <a:lnTo>
                    <a:pt x="461416" y="285750"/>
                  </a:lnTo>
                  <a:lnTo>
                    <a:pt x="461416" y="283210"/>
                  </a:lnTo>
                  <a:lnTo>
                    <a:pt x="461124" y="281940"/>
                  </a:lnTo>
                  <a:lnTo>
                    <a:pt x="460336" y="280670"/>
                  </a:lnTo>
                  <a:lnTo>
                    <a:pt x="459333" y="279400"/>
                  </a:lnTo>
                  <a:lnTo>
                    <a:pt x="458419" y="278714"/>
                  </a:lnTo>
                  <a:lnTo>
                    <a:pt x="458419" y="283210"/>
                  </a:lnTo>
                  <a:lnTo>
                    <a:pt x="458279" y="284480"/>
                  </a:lnTo>
                  <a:lnTo>
                    <a:pt x="458101" y="285750"/>
                  </a:lnTo>
                  <a:lnTo>
                    <a:pt x="457771" y="287020"/>
                  </a:lnTo>
                  <a:lnTo>
                    <a:pt x="456590" y="289560"/>
                  </a:lnTo>
                  <a:lnTo>
                    <a:pt x="454875" y="289560"/>
                  </a:lnTo>
                  <a:lnTo>
                    <a:pt x="451815" y="292100"/>
                  </a:lnTo>
                  <a:lnTo>
                    <a:pt x="448259" y="292100"/>
                  </a:lnTo>
                  <a:lnTo>
                    <a:pt x="447535" y="290830"/>
                  </a:lnTo>
                  <a:lnTo>
                    <a:pt x="446811" y="289560"/>
                  </a:lnTo>
                  <a:lnTo>
                    <a:pt x="445973" y="288290"/>
                  </a:lnTo>
                  <a:lnTo>
                    <a:pt x="446062" y="287020"/>
                  </a:lnTo>
                  <a:lnTo>
                    <a:pt x="446227" y="287020"/>
                  </a:lnTo>
                  <a:lnTo>
                    <a:pt x="446392" y="285750"/>
                  </a:lnTo>
                  <a:lnTo>
                    <a:pt x="446557" y="284480"/>
                  </a:lnTo>
                  <a:lnTo>
                    <a:pt x="447903" y="283210"/>
                  </a:lnTo>
                  <a:lnTo>
                    <a:pt x="449491" y="281940"/>
                  </a:lnTo>
                  <a:lnTo>
                    <a:pt x="451345" y="280670"/>
                  </a:lnTo>
                  <a:lnTo>
                    <a:pt x="455129" y="280670"/>
                  </a:lnTo>
                  <a:lnTo>
                    <a:pt x="457060" y="281940"/>
                  </a:lnTo>
                  <a:lnTo>
                    <a:pt x="457644" y="283210"/>
                  </a:lnTo>
                  <a:lnTo>
                    <a:pt x="458419" y="283210"/>
                  </a:lnTo>
                  <a:lnTo>
                    <a:pt x="458419" y="278714"/>
                  </a:lnTo>
                  <a:lnTo>
                    <a:pt x="457644" y="278130"/>
                  </a:lnTo>
                  <a:lnTo>
                    <a:pt x="455764" y="278130"/>
                  </a:lnTo>
                  <a:lnTo>
                    <a:pt x="453199" y="276860"/>
                  </a:lnTo>
                  <a:lnTo>
                    <a:pt x="450265" y="278130"/>
                  </a:lnTo>
                  <a:lnTo>
                    <a:pt x="445681" y="280670"/>
                  </a:lnTo>
                  <a:lnTo>
                    <a:pt x="443839" y="283210"/>
                  </a:lnTo>
                  <a:lnTo>
                    <a:pt x="443280" y="285750"/>
                  </a:lnTo>
                  <a:lnTo>
                    <a:pt x="443217" y="284480"/>
                  </a:lnTo>
                  <a:lnTo>
                    <a:pt x="443141" y="283210"/>
                  </a:lnTo>
                  <a:lnTo>
                    <a:pt x="443064" y="281940"/>
                  </a:lnTo>
                  <a:lnTo>
                    <a:pt x="443001" y="280670"/>
                  </a:lnTo>
                  <a:lnTo>
                    <a:pt x="442925" y="279400"/>
                  </a:lnTo>
                  <a:lnTo>
                    <a:pt x="442849" y="278130"/>
                  </a:lnTo>
                  <a:lnTo>
                    <a:pt x="442785" y="276860"/>
                  </a:lnTo>
                  <a:lnTo>
                    <a:pt x="441998" y="269240"/>
                  </a:lnTo>
                  <a:lnTo>
                    <a:pt x="442125" y="267970"/>
                  </a:lnTo>
                  <a:lnTo>
                    <a:pt x="442252" y="266700"/>
                  </a:lnTo>
                  <a:lnTo>
                    <a:pt x="442366" y="265430"/>
                  </a:lnTo>
                  <a:lnTo>
                    <a:pt x="442468" y="264160"/>
                  </a:lnTo>
                  <a:lnTo>
                    <a:pt x="442569" y="262890"/>
                  </a:lnTo>
                  <a:lnTo>
                    <a:pt x="442671" y="261620"/>
                  </a:lnTo>
                  <a:lnTo>
                    <a:pt x="442785" y="260350"/>
                  </a:lnTo>
                  <a:lnTo>
                    <a:pt x="442925" y="257810"/>
                  </a:lnTo>
                  <a:lnTo>
                    <a:pt x="441325" y="257810"/>
                  </a:lnTo>
                  <a:lnTo>
                    <a:pt x="439623" y="256540"/>
                  </a:lnTo>
                  <a:lnTo>
                    <a:pt x="437781" y="260350"/>
                  </a:lnTo>
                  <a:lnTo>
                    <a:pt x="432930" y="260350"/>
                  </a:lnTo>
                  <a:lnTo>
                    <a:pt x="425742" y="252730"/>
                  </a:lnTo>
                  <a:lnTo>
                    <a:pt x="425742" y="246380"/>
                  </a:lnTo>
                  <a:lnTo>
                    <a:pt x="426923" y="241300"/>
                  </a:lnTo>
                  <a:lnTo>
                    <a:pt x="429983" y="233680"/>
                  </a:lnTo>
                  <a:lnTo>
                    <a:pt x="431977" y="228600"/>
                  </a:lnTo>
                  <a:lnTo>
                    <a:pt x="432612" y="223520"/>
                  </a:lnTo>
                  <a:lnTo>
                    <a:pt x="432930" y="220980"/>
                  </a:lnTo>
                  <a:lnTo>
                    <a:pt x="432841" y="218440"/>
                  </a:lnTo>
                  <a:lnTo>
                    <a:pt x="434682" y="217170"/>
                  </a:lnTo>
                  <a:lnTo>
                    <a:pt x="437299" y="222250"/>
                  </a:lnTo>
                  <a:lnTo>
                    <a:pt x="439470" y="227330"/>
                  </a:lnTo>
                  <a:lnTo>
                    <a:pt x="442785" y="231140"/>
                  </a:lnTo>
                  <a:lnTo>
                    <a:pt x="443852" y="238760"/>
                  </a:lnTo>
                  <a:lnTo>
                    <a:pt x="448995" y="245110"/>
                  </a:lnTo>
                  <a:lnTo>
                    <a:pt x="456577" y="248920"/>
                  </a:lnTo>
                  <a:lnTo>
                    <a:pt x="462165" y="246380"/>
                  </a:lnTo>
                  <a:lnTo>
                    <a:pt x="464959" y="245110"/>
                  </a:lnTo>
                  <a:lnTo>
                    <a:pt x="459587" y="246380"/>
                  </a:lnTo>
                  <a:lnTo>
                    <a:pt x="455790" y="241300"/>
                  </a:lnTo>
                  <a:lnTo>
                    <a:pt x="453402" y="236220"/>
                  </a:lnTo>
                  <a:lnTo>
                    <a:pt x="454355" y="236220"/>
                  </a:lnTo>
                  <a:lnTo>
                    <a:pt x="457974" y="237490"/>
                  </a:lnTo>
                  <a:lnTo>
                    <a:pt x="461835" y="241300"/>
                  </a:lnTo>
                  <a:lnTo>
                    <a:pt x="474002" y="241300"/>
                  </a:lnTo>
                  <a:lnTo>
                    <a:pt x="475411" y="236220"/>
                  </a:lnTo>
                  <a:lnTo>
                    <a:pt x="476110" y="233680"/>
                  </a:lnTo>
                  <a:lnTo>
                    <a:pt x="477164" y="229870"/>
                  </a:lnTo>
                  <a:lnTo>
                    <a:pt x="475043" y="232410"/>
                  </a:lnTo>
                  <a:lnTo>
                    <a:pt x="470611" y="233680"/>
                  </a:lnTo>
                  <a:lnTo>
                    <a:pt x="467575" y="233680"/>
                  </a:lnTo>
                  <a:lnTo>
                    <a:pt x="469087" y="232410"/>
                  </a:lnTo>
                  <a:lnTo>
                    <a:pt x="472109" y="229870"/>
                  </a:lnTo>
                  <a:lnTo>
                    <a:pt x="474484" y="224790"/>
                  </a:lnTo>
                  <a:lnTo>
                    <a:pt x="474484" y="218440"/>
                  </a:lnTo>
                  <a:lnTo>
                    <a:pt x="468680" y="199390"/>
                  </a:lnTo>
                  <a:lnTo>
                    <a:pt x="443090" y="173990"/>
                  </a:lnTo>
                  <a:lnTo>
                    <a:pt x="437273" y="157480"/>
                  </a:lnTo>
                  <a:lnTo>
                    <a:pt x="437273" y="147320"/>
                  </a:lnTo>
                  <a:lnTo>
                    <a:pt x="446354" y="140970"/>
                  </a:lnTo>
                  <a:lnTo>
                    <a:pt x="455129" y="140970"/>
                  </a:lnTo>
                  <a:lnTo>
                    <a:pt x="456984" y="142240"/>
                  </a:lnTo>
                  <a:lnTo>
                    <a:pt x="458419" y="142240"/>
                  </a:lnTo>
                  <a:lnTo>
                    <a:pt x="456082" y="144780"/>
                  </a:lnTo>
                  <a:lnTo>
                    <a:pt x="454748" y="148590"/>
                  </a:lnTo>
                  <a:lnTo>
                    <a:pt x="454875" y="153670"/>
                  </a:lnTo>
                  <a:lnTo>
                    <a:pt x="461048" y="165100"/>
                  </a:lnTo>
                  <a:lnTo>
                    <a:pt x="473748" y="172720"/>
                  </a:lnTo>
                  <a:lnTo>
                    <a:pt x="486371" y="177800"/>
                  </a:lnTo>
                  <a:lnTo>
                    <a:pt x="492290" y="184150"/>
                  </a:lnTo>
                  <a:close/>
                </a:path>
              </a:pathLst>
            </a:custGeom>
            <a:solidFill>
              <a:srgbClr val="FFFFFF"/>
            </a:solidFill>
          </p:spPr>
          <p:txBody>
            <a:bodyPr wrap="square" lIns="0" tIns="0" rIns="0" bIns="0" rtlCol="0"/>
            <a:lstStyle/>
            <a:p>
              <a:endParaRPr/>
            </a:p>
          </p:txBody>
        </p:sp>
        <p:pic>
          <p:nvPicPr>
            <p:cNvPr id="8" name="object 8"/>
            <p:cNvPicPr>
              <a:picLocks noGrp="1" noRot="1" noMove="1" noResize="1" noEditPoints="1" noAdjustHandles="1" noChangeArrowheads="1" noChangeShapeType="1" noCrop="1"/>
            </p:cNvPicPr>
            <p:nvPr/>
          </p:nvPicPr>
          <p:blipFill>
            <a:blip r:embed="rId5" cstate="print"/>
            <a:stretch>
              <a:fillRect/>
            </a:stretch>
          </p:blipFill>
          <p:spPr>
            <a:xfrm>
              <a:off x="723307" y="1028083"/>
              <a:ext cx="162182" cy="202135"/>
            </a:xfrm>
            <a:prstGeom prst="rect">
              <a:avLst/>
            </a:prstGeom>
          </p:spPr>
        </p:pic>
        <p:pic>
          <p:nvPicPr>
            <p:cNvPr id="9" name="object 9"/>
            <p:cNvPicPr>
              <a:picLocks noGrp="1" noRot="1" noMove="1" noResize="1" noEditPoints="1" noAdjustHandles="1" noChangeArrowheads="1" noChangeShapeType="1" noCrop="1"/>
            </p:cNvPicPr>
            <p:nvPr/>
          </p:nvPicPr>
          <p:blipFill>
            <a:blip r:embed="rId6" cstate="print"/>
            <a:stretch>
              <a:fillRect/>
            </a:stretch>
          </p:blipFill>
          <p:spPr>
            <a:xfrm>
              <a:off x="928447" y="1028087"/>
              <a:ext cx="167248" cy="197425"/>
            </a:xfrm>
            <a:prstGeom prst="rect">
              <a:avLst/>
            </a:prstGeom>
          </p:spPr>
        </p:pic>
        <p:sp>
          <p:nvSpPr>
            <p:cNvPr id="10" name="object 10"/>
            <p:cNvSpPr>
              <a:spLocks noGrp="1" noRot="1" noMove="1" noResize="1" noEditPoints="1" noAdjustHandles="1" noChangeArrowheads="1" noChangeShapeType="1"/>
            </p:cNvSpPr>
            <p:nvPr/>
          </p:nvSpPr>
          <p:spPr>
            <a:xfrm>
              <a:off x="1195451" y="1028089"/>
              <a:ext cx="160020" cy="197485"/>
            </a:xfrm>
            <a:custGeom>
              <a:avLst/>
              <a:gdLst/>
              <a:ahLst/>
              <a:cxnLst/>
              <a:rect l="l" t="t" r="r" b="b"/>
              <a:pathLst>
                <a:path w="160019" h="197484">
                  <a:moveTo>
                    <a:pt x="159918" y="0"/>
                  </a:moveTo>
                  <a:lnTo>
                    <a:pt x="133070" y="0"/>
                  </a:lnTo>
                  <a:lnTo>
                    <a:pt x="133070" y="85432"/>
                  </a:lnTo>
                  <a:lnTo>
                    <a:pt x="26835" y="85432"/>
                  </a:lnTo>
                  <a:lnTo>
                    <a:pt x="26835" y="0"/>
                  </a:lnTo>
                  <a:lnTo>
                    <a:pt x="0" y="0"/>
                  </a:lnTo>
                  <a:lnTo>
                    <a:pt x="0" y="85432"/>
                  </a:lnTo>
                  <a:lnTo>
                    <a:pt x="0" y="106794"/>
                  </a:lnTo>
                  <a:lnTo>
                    <a:pt x="0" y="197243"/>
                  </a:lnTo>
                  <a:lnTo>
                    <a:pt x="26835" y="197243"/>
                  </a:lnTo>
                  <a:lnTo>
                    <a:pt x="26835" y="106794"/>
                  </a:lnTo>
                  <a:lnTo>
                    <a:pt x="133070" y="106794"/>
                  </a:lnTo>
                  <a:lnTo>
                    <a:pt x="133070" y="197243"/>
                  </a:lnTo>
                  <a:lnTo>
                    <a:pt x="159918" y="197243"/>
                  </a:lnTo>
                  <a:lnTo>
                    <a:pt x="159918" y="106794"/>
                  </a:lnTo>
                  <a:lnTo>
                    <a:pt x="159918" y="85432"/>
                  </a:lnTo>
                  <a:lnTo>
                    <a:pt x="159918" y="0"/>
                  </a:lnTo>
                  <a:close/>
                </a:path>
              </a:pathLst>
            </a:custGeom>
            <a:solidFill>
              <a:srgbClr val="FFFFFF"/>
            </a:solidFill>
          </p:spPr>
          <p:txBody>
            <a:bodyPr wrap="square" lIns="0" tIns="0" rIns="0" bIns="0" rtlCol="0"/>
            <a:lstStyle/>
            <a:p>
              <a:endParaRPr/>
            </a:p>
          </p:txBody>
        </p:sp>
        <p:pic>
          <p:nvPicPr>
            <p:cNvPr id="11" name="object 11"/>
            <p:cNvPicPr>
              <a:picLocks noGrp="1" noRot="1" noMove="1" noResize="1" noEditPoints="1" noAdjustHandles="1" noChangeArrowheads="1" noChangeShapeType="1" noCrop="1"/>
            </p:cNvPicPr>
            <p:nvPr/>
          </p:nvPicPr>
          <p:blipFill>
            <a:blip r:embed="rId7" cstate="print"/>
            <a:stretch>
              <a:fillRect/>
            </a:stretch>
          </p:blipFill>
          <p:spPr>
            <a:xfrm>
              <a:off x="1387592" y="1079243"/>
              <a:ext cx="289038" cy="149587"/>
            </a:xfrm>
            <a:prstGeom prst="rect">
              <a:avLst/>
            </a:prstGeom>
          </p:spPr>
        </p:pic>
        <p:sp>
          <p:nvSpPr>
            <p:cNvPr id="12" name="object 12"/>
            <p:cNvSpPr>
              <a:spLocks noGrp="1" noRot="1" noMove="1" noResize="1" noEditPoints="1" noAdjustHandles="1" noChangeArrowheads="1" noChangeShapeType="1"/>
            </p:cNvSpPr>
            <p:nvPr/>
          </p:nvSpPr>
          <p:spPr>
            <a:xfrm>
              <a:off x="1700362" y="1028087"/>
              <a:ext cx="24130" cy="197485"/>
            </a:xfrm>
            <a:custGeom>
              <a:avLst/>
              <a:gdLst/>
              <a:ahLst/>
              <a:cxnLst/>
              <a:rect l="l" t="t" r="r" b="b"/>
              <a:pathLst>
                <a:path w="24130" h="197484">
                  <a:moveTo>
                    <a:pt x="24017" y="197425"/>
                  </a:moveTo>
                  <a:lnTo>
                    <a:pt x="0" y="197425"/>
                  </a:lnTo>
                  <a:lnTo>
                    <a:pt x="0" y="0"/>
                  </a:lnTo>
                  <a:lnTo>
                    <a:pt x="24017" y="0"/>
                  </a:lnTo>
                  <a:lnTo>
                    <a:pt x="24017" y="197425"/>
                  </a:lnTo>
                  <a:close/>
                </a:path>
              </a:pathLst>
            </a:custGeom>
            <a:solidFill>
              <a:srgbClr val="FFFFFF"/>
            </a:solidFill>
          </p:spPr>
          <p:txBody>
            <a:bodyPr wrap="square" lIns="0" tIns="0" rIns="0" bIns="0" rtlCol="0"/>
            <a:lstStyle/>
            <a:p>
              <a:endParaRPr/>
            </a:p>
          </p:txBody>
        </p:sp>
        <p:pic>
          <p:nvPicPr>
            <p:cNvPr id="13" name="object 13"/>
            <p:cNvPicPr>
              <a:picLocks noGrp="1" noRot="1" noMove="1" noResize="1" noEditPoints="1" noAdjustHandles="1" noChangeArrowheads="1" noChangeShapeType="1" noCrop="1"/>
            </p:cNvPicPr>
            <p:nvPr/>
          </p:nvPicPr>
          <p:blipFill>
            <a:blip r:embed="rId8" cstate="print"/>
            <a:stretch>
              <a:fillRect/>
            </a:stretch>
          </p:blipFill>
          <p:spPr>
            <a:xfrm>
              <a:off x="1746146" y="1039702"/>
              <a:ext cx="77972" cy="185820"/>
            </a:xfrm>
            <a:prstGeom prst="rect">
              <a:avLst/>
            </a:prstGeom>
          </p:spPr>
        </p:pic>
        <p:pic>
          <p:nvPicPr>
            <p:cNvPr id="14" name="object 14"/>
            <p:cNvPicPr>
              <a:picLocks noGrp="1" noRot="1" noMove="1" noResize="1" noEditPoints="1" noAdjustHandles="1" noChangeArrowheads="1" noChangeShapeType="1" noCrop="1"/>
            </p:cNvPicPr>
            <p:nvPr/>
          </p:nvPicPr>
          <p:blipFill>
            <a:blip r:embed="rId9" cstate="print"/>
            <a:stretch>
              <a:fillRect/>
            </a:stretch>
          </p:blipFill>
          <p:spPr>
            <a:xfrm>
              <a:off x="1850678" y="1028087"/>
              <a:ext cx="120924" cy="197425"/>
            </a:xfrm>
            <a:prstGeom prst="rect">
              <a:avLst/>
            </a:prstGeom>
          </p:spPr>
        </p:pic>
        <p:pic>
          <p:nvPicPr>
            <p:cNvPr id="15" name="object 15"/>
            <p:cNvPicPr>
              <a:picLocks noGrp="1" noRot="1" noMove="1" noResize="1" noEditPoints="1" noAdjustHandles="1" noChangeArrowheads="1" noChangeShapeType="1" noCrop="1"/>
            </p:cNvPicPr>
            <p:nvPr/>
          </p:nvPicPr>
          <p:blipFill>
            <a:blip r:embed="rId10" cstate="print"/>
            <a:stretch>
              <a:fillRect/>
            </a:stretch>
          </p:blipFill>
          <p:spPr>
            <a:xfrm>
              <a:off x="712861" y="1314126"/>
              <a:ext cx="162182" cy="206814"/>
            </a:xfrm>
            <a:prstGeom prst="rect">
              <a:avLst/>
            </a:prstGeom>
          </p:spPr>
        </p:pic>
        <p:pic>
          <p:nvPicPr>
            <p:cNvPr id="16" name="object 16"/>
            <p:cNvPicPr>
              <a:picLocks noGrp="1" noRot="1" noMove="1" noResize="1" noEditPoints="1" noAdjustHandles="1" noChangeArrowheads="1" noChangeShapeType="1" noCrop="1"/>
            </p:cNvPicPr>
            <p:nvPr/>
          </p:nvPicPr>
          <p:blipFill>
            <a:blip r:embed="rId11" cstate="print"/>
            <a:stretch>
              <a:fillRect/>
            </a:stretch>
          </p:blipFill>
          <p:spPr>
            <a:xfrm>
              <a:off x="895674" y="1369975"/>
              <a:ext cx="284513" cy="149595"/>
            </a:xfrm>
            <a:prstGeom prst="rect">
              <a:avLst/>
            </a:prstGeom>
          </p:spPr>
        </p:pic>
        <p:pic>
          <p:nvPicPr>
            <p:cNvPr id="17" name="object 17"/>
            <p:cNvPicPr>
              <a:picLocks noGrp="1" noRot="1" noMove="1" noResize="1" noEditPoints="1" noAdjustHandles="1" noChangeArrowheads="1" noChangeShapeType="1" noCrop="1"/>
            </p:cNvPicPr>
            <p:nvPr/>
          </p:nvPicPr>
          <p:blipFill>
            <a:blip r:embed="rId12" cstate="print"/>
            <a:stretch>
              <a:fillRect/>
            </a:stretch>
          </p:blipFill>
          <p:spPr>
            <a:xfrm>
              <a:off x="1207038" y="1373286"/>
              <a:ext cx="120924" cy="146279"/>
            </a:xfrm>
            <a:prstGeom prst="rect">
              <a:avLst/>
            </a:prstGeom>
          </p:spPr>
        </p:pic>
        <p:pic>
          <p:nvPicPr>
            <p:cNvPr id="18" name="object 18"/>
            <p:cNvPicPr>
              <a:picLocks noGrp="1" noRot="1" noMove="1" noResize="1" noEditPoints="1" noAdjustHandles="1" noChangeArrowheads="1" noChangeShapeType="1" noCrop="1"/>
            </p:cNvPicPr>
            <p:nvPr/>
          </p:nvPicPr>
          <p:blipFill>
            <a:blip r:embed="rId13" cstate="print"/>
            <a:stretch>
              <a:fillRect/>
            </a:stretch>
          </p:blipFill>
          <p:spPr>
            <a:xfrm>
              <a:off x="1363291" y="1369976"/>
              <a:ext cx="76848" cy="146279"/>
            </a:xfrm>
            <a:prstGeom prst="rect">
              <a:avLst/>
            </a:prstGeom>
          </p:spPr>
        </p:pic>
        <p:sp>
          <p:nvSpPr>
            <p:cNvPr id="19" name="object 19"/>
            <p:cNvSpPr>
              <a:spLocks noGrp="1" noRot="1" noMove="1" noResize="1" noEditPoints="1" noAdjustHandles="1" noChangeArrowheads="1" noChangeShapeType="1"/>
            </p:cNvSpPr>
            <p:nvPr/>
          </p:nvSpPr>
          <p:spPr>
            <a:xfrm>
              <a:off x="1459636" y="1318843"/>
              <a:ext cx="24130" cy="197485"/>
            </a:xfrm>
            <a:custGeom>
              <a:avLst/>
              <a:gdLst/>
              <a:ahLst/>
              <a:cxnLst/>
              <a:rect l="l" t="t" r="r" b="b"/>
              <a:pathLst>
                <a:path w="24130" h="197484">
                  <a:moveTo>
                    <a:pt x="24015" y="54457"/>
                  </a:moveTo>
                  <a:lnTo>
                    <a:pt x="0" y="54457"/>
                  </a:lnTo>
                  <a:lnTo>
                    <a:pt x="0" y="197421"/>
                  </a:lnTo>
                  <a:lnTo>
                    <a:pt x="24015" y="197421"/>
                  </a:lnTo>
                  <a:lnTo>
                    <a:pt x="24015" y="54457"/>
                  </a:lnTo>
                  <a:close/>
                </a:path>
                <a:path w="24130" h="197484">
                  <a:moveTo>
                    <a:pt x="24015" y="0"/>
                  </a:moveTo>
                  <a:lnTo>
                    <a:pt x="0" y="0"/>
                  </a:lnTo>
                  <a:lnTo>
                    <a:pt x="0" y="28752"/>
                  </a:lnTo>
                  <a:lnTo>
                    <a:pt x="24015" y="28752"/>
                  </a:lnTo>
                  <a:lnTo>
                    <a:pt x="24015" y="0"/>
                  </a:lnTo>
                  <a:close/>
                </a:path>
              </a:pathLst>
            </a:custGeom>
            <a:solidFill>
              <a:srgbClr val="FFFFFF"/>
            </a:solidFill>
          </p:spPr>
          <p:txBody>
            <a:bodyPr wrap="square" lIns="0" tIns="0" rIns="0" bIns="0" rtlCol="0"/>
            <a:lstStyle/>
            <a:p>
              <a:endParaRPr/>
            </a:p>
          </p:txBody>
        </p:sp>
        <p:pic>
          <p:nvPicPr>
            <p:cNvPr id="20" name="object 20"/>
            <p:cNvPicPr>
              <a:picLocks noGrp="1" noRot="1" noMove="1" noResize="1" noEditPoints="1" noAdjustHandles="1" noChangeArrowheads="1" noChangeShapeType="1" noCrop="1"/>
            </p:cNvPicPr>
            <p:nvPr/>
          </p:nvPicPr>
          <p:blipFill>
            <a:blip r:embed="rId14" cstate="print"/>
            <a:stretch>
              <a:fillRect/>
            </a:stretch>
          </p:blipFill>
          <p:spPr>
            <a:xfrm>
              <a:off x="1505414" y="1330435"/>
              <a:ext cx="225455" cy="243047"/>
            </a:xfrm>
            <a:prstGeom prst="rect">
              <a:avLst/>
            </a:prstGeom>
          </p:spPr>
        </p:pic>
        <p:pic>
          <p:nvPicPr>
            <p:cNvPr id="21" name="object 21"/>
            <p:cNvPicPr>
              <a:picLocks noGrp="1" noRot="1" noMove="1" noResize="1" noEditPoints="1" noAdjustHandles="1" noChangeArrowheads="1" noChangeShapeType="1" noCrop="1"/>
            </p:cNvPicPr>
            <p:nvPr/>
          </p:nvPicPr>
          <p:blipFill>
            <a:blip r:embed="rId15" cstate="print"/>
            <a:stretch>
              <a:fillRect/>
            </a:stretch>
          </p:blipFill>
          <p:spPr>
            <a:xfrm>
              <a:off x="700430" y="1609553"/>
              <a:ext cx="329161" cy="255481"/>
            </a:xfrm>
            <a:prstGeom prst="rect">
              <a:avLst/>
            </a:prstGeom>
          </p:spPr>
        </p:pic>
        <p:pic>
          <p:nvPicPr>
            <p:cNvPr id="22" name="object 22"/>
            <p:cNvPicPr>
              <a:picLocks noGrp="1" noRot="1" noMove="1" noResize="1" noEditPoints="1" noAdjustHandles="1" noChangeArrowheads="1" noChangeShapeType="1" noCrop="1"/>
            </p:cNvPicPr>
            <p:nvPr/>
          </p:nvPicPr>
          <p:blipFill>
            <a:blip r:embed="rId16" cstate="print"/>
            <a:stretch>
              <a:fillRect/>
            </a:stretch>
          </p:blipFill>
          <p:spPr>
            <a:xfrm>
              <a:off x="1057859" y="1660702"/>
              <a:ext cx="134761" cy="149579"/>
            </a:xfrm>
            <a:prstGeom prst="rect">
              <a:avLst/>
            </a:prstGeom>
          </p:spPr>
        </p:pic>
        <p:pic>
          <p:nvPicPr>
            <p:cNvPr id="23" name="object 23"/>
            <p:cNvPicPr>
              <a:picLocks noGrp="1" noRot="1" noMove="1" noResize="1" noEditPoints="1" noAdjustHandles="1" noChangeArrowheads="1" noChangeShapeType="1" noCrop="1"/>
            </p:cNvPicPr>
            <p:nvPr/>
          </p:nvPicPr>
          <p:blipFill>
            <a:blip r:embed="rId17" cstate="print"/>
            <a:stretch>
              <a:fillRect/>
            </a:stretch>
          </p:blipFill>
          <p:spPr>
            <a:xfrm>
              <a:off x="1217495" y="1660710"/>
              <a:ext cx="120924" cy="146263"/>
            </a:xfrm>
            <a:prstGeom prst="rect">
              <a:avLst/>
            </a:prstGeom>
          </p:spPr>
        </p:pic>
        <p:pic>
          <p:nvPicPr>
            <p:cNvPr id="24" name="object 24"/>
            <p:cNvPicPr>
              <a:picLocks noGrp="1" noRot="1" noMove="1" noResize="1" noEditPoints="1" noAdjustHandles="1" noChangeArrowheads="1" noChangeShapeType="1" noCrop="1"/>
            </p:cNvPicPr>
            <p:nvPr/>
          </p:nvPicPr>
          <p:blipFill>
            <a:blip r:embed="rId18" cstate="print"/>
            <a:stretch>
              <a:fillRect/>
            </a:stretch>
          </p:blipFill>
          <p:spPr>
            <a:xfrm>
              <a:off x="1366679" y="1660701"/>
              <a:ext cx="280563" cy="203500"/>
            </a:xfrm>
            <a:prstGeom prst="rect">
              <a:avLst/>
            </a:prstGeom>
          </p:spPr>
        </p:pic>
        <p:sp>
          <p:nvSpPr>
            <p:cNvPr id="25" name="object 25"/>
            <p:cNvSpPr>
              <a:spLocks noGrp="1" noRot="1" noMove="1" noResize="1" noEditPoints="1" noAdjustHandles="1" noChangeArrowheads="1" noChangeShapeType="1"/>
            </p:cNvSpPr>
            <p:nvPr/>
          </p:nvSpPr>
          <p:spPr>
            <a:xfrm>
              <a:off x="0" y="2362200"/>
              <a:ext cx="17348200" cy="6705600"/>
            </a:xfrm>
            <a:custGeom>
              <a:avLst/>
              <a:gdLst/>
              <a:ahLst/>
              <a:cxnLst/>
              <a:rect l="l" t="t" r="r" b="b"/>
              <a:pathLst>
                <a:path w="17348200" h="6705600">
                  <a:moveTo>
                    <a:pt x="17348200" y="0"/>
                  </a:moveTo>
                  <a:lnTo>
                    <a:pt x="0" y="0"/>
                  </a:lnTo>
                  <a:lnTo>
                    <a:pt x="0" y="6705600"/>
                  </a:lnTo>
                  <a:lnTo>
                    <a:pt x="17348200" y="6705600"/>
                  </a:lnTo>
                  <a:lnTo>
                    <a:pt x="17348200" y="0"/>
                  </a:lnTo>
                  <a:close/>
                </a:path>
              </a:pathLst>
            </a:custGeom>
            <a:solidFill>
              <a:srgbClr val="FFFFFF"/>
            </a:solidFill>
          </p:spPr>
          <p:txBody>
            <a:bodyPr wrap="square" lIns="0" tIns="0" rIns="0" bIns="0" rtlCol="0"/>
            <a:lstStyle/>
            <a:p>
              <a:endParaRPr/>
            </a:p>
          </p:txBody>
        </p:sp>
      </p:grpSp>
      <p:sp>
        <p:nvSpPr>
          <p:cNvPr id="26" name="object 26"/>
          <p:cNvSpPr txBox="1"/>
          <p:nvPr/>
        </p:nvSpPr>
        <p:spPr>
          <a:xfrm>
            <a:off x="13061987" y="3538171"/>
            <a:ext cx="4262776" cy="3949799"/>
          </a:xfrm>
          <a:prstGeom prst="rect">
            <a:avLst/>
          </a:prstGeom>
        </p:spPr>
        <p:txBody>
          <a:bodyPr vert="horz" wrap="square" lIns="0" tIns="177800" rIns="0" bIns="0" rtlCol="0">
            <a:spAutoFit/>
          </a:bodyPr>
          <a:lstStyle/>
          <a:p>
            <a:pPr marL="12700" algn="l" rtl="0" fontAlgn="base">
              <a:spcBef>
                <a:spcPts val="1400"/>
              </a:spcBef>
              <a:buClr>
                <a:srgbClr val="0F7E90"/>
              </a:buClr>
              <a:tabLst>
                <a:tab pos="207645" algn="l"/>
                <a:tab pos="2836545" algn="l"/>
              </a:tabLst>
            </a:pPr>
            <a:r>
              <a:rPr lang="en-US" sz="2500">
                <a:solidFill>
                  <a:schemeClr val="accent5">
                    <a:lumMod val="75000"/>
                  </a:schemeClr>
                </a:solidFill>
                <a:latin typeface="Arial" panose="020B0604020202020204" pitchFamily="34" charset="0"/>
                <a:cs typeface="Arial" panose="020B0604020202020204" pitchFamily="34" charset="0"/>
              </a:rPr>
              <a:t>​</a:t>
            </a:r>
          </a:p>
          <a:p>
            <a:pPr marL="12700" algn="l" rtl="0" fontAlgn="base">
              <a:spcBef>
                <a:spcPts val="1400"/>
              </a:spcBef>
              <a:buClr>
                <a:srgbClr val="0F7E90"/>
              </a:buClr>
              <a:tabLst>
                <a:tab pos="207645" algn="l"/>
                <a:tab pos="2836545" algn="l"/>
              </a:tabLst>
            </a:pPr>
            <a:endParaRPr lang="en-US" sz="2500">
              <a:solidFill>
                <a:schemeClr val="accent5">
                  <a:lumMod val="75000"/>
                </a:schemeClr>
              </a:solidFill>
              <a:latin typeface="Arial" panose="020B0604020202020204" pitchFamily="34" charset="0"/>
              <a:cs typeface="Arial" panose="020B0604020202020204" pitchFamily="34" charset="0"/>
            </a:endParaRPr>
          </a:p>
          <a:p>
            <a:pPr marL="12700" algn="l" rtl="0" fontAlgn="base">
              <a:spcBef>
                <a:spcPts val="1400"/>
              </a:spcBef>
              <a:buClr>
                <a:srgbClr val="0F7E90"/>
              </a:buClr>
              <a:tabLst>
                <a:tab pos="207645" algn="l"/>
                <a:tab pos="2836545" algn="l"/>
              </a:tabLst>
            </a:pPr>
            <a:endParaRPr lang="en-US" sz="2500">
              <a:solidFill>
                <a:schemeClr val="accent5">
                  <a:lumMod val="75000"/>
                </a:schemeClr>
              </a:solidFill>
              <a:latin typeface="Arial" panose="020B0604020202020204" pitchFamily="34" charset="0"/>
              <a:cs typeface="Arial" panose="020B0604020202020204" pitchFamily="34" charset="0"/>
            </a:endParaRPr>
          </a:p>
          <a:p>
            <a:pPr marL="12700" algn="l" rtl="0" fontAlgn="base">
              <a:spcBef>
                <a:spcPts val="1400"/>
              </a:spcBef>
              <a:buClr>
                <a:srgbClr val="0F7E90"/>
              </a:buClr>
              <a:tabLst>
                <a:tab pos="207645" algn="l"/>
                <a:tab pos="2836545" algn="l"/>
              </a:tabLst>
            </a:pPr>
            <a:endParaRPr lang="en-US" sz="2500">
              <a:solidFill>
                <a:schemeClr val="bg1"/>
              </a:solidFill>
              <a:latin typeface="Arial" panose="020B0604020202020204" pitchFamily="34" charset="0"/>
              <a:cs typeface="Arial" panose="020B0604020202020204" pitchFamily="34" charset="0"/>
            </a:endParaRPr>
          </a:p>
          <a:p>
            <a:pPr marL="12700" algn="l" rtl="0" fontAlgn="base">
              <a:spcBef>
                <a:spcPts val="1400"/>
              </a:spcBef>
              <a:buClr>
                <a:srgbClr val="0F7E90"/>
              </a:buClr>
              <a:tabLst>
                <a:tab pos="207645" algn="l"/>
                <a:tab pos="2836545" algn="l"/>
              </a:tabLst>
            </a:pPr>
            <a:endParaRPr lang="en-US" sz="2500">
              <a:solidFill>
                <a:schemeClr val="bg1"/>
              </a:solidFill>
              <a:latin typeface="Arial" panose="020B0604020202020204" pitchFamily="34" charset="0"/>
              <a:cs typeface="Arial" panose="020B0604020202020204" pitchFamily="34" charset="0"/>
            </a:endParaRPr>
          </a:p>
          <a:p>
            <a:pPr marL="12700" algn="l" rtl="0" fontAlgn="base">
              <a:spcBef>
                <a:spcPts val="1400"/>
              </a:spcBef>
              <a:buClr>
                <a:srgbClr val="0F7E90"/>
              </a:buClr>
              <a:tabLst>
                <a:tab pos="207645" algn="l"/>
                <a:tab pos="2836545" algn="l"/>
              </a:tabLst>
            </a:pPr>
            <a:r>
              <a:rPr lang="en-US" sz="2500">
                <a:solidFill>
                  <a:schemeClr val="bg1"/>
                </a:solidFill>
                <a:latin typeface="Arial" panose="020B0604020202020204" pitchFamily="34" charset="0"/>
                <a:cs typeface="Arial" panose="020B0604020202020204" pitchFamily="34" charset="0"/>
              </a:rPr>
              <a:t>​</a:t>
            </a:r>
          </a:p>
          <a:p>
            <a:pPr marL="12700" algn="l" rtl="0" fontAlgn="base">
              <a:spcBef>
                <a:spcPts val="1400"/>
              </a:spcBef>
              <a:buClr>
                <a:srgbClr val="0F7E90"/>
              </a:buClr>
              <a:tabLst>
                <a:tab pos="207645" algn="l"/>
                <a:tab pos="2836545" algn="l"/>
              </a:tabLst>
            </a:pPr>
            <a:r>
              <a:rPr lang="en-US" sz="2500">
                <a:solidFill>
                  <a:schemeClr val="bg1"/>
                </a:solidFill>
                <a:latin typeface="Arial" panose="020B0604020202020204" pitchFamily="34" charset="0"/>
                <a:cs typeface="Arial" panose="020B0604020202020204" pitchFamily="34" charset="0"/>
              </a:rPr>
              <a:t>Lower risk in Midlands</a:t>
            </a:r>
          </a:p>
        </p:txBody>
      </p:sp>
      <p:sp>
        <p:nvSpPr>
          <p:cNvPr id="27" name="object 27"/>
          <p:cNvSpPr txBox="1">
            <a:spLocks noGrp="1"/>
          </p:cNvSpPr>
          <p:nvPr>
            <p:ph type="title"/>
          </p:nvPr>
        </p:nvSpPr>
        <p:spPr>
          <a:xfrm>
            <a:off x="2335536" y="865190"/>
            <a:ext cx="14546459" cy="751488"/>
          </a:xfrm>
          <a:prstGeom prst="rect">
            <a:avLst/>
          </a:prstGeom>
        </p:spPr>
        <p:txBody>
          <a:bodyPr vert="horz" wrap="square" lIns="0" tIns="12700" rIns="0" bIns="0" rtlCol="0">
            <a:spAutoFit/>
          </a:bodyPr>
          <a:lstStyle/>
          <a:p>
            <a:pPr marL="12700">
              <a:lnSpc>
                <a:spcPct val="100000"/>
              </a:lnSpc>
              <a:spcBef>
                <a:spcPts val="100"/>
              </a:spcBef>
              <a:tabLst>
                <a:tab pos="2597150" algn="l"/>
              </a:tabLst>
            </a:pPr>
            <a:r>
              <a:rPr lang="en-GB" sz="4800" spc="-10">
                <a:solidFill>
                  <a:srgbClr val="92D050"/>
                </a:solidFill>
                <a:latin typeface="Arial" panose="020B0604020202020204" pitchFamily="34" charset="0"/>
                <a:cs typeface="Arial" panose="020B0604020202020204" pitchFamily="34" charset="0"/>
              </a:rPr>
              <a:t>Monitoring change in tick distribution</a:t>
            </a:r>
            <a:endParaRPr sz="4800">
              <a:solidFill>
                <a:srgbClr val="92D050"/>
              </a:solidFill>
              <a:latin typeface="Arial" panose="020B0604020202020204" pitchFamily="34" charset="0"/>
              <a:cs typeface="Arial" panose="020B0604020202020204" pitchFamily="34" charset="0"/>
            </a:endParaRPr>
          </a:p>
        </p:txBody>
      </p:sp>
      <p:pic>
        <p:nvPicPr>
          <p:cNvPr id="28" name="Picture 27" descr="A map of the united kingdom with red dots&#10;&#10;Description automatically generated">
            <a:extLst>
              <a:ext uri="{FF2B5EF4-FFF2-40B4-BE49-F238E27FC236}">
                <a16:creationId xmlns:a16="http://schemas.microsoft.com/office/drawing/2014/main" id="{41CED747-3C81-F86C-500C-80A6F0E567CD}"/>
              </a:ext>
            </a:extLst>
          </p:cNvPr>
          <p:cNvPicPr>
            <a:picLocks noChangeAspect="1"/>
          </p:cNvPicPr>
          <p:nvPr/>
        </p:nvPicPr>
        <p:blipFill rotWithShape="1">
          <a:blip r:embed="rId19"/>
          <a:srcRect l="2546" t="2776" r="-1987" b="1261"/>
          <a:stretch/>
        </p:blipFill>
        <p:spPr>
          <a:xfrm>
            <a:off x="289620" y="2402702"/>
            <a:ext cx="8030660" cy="6517115"/>
          </a:xfrm>
          <a:prstGeom prst="rect">
            <a:avLst/>
          </a:prstGeom>
        </p:spPr>
      </p:pic>
      <p:pic>
        <p:nvPicPr>
          <p:cNvPr id="29" name="Picture 28" descr="A black rectangle with red border&#10;&#10;Description automatically generated">
            <a:extLst>
              <a:ext uri="{FF2B5EF4-FFF2-40B4-BE49-F238E27FC236}">
                <a16:creationId xmlns:a16="http://schemas.microsoft.com/office/drawing/2014/main" id="{1526A1BE-3EF6-D70D-5458-1C12625DA7C9}"/>
              </a:ext>
            </a:extLst>
          </p:cNvPr>
          <p:cNvPicPr>
            <a:picLocks noChangeAspect="1"/>
          </p:cNvPicPr>
          <p:nvPr/>
        </p:nvPicPr>
        <p:blipFill>
          <a:blip r:embed="rId20"/>
          <a:stretch>
            <a:fillRect/>
          </a:stretch>
        </p:blipFill>
        <p:spPr>
          <a:xfrm>
            <a:off x="4057859" y="4876799"/>
            <a:ext cx="4162737" cy="2619375"/>
          </a:xfrm>
          <a:prstGeom prst="rect">
            <a:avLst/>
          </a:prstGeom>
        </p:spPr>
      </p:pic>
      <p:pic>
        <p:nvPicPr>
          <p:cNvPr id="30" name="Picture 29" descr="A map of england with text and numbers&#10;&#10;Description automatically generated">
            <a:extLst>
              <a:ext uri="{FF2B5EF4-FFF2-40B4-BE49-F238E27FC236}">
                <a16:creationId xmlns:a16="http://schemas.microsoft.com/office/drawing/2014/main" id="{177EF616-8710-759E-5A4D-B067C0C95394}"/>
              </a:ext>
            </a:extLst>
          </p:cNvPr>
          <p:cNvPicPr>
            <a:picLocks noChangeAspect="1"/>
          </p:cNvPicPr>
          <p:nvPr/>
        </p:nvPicPr>
        <p:blipFill>
          <a:blip r:embed="rId21"/>
          <a:stretch>
            <a:fillRect/>
          </a:stretch>
        </p:blipFill>
        <p:spPr>
          <a:xfrm>
            <a:off x="8293761" y="2915588"/>
            <a:ext cx="4508427" cy="5267565"/>
          </a:xfrm>
          <a:prstGeom prst="rect">
            <a:avLst/>
          </a:prstGeom>
        </p:spPr>
      </p:pic>
      <p:sp>
        <p:nvSpPr>
          <p:cNvPr id="31" name="Rectangle 30">
            <a:extLst>
              <a:ext uri="{FF2B5EF4-FFF2-40B4-BE49-F238E27FC236}">
                <a16:creationId xmlns:a16="http://schemas.microsoft.com/office/drawing/2014/main" id="{A2461512-36C1-F0E0-8842-01F359C091A0}"/>
              </a:ext>
            </a:extLst>
          </p:cNvPr>
          <p:cNvSpPr/>
          <p:nvPr/>
        </p:nvSpPr>
        <p:spPr>
          <a:xfrm>
            <a:off x="13061986" y="2701596"/>
            <a:ext cx="3996593" cy="966885"/>
          </a:xfrm>
          <a:prstGeom prst="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solidFill>
                  <a:schemeClr val="bg1"/>
                </a:solidFill>
                <a:latin typeface="Arial" panose="020B0604020202020204" pitchFamily="34" charset="0"/>
                <a:cs typeface="Arial" panose="020B0604020202020204" pitchFamily="34" charset="0"/>
              </a:rPr>
              <a:t>Detection of change in distribution of Lyme disease vector</a:t>
            </a:r>
            <a:endParaRPr lang="en-US" sz="2000">
              <a:solidFill>
                <a:schemeClr val="bg1"/>
              </a:solidFill>
            </a:endParaRPr>
          </a:p>
        </p:txBody>
      </p:sp>
      <p:sp>
        <p:nvSpPr>
          <p:cNvPr id="32" name="Rectangle 31">
            <a:extLst>
              <a:ext uri="{FF2B5EF4-FFF2-40B4-BE49-F238E27FC236}">
                <a16:creationId xmlns:a16="http://schemas.microsoft.com/office/drawing/2014/main" id="{B5A20716-F7C5-9E31-00BE-7AC28D70D7BB}"/>
              </a:ext>
            </a:extLst>
          </p:cNvPr>
          <p:cNvSpPr/>
          <p:nvPr/>
        </p:nvSpPr>
        <p:spPr>
          <a:xfrm>
            <a:off x="13061985" y="4393357"/>
            <a:ext cx="3996593" cy="966885"/>
          </a:xfrm>
          <a:prstGeom prst="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solidFill>
                  <a:schemeClr val="bg1"/>
                </a:solidFill>
                <a:latin typeface="Arial" panose="020B0604020202020204" pitchFamily="34" charset="0"/>
                <a:cs typeface="Arial" panose="020B0604020202020204" pitchFamily="34" charset="0"/>
              </a:rPr>
              <a:t>Expansion in distribution of 3% each year</a:t>
            </a:r>
            <a:endParaRPr lang="en-US" sz="2000">
              <a:solidFill>
                <a:schemeClr val="bg1"/>
              </a:solidFill>
            </a:endParaRPr>
          </a:p>
        </p:txBody>
      </p:sp>
      <p:sp>
        <p:nvSpPr>
          <p:cNvPr id="33" name="Rectangle 32">
            <a:extLst>
              <a:ext uri="{FF2B5EF4-FFF2-40B4-BE49-F238E27FC236}">
                <a16:creationId xmlns:a16="http://schemas.microsoft.com/office/drawing/2014/main" id="{11EE0AC1-F7A9-0E58-4533-7ABFF748C382}"/>
              </a:ext>
            </a:extLst>
          </p:cNvPr>
          <p:cNvSpPr/>
          <p:nvPr/>
        </p:nvSpPr>
        <p:spPr>
          <a:xfrm>
            <a:off x="13061985" y="6126183"/>
            <a:ext cx="3996593" cy="966885"/>
          </a:xfrm>
          <a:prstGeom prst="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700" algn="ctr" rtl="0" fontAlgn="base">
              <a:spcBef>
                <a:spcPts val="1400"/>
              </a:spcBef>
              <a:buClr>
                <a:srgbClr val="0F7E90"/>
              </a:buClr>
              <a:tabLst>
                <a:tab pos="207645" algn="l"/>
                <a:tab pos="2836545" algn="l"/>
              </a:tabLst>
            </a:pPr>
            <a:r>
              <a:rPr lang="en-US" sz="2000">
                <a:solidFill>
                  <a:schemeClr val="bg1"/>
                </a:solidFill>
                <a:latin typeface="Arial" panose="020B0604020202020204" pitchFamily="34" charset="0"/>
                <a:cs typeface="Arial" panose="020B0604020202020204" pitchFamily="34" charset="0"/>
              </a:rPr>
              <a:t>Large increase in distribution in southern counties of England, and part of North-west​</a:t>
            </a:r>
          </a:p>
        </p:txBody>
      </p:sp>
      <p:sp>
        <p:nvSpPr>
          <p:cNvPr id="34" name="Rectangle 33">
            <a:extLst>
              <a:ext uri="{FF2B5EF4-FFF2-40B4-BE49-F238E27FC236}">
                <a16:creationId xmlns:a16="http://schemas.microsoft.com/office/drawing/2014/main" id="{CFB8DB95-777D-E43D-A925-A6C25FF0A767}"/>
              </a:ext>
            </a:extLst>
          </p:cNvPr>
          <p:cNvSpPr/>
          <p:nvPr/>
        </p:nvSpPr>
        <p:spPr>
          <a:xfrm>
            <a:off x="13088641" y="7685453"/>
            <a:ext cx="3996593" cy="966885"/>
          </a:xfrm>
          <a:prstGeom prst="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700" lvl="2" algn="ctr" rtl="0" fontAlgn="base">
              <a:spcBef>
                <a:spcPts val="1400"/>
              </a:spcBef>
              <a:buClr>
                <a:srgbClr val="0F7E90"/>
              </a:buClr>
              <a:tabLst>
                <a:tab pos="207645" algn="l"/>
                <a:tab pos="2836545" algn="l"/>
              </a:tabLst>
            </a:pPr>
            <a:endParaRPr lang="en-US" sz="2000">
              <a:solidFill>
                <a:schemeClr val="bg1"/>
              </a:solidFill>
              <a:latin typeface="Arial" panose="020B0604020202020204" pitchFamily="34" charset="0"/>
              <a:cs typeface="Arial" panose="020B0604020202020204" pitchFamily="34" charset="0"/>
            </a:endParaRPr>
          </a:p>
          <a:p>
            <a:pPr marL="12700" lvl="2" algn="ctr" rtl="0" fontAlgn="base">
              <a:spcBef>
                <a:spcPts val="1400"/>
              </a:spcBef>
              <a:buClr>
                <a:srgbClr val="0F7E90"/>
              </a:buClr>
              <a:tabLst>
                <a:tab pos="207645" algn="l"/>
                <a:tab pos="2836545" algn="l"/>
              </a:tabLst>
            </a:pPr>
            <a:r>
              <a:rPr lang="en-US" sz="2000">
                <a:solidFill>
                  <a:schemeClr val="bg1"/>
                </a:solidFill>
                <a:latin typeface="Arial" panose="020B0604020202020204" pitchFamily="34" charset="0"/>
                <a:cs typeface="Arial" panose="020B0604020202020204" pitchFamily="34" charset="0"/>
              </a:rPr>
              <a:t>Lower risk in Midlands</a:t>
            </a:r>
          </a:p>
          <a:p>
            <a:pPr marL="12700" algn="l" rtl="0" fontAlgn="base">
              <a:spcBef>
                <a:spcPts val="1400"/>
              </a:spcBef>
              <a:buClr>
                <a:srgbClr val="0F7E90"/>
              </a:buClr>
              <a:tabLst>
                <a:tab pos="207645" algn="l"/>
                <a:tab pos="2836545" algn="l"/>
              </a:tabLst>
            </a:pPr>
            <a:r>
              <a:rPr lang="en-US" sz="2000">
                <a:solidFill>
                  <a:schemeClr val="bg1"/>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092095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a:grpSpLocks noGrp="1" noUngrp="1" noRot="1" noMove="1" noResize="1"/>
          </p:cNvGrpSpPr>
          <p:nvPr/>
        </p:nvGrpSpPr>
        <p:grpSpPr>
          <a:xfrm>
            <a:off x="0" y="0"/>
            <a:ext cx="17348200" cy="9753600"/>
            <a:chOff x="0" y="0"/>
            <a:chExt cx="17348200" cy="9753600"/>
          </a:xfrm>
        </p:grpSpPr>
        <p:sp>
          <p:nvSpPr>
            <p:cNvPr id="3" name="object 3"/>
            <p:cNvSpPr>
              <a:spLocks noGrp="1" noRot="1" noMove="1" noResize="1" noEditPoints="1" noAdjustHandles="1" noChangeArrowheads="1" noChangeShapeType="1"/>
            </p:cNvSpPr>
            <p:nvPr/>
          </p:nvSpPr>
          <p:spPr>
            <a:xfrm>
              <a:off x="580440" y="535698"/>
              <a:ext cx="431165" cy="1273810"/>
            </a:xfrm>
            <a:custGeom>
              <a:avLst/>
              <a:gdLst/>
              <a:ahLst/>
              <a:cxnLst/>
              <a:rect l="l" t="t" r="r" b="b"/>
              <a:pathLst>
                <a:path w="431165" h="1273810">
                  <a:moveTo>
                    <a:pt x="23545" y="0"/>
                  </a:moveTo>
                  <a:lnTo>
                    <a:pt x="0" y="0"/>
                  </a:lnTo>
                  <a:lnTo>
                    <a:pt x="0" y="1273492"/>
                  </a:lnTo>
                  <a:lnTo>
                    <a:pt x="23545" y="1273492"/>
                  </a:lnTo>
                  <a:lnTo>
                    <a:pt x="23545" y="0"/>
                  </a:lnTo>
                  <a:close/>
                </a:path>
                <a:path w="431165" h="1273810">
                  <a:moveTo>
                    <a:pt x="300494" y="65722"/>
                  </a:moveTo>
                  <a:lnTo>
                    <a:pt x="298564" y="63982"/>
                  </a:lnTo>
                  <a:lnTo>
                    <a:pt x="294246" y="63982"/>
                  </a:lnTo>
                  <a:lnTo>
                    <a:pt x="292481" y="65722"/>
                  </a:lnTo>
                  <a:lnTo>
                    <a:pt x="292481" y="70129"/>
                  </a:lnTo>
                  <a:lnTo>
                    <a:pt x="294246" y="71729"/>
                  </a:lnTo>
                  <a:lnTo>
                    <a:pt x="298564" y="71729"/>
                  </a:lnTo>
                  <a:lnTo>
                    <a:pt x="300494" y="70129"/>
                  </a:lnTo>
                  <a:lnTo>
                    <a:pt x="300494" y="67830"/>
                  </a:lnTo>
                  <a:lnTo>
                    <a:pt x="300494" y="65722"/>
                  </a:lnTo>
                  <a:close/>
                </a:path>
                <a:path w="431165" h="1273810">
                  <a:moveTo>
                    <a:pt x="301802" y="56197"/>
                  </a:moveTo>
                  <a:lnTo>
                    <a:pt x="299999" y="54305"/>
                  </a:lnTo>
                  <a:lnTo>
                    <a:pt x="295567" y="54305"/>
                  </a:lnTo>
                  <a:lnTo>
                    <a:pt x="293725" y="56197"/>
                  </a:lnTo>
                  <a:lnTo>
                    <a:pt x="293725" y="60490"/>
                  </a:lnTo>
                  <a:lnTo>
                    <a:pt x="295567" y="62318"/>
                  </a:lnTo>
                  <a:lnTo>
                    <a:pt x="297764" y="62318"/>
                  </a:lnTo>
                  <a:lnTo>
                    <a:pt x="299999" y="62318"/>
                  </a:lnTo>
                  <a:lnTo>
                    <a:pt x="301802" y="60490"/>
                  </a:lnTo>
                  <a:lnTo>
                    <a:pt x="301802" y="56197"/>
                  </a:lnTo>
                  <a:close/>
                </a:path>
                <a:path w="431165" h="1273810">
                  <a:moveTo>
                    <a:pt x="302501" y="75171"/>
                  </a:moveTo>
                  <a:lnTo>
                    <a:pt x="300659" y="73393"/>
                  </a:lnTo>
                  <a:lnTo>
                    <a:pt x="296202" y="73393"/>
                  </a:lnTo>
                  <a:lnTo>
                    <a:pt x="294335" y="75171"/>
                  </a:lnTo>
                  <a:lnTo>
                    <a:pt x="294335" y="79565"/>
                  </a:lnTo>
                  <a:lnTo>
                    <a:pt x="296202" y="81343"/>
                  </a:lnTo>
                  <a:lnTo>
                    <a:pt x="300659" y="81343"/>
                  </a:lnTo>
                  <a:lnTo>
                    <a:pt x="302501" y="79565"/>
                  </a:lnTo>
                  <a:lnTo>
                    <a:pt x="302501" y="77470"/>
                  </a:lnTo>
                  <a:lnTo>
                    <a:pt x="302501" y="75171"/>
                  </a:lnTo>
                  <a:close/>
                </a:path>
                <a:path w="431165" h="1273810">
                  <a:moveTo>
                    <a:pt x="306197" y="47142"/>
                  </a:moveTo>
                  <a:lnTo>
                    <a:pt x="304342" y="45440"/>
                  </a:lnTo>
                  <a:lnTo>
                    <a:pt x="299999" y="45440"/>
                  </a:lnTo>
                  <a:lnTo>
                    <a:pt x="298157" y="47142"/>
                  </a:lnTo>
                  <a:lnTo>
                    <a:pt x="298157" y="51600"/>
                  </a:lnTo>
                  <a:lnTo>
                    <a:pt x="299999" y="53225"/>
                  </a:lnTo>
                  <a:lnTo>
                    <a:pt x="302221" y="53225"/>
                  </a:lnTo>
                  <a:lnTo>
                    <a:pt x="304342" y="53225"/>
                  </a:lnTo>
                  <a:lnTo>
                    <a:pt x="306197" y="51600"/>
                  </a:lnTo>
                  <a:lnTo>
                    <a:pt x="306197" y="47142"/>
                  </a:lnTo>
                  <a:close/>
                </a:path>
                <a:path w="431165" h="1273810">
                  <a:moveTo>
                    <a:pt x="314058" y="40386"/>
                  </a:moveTo>
                  <a:lnTo>
                    <a:pt x="312254" y="38684"/>
                  </a:lnTo>
                  <a:lnTo>
                    <a:pt x="307848" y="38684"/>
                  </a:lnTo>
                  <a:lnTo>
                    <a:pt x="305968" y="40386"/>
                  </a:lnTo>
                  <a:lnTo>
                    <a:pt x="305968" y="44856"/>
                  </a:lnTo>
                  <a:lnTo>
                    <a:pt x="307848" y="46507"/>
                  </a:lnTo>
                  <a:lnTo>
                    <a:pt x="309994" y="46507"/>
                  </a:lnTo>
                  <a:lnTo>
                    <a:pt x="312254" y="46507"/>
                  </a:lnTo>
                  <a:lnTo>
                    <a:pt x="314058" y="44856"/>
                  </a:lnTo>
                  <a:lnTo>
                    <a:pt x="314058" y="40386"/>
                  </a:lnTo>
                  <a:close/>
                </a:path>
                <a:path w="431165" h="1273810">
                  <a:moveTo>
                    <a:pt x="324015" y="37541"/>
                  </a:moveTo>
                  <a:lnTo>
                    <a:pt x="322148" y="35699"/>
                  </a:lnTo>
                  <a:lnTo>
                    <a:pt x="317741" y="35699"/>
                  </a:lnTo>
                  <a:lnTo>
                    <a:pt x="316001" y="37541"/>
                  </a:lnTo>
                  <a:lnTo>
                    <a:pt x="316001" y="41694"/>
                  </a:lnTo>
                  <a:lnTo>
                    <a:pt x="317741" y="43586"/>
                  </a:lnTo>
                  <a:lnTo>
                    <a:pt x="320052" y="43586"/>
                  </a:lnTo>
                  <a:lnTo>
                    <a:pt x="322148" y="43586"/>
                  </a:lnTo>
                  <a:lnTo>
                    <a:pt x="324015" y="41694"/>
                  </a:lnTo>
                  <a:lnTo>
                    <a:pt x="324015" y="37541"/>
                  </a:lnTo>
                  <a:close/>
                </a:path>
                <a:path w="431165" h="1273810">
                  <a:moveTo>
                    <a:pt x="334505" y="38442"/>
                  </a:moveTo>
                  <a:lnTo>
                    <a:pt x="332587" y="36753"/>
                  </a:lnTo>
                  <a:lnTo>
                    <a:pt x="328358" y="36753"/>
                  </a:lnTo>
                  <a:lnTo>
                    <a:pt x="326504" y="38442"/>
                  </a:lnTo>
                  <a:lnTo>
                    <a:pt x="326504" y="42710"/>
                  </a:lnTo>
                  <a:lnTo>
                    <a:pt x="328358" y="44526"/>
                  </a:lnTo>
                  <a:lnTo>
                    <a:pt x="330403" y="44526"/>
                  </a:lnTo>
                  <a:lnTo>
                    <a:pt x="332587" y="44526"/>
                  </a:lnTo>
                  <a:lnTo>
                    <a:pt x="334505" y="42710"/>
                  </a:lnTo>
                  <a:lnTo>
                    <a:pt x="334505" y="38442"/>
                  </a:lnTo>
                  <a:close/>
                </a:path>
                <a:path w="431165" h="1273810">
                  <a:moveTo>
                    <a:pt x="337553" y="77203"/>
                  </a:moveTo>
                  <a:lnTo>
                    <a:pt x="337032" y="71132"/>
                  </a:lnTo>
                  <a:lnTo>
                    <a:pt x="332727" y="66992"/>
                  </a:lnTo>
                  <a:lnTo>
                    <a:pt x="331863" y="64820"/>
                  </a:lnTo>
                  <a:lnTo>
                    <a:pt x="329653" y="69037"/>
                  </a:lnTo>
                  <a:lnTo>
                    <a:pt x="327596" y="71640"/>
                  </a:lnTo>
                  <a:lnTo>
                    <a:pt x="327914" y="74891"/>
                  </a:lnTo>
                  <a:lnTo>
                    <a:pt x="328345" y="78308"/>
                  </a:lnTo>
                  <a:lnTo>
                    <a:pt x="331863" y="80645"/>
                  </a:lnTo>
                  <a:lnTo>
                    <a:pt x="333540" y="84035"/>
                  </a:lnTo>
                  <a:lnTo>
                    <a:pt x="335064" y="80149"/>
                  </a:lnTo>
                  <a:lnTo>
                    <a:pt x="337553" y="77203"/>
                  </a:lnTo>
                  <a:close/>
                </a:path>
                <a:path w="431165" h="1273810">
                  <a:moveTo>
                    <a:pt x="344360" y="41186"/>
                  </a:moveTo>
                  <a:lnTo>
                    <a:pt x="342633" y="39420"/>
                  </a:lnTo>
                  <a:lnTo>
                    <a:pt x="338074" y="39420"/>
                  </a:lnTo>
                  <a:lnTo>
                    <a:pt x="336359" y="41186"/>
                  </a:lnTo>
                  <a:lnTo>
                    <a:pt x="336359" y="45580"/>
                  </a:lnTo>
                  <a:lnTo>
                    <a:pt x="338074" y="47307"/>
                  </a:lnTo>
                  <a:lnTo>
                    <a:pt x="340296" y="47307"/>
                  </a:lnTo>
                  <a:lnTo>
                    <a:pt x="342633" y="47307"/>
                  </a:lnTo>
                  <a:lnTo>
                    <a:pt x="344360" y="45580"/>
                  </a:lnTo>
                  <a:lnTo>
                    <a:pt x="344360" y="41186"/>
                  </a:lnTo>
                  <a:close/>
                </a:path>
                <a:path w="431165" h="1273810">
                  <a:moveTo>
                    <a:pt x="353720" y="45440"/>
                  </a:moveTo>
                  <a:lnTo>
                    <a:pt x="351980" y="43878"/>
                  </a:lnTo>
                  <a:lnTo>
                    <a:pt x="347649" y="43878"/>
                  </a:lnTo>
                  <a:lnTo>
                    <a:pt x="345732" y="45440"/>
                  </a:lnTo>
                  <a:lnTo>
                    <a:pt x="345732" y="49872"/>
                  </a:lnTo>
                  <a:lnTo>
                    <a:pt x="347649" y="51689"/>
                  </a:lnTo>
                  <a:lnTo>
                    <a:pt x="349656" y="51689"/>
                  </a:lnTo>
                  <a:lnTo>
                    <a:pt x="351980" y="51689"/>
                  </a:lnTo>
                  <a:lnTo>
                    <a:pt x="353720" y="49872"/>
                  </a:lnTo>
                  <a:lnTo>
                    <a:pt x="353720" y="45440"/>
                  </a:lnTo>
                  <a:close/>
                </a:path>
                <a:path w="431165" h="1273810">
                  <a:moveTo>
                    <a:pt x="358990" y="22199"/>
                  </a:moveTo>
                  <a:lnTo>
                    <a:pt x="353961" y="23253"/>
                  </a:lnTo>
                  <a:lnTo>
                    <a:pt x="350113" y="27165"/>
                  </a:lnTo>
                  <a:lnTo>
                    <a:pt x="349097" y="32194"/>
                  </a:lnTo>
                  <a:lnTo>
                    <a:pt x="358990" y="32194"/>
                  </a:lnTo>
                  <a:lnTo>
                    <a:pt x="358990" y="22199"/>
                  </a:lnTo>
                  <a:close/>
                </a:path>
                <a:path w="431165" h="1273810">
                  <a:moveTo>
                    <a:pt x="359194" y="52082"/>
                  </a:moveTo>
                  <a:lnTo>
                    <a:pt x="357606" y="51841"/>
                  </a:lnTo>
                  <a:lnTo>
                    <a:pt x="356069" y="51346"/>
                  </a:lnTo>
                  <a:lnTo>
                    <a:pt x="354660" y="50787"/>
                  </a:lnTo>
                  <a:lnTo>
                    <a:pt x="354660" y="68884"/>
                  </a:lnTo>
                  <a:lnTo>
                    <a:pt x="359194" y="68884"/>
                  </a:lnTo>
                  <a:lnTo>
                    <a:pt x="359194" y="52082"/>
                  </a:lnTo>
                  <a:close/>
                </a:path>
                <a:path w="431165" h="1273810">
                  <a:moveTo>
                    <a:pt x="368490" y="50774"/>
                  </a:moveTo>
                  <a:lnTo>
                    <a:pt x="367004" y="51346"/>
                  </a:lnTo>
                  <a:lnTo>
                    <a:pt x="365569" y="51828"/>
                  </a:lnTo>
                  <a:lnTo>
                    <a:pt x="363855" y="52082"/>
                  </a:lnTo>
                  <a:lnTo>
                    <a:pt x="363855" y="68872"/>
                  </a:lnTo>
                  <a:lnTo>
                    <a:pt x="368490" y="68872"/>
                  </a:lnTo>
                  <a:lnTo>
                    <a:pt x="368490" y="50774"/>
                  </a:lnTo>
                  <a:close/>
                </a:path>
                <a:path w="431165" h="1273810">
                  <a:moveTo>
                    <a:pt x="372084" y="4114"/>
                  </a:moveTo>
                  <a:lnTo>
                    <a:pt x="369938" y="6832"/>
                  </a:lnTo>
                  <a:lnTo>
                    <a:pt x="366166" y="9245"/>
                  </a:lnTo>
                  <a:lnTo>
                    <a:pt x="362978" y="9880"/>
                  </a:lnTo>
                  <a:lnTo>
                    <a:pt x="363347" y="6400"/>
                  </a:lnTo>
                  <a:lnTo>
                    <a:pt x="365455" y="3568"/>
                  </a:lnTo>
                  <a:lnTo>
                    <a:pt x="368274" y="0"/>
                  </a:lnTo>
                  <a:lnTo>
                    <a:pt x="354850" y="0"/>
                  </a:lnTo>
                  <a:lnTo>
                    <a:pt x="357619" y="3568"/>
                  </a:lnTo>
                  <a:lnTo>
                    <a:pt x="359740" y="6400"/>
                  </a:lnTo>
                  <a:lnTo>
                    <a:pt x="360172" y="9880"/>
                  </a:lnTo>
                  <a:lnTo>
                    <a:pt x="356920" y="9245"/>
                  </a:lnTo>
                  <a:lnTo>
                    <a:pt x="353174" y="6832"/>
                  </a:lnTo>
                  <a:lnTo>
                    <a:pt x="351015" y="4114"/>
                  </a:lnTo>
                  <a:lnTo>
                    <a:pt x="351015" y="17754"/>
                  </a:lnTo>
                  <a:lnTo>
                    <a:pt x="353174" y="14846"/>
                  </a:lnTo>
                  <a:lnTo>
                    <a:pt x="356844" y="12395"/>
                  </a:lnTo>
                  <a:lnTo>
                    <a:pt x="360172" y="11925"/>
                  </a:lnTo>
                  <a:lnTo>
                    <a:pt x="359702" y="15367"/>
                  </a:lnTo>
                  <a:lnTo>
                    <a:pt x="357352" y="18453"/>
                  </a:lnTo>
                  <a:lnTo>
                    <a:pt x="354571" y="20612"/>
                  </a:lnTo>
                  <a:lnTo>
                    <a:pt x="368490" y="20612"/>
                  </a:lnTo>
                  <a:lnTo>
                    <a:pt x="365645" y="18453"/>
                  </a:lnTo>
                  <a:lnTo>
                    <a:pt x="363448" y="15367"/>
                  </a:lnTo>
                  <a:lnTo>
                    <a:pt x="362978" y="11925"/>
                  </a:lnTo>
                  <a:lnTo>
                    <a:pt x="366293" y="12395"/>
                  </a:lnTo>
                  <a:lnTo>
                    <a:pt x="369938" y="14846"/>
                  </a:lnTo>
                  <a:lnTo>
                    <a:pt x="372084" y="17754"/>
                  </a:lnTo>
                  <a:lnTo>
                    <a:pt x="372084" y="4114"/>
                  </a:lnTo>
                  <a:close/>
                </a:path>
                <a:path w="431165" h="1273810">
                  <a:moveTo>
                    <a:pt x="373849" y="37109"/>
                  </a:moveTo>
                  <a:lnTo>
                    <a:pt x="349224" y="37109"/>
                  </a:lnTo>
                  <a:lnTo>
                    <a:pt x="350507" y="42595"/>
                  </a:lnTo>
                  <a:lnTo>
                    <a:pt x="355485" y="46570"/>
                  </a:lnTo>
                  <a:lnTo>
                    <a:pt x="367588" y="46570"/>
                  </a:lnTo>
                  <a:lnTo>
                    <a:pt x="372643" y="42595"/>
                  </a:lnTo>
                  <a:lnTo>
                    <a:pt x="373849" y="37109"/>
                  </a:lnTo>
                  <a:close/>
                </a:path>
                <a:path w="431165" h="1273810">
                  <a:moveTo>
                    <a:pt x="374015" y="32194"/>
                  </a:moveTo>
                  <a:lnTo>
                    <a:pt x="373087" y="27165"/>
                  </a:lnTo>
                  <a:lnTo>
                    <a:pt x="369163" y="23380"/>
                  </a:lnTo>
                  <a:lnTo>
                    <a:pt x="364197" y="22199"/>
                  </a:lnTo>
                  <a:lnTo>
                    <a:pt x="364197" y="32194"/>
                  </a:lnTo>
                  <a:lnTo>
                    <a:pt x="374015" y="32194"/>
                  </a:lnTo>
                  <a:close/>
                </a:path>
                <a:path w="431165" h="1273810">
                  <a:moveTo>
                    <a:pt x="377444" y="45427"/>
                  </a:moveTo>
                  <a:lnTo>
                    <a:pt x="375589" y="43865"/>
                  </a:lnTo>
                  <a:lnTo>
                    <a:pt x="371144" y="43865"/>
                  </a:lnTo>
                  <a:lnTo>
                    <a:pt x="369366" y="45427"/>
                  </a:lnTo>
                  <a:lnTo>
                    <a:pt x="369366" y="47663"/>
                  </a:lnTo>
                  <a:lnTo>
                    <a:pt x="369366" y="49872"/>
                  </a:lnTo>
                  <a:lnTo>
                    <a:pt x="371144" y="51689"/>
                  </a:lnTo>
                  <a:lnTo>
                    <a:pt x="375589" y="51689"/>
                  </a:lnTo>
                  <a:lnTo>
                    <a:pt x="377444" y="49872"/>
                  </a:lnTo>
                  <a:lnTo>
                    <a:pt x="377444" y="45427"/>
                  </a:lnTo>
                  <a:close/>
                </a:path>
                <a:path w="431165" h="1273810">
                  <a:moveTo>
                    <a:pt x="386740" y="41186"/>
                  </a:moveTo>
                  <a:lnTo>
                    <a:pt x="384873" y="39420"/>
                  </a:lnTo>
                  <a:lnTo>
                    <a:pt x="380593" y="39420"/>
                  </a:lnTo>
                  <a:lnTo>
                    <a:pt x="378726" y="41186"/>
                  </a:lnTo>
                  <a:lnTo>
                    <a:pt x="378726" y="45580"/>
                  </a:lnTo>
                  <a:lnTo>
                    <a:pt x="380593" y="47307"/>
                  </a:lnTo>
                  <a:lnTo>
                    <a:pt x="382701" y="47307"/>
                  </a:lnTo>
                  <a:lnTo>
                    <a:pt x="384873" y="47307"/>
                  </a:lnTo>
                  <a:lnTo>
                    <a:pt x="386740" y="45580"/>
                  </a:lnTo>
                  <a:lnTo>
                    <a:pt x="386740" y="41186"/>
                  </a:lnTo>
                  <a:close/>
                </a:path>
                <a:path w="431165" h="1273810">
                  <a:moveTo>
                    <a:pt x="395592" y="71640"/>
                  </a:moveTo>
                  <a:lnTo>
                    <a:pt x="393585" y="69037"/>
                  </a:lnTo>
                  <a:lnTo>
                    <a:pt x="391363" y="64820"/>
                  </a:lnTo>
                  <a:lnTo>
                    <a:pt x="390550" y="66992"/>
                  </a:lnTo>
                  <a:lnTo>
                    <a:pt x="386181" y="71132"/>
                  </a:lnTo>
                  <a:lnTo>
                    <a:pt x="385559" y="77203"/>
                  </a:lnTo>
                  <a:lnTo>
                    <a:pt x="388239" y="80149"/>
                  </a:lnTo>
                  <a:lnTo>
                    <a:pt x="389712" y="84035"/>
                  </a:lnTo>
                  <a:lnTo>
                    <a:pt x="391363" y="80645"/>
                  </a:lnTo>
                  <a:lnTo>
                    <a:pt x="394995" y="78308"/>
                  </a:lnTo>
                  <a:lnTo>
                    <a:pt x="395592" y="71640"/>
                  </a:lnTo>
                  <a:close/>
                </a:path>
                <a:path w="431165" h="1273810">
                  <a:moveTo>
                    <a:pt x="396595" y="38442"/>
                  </a:moveTo>
                  <a:lnTo>
                    <a:pt x="394919" y="36753"/>
                  </a:lnTo>
                  <a:lnTo>
                    <a:pt x="390410" y="36753"/>
                  </a:lnTo>
                  <a:lnTo>
                    <a:pt x="388632" y="38442"/>
                  </a:lnTo>
                  <a:lnTo>
                    <a:pt x="388632" y="42710"/>
                  </a:lnTo>
                  <a:lnTo>
                    <a:pt x="390410" y="44526"/>
                  </a:lnTo>
                  <a:lnTo>
                    <a:pt x="392633" y="44526"/>
                  </a:lnTo>
                  <a:lnTo>
                    <a:pt x="394919" y="44526"/>
                  </a:lnTo>
                  <a:lnTo>
                    <a:pt x="396595" y="42710"/>
                  </a:lnTo>
                  <a:lnTo>
                    <a:pt x="396595" y="38442"/>
                  </a:lnTo>
                  <a:close/>
                </a:path>
                <a:path w="431165" h="1273810">
                  <a:moveTo>
                    <a:pt x="407123" y="37541"/>
                  </a:moveTo>
                  <a:lnTo>
                    <a:pt x="405218" y="35699"/>
                  </a:lnTo>
                  <a:lnTo>
                    <a:pt x="400888" y="35699"/>
                  </a:lnTo>
                  <a:lnTo>
                    <a:pt x="399161" y="37541"/>
                  </a:lnTo>
                  <a:lnTo>
                    <a:pt x="399161" y="41694"/>
                  </a:lnTo>
                  <a:lnTo>
                    <a:pt x="400888" y="43586"/>
                  </a:lnTo>
                  <a:lnTo>
                    <a:pt x="403199" y="43586"/>
                  </a:lnTo>
                  <a:lnTo>
                    <a:pt x="405218" y="43586"/>
                  </a:lnTo>
                  <a:lnTo>
                    <a:pt x="407123" y="41694"/>
                  </a:lnTo>
                  <a:lnTo>
                    <a:pt x="407123" y="37541"/>
                  </a:lnTo>
                  <a:close/>
                </a:path>
                <a:path w="431165" h="1273810">
                  <a:moveTo>
                    <a:pt x="417156" y="40386"/>
                  </a:moveTo>
                  <a:lnTo>
                    <a:pt x="415315" y="38684"/>
                  </a:lnTo>
                  <a:lnTo>
                    <a:pt x="410819" y="38684"/>
                  </a:lnTo>
                  <a:lnTo>
                    <a:pt x="409079" y="40386"/>
                  </a:lnTo>
                  <a:lnTo>
                    <a:pt x="409079" y="44856"/>
                  </a:lnTo>
                  <a:lnTo>
                    <a:pt x="410819" y="46507"/>
                  </a:lnTo>
                  <a:lnTo>
                    <a:pt x="413131" y="46507"/>
                  </a:lnTo>
                  <a:lnTo>
                    <a:pt x="415315" y="46507"/>
                  </a:lnTo>
                  <a:lnTo>
                    <a:pt x="417156" y="44856"/>
                  </a:lnTo>
                  <a:lnTo>
                    <a:pt x="417156" y="40386"/>
                  </a:lnTo>
                  <a:close/>
                </a:path>
                <a:path w="431165" h="1273810">
                  <a:moveTo>
                    <a:pt x="424954" y="47142"/>
                  </a:moveTo>
                  <a:lnTo>
                    <a:pt x="423075" y="45440"/>
                  </a:lnTo>
                  <a:lnTo>
                    <a:pt x="418706" y="45440"/>
                  </a:lnTo>
                  <a:lnTo>
                    <a:pt x="416941" y="47142"/>
                  </a:lnTo>
                  <a:lnTo>
                    <a:pt x="416941" y="51600"/>
                  </a:lnTo>
                  <a:lnTo>
                    <a:pt x="418706" y="53225"/>
                  </a:lnTo>
                  <a:lnTo>
                    <a:pt x="421005" y="53225"/>
                  </a:lnTo>
                  <a:lnTo>
                    <a:pt x="423075" y="53225"/>
                  </a:lnTo>
                  <a:lnTo>
                    <a:pt x="424954" y="51600"/>
                  </a:lnTo>
                  <a:lnTo>
                    <a:pt x="424954" y="47142"/>
                  </a:lnTo>
                  <a:close/>
                </a:path>
                <a:path w="431165" h="1273810">
                  <a:moveTo>
                    <a:pt x="428637" y="75158"/>
                  </a:moveTo>
                  <a:lnTo>
                    <a:pt x="426923" y="73393"/>
                  </a:lnTo>
                  <a:lnTo>
                    <a:pt x="424726" y="73393"/>
                  </a:lnTo>
                  <a:lnTo>
                    <a:pt x="422478" y="73393"/>
                  </a:lnTo>
                  <a:lnTo>
                    <a:pt x="420598" y="75158"/>
                  </a:lnTo>
                  <a:lnTo>
                    <a:pt x="420598" y="79552"/>
                  </a:lnTo>
                  <a:lnTo>
                    <a:pt x="422478" y="81330"/>
                  </a:lnTo>
                  <a:lnTo>
                    <a:pt x="426923" y="81330"/>
                  </a:lnTo>
                  <a:lnTo>
                    <a:pt x="428637" y="79552"/>
                  </a:lnTo>
                  <a:lnTo>
                    <a:pt x="428637" y="75158"/>
                  </a:lnTo>
                  <a:close/>
                </a:path>
                <a:path w="431165" h="1273810">
                  <a:moveTo>
                    <a:pt x="429285" y="56184"/>
                  </a:moveTo>
                  <a:lnTo>
                    <a:pt x="427507" y="54317"/>
                  </a:lnTo>
                  <a:lnTo>
                    <a:pt x="423075" y="54317"/>
                  </a:lnTo>
                  <a:lnTo>
                    <a:pt x="421360" y="56184"/>
                  </a:lnTo>
                  <a:lnTo>
                    <a:pt x="421360" y="58331"/>
                  </a:lnTo>
                  <a:lnTo>
                    <a:pt x="421360" y="60502"/>
                  </a:lnTo>
                  <a:lnTo>
                    <a:pt x="423075" y="62306"/>
                  </a:lnTo>
                  <a:lnTo>
                    <a:pt x="427507" y="62306"/>
                  </a:lnTo>
                  <a:lnTo>
                    <a:pt x="429285" y="60502"/>
                  </a:lnTo>
                  <a:lnTo>
                    <a:pt x="429285" y="56184"/>
                  </a:lnTo>
                  <a:close/>
                </a:path>
                <a:path w="431165" h="1273810">
                  <a:moveTo>
                    <a:pt x="430644" y="65735"/>
                  </a:moveTo>
                  <a:lnTo>
                    <a:pt x="428879" y="63995"/>
                  </a:lnTo>
                  <a:lnTo>
                    <a:pt x="426631" y="63995"/>
                  </a:lnTo>
                  <a:lnTo>
                    <a:pt x="424510" y="63995"/>
                  </a:lnTo>
                  <a:lnTo>
                    <a:pt x="422579" y="65735"/>
                  </a:lnTo>
                  <a:lnTo>
                    <a:pt x="422579" y="70129"/>
                  </a:lnTo>
                  <a:lnTo>
                    <a:pt x="424510" y="71742"/>
                  </a:lnTo>
                  <a:lnTo>
                    <a:pt x="428879" y="71742"/>
                  </a:lnTo>
                  <a:lnTo>
                    <a:pt x="430644" y="70129"/>
                  </a:lnTo>
                  <a:lnTo>
                    <a:pt x="430644" y="65735"/>
                  </a:lnTo>
                  <a:close/>
                </a:path>
              </a:pathLst>
            </a:custGeom>
            <a:solidFill>
              <a:srgbClr val="FFFFFF"/>
            </a:solidFill>
          </p:spPr>
          <p:txBody>
            <a:bodyPr wrap="square" lIns="0" tIns="0" rIns="0" bIns="0" rtlCol="0"/>
            <a:lstStyle/>
            <a:p>
              <a:endParaRPr/>
            </a:p>
          </p:txBody>
        </p:sp>
        <p:pic>
          <p:nvPicPr>
            <p:cNvPr id="4" name="object 4"/>
            <p:cNvPicPr>
              <a:picLocks noGrp="1" noRot="1" noMove="1" noResize="1" noEditPoints="1" noAdjustHandles="1" noChangeArrowheads="1" noChangeShapeType="1" noCrop="1"/>
            </p:cNvPicPr>
            <p:nvPr/>
          </p:nvPicPr>
          <p:blipFill>
            <a:blip r:embed="rId3" cstate="print"/>
            <a:stretch>
              <a:fillRect/>
            </a:stretch>
          </p:blipFill>
          <p:spPr>
            <a:xfrm>
              <a:off x="859313" y="758855"/>
              <a:ext cx="127684" cy="138549"/>
            </a:xfrm>
            <a:prstGeom prst="rect">
              <a:avLst/>
            </a:prstGeom>
          </p:spPr>
        </p:pic>
        <p:sp>
          <p:nvSpPr>
            <p:cNvPr id="5" name="object 5"/>
            <p:cNvSpPr>
              <a:spLocks noGrp="1" noRot="1" noMove="1" noResize="1" noEditPoints="1" noAdjustHandles="1" noChangeArrowheads="1" noChangeShapeType="1"/>
            </p:cNvSpPr>
            <p:nvPr/>
          </p:nvSpPr>
          <p:spPr>
            <a:xfrm>
              <a:off x="750720" y="833538"/>
              <a:ext cx="382905" cy="100965"/>
            </a:xfrm>
            <a:custGeom>
              <a:avLst/>
              <a:gdLst/>
              <a:ahLst/>
              <a:cxnLst/>
              <a:rect l="l" t="t" r="r" b="b"/>
              <a:pathLst>
                <a:path w="382905" h="100965">
                  <a:moveTo>
                    <a:pt x="191296" y="100680"/>
                  </a:moveTo>
                  <a:lnTo>
                    <a:pt x="141980" y="95797"/>
                  </a:lnTo>
                  <a:lnTo>
                    <a:pt x="116222" y="66004"/>
                  </a:lnTo>
                  <a:lnTo>
                    <a:pt x="108211" y="49550"/>
                  </a:lnTo>
                  <a:lnTo>
                    <a:pt x="108211" y="38518"/>
                  </a:lnTo>
                  <a:lnTo>
                    <a:pt x="119910" y="28106"/>
                  </a:lnTo>
                  <a:lnTo>
                    <a:pt x="109483" y="30361"/>
                  </a:lnTo>
                  <a:lnTo>
                    <a:pt x="98933" y="35024"/>
                  </a:lnTo>
                  <a:lnTo>
                    <a:pt x="88336" y="41244"/>
                  </a:lnTo>
                  <a:lnTo>
                    <a:pt x="61533" y="58575"/>
                  </a:lnTo>
                  <a:lnTo>
                    <a:pt x="47923" y="65679"/>
                  </a:lnTo>
                  <a:lnTo>
                    <a:pt x="41178" y="67616"/>
                  </a:lnTo>
                  <a:lnTo>
                    <a:pt x="28212" y="67616"/>
                  </a:lnTo>
                  <a:lnTo>
                    <a:pt x="6506" y="51161"/>
                  </a:lnTo>
                  <a:lnTo>
                    <a:pt x="348" y="48403"/>
                  </a:lnTo>
                  <a:lnTo>
                    <a:pt x="0" y="47551"/>
                  </a:lnTo>
                  <a:lnTo>
                    <a:pt x="522" y="45924"/>
                  </a:lnTo>
                  <a:lnTo>
                    <a:pt x="1409" y="45521"/>
                  </a:lnTo>
                  <a:lnTo>
                    <a:pt x="2216" y="45769"/>
                  </a:lnTo>
                  <a:lnTo>
                    <a:pt x="16212" y="46242"/>
                  </a:lnTo>
                  <a:lnTo>
                    <a:pt x="31341" y="41314"/>
                  </a:lnTo>
                  <a:lnTo>
                    <a:pt x="47137" y="32831"/>
                  </a:lnTo>
                  <a:lnTo>
                    <a:pt x="76300" y="14203"/>
                  </a:lnTo>
                  <a:lnTo>
                    <a:pt x="88981" y="6966"/>
                  </a:lnTo>
                  <a:lnTo>
                    <a:pt x="101041" y="1905"/>
                  </a:lnTo>
                  <a:lnTo>
                    <a:pt x="112343" y="0"/>
                  </a:lnTo>
                  <a:lnTo>
                    <a:pt x="117662" y="0"/>
                  </a:lnTo>
                  <a:lnTo>
                    <a:pt x="122364" y="1146"/>
                  </a:lnTo>
                  <a:lnTo>
                    <a:pt x="131531" y="5965"/>
                  </a:lnTo>
                  <a:lnTo>
                    <a:pt x="135346" y="10365"/>
                  </a:lnTo>
                  <a:lnTo>
                    <a:pt x="140223" y="21846"/>
                  </a:lnTo>
                  <a:lnTo>
                    <a:pt x="148946" y="35527"/>
                  </a:lnTo>
                  <a:lnTo>
                    <a:pt x="148946" y="41756"/>
                  </a:lnTo>
                  <a:lnTo>
                    <a:pt x="147870" y="44080"/>
                  </a:lnTo>
                  <a:lnTo>
                    <a:pt x="143136" y="48171"/>
                  </a:lnTo>
                  <a:lnTo>
                    <a:pt x="127526" y="56026"/>
                  </a:lnTo>
                  <a:lnTo>
                    <a:pt x="127272" y="58908"/>
                  </a:lnTo>
                  <a:lnTo>
                    <a:pt x="171766" y="68448"/>
                  </a:lnTo>
                  <a:lnTo>
                    <a:pt x="191296" y="69242"/>
                  </a:lnTo>
                  <a:lnTo>
                    <a:pt x="201286" y="69039"/>
                  </a:lnTo>
                  <a:lnTo>
                    <a:pt x="243526" y="63080"/>
                  </a:lnTo>
                  <a:lnTo>
                    <a:pt x="255511" y="59016"/>
                  </a:lnTo>
                  <a:lnTo>
                    <a:pt x="255020" y="57064"/>
                  </a:lnTo>
                  <a:lnTo>
                    <a:pt x="242307" y="50650"/>
                  </a:lnTo>
                  <a:lnTo>
                    <a:pt x="239441" y="48682"/>
                  </a:lnTo>
                  <a:lnTo>
                    <a:pt x="234945" y="44251"/>
                  </a:lnTo>
                  <a:lnTo>
                    <a:pt x="233726" y="41756"/>
                  </a:lnTo>
                  <a:lnTo>
                    <a:pt x="233726" y="35527"/>
                  </a:lnTo>
                  <a:lnTo>
                    <a:pt x="242560" y="21846"/>
                  </a:lnTo>
                  <a:lnTo>
                    <a:pt x="247389" y="10365"/>
                  </a:lnTo>
                  <a:lnTo>
                    <a:pt x="251236" y="5965"/>
                  </a:lnTo>
                  <a:lnTo>
                    <a:pt x="256096" y="3176"/>
                  </a:lnTo>
                  <a:lnTo>
                    <a:pt x="260260" y="1146"/>
                  </a:lnTo>
                  <a:lnTo>
                    <a:pt x="264962" y="0"/>
                  </a:lnTo>
                  <a:lnTo>
                    <a:pt x="270424" y="0"/>
                  </a:lnTo>
                  <a:lnTo>
                    <a:pt x="281660" y="1905"/>
                  </a:lnTo>
                  <a:lnTo>
                    <a:pt x="293697" y="6966"/>
                  </a:lnTo>
                  <a:lnTo>
                    <a:pt x="306376" y="14203"/>
                  </a:lnTo>
                  <a:lnTo>
                    <a:pt x="335500" y="32831"/>
                  </a:lnTo>
                  <a:lnTo>
                    <a:pt x="351306" y="41314"/>
                  </a:lnTo>
                  <a:lnTo>
                    <a:pt x="366475" y="46242"/>
                  </a:lnTo>
                  <a:lnTo>
                    <a:pt x="380535" y="45769"/>
                  </a:lnTo>
                  <a:lnTo>
                    <a:pt x="381311" y="45521"/>
                  </a:lnTo>
                  <a:lnTo>
                    <a:pt x="382182" y="45924"/>
                  </a:lnTo>
                  <a:lnTo>
                    <a:pt x="382467" y="46683"/>
                  </a:lnTo>
                  <a:lnTo>
                    <a:pt x="382688" y="47551"/>
                  </a:lnTo>
                  <a:lnTo>
                    <a:pt x="382324" y="48403"/>
                  </a:lnTo>
                  <a:lnTo>
                    <a:pt x="376166" y="51083"/>
                  </a:lnTo>
                  <a:lnTo>
                    <a:pt x="354460" y="67616"/>
                  </a:lnTo>
                  <a:lnTo>
                    <a:pt x="341510" y="67616"/>
                  </a:lnTo>
                  <a:lnTo>
                    <a:pt x="334860" y="65679"/>
                  </a:lnTo>
                  <a:lnTo>
                    <a:pt x="319456" y="57715"/>
                  </a:lnTo>
                  <a:lnTo>
                    <a:pt x="294434" y="41212"/>
                  </a:lnTo>
                  <a:lnTo>
                    <a:pt x="283777" y="34995"/>
                  </a:lnTo>
                  <a:lnTo>
                    <a:pt x="273188" y="30350"/>
                  </a:lnTo>
                  <a:lnTo>
                    <a:pt x="262746" y="28106"/>
                  </a:lnTo>
                  <a:lnTo>
                    <a:pt x="274968" y="38936"/>
                  </a:lnTo>
                  <a:lnTo>
                    <a:pt x="274968" y="49704"/>
                  </a:lnTo>
                  <a:lnTo>
                    <a:pt x="271216" y="56599"/>
                  </a:lnTo>
                  <a:lnTo>
                    <a:pt x="266593" y="66004"/>
                  </a:lnTo>
                  <a:lnTo>
                    <a:pt x="261099" y="86999"/>
                  </a:lnTo>
                  <a:lnTo>
                    <a:pt x="251078" y="92034"/>
                  </a:lnTo>
                  <a:lnTo>
                    <a:pt x="240766" y="95797"/>
                  </a:lnTo>
                  <a:lnTo>
                    <a:pt x="227326" y="98501"/>
                  </a:lnTo>
                  <a:lnTo>
                    <a:pt x="210816" y="100133"/>
                  </a:lnTo>
                  <a:lnTo>
                    <a:pt x="191296" y="100680"/>
                  </a:lnTo>
                  <a:close/>
                </a:path>
              </a:pathLst>
            </a:custGeom>
            <a:solidFill>
              <a:srgbClr val="FFFFFF"/>
            </a:solidFill>
          </p:spPr>
          <p:txBody>
            <a:bodyPr wrap="square" lIns="0" tIns="0" rIns="0" bIns="0" rtlCol="0"/>
            <a:lstStyle/>
            <a:p>
              <a:endParaRPr/>
            </a:p>
          </p:txBody>
        </p:sp>
        <p:pic>
          <p:nvPicPr>
            <p:cNvPr id="6" name="object 6"/>
            <p:cNvPicPr>
              <a:picLocks noGrp="1" noRot="1" noMove="1" noResize="1" noEditPoints="1" noAdjustHandles="1" noChangeArrowheads="1" noChangeShapeType="1" noCrop="1"/>
            </p:cNvPicPr>
            <p:nvPr/>
          </p:nvPicPr>
          <p:blipFill>
            <a:blip r:embed="rId4" cstate="print"/>
            <a:stretch>
              <a:fillRect/>
            </a:stretch>
          </p:blipFill>
          <p:spPr>
            <a:xfrm>
              <a:off x="864000" y="607992"/>
              <a:ext cx="162906" cy="217170"/>
            </a:xfrm>
            <a:prstGeom prst="rect">
              <a:avLst/>
            </a:prstGeom>
          </p:spPr>
        </p:pic>
        <p:sp>
          <p:nvSpPr>
            <p:cNvPr id="7" name="object 7"/>
            <p:cNvSpPr>
              <a:spLocks noGrp="1" noRot="1" noMove="1" noResize="1" noEditPoints="1" noAdjustHandles="1" noChangeArrowheads="1" noChangeShapeType="1"/>
            </p:cNvSpPr>
            <p:nvPr/>
          </p:nvSpPr>
          <p:spPr>
            <a:xfrm>
              <a:off x="702043" y="546036"/>
              <a:ext cx="492759" cy="325120"/>
            </a:xfrm>
            <a:custGeom>
              <a:avLst/>
              <a:gdLst/>
              <a:ahLst/>
              <a:cxnLst/>
              <a:rect l="l" t="t" r="r" b="b"/>
              <a:pathLst>
                <a:path w="492759" h="325119">
                  <a:moveTo>
                    <a:pt x="71945" y="28511"/>
                  </a:moveTo>
                  <a:lnTo>
                    <a:pt x="70612" y="27266"/>
                  </a:lnTo>
                  <a:lnTo>
                    <a:pt x="67449" y="27266"/>
                  </a:lnTo>
                  <a:lnTo>
                    <a:pt x="66065" y="28511"/>
                  </a:lnTo>
                  <a:lnTo>
                    <a:pt x="66065" y="31661"/>
                  </a:lnTo>
                  <a:lnTo>
                    <a:pt x="67449" y="32893"/>
                  </a:lnTo>
                  <a:lnTo>
                    <a:pt x="70612" y="32893"/>
                  </a:lnTo>
                  <a:lnTo>
                    <a:pt x="71945" y="31661"/>
                  </a:lnTo>
                  <a:lnTo>
                    <a:pt x="71945" y="30048"/>
                  </a:lnTo>
                  <a:lnTo>
                    <a:pt x="71945" y="28511"/>
                  </a:lnTo>
                  <a:close/>
                </a:path>
                <a:path w="492759" h="325119">
                  <a:moveTo>
                    <a:pt x="73012" y="36055"/>
                  </a:moveTo>
                  <a:lnTo>
                    <a:pt x="71653" y="34772"/>
                  </a:lnTo>
                  <a:lnTo>
                    <a:pt x="68478" y="34772"/>
                  </a:lnTo>
                  <a:lnTo>
                    <a:pt x="67106" y="36055"/>
                  </a:lnTo>
                  <a:lnTo>
                    <a:pt x="67106" y="39103"/>
                  </a:lnTo>
                  <a:lnTo>
                    <a:pt x="68478" y="40513"/>
                  </a:lnTo>
                  <a:lnTo>
                    <a:pt x="71653" y="40513"/>
                  </a:lnTo>
                  <a:lnTo>
                    <a:pt x="73012" y="39103"/>
                  </a:lnTo>
                  <a:lnTo>
                    <a:pt x="73012" y="37490"/>
                  </a:lnTo>
                  <a:lnTo>
                    <a:pt x="73012" y="36055"/>
                  </a:lnTo>
                  <a:close/>
                </a:path>
                <a:path w="492759" h="325119">
                  <a:moveTo>
                    <a:pt x="76466" y="22326"/>
                  </a:moveTo>
                  <a:lnTo>
                    <a:pt x="75107" y="21132"/>
                  </a:lnTo>
                  <a:lnTo>
                    <a:pt x="71945" y="21132"/>
                  </a:lnTo>
                  <a:lnTo>
                    <a:pt x="70688" y="22326"/>
                  </a:lnTo>
                  <a:lnTo>
                    <a:pt x="70688" y="25438"/>
                  </a:lnTo>
                  <a:lnTo>
                    <a:pt x="71945" y="26771"/>
                  </a:lnTo>
                  <a:lnTo>
                    <a:pt x="73596" y="26771"/>
                  </a:lnTo>
                  <a:lnTo>
                    <a:pt x="75107" y="26771"/>
                  </a:lnTo>
                  <a:lnTo>
                    <a:pt x="76466" y="25438"/>
                  </a:lnTo>
                  <a:lnTo>
                    <a:pt x="76466" y="22326"/>
                  </a:lnTo>
                  <a:close/>
                </a:path>
                <a:path w="492759" h="325119">
                  <a:moveTo>
                    <a:pt x="84124" y="21856"/>
                  </a:moveTo>
                  <a:lnTo>
                    <a:pt x="82880" y="20637"/>
                  </a:lnTo>
                  <a:lnTo>
                    <a:pt x="79679" y="20637"/>
                  </a:lnTo>
                  <a:lnTo>
                    <a:pt x="78409" y="21856"/>
                  </a:lnTo>
                  <a:lnTo>
                    <a:pt x="78409" y="24993"/>
                  </a:lnTo>
                  <a:lnTo>
                    <a:pt x="79679" y="26327"/>
                  </a:lnTo>
                  <a:lnTo>
                    <a:pt x="81229" y="26327"/>
                  </a:lnTo>
                  <a:lnTo>
                    <a:pt x="82880" y="26327"/>
                  </a:lnTo>
                  <a:lnTo>
                    <a:pt x="84124" y="24993"/>
                  </a:lnTo>
                  <a:lnTo>
                    <a:pt x="84124" y="21856"/>
                  </a:lnTo>
                  <a:close/>
                </a:path>
                <a:path w="492759" h="325119">
                  <a:moveTo>
                    <a:pt x="94157" y="24358"/>
                  </a:moveTo>
                  <a:lnTo>
                    <a:pt x="94043" y="20967"/>
                  </a:lnTo>
                  <a:lnTo>
                    <a:pt x="93319" y="19939"/>
                  </a:lnTo>
                  <a:lnTo>
                    <a:pt x="92087" y="19316"/>
                  </a:lnTo>
                  <a:lnTo>
                    <a:pt x="90779" y="18237"/>
                  </a:lnTo>
                  <a:lnTo>
                    <a:pt x="89103" y="16637"/>
                  </a:lnTo>
                  <a:lnTo>
                    <a:pt x="88595" y="16052"/>
                  </a:lnTo>
                  <a:lnTo>
                    <a:pt x="88112" y="15494"/>
                  </a:lnTo>
                  <a:lnTo>
                    <a:pt x="88163" y="15341"/>
                  </a:lnTo>
                  <a:lnTo>
                    <a:pt x="88265" y="15113"/>
                  </a:lnTo>
                  <a:lnTo>
                    <a:pt x="93243" y="15494"/>
                  </a:lnTo>
                  <a:lnTo>
                    <a:pt x="93179" y="15341"/>
                  </a:lnTo>
                  <a:lnTo>
                    <a:pt x="93091" y="15113"/>
                  </a:lnTo>
                  <a:lnTo>
                    <a:pt x="92456" y="13474"/>
                  </a:lnTo>
                  <a:lnTo>
                    <a:pt x="91262" y="10426"/>
                  </a:lnTo>
                  <a:lnTo>
                    <a:pt x="87731" y="13474"/>
                  </a:lnTo>
                  <a:lnTo>
                    <a:pt x="87363" y="13474"/>
                  </a:lnTo>
                  <a:lnTo>
                    <a:pt x="87083" y="8115"/>
                  </a:lnTo>
                  <a:lnTo>
                    <a:pt x="82042" y="9906"/>
                  </a:lnTo>
                  <a:lnTo>
                    <a:pt x="85382" y="13995"/>
                  </a:lnTo>
                  <a:lnTo>
                    <a:pt x="85242" y="14224"/>
                  </a:lnTo>
                  <a:lnTo>
                    <a:pt x="85242" y="14376"/>
                  </a:lnTo>
                  <a:lnTo>
                    <a:pt x="80759" y="14630"/>
                  </a:lnTo>
                  <a:lnTo>
                    <a:pt x="83185" y="19697"/>
                  </a:lnTo>
                  <a:lnTo>
                    <a:pt x="86080" y="16052"/>
                  </a:lnTo>
                  <a:lnTo>
                    <a:pt x="86220" y="16052"/>
                  </a:lnTo>
                  <a:lnTo>
                    <a:pt x="86347" y="16637"/>
                  </a:lnTo>
                  <a:lnTo>
                    <a:pt x="86588" y="17881"/>
                  </a:lnTo>
                  <a:lnTo>
                    <a:pt x="86715" y="19697"/>
                  </a:lnTo>
                  <a:lnTo>
                    <a:pt x="86791" y="24358"/>
                  </a:lnTo>
                  <a:lnTo>
                    <a:pt x="88392" y="26060"/>
                  </a:lnTo>
                  <a:lnTo>
                    <a:pt x="92506" y="26060"/>
                  </a:lnTo>
                  <a:lnTo>
                    <a:pt x="94157" y="24358"/>
                  </a:lnTo>
                  <a:close/>
                </a:path>
                <a:path w="492759" h="325119">
                  <a:moveTo>
                    <a:pt x="100431" y="15557"/>
                  </a:moveTo>
                  <a:lnTo>
                    <a:pt x="99174" y="14630"/>
                  </a:lnTo>
                  <a:lnTo>
                    <a:pt x="98107" y="13474"/>
                  </a:lnTo>
                  <a:lnTo>
                    <a:pt x="96126" y="13474"/>
                  </a:lnTo>
                  <a:lnTo>
                    <a:pt x="95008" y="14630"/>
                  </a:lnTo>
                  <a:lnTo>
                    <a:pt x="93941" y="15557"/>
                  </a:lnTo>
                  <a:lnTo>
                    <a:pt x="93941" y="17360"/>
                  </a:lnTo>
                  <a:lnTo>
                    <a:pt x="95084" y="18605"/>
                  </a:lnTo>
                  <a:lnTo>
                    <a:pt x="96126" y="19685"/>
                  </a:lnTo>
                  <a:lnTo>
                    <a:pt x="98107" y="19685"/>
                  </a:lnTo>
                  <a:lnTo>
                    <a:pt x="99174" y="18516"/>
                  </a:lnTo>
                  <a:lnTo>
                    <a:pt x="100431" y="17360"/>
                  </a:lnTo>
                  <a:lnTo>
                    <a:pt x="100431" y="15557"/>
                  </a:lnTo>
                  <a:close/>
                </a:path>
                <a:path w="492759" h="325119">
                  <a:moveTo>
                    <a:pt x="106845" y="10795"/>
                  </a:moveTo>
                  <a:lnTo>
                    <a:pt x="105765" y="9817"/>
                  </a:lnTo>
                  <a:lnTo>
                    <a:pt x="104559" y="8572"/>
                  </a:lnTo>
                  <a:lnTo>
                    <a:pt x="102730" y="8572"/>
                  </a:lnTo>
                  <a:lnTo>
                    <a:pt x="101536" y="9817"/>
                  </a:lnTo>
                  <a:lnTo>
                    <a:pt x="100457" y="10795"/>
                  </a:lnTo>
                  <a:lnTo>
                    <a:pt x="100457" y="12661"/>
                  </a:lnTo>
                  <a:lnTo>
                    <a:pt x="101536" y="13906"/>
                  </a:lnTo>
                  <a:lnTo>
                    <a:pt x="102730" y="14859"/>
                  </a:lnTo>
                  <a:lnTo>
                    <a:pt x="104559" y="14859"/>
                  </a:lnTo>
                  <a:lnTo>
                    <a:pt x="105765" y="13906"/>
                  </a:lnTo>
                  <a:lnTo>
                    <a:pt x="106845" y="12661"/>
                  </a:lnTo>
                  <a:lnTo>
                    <a:pt x="106845" y="10795"/>
                  </a:lnTo>
                  <a:close/>
                </a:path>
                <a:path w="492759" h="325119">
                  <a:moveTo>
                    <a:pt x="114452" y="12128"/>
                  </a:moveTo>
                  <a:lnTo>
                    <a:pt x="113347" y="10960"/>
                  </a:lnTo>
                  <a:lnTo>
                    <a:pt x="112191" y="9906"/>
                  </a:lnTo>
                  <a:lnTo>
                    <a:pt x="110337" y="9906"/>
                  </a:lnTo>
                  <a:lnTo>
                    <a:pt x="109321" y="10960"/>
                  </a:lnTo>
                  <a:lnTo>
                    <a:pt x="108089" y="12128"/>
                  </a:lnTo>
                  <a:lnTo>
                    <a:pt x="108216" y="13995"/>
                  </a:lnTo>
                  <a:lnTo>
                    <a:pt x="110464" y="16052"/>
                  </a:lnTo>
                  <a:lnTo>
                    <a:pt x="112318" y="16052"/>
                  </a:lnTo>
                  <a:lnTo>
                    <a:pt x="113347" y="15024"/>
                  </a:lnTo>
                  <a:lnTo>
                    <a:pt x="114452" y="13995"/>
                  </a:lnTo>
                  <a:lnTo>
                    <a:pt x="114452" y="12128"/>
                  </a:lnTo>
                  <a:close/>
                </a:path>
                <a:path w="492759" h="325119">
                  <a:moveTo>
                    <a:pt x="118529" y="23126"/>
                  </a:moveTo>
                  <a:lnTo>
                    <a:pt x="114071" y="23393"/>
                  </a:lnTo>
                  <a:lnTo>
                    <a:pt x="115328" y="25158"/>
                  </a:lnTo>
                  <a:lnTo>
                    <a:pt x="115722" y="25984"/>
                  </a:lnTo>
                  <a:lnTo>
                    <a:pt x="115836" y="27457"/>
                  </a:lnTo>
                  <a:lnTo>
                    <a:pt x="115011" y="27051"/>
                  </a:lnTo>
                  <a:lnTo>
                    <a:pt x="113855" y="26162"/>
                  </a:lnTo>
                  <a:lnTo>
                    <a:pt x="112826" y="24726"/>
                  </a:lnTo>
                  <a:lnTo>
                    <a:pt x="112941" y="26162"/>
                  </a:lnTo>
                  <a:lnTo>
                    <a:pt x="113042" y="27457"/>
                  </a:lnTo>
                  <a:lnTo>
                    <a:pt x="113157" y="28829"/>
                  </a:lnTo>
                  <a:lnTo>
                    <a:pt x="113258" y="30035"/>
                  </a:lnTo>
                  <a:lnTo>
                    <a:pt x="113322" y="30848"/>
                  </a:lnTo>
                  <a:lnTo>
                    <a:pt x="113398" y="31127"/>
                  </a:lnTo>
                  <a:lnTo>
                    <a:pt x="114071" y="30035"/>
                  </a:lnTo>
                  <a:lnTo>
                    <a:pt x="114198" y="29908"/>
                  </a:lnTo>
                  <a:lnTo>
                    <a:pt x="114782" y="29235"/>
                  </a:lnTo>
                  <a:lnTo>
                    <a:pt x="115836" y="28829"/>
                  </a:lnTo>
                  <a:lnTo>
                    <a:pt x="115722" y="31127"/>
                  </a:lnTo>
                  <a:lnTo>
                    <a:pt x="115608" y="33248"/>
                  </a:lnTo>
                  <a:lnTo>
                    <a:pt x="113855" y="34925"/>
                  </a:lnTo>
                  <a:lnTo>
                    <a:pt x="112318" y="35242"/>
                  </a:lnTo>
                  <a:lnTo>
                    <a:pt x="111023" y="35496"/>
                  </a:lnTo>
                  <a:lnTo>
                    <a:pt x="110426" y="35496"/>
                  </a:lnTo>
                  <a:lnTo>
                    <a:pt x="109093" y="34429"/>
                  </a:lnTo>
                  <a:lnTo>
                    <a:pt x="109029" y="34036"/>
                  </a:lnTo>
                  <a:lnTo>
                    <a:pt x="108940" y="33528"/>
                  </a:lnTo>
                  <a:lnTo>
                    <a:pt x="108889" y="33248"/>
                  </a:lnTo>
                  <a:lnTo>
                    <a:pt x="108775" y="32537"/>
                  </a:lnTo>
                  <a:lnTo>
                    <a:pt x="108534" y="31127"/>
                  </a:lnTo>
                  <a:lnTo>
                    <a:pt x="108915" y="30848"/>
                  </a:lnTo>
                  <a:lnTo>
                    <a:pt x="110197" y="29908"/>
                  </a:lnTo>
                  <a:lnTo>
                    <a:pt x="112014" y="31648"/>
                  </a:lnTo>
                  <a:lnTo>
                    <a:pt x="112039" y="31369"/>
                  </a:lnTo>
                  <a:lnTo>
                    <a:pt x="112153" y="29908"/>
                  </a:lnTo>
                  <a:lnTo>
                    <a:pt x="112191" y="29489"/>
                  </a:lnTo>
                  <a:lnTo>
                    <a:pt x="112204" y="29235"/>
                  </a:lnTo>
                  <a:lnTo>
                    <a:pt x="112318" y="27774"/>
                  </a:lnTo>
                  <a:lnTo>
                    <a:pt x="109004" y="27774"/>
                  </a:lnTo>
                  <a:lnTo>
                    <a:pt x="107619" y="29235"/>
                  </a:lnTo>
                  <a:lnTo>
                    <a:pt x="109321" y="25615"/>
                  </a:lnTo>
                  <a:lnTo>
                    <a:pt x="109207" y="25158"/>
                  </a:lnTo>
                  <a:lnTo>
                    <a:pt x="109080" y="24726"/>
                  </a:lnTo>
                  <a:lnTo>
                    <a:pt x="109029" y="24561"/>
                  </a:lnTo>
                  <a:lnTo>
                    <a:pt x="108597" y="22974"/>
                  </a:lnTo>
                  <a:lnTo>
                    <a:pt x="105181" y="21132"/>
                  </a:lnTo>
                  <a:lnTo>
                    <a:pt x="102971" y="24561"/>
                  </a:lnTo>
                  <a:lnTo>
                    <a:pt x="103035" y="24726"/>
                  </a:lnTo>
                  <a:lnTo>
                    <a:pt x="103911" y="27051"/>
                  </a:lnTo>
                  <a:lnTo>
                    <a:pt x="106489" y="29489"/>
                  </a:lnTo>
                  <a:lnTo>
                    <a:pt x="103911" y="28333"/>
                  </a:lnTo>
                  <a:lnTo>
                    <a:pt x="101536" y="30492"/>
                  </a:lnTo>
                  <a:lnTo>
                    <a:pt x="103911" y="33528"/>
                  </a:lnTo>
                  <a:lnTo>
                    <a:pt x="103962" y="33248"/>
                  </a:lnTo>
                  <a:lnTo>
                    <a:pt x="104432" y="30848"/>
                  </a:lnTo>
                  <a:lnTo>
                    <a:pt x="106730" y="31369"/>
                  </a:lnTo>
                  <a:lnTo>
                    <a:pt x="106794" y="31648"/>
                  </a:lnTo>
                  <a:lnTo>
                    <a:pt x="107632" y="35242"/>
                  </a:lnTo>
                  <a:lnTo>
                    <a:pt x="105879" y="37414"/>
                  </a:lnTo>
                  <a:lnTo>
                    <a:pt x="99047" y="39535"/>
                  </a:lnTo>
                  <a:lnTo>
                    <a:pt x="98971" y="39382"/>
                  </a:lnTo>
                  <a:lnTo>
                    <a:pt x="97599" y="36906"/>
                  </a:lnTo>
                  <a:lnTo>
                    <a:pt x="96939" y="35496"/>
                  </a:lnTo>
                  <a:lnTo>
                    <a:pt x="96824" y="35242"/>
                  </a:lnTo>
                  <a:lnTo>
                    <a:pt x="96672" y="34925"/>
                  </a:lnTo>
                  <a:lnTo>
                    <a:pt x="96710" y="34683"/>
                  </a:lnTo>
                  <a:lnTo>
                    <a:pt x="97485" y="34188"/>
                  </a:lnTo>
                  <a:lnTo>
                    <a:pt x="99631" y="34429"/>
                  </a:lnTo>
                  <a:lnTo>
                    <a:pt x="101879" y="35737"/>
                  </a:lnTo>
                  <a:lnTo>
                    <a:pt x="102006" y="35737"/>
                  </a:lnTo>
                  <a:lnTo>
                    <a:pt x="101930" y="35496"/>
                  </a:lnTo>
                  <a:lnTo>
                    <a:pt x="101854" y="35242"/>
                  </a:lnTo>
                  <a:lnTo>
                    <a:pt x="101739" y="34925"/>
                  </a:lnTo>
                  <a:lnTo>
                    <a:pt x="101663" y="34683"/>
                  </a:lnTo>
                  <a:lnTo>
                    <a:pt x="101574" y="34429"/>
                  </a:lnTo>
                  <a:lnTo>
                    <a:pt x="101180" y="33248"/>
                  </a:lnTo>
                  <a:lnTo>
                    <a:pt x="99936" y="29489"/>
                  </a:lnTo>
                  <a:lnTo>
                    <a:pt x="99174" y="31648"/>
                  </a:lnTo>
                  <a:lnTo>
                    <a:pt x="98005" y="32537"/>
                  </a:lnTo>
                  <a:lnTo>
                    <a:pt x="98285" y="32537"/>
                  </a:lnTo>
                  <a:lnTo>
                    <a:pt x="96304" y="33248"/>
                  </a:lnTo>
                  <a:lnTo>
                    <a:pt x="96037" y="33248"/>
                  </a:lnTo>
                  <a:lnTo>
                    <a:pt x="96113" y="30848"/>
                  </a:lnTo>
                  <a:lnTo>
                    <a:pt x="97243" y="27774"/>
                  </a:lnTo>
                  <a:lnTo>
                    <a:pt x="89408" y="30848"/>
                  </a:lnTo>
                  <a:lnTo>
                    <a:pt x="92862" y="32537"/>
                  </a:lnTo>
                  <a:lnTo>
                    <a:pt x="93573" y="33248"/>
                  </a:lnTo>
                  <a:lnTo>
                    <a:pt x="94259" y="34036"/>
                  </a:lnTo>
                  <a:lnTo>
                    <a:pt x="94500" y="34036"/>
                  </a:lnTo>
                  <a:lnTo>
                    <a:pt x="92570" y="34683"/>
                  </a:lnTo>
                  <a:lnTo>
                    <a:pt x="91084" y="34925"/>
                  </a:lnTo>
                  <a:lnTo>
                    <a:pt x="88684" y="34036"/>
                  </a:lnTo>
                  <a:lnTo>
                    <a:pt x="91757" y="39992"/>
                  </a:lnTo>
                  <a:lnTo>
                    <a:pt x="91871" y="39535"/>
                  </a:lnTo>
                  <a:lnTo>
                    <a:pt x="91986" y="39103"/>
                  </a:lnTo>
                  <a:lnTo>
                    <a:pt x="92049" y="38862"/>
                  </a:lnTo>
                  <a:lnTo>
                    <a:pt x="92138" y="38557"/>
                  </a:lnTo>
                  <a:lnTo>
                    <a:pt x="92252" y="38125"/>
                  </a:lnTo>
                  <a:lnTo>
                    <a:pt x="92303" y="37922"/>
                  </a:lnTo>
                  <a:lnTo>
                    <a:pt x="92506" y="37134"/>
                  </a:lnTo>
                  <a:lnTo>
                    <a:pt x="93941" y="35496"/>
                  </a:lnTo>
                  <a:lnTo>
                    <a:pt x="95008" y="35496"/>
                  </a:lnTo>
                  <a:lnTo>
                    <a:pt x="95097" y="35737"/>
                  </a:lnTo>
                  <a:lnTo>
                    <a:pt x="96672" y="40513"/>
                  </a:lnTo>
                  <a:lnTo>
                    <a:pt x="92227" y="42557"/>
                  </a:lnTo>
                  <a:lnTo>
                    <a:pt x="91262" y="43154"/>
                  </a:lnTo>
                  <a:lnTo>
                    <a:pt x="90538" y="43548"/>
                  </a:lnTo>
                  <a:lnTo>
                    <a:pt x="89154" y="43548"/>
                  </a:lnTo>
                  <a:lnTo>
                    <a:pt x="87363" y="43307"/>
                  </a:lnTo>
                  <a:lnTo>
                    <a:pt x="87274" y="43154"/>
                  </a:lnTo>
                  <a:lnTo>
                    <a:pt x="86436" y="41821"/>
                  </a:lnTo>
                  <a:lnTo>
                    <a:pt x="85953" y="41008"/>
                  </a:lnTo>
                  <a:lnTo>
                    <a:pt x="85356" y="39992"/>
                  </a:lnTo>
                  <a:lnTo>
                    <a:pt x="85864" y="39103"/>
                  </a:lnTo>
                  <a:lnTo>
                    <a:pt x="86169" y="38557"/>
                  </a:lnTo>
                  <a:lnTo>
                    <a:pt x="86525" y="37922"/>
                  </a:lnTo>
                  <a:lnTo>
                    <a:pt x="88760" y="39535"/>
                  </a:lnTo>
                  <a:lnTo>
                    <a:pt x="88722" y="39103"/>
                  </a:lnTo>
                  <a:lnTo>
                    <a:pt x="88607" y="37922"/>
                  </a:lnTo>
                  <a:lnTo>
                    <a:pt x="88506" y="36906"/>
                  </a:lnTo>
                  <a:lnTo>
                    <a:pt x="88392" y="35737"/>
                  </a:lnTo>
                  <a:lnTo>
                    <a:pt x="85039" y="35737"/>
                  </a:lnTo>
                  <a:lnTo>
                    <a:pt x="84124" y="38557"/>
                  </a:lnTo>
                  <a:lnTo>
                    <a:pt x="84226" y="34683"/>
                  </a:lnTo>
                  <a:lnTo>
                    <a:pt x="83185" y="32537"/>
                  </a:lnTo>
                  <a:lnTo>
                    <a:pt x="79006" y="31369"/>
                  </a:lnTo>
                  <a:lnTo>
                    <a:pt x="78930" y="31648"/>
                  </a:lnTo>
                  <a:lnTo>
                    <a:pt x="78193" y="34429"/>
                  </a:lnTo>
                  <a:lnTo>
                    <a:pt x="78130" y="35496"/>
                  </a:lnTo>
                  <a:lnTo>
                    <a:pt x="79324" y="37414"/>
                  </a:lnTo>
                  <a:lnTo>
                    <a:pt x="83261" y="39103"/>
                  </a:lnTo>
                  <a:lnTo>
                    <a:pt x="81038" y="38862"/>
                  </a:lnTo>
                  <a:lnTo>
                    <a:pt x="78663" y="41008"/>
                  </a:lnTo>
                  <a:lnTo>
                    <a:pt x="81686" y="43548"/>
                  </a:lnTo>
                  <a:lnTo>
                    <a:pt x="81686" y="41351"/>
                  </a:lnTo>
                  <a:lnTo>
                    <a:pt x="83705" y="41008"/>
                  </a:lnTo>
                  <a:lnTo>
                    <a:pt x="84886" y="42557"/>
                  </a:lnTo>
                  <a:lnTo>
                    <a:pt x="85572" y="43548"/>
                  </a:lnTo>
                  <a:lnTo>
                    <a:pt x="85572" y="44246"/>
                  </a:lnTo>
                  <a:lnTo>
                    <a:pt x="85432" y="45504"/>
                  </a:lnTo>
                  <a:lnTo>
                    <a:pt x="83934" y="46558"/>
                  </a:lnTo>
                  <a:lnTo>
                    <a:pt x="82905" y="47244"/>
                  </a:lnTo>
                  <a:lnTo>
                    <a:pt x="80149" y="47244"/>
                  </a:lnTo>
                  <a:lnTo>
                    <a:pt x="76949" y="44246"/>
                  </a:lnTo>
                  <a:lnTo>
                    <a:pt x="77609" y="43967"/>
                  </a:lnTo>
                  <a:lnTo>
                    <a:pt x="78574" y="43967"/>
                  </a:lnTo>
                  <a:lnTo>
                    <a:pt x="79921" y="44246"/>
                  </a:lnTo>
                  <a:lnTo>
                    <a:pt x="80289" y="44246"/>
                  </a:lnTo>
                  <a:lnTo>
                    <a:pt x="80048" y="43967"/>
                  </a:lnTo>
                  <a:lnTo>
                    <a:pt x="79349" y="43154"/>
                  </a:lnTo>
                  <a:lnTo>
                    <a:pt x="76631" y="39992"/>
                  </a:lnTo>
                  <a:lnTo>
                    <a:pt x="76136" y="39535"/>
                  </a:lnTo>
                  <a:lnTo>
                    <a:pt x="76200" y="42557"/>
                  </a:lnTo>
                  <a:lnTo>
                    <a:pt x="75831" y="43154"/>
                  </a:lnTo>
                  <a:lnTo>
                    <a:pt x="74396" y="39992"/>
                  </a:lnTo>
                  <a:lnTo>
                    <a:pt x="74269" y="39382"/>
                  </a:lnTo>
                  <a:lnTo>
                    <a:pt x="71056" y="42075"/>
                  </a:lnTo>
                  <a:lnTo>
                    <a:pt x="70827" y="42075"/>
                  </a:lnTo>
                  <a:lnTo>
                    <a:pt x="74041" y="43967"/>
                  </a:lnTo>
                  <a:lnTo>
                    <a:pt x="77660" y="46913"/>
                  </a:lnTo>
                  <a:lnTo>
                    <a:pt x="81965" y="52768"/>
                  </a:lnTo>
                  <a:lnTo>
                    <a:pt x="86372" y="49885"/>
                  </a:lnTo>
                  <a:lnTo>
                    <a:pt x="92011" y="47244"/>
                  </a:lnTo>
                  <a:lnTo>
                    <a:pt x="94424" y="46113"/>
                  </a:lnTo>
                  <a:lnTo>
                    <a:pt x="99644" y="43967"/>
                  </a:lnTo>
                  <a:lnTo>
                    <a:pt x="100736" y="43548"/>
                  </a:lnTo>
                  <a:lnTo>
                    <a:pt x="104559" y="42075"/>
                  </a:lnTo>
                  <a:lnTo>
                    <a:pt x="112534" y="39535"/>
                  </a:lnTo>
                  <a:lnTo>
                    <a:pt x="113017" y="39382"/>
                  </a:lnTo>
                  <a:lnTo>
                    <a:pt x="118211" y="38125"/>
                  </a:lnTo>
                  <a:lnTo>
                    <a:pt x="118097" y="37414"/>
                  </a:lnTo>
                  <a:lnTo>
                    <a:pt x="118021" y="36906"/>
                  </a:lnTo>
                  <a:lnTo>
                    <a:pt x="117805" y="35496"/>
                  </a:lnTo>
                  <a:lnTo>
                    <a:pt x="117678" y="34683"/>
                  </a:lnTo>
                  <a:lnTo>
                    <a:pt x="117576" y="34036"/>
                  </a:lnTo>
                  <a:lnTo>
                    <a:pt x="117462" y="33248"/>
                  </a:lnTo>
                  <a:lnTo>
                    <a:pt x="117348" y="32537"/>
                  </a:lnTo>
                  <a:lnTo>
                    <a:pt x="117208" y="31648"/>
                  </a:lnTo>
                  <a:lnTo>
                    <a:pt x="117271" y="30035"/>
                  </a:lnTo>
                  <a:lnTo>
                    <a:pt x="117335" y="29489"/>
                  </a:lnTo>
                  <a:lnTo>
                    <a:pt x="117424" y="28829"/>
                  </a:lnTo>
                  <a:lnTo>
                    <a:pt x="117487" y="28333"/>
                  </a:lnTo>
                  <a:lnTo>
                    <a:pt x="117602" y="27457"/>
                  </a:lnTo>
                  <a:lnTo>
                    <a:pt x="117690" y="26771"/>
                  </a:lnTo>
                  <a:lnTo>
                    <a:pt x="118529" y="23126"/>
                  </a:lnTo>
                  <a:close/>
                </a:path>
                <a:path w="492759" h="325119">
                  <a:moveTo>
                    <a:pt x="119253" y="18161"/>
                  </a:moveTo>
                  <a:lnTo>
                    <a:pt x="118110" y="16916"/>
                  </a:lnTo>
                  <a:lnTo>
                    <a:pt x="116979" y="15887"/>
                  </a:lnTo>
                  <a:lnTo>
                    <a:pt x="115150" y="15887"/>
                  </a:lnTo>
                  <a:lnTo>
                    <a:pt x="113944" y="16916"/>
                  </a:lnTo>
                  <a:lnTo>
                    <a:pt x="112903" y="18161"/>
                  </a:lnTo>
                  <a:lnTo>
                    <a:pt x="112903" y="20040"/>
                  </a:lnTo>
                  <a:lnTo>
                    <a:pt x="113944" y="21145"/>
                  </a:lnTo>
                  <a:lnTo>
                    <a:pt x="115150" y="22085"/>
                  </a:lnTo>
                  <a:lnTo>
                    <a:pt x="116979" y="22085"/>
                  </a:lnTo>
                  <a:lnTo>
                    <a:pt x="118110" y="21031"/>
                  </a:lnTo>
                  <a:lnTo>
                    <a:pt x="119253" y="20040"/>
                  </a:lnTo>
                  <a:lnTo>
                    <a:pt x="119253" y="18161"/>
                  </a:lnTo>
                  <a:close/>
                </a:path>
                <a:path w="492759" h="325119">
                  <a:moveTo>
                    <a:pt x="179311" y="207314"/>
                  </a:moveTo>
                  <a:lnTo>
                    <a:pt x="176161" y="206044"/>
                  </a:lnTo>
                  <a:lnTo>
                    <a:pt x="177507" y="202234"/>
                  </a:lnTo>
                  <a:lnTo>
                    <a:pt x="178765" y="199694"/>
                  </a:lnTo>
                  <a:lnTo>
                    <a:pt x="174840" y="197154"/>
                  </a:lnTo>
                  <a:lnTo>
                    <a:pt x="172885" y="195884"/>
                  </a:lnTo>
                  <a:lnTo>
                    <a:pt x="171792" y="188264"/>
                  </a:lnTo>
                  <a:lnTo>
                    <a:pt x="171602" y="186994"/>
                  </a:lnTo>
                  <a:lnTo>
                    <a:pt x="172186" y="183184"/>
                  </a:lnTo>
                  <a:lnTo>
                    <a:pt x="167233" y="176834"/>
                  </a:lnTo>
                  <a:lnTo>
                    <a:pt x="162941" y="173024"/>
                  </a:lnTo>
                  <a:lnTo>
                    <a:pt x="161518" y="171754"/>
                  </a:lnTo>
                  <a:lnTo>
                    <a:pt x="139700" y="147624"/>
                  </a:lnTo>
                  <a:lnTo>
                    <a:pt x="144119" y="147624"/>
                  </a:lnTo>
                  <a:lnTo>
                    <a:pt x="147243" y="150164"/>
                  </a:lnTo>
                  <a:lnTo>
                    <a:pt x="149161" y="151434"/>
                  </a:lnTo>
                  <a:lnTo>
                    <a:pt x="152844" y="155244"/>
                  </a:lnTo>
                  <a:lnTo>
                    <a:pt x="156222" y="159054"/>
                  </a:lnTo>
                  <a:lnTo>
                    <a:pt x="159893" y="150164"/>
                  </a:lnTo>
                  <a:lnTo>
                    <a:pt x="161569" y="147624"/>
                  </a:lnTo>
                  <a:lnTo>
                    <a:pt x="164096" y="143814"/>
                  </a:lnTo>
                  <a:lnTo>
                    <a:pt x="168948" y="136194"/>
                  </a:lnTo>
                  <a:lnTo>
                    <a:pt x="174599" y="129844"/>
                  </a:lnTo>
                  <a:lnTo>
                    <a:pt x="176682" y="127304"/>
                  </a:lnTo>
                  <a:lnTo>
                    <a:pt x="177685" y="126034"/>
                  </a:lnTo>
                  <a:lnTo>
                    <a:pt x="174777" y="127304"/>
                  </a:lnTo>
                  <a:lnTo>
                    <a:pt x="170154" y="127304"/>
                  </a:lnTo>
                  <a:lnTo>
                    <a:pt x="167678" y="129844"/>
                  </a:lnTo>
                  <a:lnTo>
                    <a:pt x="167678" y="120954"/>
                  </a:lnTo>
                  <a:lnTo>
                    <a:pt x="164338" y="117144"/>
                  </a:lnTo>
                  <a:lnTo>
                    <a:pt x="164617" y="112064"/>
                  </a:lnTo>
                  <a:lnTo>
                    <a:pt x="162864" y="105714"/>
                  </a:lnTo>
                  <a:lnTo>
                    <a:pt x="160858" y="103174"/>
                  </a:lnTo>
                  <a:lnTo>
                    <a:pt x="157873" y="99364"/>
                  </a:lnTo>
                  <a:lnTo>
                    <a:pt x="148463" y="91744"/>
                  </a:lnTo>
                  <a:lnTo>
                    <a:pt x="156654" y="94284"/>
                  </a:lnTo>
                  <a:lnTo>
                    <a:pt x="161404" y="100634"/>
                  </a:lnTo>
                  <a:lnTo>
                    <a:pt x="167678" y="95554"/>
                  </a:lnTo>
                  <a:lnTo>
                    <a:pt x="164160" y="93014"/>
                  </a:lnTo>
                  <a:lnTo>
                    <a:pt x="163182" y="91744"/>
                  </a:lnTo>
                  <a:lnTo>
                    <a:pt x="160274" y="87934"/>
                  </a:lnTo>
                  <a:lnTo>
                    <a:pt x="153619" y="81584"/>
                  </a:lnTo>
                  <a:lnTo>
                    <a:pt x="141795" y="73964"/>
                  </a:lnTo>
                  <a:lnTo>
                    <a:pt x="147332" y="75234"/>
                  </a:lnTo>
                  <a:lnTo>
                    <a:pt x="152666" y="79044"/>
                  </a:lnTo>
                  <a:lnTo>
                    <a:pt x="158229" y="80314"/>
                  </a:lnTo>
                  <a:lnTo>
                    <a:pt x="164477" y="79044"/>
                  </a:lnTo>
                  <a:lnTo>
                    <a:pt x="158902" y="75234"/>
                  </a:lnTo>
                  <a:lnTo>
                    <a:pt x="157619" y="73964"/>
                  </a:lnTo>
                  <a:lnTo>
                    <a:pt x="156337" y="72694"/>
                  </a:lnTo>
                  <a:lnTo>
                    <a:pt x="149948" y="66344"/>
                  </a:lnTo>
                  <a:lnTo>
                    <a:pt x="147408" y="63804"/>
                  </a:lnTo>
                  <a:lnTo>
                    <a:pt x="145084" y="62534"/>
                  </a:lnTo>
                  <a:lnTo>
                    <a:pt x="138137" y="58724"/>
                  </a:lnTo>
                  <a:lnTo>
                    <a:pt x="143268" y="58724"/>
                  </a:lnTo>
                  <a:lnTo>
                    <a:pt x="148755" y="61264"/>
                  </a:lnTo>
                  <a:lnTo>
                    <a:pt x="151015" y="58724"/>
                  </a:lnTo>
                  <a:lnTo>
                    <a:pt x="153276" y="56184"/>
                  </a:lnTo>
                  <a:lnTo>
                    <a:pt x="148082" y="56184"/>
                  </a:lnTo>
                  <a:lnTo>
                    <a:pt x="144868" y="52374"/>
                  </a:lnTo>
                  <a:lnTo>
                    <a:pt x="139280" y="51104"/>
                  </a:lnTo>
                  <a:lnTo>
                    <a:pt x="140144" y="48564"/>
                  </a:lnTo>
                  <a:lnTo>
                    <a:pt x="141439" y="44754"/>
                  </a:lnTo>
                  <a:lnTo>
                    <a:pt x="140919" y="40944"/>
                  </a:lnTo>
                  <a:lnTo>
                    <a:pt x="138633" y="37134"/>
                  </a:lnTo>
                  <a:lnTo>
                    <a:pt x="134658" y="37134"/>
                  </a:lnTo>
                  <a:lnTo>
                    <a:pt x="130771" y="38404"/>
                  </a:lnTo>
                  <a:lnTo>
                    <a:pt x="127990" y="40741"/>
                  </a:lnTo>
                  <a:lnTo>
                    <a:pt x="127990" y="99364"/>
                  </a:lnTo>
                  <a:lnTo>
                    <a:pt x="122453" y="100634"/>
                  </a:lnTo>
                  <a:lnTo>
                    <a:pt x="117322" y="103174"/>
                  </a:lnTo>
                  <a:lnTo>
                    <a:pt x="113169" y="99364"/>
                  </a:lnTo>
                  <a:lnTo>
                    <a:pt x="112522" y="96824"/>
                  </a:lnTo>
                  <a:lnTo>
                    <a:pt x="112191" y="95554"/>
                  </a:lnTo>
                  <a:lnTo>
                    <a:pt x="111137" y="93014"/>
                  </a:lnTo>
                  <a:lnTo>
                    <a:pt x="110350" y="90474"/>
                  </a:lnTo>
                  <a:lnTo>
                    <a:pt x="113868" y="86664"/>
                  </a:lnTo>
                  <a:lnTo>
                    <a:pt x="114452" y="85394"/>
                  </a:lnTo>
                  <a:lnTo>
                    <a:pt x="113880" y="84124"/>
                  </a:lnTo>
                  <a:lnTo>
                    <a:pt x="112750" y="81584"/>
                  </a:lnTo>
                  <a:lnTo>
                    <a:pt x="111620" y="79044"/>
                  </a:lnTo>
                  <a:lnTo>
                    <a:pt x="108216" y="81584"/>
                  </a:lnTo>
                  <a:lnTo>
                    <a:pt x="104571" y="81584"/>
                  </a:lnTo>
                  <a:lnTo>
                    <a:pt x="106286" y="79044"/>
                  </a:lnTo>
                  <a:lnTo>
                    <a:pt x="106362" y="76504"/>
                  </a:lnTo>
                  <a:lnTo>
                    <a:pt x="104127" y="76504"/>
                  </a:lnTo>
                  <a:lnTo>
                    <a:pt x="101358" y="77774"/>
                  </a:lnTo>
                  <a:lnTo>
                    <a:pt x="101358" y="81584"/>
                  </a:lnTo>
                  <a:lnTo>
                    <a:pt x="99771" y="81584"/>
                  </a:lnTo>
                  <a:lnTo>
                    <a:pt x="98336" y="80314"/>
                  </a:lnTo>
                  <a:lnTo>
                    <a:pt x="99148" y="77774"/>
                  </a:lnTo>
                  <a:lnTo>
                    <a:pt x="99148" y="75234"/>
                  </a:lnTo>
                  <a:lnTo>
                    <a:pt x="100431" y="73964"/>
                  </a:lnTo>
                  <a:lnTo>
                    <a:pt x="102184" y="73964"/>
                  </a:lnTo>
                  <a:lnTo>
                    <a:pt x="108242" y="71424"/>
                  </a:lnTo>
                  <a:lnTo>
                    <a:pt x="117322" y="67614"/>
                  </a:lnTo>
                  <a:lnTo>
                    <a:pt x="119253" y="67614"/>
                  </a:lnTo>
                  <a:lnTo>
                    <a:pt x="120573" y="66344"/>
                  </a:lnTo>
                  <a:lnTo>
                    <a:pt x="121945" y="67614"/>
                  </a:lnTo>
                  <a:lnTo>
                    <a:pt x="122872" y="68884"/>
                  </a:lnTo>
                  <a:lnTo>
                    <a:pt x="125285" y="70154"/>
                  </a:lnTo>
                  <a:lnTo>
                    <a:pt x="124701" y="71424"/>
                  </a:lnTo>
                  <a:lnTo>
                    <a:pt x="123837" y="72694"/>
                  </a:lnTo>
                  <a:lnTo>
                    <a:pt x="120573" y="70154"/>
                  </a:lnTo>
                  <a:lnTo>
                    <a:pt x="116611" y="72694"/>
                  </a:lnTo>
                  <a:lnTo>
                    <a:pt x="118198" y="73964"/>
                  </a:lnTo>
                  <a:lnTo>
                    <a:pt x="121640" y="75234"/>
                  </a:lnTo>
                  <a:lnTo>
                    <a:pt x="118351" y="77774"/>
                  </a:lnTo>
                  <a:lnTo>
                    <a:pt x="114795" y="79044"/>
                  </a:lnTo>
                  <a:lnTo>
                    <a:pt x="115938" y="81584"/>
                  </a:lnTo>
                  <a:lnTo>
                    <a:pt x="116979" y="84124"/>
                  </a:lnTo>
                  <a:lnTo>
                    <a:pt x="118605" y="85394"/>
                  </a:lnTo>
                  <a:lnTo>
                    <a:pt x="123444" y="85394"/>
                  </a:lnTo>
                  <a:lnTo>
                    <a:pt x="124701" y="87934"/>
                  </a:lnTo>
                  <a:lnTo>
                    <a:pt x="126047" y="90474"/>
                  </a:lnTo>
                  <a:lnTo>
                    <a:pt x="127508" y="94284"/>
                  </a:lnTo>
                  <a:lnTo>
                    <a:pt x="127635" y="95554"/>
                  </a:lnTo>
                  <a:lnTo>
                    <a:pt x="127749" y="96824"/>
                  </a:lnTo>
                  <a:lnTo>
                    <a:pt x="127990" y="99364"/>
                  </a:lnTo>
                  <a:lnTo>
                    <a:pt x="127990" y="40741"/>
                  </a:lnTo>
                  <a:lnTo>
                    <a:pt x="127812" y="40881"/>
                  </a:lnTo>
                  <a:lnTo>
                    <a:pt x="127812" y="48564"/>
                  </a:lnTo>
                  <a:lnTo>
                    <a:pt x="123837" y="54914"/>
                  </a:lnTo>
                  <a:lnTo>
                    <a:pt x="126466" y="57454"/>
                  </a:lnTo>
                  <a:lnTo>
                    <a:pt x="123317" y="59994"/>
                  </a:lnTo>
                  <a:lnTo>
                    <a:pt x="119341" y="62534"/>
                  </a:lnTo>
                  <a:lnTo>
                    <a:pt x="113868" y="59994"/>
                  </a:lnTo>
                  <a:lnTo>
                    <a:pt x="111506" y="56184"/>
                  </a:lnTo>
                  <a:lnTo>
                    <a:pt x="123444" y="51104"/>
                  </a:lnTo>
                  <a:lnTo>
                    <a:pt x="127812" y="48564"/>
                  </a:lnTo>
                  <a:lnTo>
                    <a:pt x="127812" y="40881"/>
                  </a:lnTo>
                  <a:lnTo>
                    <a:pt x="127304" y="37134"/>
                  </a:lnTo>
                  <a:lnTo>
                    <a:pt x="120103" y="37134"/>
                  </a:lnTo>
                  <a:lnTo>
                    <a:pt x="120370" y="38404"/>
                  </a:lnTo>
                  <a:lnTo>
                    <a:pt x="121107" y="40944"/>
                  </a:lnTo>
                  <a:lnTo>
                    <a:pt x="116611" y="40944"/>
                  </a:lnTo>
                  <a:lnTo>
                    <a:pt x="107657" y="43484"/>
                  </a:lnTo>
                  <a:lnTo>
                    <a:pt x="100787" y="45999"/>
                  </a:lnTo>
                  <a:lnTo>
                    <a:pt x="100787" y="65074"/>
                  </a:lnTo>
                  <a:lnTo>
                    <a:pt x="98907" y="71424"/>
                  </a:lnTo>
                  <a:lnTo>
                    <a:pt x="89750" y="71424"/>
                  </a:lnTo>
                  <a:lnTo>
                    <a:pt x="89852" y="67614"/>
                  </a:lnTo>
                  <a:lnTo>
                    <a:pt x="82880" y="66344"/>
                  </a:lnTo>
                  <a:lnTo>
                    <a:pt x="87757" y="65074"/>
                  </a:lnTo>
                  <a:lnTo>
                    <a:pt x="99771" y="61264"/>
                  </a:lnTo>
                  <a:lnTo>
                    <a:pt x="100787" y="65074"/>
                  </a:lnTo>
                  <a:lnTo>
                    <a:pt x="100787" y="45999"/>
                  </a:lnTo>
                  <a:lnTo>
                    <a:pt x="93726" y="48564"/>
                  </a:lnTo>
                  <a:lnTo>
                    <a:pt x="85864" y="53644"/>
                  </a:lnTo>
                  <a:lnTo>
                    <a:pt x="82118" y="56184"/>
                  </a:lnTo>
                  <a:lnTo>
                    <a:pt x="80949" y="53644"/>
                  </a:lnTo>
                  <a:lnTo>
                    <a:pt x="80086" y="53644"/>
                  </a:lnTo>
                  <a:lnTo>
                    <a:pt x="77660" y="54914"/>
                  </a:lnTo>
                  <a:lnTo>
                    <a:pt x="75184" y="57454"/>
                  </a:lnTo>
                  <a:lnTo>
                    <a:pt x="77101" y="59994"/>
                  </a:lnTo>
                  <a:lnTo>
                    <a:pt x="73152" y="61264"/>
                  </a:lnTo>
                  <a:lnTo>
                    <a:pt x="68872" y="61264"/>
                  </a:lnTo>
                  <a:lnTo>
                    <a:pt x="65252" y="65074"/>
                  </a:lnTo>
                  <a:lnTo>
                    <a:pt x="65252" y="68884"/>
                  </a:lnTo>
                  <a:lnTo>
                    <a:pt x="69011" y="72694"/>
                  </a:lnTo>
                  <a:lnTo>
                    <a:pt x="74536" y="75234"/>
                  </a:lnTo>
                  <a:lnTo>
                    <a:pt x="70332" y="82854"/>
                  </a:lnTo>
                  <a:lnTo>
                    <a:pt x="69583" y="89204"/>
                  </a:lnTo>
                  <a:lnTo>
                    <a:pt x="69481" y="90474"/>
                  </a:lnTo>
                  <a:lnTo>
                    <a:pt x="69367" y="91744"/>
                  </a:lnTo>
                  <a:lnTo>
                    <a:pt x="69265" y="93014"/>
                  </a:lnTo>
                  <a:lnTo>
                    <a:pt x="69151" y="94284"/>
                  </a:lnTo>
                  <a:lnTo>
                    <a:pt x="69037" y="95554"/>
                  </a:lnTo>
                  <a:lnTo>
                    <a:pt x="65455" y="100634"/>
                  </a:lnTo>
                  <a:lnTo>
                    <a:pt x="71932" y="99364"/>
                  </a:lnTo>
                  <a:lnTo>
                    <a:pt x="75272" y="93014"/>
                  </a:lnTo>
                  <a:lnTo>
                    <a:pt x="77533" y="87934"/>
                  </a:lnTo>
                  <a:lnTo>
                    <a:pt x="80759" y="84124"/>
                  </a:lnTo>
                  <a:lnTo>
                    <a:pt x="79476" y="90474"/>
                  </a:lnTo>
                  <a:lnTo>
                    <a:pt x="77114" y="95554"/>
                  </a:lnTo>
                  <a:lnTo>
                    <a:pt x="74841" y="100634"/>
                  </a:lnTo>
                  <a:lnTo>
                    <a:pt x="73825" y="108254"/>
                  </a:lnTo>
                  <a:lnTo>
                    <a:pt x="73825" y="114604"/>
                  </a:lnTo>
                  <a:lnTo>
                    <a:pt x="77812" y="122224"/>
                  </a:lnTo>
                  <a:lnTo>
                    <a:pt x="74371" y="126034"/>
                  </a:lnTo>
                  <a:lnTo>
                    <a:pt x="79641" y="120954"/>
                  </a:lnTo>
                  <a:lnTo>
                    <a:pt x="82283" y="112064"/>
                  </a:lnTo>
                  <a:lnTo>
                    <a:pt x="84251" y="103174"/>
                  </a:lnTo>
                  <a:lnTo>
                    <a:pt x="87490" y="96824"/>
                  </a:lnTo>
                  <a:lnTo>
                    <a:pt x="88582" y="99364"/>
                  </a:lnTo>
                  <a:lnTo>
                    <a:pt x="87820" y="103174"/>
                  </a:lnTo>
                  <a:lnTo>
                    <a:pt x="86588" y="106984"/>
                  </a:lnTo>
                  <a:lnTo>
                    <a:pt x="85166" y="114604"/>
                  </a:lnTo>
                  <a:lnTo>
                    <a:pt x="85077" y="117144"/>
                  </a:lnTo>
                  <a:lnTo>
                    <a:pt x="85026" y="118414"/>
                  </a:lnTo>
                  <a:lnTo>
                    <a:pt x="84937" y="120954"/>
                  </a:lnTo>
                  <a:lnTo>
                    <a:pt x="84886" y="122224"/>
                  </a:lnTo>
                  <a:lnTo>
                    <a:pt x="84785" y="123494"/>
                  </a:lnTo>
                  <a:lnTo>
                    <a:pt x="84670" y="124764"/>
                  </a:lnTo>
                  <a:lnTo>
                    <a:pt x="84569" y="126034"/>
                  </a:lnTo>
                  <a:lnTo>
                    <a:pt x="84467" y="127304"/>
                  </a:lnTo>
                  <a:lnTo>
                    <a:pt x="84353" y="128574"/>
                  </a:lnTo>
                  <a:lnTo>
                    <a:pt x="84251" y="129844"/>
                  </a:lnTo>
                  <a:lnTo>
                    <a:pt x="81749" y="134924"/>
                  </a:lnTo>
                  <a:lnTo>
                    <a:pt x="87782" y="131114"/>
                  </a:lnTo>
                  <a:lnTo>
                    <a:pt x="91973" y="124764"/>
                  </a:lnTo>
                  <a:lnTo>
                    <a:pt x="95834" y="118414"/>
                  </a:lnTo>
                  <a:lnTo>
                    <a:pt x="100863" y="112064"/>
                  </a:lnTo>
                  <a:lnTo>
                    <a:pt x="95580" y="124764"/>
                  </a:lnTo>
                  <a:lnTo>
                    <a:pt x="89928" y="141274"/>
                  </a:lnTo>
                  <a:lnTo>
                    <a:pt x="83604" y="157784"/>
                  </a:lnTo>
                  <a:lnTo>
                    <a:pt x="54737" y="203504"/>
                  </a:lnTo>
                  <a:lnTo>
                    <a:pt x="34188" y="220014"/>
                  </a:lnTo>
                  <a:lnTo>
                    <a:pt x="27292" y="220014"/>
                  </a:lnTo>
                  <a:lnTo>
                    <a:pt x="22275" y="216204"/>
                  </a:lnTo>
                  <a:lnTo>
                    <a:pt x="22275" y="207314"/>
                  </a:lnTo>
                  <a:lnTo>
                    <a:pt x="29210" y="189534"/>
                  </a:lnTo>
                  <a:lnTo>
                    <a:pt x="59677" y="156514"/>
                  </a:lnTo>
                  <a:lnTo>
                    <a:pt x="66611" y="137464"/>
                  </a:lnTo>
                  <a:lnTo>
                    <a:pt x="66611" y="126034"/>
                  </a:lnTo>
                  <a:lnTo>
                    <a:pt x="56540" y="122224"/>
                  </a:lnTo>
                  <a:lnTo>
                    <a:pt x="46024" y="122224"/>
                  </a:lnTo>
                  <a:lnTo>
                    <a:pt x="41008" y="123494"/>
                  </a:lnTo>
                  <a:lnTo>
                    <a:pt x="36728" y="127304"/>
                  </a:lnTo>
                  <a:lnTo>
                    <a:pt x="34886" y="126034"/>
                  </a:lnTo>
                  <a:lnTo>
                    <a:pt x="31457" y="126034"/>
                  </a:lnTo>
                  <a:lnTo>
                    <a:pt x="22860" y="129844"/>
                  </a:lnTo>
                  <a:lnTo>
                    <a:pt x="18186" y="140004"/>
                  </a:lnTo>
                  <a:lnTo>
                    <a:pt x="13868" y="148894"/>
                  </a:lnTo>
                  <a:lnTo>
                    <a:pt x="6350" y="152704"/>
                  </a:lnTo>
                  <a:lnTo>
                    <a:pt x="11036" y="153974"/>
                  </a:lnTo>
                  <a:lnTo>
                    <a:pt x="16459" y="151434"/>
                  </a:lnTo>
                  <a:lnTo>
                    <a:pt x="21882" y="147624"/>
                  </a:lnTo>
                  <a:lnTo>
                    <a:pt x="26606" y="142544"/>
                  </a:lnTo>
                  <a:lnTo>
                    <a:pt x="21170" y="152704"/>
                  </a:lnTo>
                  <a:lnTo>
                    <a:pt x="11671" y="159054"/>
                  </a:lnTo>
                  <a:lnTo>
                    <a:pt x="2984" y="165404"/>
                  </a:lnTo>
                  <a:lnTo>
                    <a:pt x="0" y="176834"/>
                  </a:lnTo>
                  <a:lnTo>
                    <a:pt x="8699" y="167944"/>
                  </a:lnTo>
                  <a:lnTo>
                    <a:pt x="24218" y="160324"/>
                  </a:lnTo>
                  <a:lnTo>
                    <a:pt x="39052" y="151434"/>
                  </a:lnTo>
                  <a:lnTo>
                    <a:pt x="43256" y="142544"/>
                  </a:lnTo>
                  <a:lnTo>
                    <a:pt x="45656" y="137464"/>
                  </a:lnTo>
                  <a:lnTo>
                    <a:pt x="45656" y="134924"/>
                  </a:lnTo>
                  <a:lnTo>
                    <a:pt x="44043" y="132384"/>
                  </a:lnTo>
                  <a:lnTo>
                    <a:pt x="42037" y="129844"/>
                  </a:lnTo>
                  <a:lnTo>
                    <a:pt x="45161" y="128574"/>
                  </a:lnTo>
                  <a:lnTo>
                    <a:pt x="48094" y="127304"/>
                  </a:lnTo>
                  <a:lnTo>
                    <a:pt x="55829" y="127304"/>
                  </a:lnTo>
                  <a:lnTo>
                    <a:pt x="60401" y="131114"/>
                  </a:lnTo>
                  <a:lnTo>
                    <a:pt x="60401" y="138734"/>
                  </a:lnTo>
                  <a:lnTo>
                    <a:pt x="53543" y="155244"/>
                  </a:lnTo>
                  <a:lnTo>
                    <a:pt x="23368" y="188264"/>
                  </a:lnTo>
                  <a:lnTo>
                    <a:pt x="16510" y="207314"/>
                  </a:lnTo>
                  <a:lnTo>
                    <a:pt x="16510" y="212394"/>
                  </a:lnTo>
                  <a:lnTo>
                    <a:pt x="17830" y="216204"/>
                  </a:lnTo>
                  <a:lnTo>
                    <a:pt x="20078" y="218744"/>
                  </a:lnTo>
                  <a:lnTo>
                    <a:pt x="16992" y="220014"/>
                  </a:lnTo>
                  <a:lnTo>
                    <a:pt x="13716" y="220014"/>
                  </a:lnTo>
                  <a:lnTo>
                    <a:pt x="11137" y="217474"/>
                  </a:lnTo>
                  <a:lnTo>
                    <a:pt x="11036" y="220014"/>
                  </a:lnTo>
                  <a:lnTo>
                    <a:pt x="10947" y="222554"/>
                  </a:lnTo>
                  <a:lnTo>
                    <a:pt x="10896" y="223824"/>
                  </a:lnTo>
                  <a:lnTo>
                    <a:pt x="21221" y="228904"/>
                  </a:lnTo>
                  <a:lnTo>
                    <a:pt x="27800" y="225094"/>
                  </a:lnTo>
                  <a:lnTo>
                    <a:pt x="29210" y="225094"/>
                  </a:lnTo>
                  <a:lnTo>
                    <a:pt x="30848" y="226364"/>
                  </a:lnTo>
                  <a:lnTo>
                    <a:pt x="32397" y="226364"/>
                  </a:lnTo>
                  <a:lnTo>
                    <a:pt x="30403" y="231444"/>
                  </a:lnTo>
                  <a:lnTo>
                    <a:pt x="23749" y="232714"/>
                  </a:lnTo>
                  <a:lnTo>
                    <a:pt x="20078" y="232714"/>
                  </a:lnTo>
                  <a:lnTo>
                    <a:pt x="29337" y="235254"/>
                  </a:lnTo>
                  <a:lnTo>
                    <a:pt x="38938" y="232714"/>
                  </a:lnTo>
                  <a:lnTo>
                    <a:pt x="46266" y="227634"/>
                  </a:lnTo>
                  <a:lnTo>
                    <a:pt x="47091" y="225094"/>
                  </a:lnTo>
                  <a:lnTo>
                    <a:pt x="48755" y="220014"/>
                  </a:lnTo>
                  <a:lnTo>
                    <a:pt x="54610" y="214934"/>
                  </a:lnTo>
                  <a:lnTo>
                    <a:pt x="59690" y="207314"/>
                  </a:lnTo>
                  <a:lnTo>
                    <a:pt x="69011" y="194614"/>
                  </a:lnTo>
                  <a:lnTo>
                    <a:pt x="68592" y="195884"/>
                  </a:lnTo>
                  <a:lnTo>
                    <a:pt x="67957" y="199694"/>
                  </a:lnTo>
                  <a:lnTo>
                    <a:pt x="63398" y="208584"/>
                  </a:lnTo>
                  <a:lnTo>
                    <a:pt x="59321" y="216204"/>
                  </a:lnTo>
                  <a:lnTo>
                    <a:pt x="56083" y="225094"/>
                  </a:lnTo>
                  <a:lnTo>
                    <a:pt x="54038" y="236524"/>
                  </a:lnTo>
                  <a:lnTo>
                    <a:pt x="52171" y="245414"/>
                  </a:lnTo>
                  <a:lnTo>
                    <a:pt x="48602" y="251764"/>
                  </a:lnTo>
                  <a:lnTo>
                    <a:pt x="43611" y="258114"/>
                  </a:lnTo>
                  <a:lnTo>
                    <a:pt x="37465" y="259384"/>
                  </a:lnTo>
                  <a:lnTo>
                    <a:pt x="35496" y="259384"/>
                  </a:lnTo>
                  <a:lnTo>
                    <a:pt x="32232" y="256844"/>
                  </a:lnTo>
                  <a:lnTo>
                    <a:pt x="30746" y="258114"/>
                  </a:lnTo>
                  <a:lnTo>
                    <a:pt x="27901" y="260654"/>
                  </a:lnTo>
                  <a:lnTo>
                    <a:pt x="30543" y="263194"/>
                  </a:lnTo>
                  <a:lnTo>
                    <a:pt x="30543" y="268274"/>
                  </a:lnTo>
                  <a:lnTo>
                    <a:pt x="23749" y="272084"/>
                  </a:lnTo>
                  <a:lnTo>
                    <a:pt x="23749" y="288594"/>
                  </a:lnTo>
                  <a:lnTo>
                    <a:pt x="26606" y="293674"/>
                  </a:lnTo>
                  <a:lnTo>
                    <a:pt x="25463" y="297484"/>
                  </a:lnTo>
                  <a:lnTo>
                    <a:pt x="28359" y="296214"/>
                  </a:lnTo>
                  <a:lnTo>
                    <a:pt x="32156" y="291134"/>
                  </a:lnTo>
                  <a:lnTo>
                    <a:pt x="33616" y="284784"/>
                  </a:lnTo>
                  <a:lnTo>
                    <a:pt x="33667" y="286054"/>
                  </a:lnTo>
                  <a:lnTo>
                    <a:pt x="33782" y="288594"/>
                  </a:lnTo>
                  <a:lnTo>
                    <a:pt x="33896" y="291134"/>
                  </a:lnTo>
                  <a:lnTo>
                    <a:pt x="34010" y="293674"/>
                  </a:lnTo>
                  <a:lnTo>
                    <a:pt x="32435" y="298754"/>
                  </a:lnTo>
                  <a:lnTo>
                    <a:pt x="31559" y="303834"/>
                  </a:lnTo>
                  <a:lnTo>
                    <a:pt x="34061" y="311454"/>
                  </a:lnTo>
                  <a:lnTo>
                    <a:pt x="34886" y="307644"/>
                  </a:lnTo>
                  <a:lnTo>
                    <a:pt x="39166" y="305104"/>
                  </a:lnTo>
                  <a:lnTo>
                    <a:pt x="41821" y="307644"/>
                  </a:lnTo>
                  <a:lnTo>
                    <a:pt x="44538" y="308914"/>
                  </a:lnTo>
                  <a:lnTo>
                    <a:pt x="43256" y="310184"/>
                  </a:lnTo>
                  <a:lnTo>
                    <a:pt x="41325" y="312724"/>
                  </a:lnTo>
                  <a:lnTo>
                    <a:pt x="39331" y="313994"/>
                  </a:lnTo>
                  <a:lnTo>
                    <a:pt x="37553" y="324154"/>
                  </a:lnTo>
                  <a:lnTo>
                    <a:pt x="46456" y="322884"/>
                  </a:lnTo>
                  <a:lnTo>
                    <a:pt x="44729" y="321614"/>
                  </a:lnTo>
                  <a:lnTo>
                    <a:pt x="44615" y="319074"/>
                  </a:lnTo>
                  <a:lnTo>
                    <a:pt x="49085" y="319074"/>
                  </a:lnTo>
                  <a:lnTo>
                    <a:pt x="55181" y="317804"/>
                  </a:lnTo>
                  <a:lnTo>
                    <a:pt x="57010" y="320344"/>
                  </a:lnTo>
                  <a:lnTo>
                    <a:pt x="67665" y="320344"/>
                  </a:lnTo>
                  <a:lnTo>
                    <a:pt x="68122" y="317804"/>
                  </a:lnTo>
                  <a:lnTo>
                    <a:pt x="68592" y="315264"/>
                  </a:lnTo>
                  <a:lnTo>
                    <a:pt x="75107" y="315264"/>
                  </a:lnTo>
                  <a:lnTo>
                    <a:pt x="75107" y="317804"/>
                  </a:lnTo>
                  <a:lnTo>
                    <a:pt x="73964" y="319074"/>
                  </a:lnTo>
                  <a:lnTo>
                    <a:pt x="79070" y="317804"/>
                  </a:lnTo>
                  <a:lnTo>
                    <a:pt x="80035" y="315264"/>
                  </a:lnTo>
                  <a:lnTo>
                    <a:pt x="80035" y="310184"/>
                  </a:lnTo>
                  <a:lnTo>
                    <a:pt x="77660" y="307644"/>
                  </a:lnTo>
                  <a:lnTo>
                    <a:pt x="79451" y="306374"/>
                  </a:lnTo>
                  <a:lnTo>
                    <a:pt x="81305" y="305104"/>
                  </a:lnTo>
                  <a:lnTo>
                    <a:pt x="87312" y="306374"/>
                  </a:lnTo>
                  <a:lnTo>
                    <a:pt x="84874" y="311454"/>
                  </a:lnTo>
                  <a:lnTo>
                    <a:pt x="87934" y="311454"/>
                  </a:lnTo>
                  <a:lnTo>
                    <a:pt x="89611" y="308914"/>
                  </a:lnTo>
                  <a:lnTo>
                    <a:pt x="89611" y="305104"/>
                  </a:lnTo>
                  <a:lnTo>
                    <a:pt x="89611" y="302564"/>
                  </a:lnTo>
                  <a:lnTo>
                    <a:pt x="89611" y="301294"/>
                  </a:lnTo>
                  <a:lnTo>
                    <a:pt x="87490" y="300024"/>
                  </a:lnTo>
                  <a:lnTo>
                    <a:pt x="85369" y="298754"/>
                  </a:lnTo>
                  <a:lnTo>
                    <a:pt x="81305" y="300024"/>
                  </a:lnTo>
                  <a:lnTo>
                    <a:pt x="80645" y="297484"/>
                  </a:lnTo>
                  <a:lnTo>
                    <a:pt x="77177" y="296214"/>
                  </a:lnTo>
                  <a:lnTo>
                    <a:pt x="66738" y="296214"/>
                  </a:lnTo>
                  <a:lnTo>
                    <a:pt x="67792" y="302564"/>
                  </a:lnTo>
                  <a:lnTo>
                    <a:pt x="62826" y="302564"/>
                  </a:lnTo>
                  <a:lnTo>
                    <a:pt x="47180" y="274624"/>
                  </a:lnTo>
                  <a:lnTo>
                    <a:pt x="47180" y="265734"/>
                  </a:lnTo>
                  <a:lnTo>
                    <a:pt x="57175" y="263194"/>
                  </a:lnTo>
                  <a:lnTo>
                    <a:pt x="64363" y="260654"/>
                  </a:lnTo>
                  <a:lnTo>
                    <a:pt x="66408" y="259384"/>
                  </a:lnTo>
                  <a:lnTo>
                    <a:pt x="70510" y="256844"/>
                  </a:lnTo>
                  <a:lnTo>
                    <a:pt x="77673" y="253034"/>
                  </a:lnTo>
                  <a:lnTo>
                    <a:pt x="84912" y="246684"/>
                  </a:lnTo>
                  <a:lnTo>
                    <a:pt x="91262" y="237794"/>
                  </a:lnTo>
                  <a:lnTo>
                    <a:pt x="94653" y="230174"/>
                  </a:lnTo>
                  <a:lnTo>
                    <a:pt x="96367" y="222554"/>
                  </a:lnTo>
                  <a:lnTo>
                    <a:pt x="96443" y="221284"/>
                  </a:lnTo>
                  <a:lnTo>
                    <a:pt x="96532" y="220014"/>
                  </a:lnTo>
                  <a:lnTo>
                    <a:pt x="96596" y="206044"/>
                  </a:lnTo>
                  <a:lnTo>
                    <a:pt x="106603" y="211124"/>
                  </a:lnTo>
                  <a:lnTo>
                    <a:pt x="107657" y="218744"/>
                  </a:lnTo>
                  <a:lnTo>
                    <a:pt x="107657" y="232714"/>
                  </a:lnTo>
                  <a:lnTo>
                    <a:pt x="103619" y="235254"/>
                  </a:lnTo>
                  <a:lnTo>
                    <a:pt x="100457" y="236524"/>
                  </a:lnTo>
                  <a:lnTo>
                    <a:pt x="97840" y="237794"/>
                  </a:lnTo>
                  <a:lnTo>
                    <a:pt x="96926" y="237794"/>
                  </a:lnTo>
                  <a:lnTo>
                    <a:pt x="96685" y="239064"/>
                  </a:lnTo>
                  <a:lnTo>
                    <a:pt x="96278" y="241604"/>
                  </a:lnTo>
                  <a:lnTo>
                    <a:pt x="97612" y="242874"/>
                  </a:lnTo>
                  <a:lnTo>
                    <a:pt x="98793" y="242874"/>
                  </a:lnTo>
                  <a:lnTo>
                    <a:pt x="102425" y="245414"/>
                  </a:lnTo>
                  <a:lnTo>
                    <a:pt x="101536" y="247954"/>
                  </a:lnTo>
                  <a:lnTo>
                    <a:pt x="102679" y="251764"/>
                  </a:lnTo>
                  <a:lnTo>
                    <a:pt x="103619" y="255574"/>
                  </a:lnTo>
                  <a:lnTo>
                    <a:pt x="107010" y="260654"/>
                  </a:lnTo>
                  <a:lnTo>
                    <a:pt x="112610" y="265734"/>
                  </a:lnTo>
                  <a:lnTo>
                    <a:pt x="113144" y="263194"/>
                  </a:lnTo>
                  <a:lnTo>
                    <a:pt x="113017" y="259384"/>
                  </a:lnTo>
                  <a:lnTo>
                    <a:pt x="112915" y="258114"/>
                  </a:lnTo>
                  <a:lnTo>
                    <a:pt x="112814" y="256844"/>
                  </a:lnTo>
                  <a:lnTo>
                    <a:pt x="112712" y="255574"/>
                  </a:lnTo>
                  <a:lnTo>
                    <a:pt x="112610" y="254304"/>
                  </a:lnTo>
                  <a:lnTo>
                    <a:pt x="116344" y="259384"/>
                  </a:lnTo>
                  <a:lnTo>
                    <a:pt x="118135" y="265734"/>
                  </a:lnTo>
                  <a:lnTo>
                    <a:pt x="121272" y="270814"/>
                  </a:lnTo>
                  <a:lnTo>
                    <a:pt x="129095" y="273354"/>
                  </a:lnTo>
                  <a:lnTo>
                    <a:pt x="126403" y="272084"/>
                  </a:lnTo>
                  <a:lnTo>
                    <a:pt x="127088" y="268274"/>
                  </a:lnTo>
                  <a:lnTo>
                    <a:pt x="128651" y="268274"/>
                  </a:lnTo>
                  <a:lnTo>
                    <a:pt x="130251" y="267004"/>
                  </a:lnTo>
                  <a:lnTo>
                    <a:pt x="132194" y="268274"/>
                  </a:lnTo>
                  <a:lnTo>
                    <a:pt x="135178" y="272084"/>
                  </a:lnTo>
                  <a:lnTo>
                    <a:pt x="138023" y="275894"/>
                  </a:lnTo>
                  <a:lnTo>
                    <a:pt x="151409" y="275894"/>
                  </a:lnTo>
                  <a:lnTo>
                    <a:pt x="148082" y="273354"/>
                  </a:lnTo>
                  <a:lnTo>
                    <a:pt x="155600" y="273354"/>
                  </a:lnTo>
                  <a:lnTo>
                    <a:pt x="155498" y="275894"/>
                  </a:lnTo>
                  <a:lnTo>
                    <a:pt x="155397" y="278434"/>
                  </a:lnTo>
                  <a:lnTo>
                    <a:pt x="153352" y="280974"/>
                  </a:lnTo>
                  <a:lnTo>
                    <a:pt x="159702" y="279704"/>
                  </a:lnTo>
                  <a:lnTo>
                    <a:pt x="161594" y="274624"/>
                  </a:lnTo>
                  <a:lnTo>
                    <a:pt x="161061" y="273354"/>
                  </a:lnTo>
                  <a:lnTo>
                    <a:pt x="159461" y="269544"/>
                  </a:lnTo>
                  <a:lnTo>
                    <a:pt x="164973" y="267004"/>
                  </a:lnTo>
                  <a:lnTo>
                    <a:pt x="167970" y="270814"/>
                  </a:lnTo>
                  <a:lnTo>
                    <a:pt x="168694" y="273354"/>
                  </a:lnTo>
                  <a:lnTo>
                    <a:pt x="174205" y="268274"/>
                  </a:lnTo>
                  <a:lnTo>
                    <a:pt x="173101" y="267004"/>
                  </a:lnTo>
                  <a:lnTo>
                    <a:pt x="168694" y="261924"/>
                  </a:lnTo>
                  <a:lnTo>
                    <a:pt x="164477" y="261924"/>
                  </a:lnTo>
                  <a:lnTo>
                    <a:pt x="164477" y="260654"/>
                  </a:lnTo>
                  <a:lnTo>
                    <a:pt x="164477" y="259384"/>
                  </a:lnTo>
                  <a:lnTo>
                    <a:pt x="162674" y="258114"/>
                  </a:lnTo>
                  <a:lnTo>
                    <a:pt x="158038" y="256844"/>
                  </a:lnTo>
                  <a:lnTo>
                    <a:pt x="150787" y="256844"/>
                  </a:lnTo>
                  <a:lnTo>
                    <a:pt x="149288" y="260654"/>
                  </a:lnTo>
                  <a:lnTo>
                    <a:pt x="146304" y="260654"/>
                  </a:lnTo>
                  <a:lnTo>
                    <a:pt x="118516" y="237794"/>
                  </a:lnTo>
                  <a:lnTo>
                    <a:pt x="121272" y="232714"/>
                  </a:lnTo>
                  <a:lnTo>
                    <a:pt x="127317" y="227634"/>
                  </a:lnTo>
                  <a:lnTo>
                    <a:pt x="133362" y="221284"/>
                  </a:lnTo>
                  <a:lnTo>
                    <a:pt x="136105" y="214934"/>
                  </a:lnTo>
                  <a:lnTo>
                    <a:pt x="133959" y="206044"/>
                  </a:lnTo>
                  <a:lnTo>
                    <a:pt x="133654" y="204774"/>
                  </a:lnTo>
                  <a:lnTo>
                    <a:pt x="127330" y="198424"/>
                  </a:lnTo>
                  <a:lnTo>
                    <a:pt x="122161" y="194614"/>
                  </a:lnTo>
                  <a:lnTo>
                    <a:pt x="118706" y="192074"/>
                  </a:lnTo>
                  <a:lnTo>
                    <a:pt x="109321" y="185724"/>
                  </a:lnTo>
                  <a:lnTo>
                    <a:pt x="113931" y="183184"/>
                  </a:lnTo>
                  <a:lnTo>
                    <a:pt x="120421" y="181914"/>
                  </a:lnTo>
                  <a:lnTo>
                    <a:pt x="127457" y="181914"/>
                  </a:lnTo>
                  <a:lnTo>
                    <a:pt x="133756" y="183184"/>
                  </a:lnTo>
                  <a:lnTo>
                    <a:pt x="133985" y="181914"/>
                  </a:lnTo>
                  <a:lnTo>
                    <a:pt x="134442" y="179374"/>
                  </a:lnTo>
                  <a:lnTo>
                    <a:pt x="137185" y="180644"/>
                  </a:lnTo>
                  <a:lnTo>
                    <a:pt x="137350" y="179374"/>
                  </a:lnTo>
                  <a:lnTo>
                    <a:pt x="138137" y="173024"/>
                  </a:lnTo>
                  <a:lnTo>
                    <a:pt x="140690" y="179374"/>
                  </a:lnTo>
                  <a:lnTo>
                    <a:pt x="138023" y="184454"/>
                  </a:lnTo>
                  <a:lnTo>
                    <a:pt x="140690" y="186994"/>
                  </a:lnTo>
                  <a:lnTo>
                    <a:pt x="142824" y="184454"/>
                  </a:lnTo>
                  <a:lnTo>
                    <a:pt x="148082" y="184454"/>
                  </a:lnTo>
                  <a:lnTo>
                    <a:pt x="148018" y="183184"/>
                  </a:lnTo>
                  <a:lnTo>
                    <a:pt x="147942" y="181914"/>
                  </a:lnTo>
                  <a:lnTo>
                    <a:pt x="147878" y="180644"/>
                  </a:lnTo>
                  <a:lnTo>
                    <a:pt x="147815" y="179374"/>
                  </a:lnTo>
                  <a:lnTo>
                    <a:pt x="147688" y="176834"/>
                  </a:lnTo>
                  <a:lnTo>
                    <a:pt x="149288" y="181914"/>
                  </a:lnTo>
                  <a:lnTo>
                    <a:pt x="145732" y="189534"/>
                  </a:lnTo>
                  <a:lnTo>
                    <a:pt x="149288" y="192074"/>
                  </a:lnTo>
                  <a:lnTo>
                    <a:pt x="149948" y="188264"/>
                  </a:lnTo>
                  <a:lnTo>
                    <a:pt x="155397" y="188264"/>
                  </a:lnTo>
                  <a:lnTo>
                    <a:pt x="156654" y="189534"/>
                  </a:lnTo>
                  <a:lnTo>
                    <a:pt x="156654" y="197154"/>
                  </a:lnTo>
                  <a:lnTo>
                    <a:pt x="149428" y="194614"/>
                  </a:lnTo>
                  <a:lnTo>
                    <a:pt x="149428" y="203504"/>
                  </a:lnTo>
                  <a:lnTo>
                    <a:pt x="152920" y="204774"/>
                  </a:lnTo>
                  <a:lnTo>
                    <a:pt x="152920" y="208584"/>
                  </a:lnTo>
                  <a:lnTo>
                    <a:pt x="150025" y="211124"/>
                  </a:lnTo>
                  <a:lnTo>
                    <a:pt x="146532" y="208584"/>
                  </a:lnTo>
                  <a:lnTo>
                    <a:pt x="147586" y="211124"/>
                  </a:lnTo>
                  <a:lnTo>
                    <a:pt x="149948" y="213664"/>
                  </a:lnTo>
                  <a:lnTo>
                    <a:pt x="156222" y="213664"/>
                  </a:lnTo>
                  <a:lnTo>
                    <a:pt x="159702" y="211124"/>
                  </a:lnTo>
                  <a:lnTo>
                    <a:pt x="161112" y="207314"/>
                  </a:lnTo>
                  <a:lnTo>
                    <a:pt x="162674" y="212394"/>
                  </a:lnTo>
                  <a:lnTo>
                    <a:pt x="161404" y="216204"/>
                  </a:lnTo>
                  <a:lnTo>
                    <a:pt x="158419" y="217474"/>
                  </a:lnTo>
                  <a:lnTo>
                    <a:pt x="161645" y="218744"/>
                  </a:lnTo>
                  <a:lnTo>
                    <a:pt x="169303" y="217474"/>
                  </a:lnTo>
                  <a:lnTo>
                    <a:pt x="169202" y="216204"/>
                  </a:lnTo>
                  <a:lnTo>
                    <a:pt x="169100" y="214934"/>
                  </a:lnTo>
                  <a:lnTo>
                    <a:pt x="168998" y="213664"/>
                  </a:lnTo>
                  <a:lnTo>
                    <a:pt x="168897" y="212394"/>
                  </a:lnTo>
                  <a:lnTo>
                    <a:pt x="168795" y="211124"/>
                  </a:lnTo>
                  <a:lnTo>
                    <a:pt x="168490" y="207314"/>
                  </a:lnTo>
                  <a:lnTo>
                    <a:pt x="172745" y="208584"/>
                  </a:lnTo>
                  <a:lnTo>
                    <a:pt x="175107" y="211124"/>
                  </a:lnTo>
                  <a:lnTo>
                    <a:pt x="172478" y="216204"/>
                  </a:lnTo>
                  <a:lnTo>
                    <a:pt x="176034" y="214934"/>
                  </a:lnTo>
                  <a:lnTo>
                    <a:pt x="179311" y="213664"/>
                  </a:lnTo>
                  <a:lnTo>
                    <a:pt x="179311" y="207314"/>
                  </a:lnTo>
                  <a:close/>
                </a:path>
                <a:path w="492759" h="325119">
                  <a:moveTo>
                    <a:pt x="351866" y="173456"/>
                  </a:moveTo>
                  <a:lnTo>
                    <a:pt x="351332" y="171704"/>
                  </a:lnTo>
                  <a:lnTo>
                    <a:pt x="350418" y="169164"/>
                  </a:lnTo>
                  <a:lnTo>
                    <a:pt x="348843" y="167652"/>
                  </a:lnTo>
                  <a:lnTo>
                    <a:pt x="348843" y="174574"/>
                  </a:lnTo>
                  <a:lnTo>
                    <a:pt x="348145" y="175653"/>
                  </a:lnTo>
                  <a:lnTo>
                    <a:pt x="347700" y="176771"/>
                  </a:lnTo>
                  <a:lnTo>
                    <a:pt x="346570" y="177380"/>
                  </a:lnTo>
                  <a:lnTo>
                    <a:pt x="344220" y="178257"/>
                  </a:lnTo>
                  <a:lnTo>
                    <a:pt x="342074" y="178079"/>
                  </a:lnTo>
                  <a:lnTo>
                    <a:pt x="340004" y="177050"/>
                  </a:lnTo>
                  <a:lnTo>
                    <a:pt x="337032" y="175653"/>
                  </a:lnTo>
                  <a:lnTo>
                    <a:pt x="336943" y="175488"/>
                  </a:lnTo>
                  <a:lnTo>
                    <a:pt x="335330" y="172554"/>
                  </a:lnTo>
                  <a:lnTo>
                    <a:pt x="336499" y="170218"/>
                  </a:lnTo>
                  <a:lnTo>
                    <a:pt x="337032" y="169011"/>
                  </a:lnTo>
                  <a:lnTo>
                    <a:pt x="338061" y="168389"/>
                  </a:lnTo>
                  <a:lnTo>
                    <a:pt x="338759" y="168249"/>
                  </a:lnTo>
                  <a:lnTo>
                    <a:pt x="340410" y="167627"/>
                  </a:lnTo>
                  <a:lnTo>
                    <a:pt x="342531" y="167830"/>
                  </a:lnTo>
                  <a:lnTo>
                    <a:pt x="346265" y="169519"/>
                  </a:lnTo>
                  <a:lnTo>
                    <a:pt x="347700" y="171145"/>
                  </a:lnTo>
                  <a:lnTo>
                    <a:pt x="348259" y="172707"/>
                  </a:lnTo>
                  <a:lnTo>
                    <a:pt x="348576" y="173456"/>
                  </a:lnTo>
                  <a:lnTo>
                    <a:pt x="348843" y="174574"/>
                  </a:lnTo>
                  <a:lnTo>
                    <a:pt x="348843" y="167652"/>
                  </a:lnTo>
                  <a:lnTo>
                    <a:pt x="348399" y="167233"/>
                  </a:lnTo>
                  <a:lnTo>
                    <a:pt x="345757" y="165989"/>
                  </a:lnTo>
                  <a:lnTo>
                    <a:pt x="343179" y="164680"/>
                  </a:lnTo>
                  <a:lnTo>
                    <a:pt x="331622" y="172707"/>
                  </a:lnTo>
                  <a:lnTo>
                    <a:pt x="334048" y="177711"/>
                  </a:lnTo>
                  <a:lnTo>
                    <a:pt x="338696" y="179946"/>
                  </a:lnTo>
                  <a:lnTo>
                    <a:pt x="341477" y="181203"/>
                  </a:lnTo>
                  <a:lnTo>
                    <a:pt x="344398" y="181483"/>
                  </a:lnTo>
                  <a:lnTo>
                    <a:pt x="346989" y="180555"/>
                  </a:lnTo>
                  <a:lnTo>
                    <a:pt x="348843" y="179946"/>
                  </a:lnTo>
                  <a:lnTo>
                    <a:pt x="350418" y="178689"/>
                  </a:lnTo>
                  <a:lnTo>
                    <a:pt x="350583" y="178257"/>
                  </a:lnTo>
                  <a:lnTo>
                    <a:pt x="350659" y="178079"/>
                  </a:lnTo>
                  <a:lnTo>
                    <a:pt x="351066" y="177050"/>
                  </a:lnTo>
                  <a:lnTo>
                    <a:pt x="351815" y="175653"/>
                  </a:lnTo>
                  <a:lnTo>
                    <a:pt x="351866" y="173456"/>
                  </a:lnTo>
                  <a:close/>
                </a:path>
                <a:path w="492759" h="325119">
                  <a:moveTo>
                    <a:pt x="357720" y="116687"/>
                  </a:moveTo>
                  <a:lnTo>
                    <a:pt x="357682" y="116166"/>
                  </a:lnTo>
                  <a:lnTo>
                    <a:pt x="357593" y="115912"/>
                  </a:lnTo>
                  <a:lnTo>
                    <a:pt x="357212" y="114719"/>
                  </a:lnTo>
                  <a:lnTo>
                    <a:pt x="356565" y="113868"/>
                  </a:lnTo>
                  <a:lnTo>
                    <a:pt x="355180" y="112064"/>
                  </a:lnTo>
                  <a:lnTo>
                    <a:pt x="354393" y="111607"/>
                  </a:lnTo>
                  <a:lnTo>
                    <a:pt x="354393" y="116166"/>
                  </a:lnTo>
                  <a:lnTo>
                    <a:pt x="354317" y="118237"/>
                  </a:lnTo>
                  <a:lnTo>
                    <a:pt x="354253" y="118579"/>
                  </a:lnTo>
                  <a:lnTo>
                    <a:pt x="354126" y="119329"/>
                  </a:lnTo>
                  <a:lnTo>
                    <a:pt x="353199" y="120853"/>
                  </a:lnTo>
                  <a:lnTo>
                    <a:pt x="349351" y="123799"/>
                  </a:lnTo>
                  <a:lnTo>
                    <a:pt x="346049" y="123799"/>
                  </a:lnTo>
                  <a:lnTo>
                    <a:pt x="344779" y="122135"/>
                  </a:lnTo>
                  <a:lnTo>
                    <a:pt x="344258" y="121551"/>
                  </a:lnTo>
                  <a:lnTo>
                    <a:pt x="344106" y="120853"/>
                  </a:lnTo>
                  <a:lnTo>
                    <a:pt x="344106" y="118579"/>
                  </a:lnTo>
                  <a:lnTo>
                    <a:pt x="345046" y="116687"/>
                  </a:lnTo>
                  <a:lnTo>
                    <a:pt x="346684" y="115493"/>
                  </a:lnTo>
                  <a:lnTo>
                    <a:pt x="348157" y="114376"/>
                  </a:lnTo>
                  <a:lnTo>
                    <a:pt x="349910" y="113868"/>
                  </a:lnTo>
                  <a:lnTo>
                    <a:pt x="351091" y="113868"/>
                  </a:lnTo>
                  <a:lnTo>
                    <a:pt x="352069" y="114147"/>
                  </a:lnTo>
                  <a:lnTo>
                    <a:pt x="352793" y="114376"/>
                  </a:lnTo>
                  <a:lnTo>
                    <a:pt x="352971" y="114376"/>
                  </a:lnTo>
                  <a:lnTo>
                    <a:pt x="354393" y="116166"/>
                  </a:lnTo>
                  <a:lnTo>
                    <a:pt x="354393" y="111607"/>
                  </a:lnTo>
                  <a:lnTo>
                    <a:pt x="353745" y="111213"/>
                  </a:lnTo>
                  <a:lnTo>
                    <a:pt x="351853" y="110947"/>
                  </a:lnTo>
                  <a:lnTo>
                    <a:pt x="349351" y="110642"/>
                  </a:lnTo>
                  <a:lnTo>
                    <a:pt x="346887" y="111417"/>
                  </a:lnTo>
                  <a:lnTo>
                    <a:pt x="344779" y="113106"/>
                  </a:lnTo>
                  <a:lnTo>
                    <a:pt x="340868" y="115912"/>
                  </a:lnTo>
                  <a:lnTo>
                    <a:pt x="340753" y="116433"/>
                  </a:lnTo>
                  <a:lnTo>
                    <a:pt x="340690" y="116687"/>
                  </a:lnTo>
                  <a:lnTo>
                    <a:pt x="339750" y="120853"/>
                  </a:lnTo>
                  <a:lnTo>
                    <a:pt x="340207" y="121551"/>
                  </a:lnTo>
                  <a:lnTo>
                    <a:pt x="342188" y="124028"/>
                  </a:lnTo>
                  <a:lnTo>
                    <a:pt x="344779" y="127152"/>
                  </a:lnTo>
                  <a:lnTo>
                    <a:pt x="349770" y="127355"/>
                  </a:lnTo>
                  <a:lnTo>
                    <a:pt x="353745" y="124383"/>
                  </a:lnTo>
                  <a:lnTo>
                    <a:pt x="354495" y="123799"/>
                  </a:lnTo>
                  <a:lnTo>
                    <a:pt x="355828" y="122758"/>
                  </a:lnTo>
                  <a:lnTo>
                    <a:pt x="357212" y="120586"/>
                  </a:lnTo>
                  <a:lnTo>
                    <a:pt x="357263" y="120091"/>
                  </a:lnTo>
                  <a:lnTo>
                    <a:pt x="357365" y="119329"/>
                  </a:lnTo>
                  <a:lnTo>
                    <a:pt x="357454" y="118579"/>
                  </a:lnTo>
                  <a:lnTo>
                    <a:pt x="357555" y="117805"/>
                  </a:lnTo>
                  <a:lnTo>
                    <a:pt x="357720" y="116687"/>
                  </a:lnTo>
                  <a:close/>
                </a:path>
                <a:path w="492759" h="325119">
                  <a:moveTo>
                    <a:pt x="411416" y="274193"/>
                  </a:moveTo>
                  <a:lnTo>
                    <a:pt x="411353" y="268147"/>
                  </a:lnTo>
                  <a:lnTo>
                    <a:pt x="411264" y="267804"/>
                  </a:lnTo>
                  <a:lnTo>
                    <a:pt x="410921" y="266509"/>
                  </a:lnTo>
                  <a:lnTo>
                    <a:pt x="409473" y="264642"/>
                  </a:lnTo>
                  <a:lnTo>
                    <a:pt x="408432" y="263271"/>
                  </a:lnTo>
                  <a:lnTo>
                    <a:pt x="408432" y="267804"/>
                  </a:lnTo>
                  <a:lnTo>
                    <a:pt x="408393" y="273164"/>
                  </a:lnTo>
                  <a:lnTo>
                    <a:pt x="408012" y="274193"/>
                  </a:lnTo>
                  <a:lnTo>
                    <a:pt x="407657" y="275056"/>
                  </a:lnTo>
                  <a:lnTo>
                    <a:pt x="405765" y="276860"/>
                  </a:lnTo>
                  <a:lnTo>
                    <a:pt x="404761" y="277533"/>
                  </a:lnTo>
                  <a:lnTo>
                    <a:pt x="402107" y="277533"/>
                  </a:lnTo>
                  <a:lnTo>
                    <a:pt x="401269" y="276860"/>
                  </a:lnTo>
                  <a:lnTo>
                    <a:pt x="400685" y="276263"/>
                  </a:lnTo>
                  <a:lnTo>
                    <a:pt x="399554" y="275056"/>
                  </a:lnTo>
                  <a:lnTo>
                    <a:pt x="398767" y="273164"/>
                  </a:lnTo>
                  <a:lnTo>
                    <a:pt x="398830" y="268909"/>
                  </a:lnTo>
                  <a:lnTo>
                    <a:pt x="408432" y="267804"/>
                  </a:lnTo>
                  <a:lnTo>
                    <a:pt x="408432" y="263271"/>
                  </a:lnTo>
                  <a:lnTo>
                    <a:pt x="408051" y="262763"/>
                  </a:lnTo>
                  <a:lnTo>
                    <a:pt x="405574" y="261569"/>
                  </a:lnTo>
                  <a:lnTo>
                    <a:pt x="401942" y="261569"/>
                  </a:lnTo>
                  <a:lnTo>
                    <a:pt x="400138" y="262356"/>
                  </a:lnTo>
                  <a:lnTo>
                    <a:pt x="398703" y="263702"/>
                  </a:lnTo>
                  <a:lnTo>
                    <a:pt x="396824" y="265417"/>
                  </a:lnTo>
                  <a:lnTo>
                    <a:pt x="395719" y="268147"/>
                  </a:lnTo>
                  <a:lnTo>
                    <a:pt x="395681" y="274193"/>
                  </a:lnTo>
                  <a:lnTo>
                    <a:pt x="396621" y="276593"/>
                  </a:lnTo>
                  <a:lnTo>
                    <a:pt x="398424" y="278396"/>
                  </a:lnTo>
                  <a:lnTo>
                    <a:pt x="399783" y="279844"/>
                  </a:lnTo>
                  <a:lnTo>
                    <a:pt x="401637" y="280606"/>
                  </a:lnTo>
                  <a:lnTo>
                    <a:pt x="405472" y="280606"/>
                  </a:lnTo>
                  <a:lnTo>
                    <a:pt x="407136" y="279984"/>
                  </a:lnTo>
                  <a:lnTo>
                    <a:pt x="409778" y="277533"/>
                  </a:lnTo>
                  <a:lnTo>
                    <a:pt x="410514" y="276860"/>
                  </a:lnTo>
                  <a:lnTo>
                    <a:pt x="410603" y="276593"/>
                  </a:lnTo>
                  <a:lnTo>
                    <a:pt x="410718" y="276263"/>
                  </a:lnTo>
                  <a:lnTo>
                    <a:pt x="411416" y="274193"/>
                  </a:lnTo>
                  <a:close/>
                </a:path>
                <a:path w="492759" h="325119">
                  <a:moveTo>
                    <a:pt x="430123" y="287591"/>
                  </a:moveTo>
                  <a:lnTo>
                    <a:pt x="428066" y="285229"/>
                  </a:lnTo>
                  <a:lnTo>
                    <a:pt x="426478" y="283413"/>
                  </a:lnTo>
                  <a:lnTo>
                    <a:pt x="426262" y="283375"/>
                  </a:lnTo>
                  <a:lnTo>
                    <a:pt x="426262" y="288366"/>
                  </a:lnTo>
                  <a:lnTo>
                    <a:pt x="426161" y="291312"/>
                  </a:lnTo>
                  <a:lnTo>
                    <a:pt x="426046" y="291884"/>
                  </a:lnTo>
                  <a:lnTo>
                    <a:pt x="425627" y="293827"/>
                  </a:lnTo>
                  <a:lnTo>
                    <a:pt x="422427" y="295465"/>
                  </a:lnTo>
                  <a:lnTo>
                    <a:pt x="418896" y="294805"/>
                  </a:lnTo>
                  <a:lnTo>
                    <a:pt x="415340" y="294170"/>
                  </a:lnTo>
                  <a:lnTo>
                    <a:pt x="412915" y="291528"/>
                  </a:lnTo>
                  <a:lnTo>
                    <a:pt x="412953" y="291312"/>
                  </a:lnTo>
                  <a:lnTo>
                    <a:pt x="413054" y="290677"/>
                  </a:lnTo>
                  <a:lnTo>
                    <a:pt x="413321" y="289064"/>
                  </a:lnTo>
                  <a:lnTo>
                    <a:pt x="413626" y="287769"/>
                  </a:lnTo>
                  <a:lnTo>
                    <a:pt x="414350" y="286893"/>
                  </a:lnTo>
                  <a:lnTo>
                    <a:pt x="415112" y="286575"/>
                  </a:lnTo>
                  <a:lnTo>
                    <a:pt x="416623" y="285572"/>
                  </a:lnTo>
                  <a:lnTo>
                    <a:pt x="418553" y="285229"/>
                  </a:lnTo>
                  <a:lnTo>
                    <a:pt x="423900" y="286118"/>
                  </a:lnTo>
                  <a:lnTo>
                    <a:pt x="426262" y="288366"/>
                  </a:lnTo>
                  <a:lnTo>
                    <a:pt x="426262" y="283375"/>
                  </a:lnTo>
                  <a:lnTo>
                    <a:pt x="421208" y="282422"/>
                  </a:lnTo>
                  <a:lnTo>
                    <a:pt x="418249" y="281952"/>
                  </a:lnTo>
                  <a:lnTo>
                    <a:pt x="415340" y="282422"/>
                  </a:lnTo>
                  <a:lnTo>
                    <a:pt x="413321" y="284035"/>
                  </a:lnTo>
                  <a:lnTo>
                    <a:pt x="411556" y="285038"/>
                  </a:lnTo>
                  <a:lnTo>
                    <a:pt x="411441" y="285229"/>
                  </a:lnTo>
                  <a:lnTo>
                    <a:pt x="410578" y="286575"/>
                  </a:lnTo>
                  <a:lnTo>
                    <a:pt x="410476" y="286893"/>
                  </a:lnTo>
                  <a:lnTo>
                    <a:pt x="409765" y="290677"/>
                  </a:lnTo>
                  <a:lnTo>
                    <a:pt x="410527" y="292798"/>
                  </a:lnTo>
                  <a:lnTo>
                    <a:pt x="412127" y="294525"/>
                  </a:lnTo>
                  <a:lnTo>
                    <a:pt x="413626" y="296316"/>
                  </a:lnTo>
                  <a:lnTo>
                    <a:pt x="415937" y="297421"/>
                  </a:lnTo>
                  <a:lnTo>
                    <a:pt x="418249" y="297865"/>
                  </a:lnTo>
                  <a:lnTo>
                    <a:pt x="420916" y="298284"/>
                  </a:lnTo>
                  <a:lnTo>
                    <a:pt x="423964" y="297865"/>
                  </a:lnTo>
                  <a:lnTo>
                    <a:pt x="423545" y="297865"/>
                  </a:lnTo>
                  <a:lnTo>
                    <a:pt x="425348" y="296913"/>
                  </a:lnTo>
                  <a:lnTo>
                    <a:pt x="429285" y="291884"/>
                  </a:lnTo>
                  <a:lnTo>
                    <a:pt x="429399" y="291312"/>
                  </a:lnTo>
                  <a:lnTo>
                    <a:pt x="429526" y="290677"/>
                  </a:lnTo>
                  <a:lnTo>
                    <a:pt x="430123" y="287591"/>
                  </a:lnTo>
                  <a:close/>
                </a:path>
                <a:path w="492759" h="325119">
                  <a:moveTo>
                    <a:pt x="484619" y="266001"/>
                  </a:moveTo>
                  <a:lnTo>
                    <a:pt x="482269" y="263702"/>
                  </a:lnTo>
                  <a:lnTo>
                    <a:pt x="481469" y="262928"/>
                  </a:lnTo>
                  <a:lnTo>
                    <a:pt x="481469" y="267804"/>
                  </a:lnTo>
                  <a:lnTo>
                    <a:pt x="481469" y="277698"/>
                  </a:lnTo>
                  <a:lnTo>
                    <a:pt x="477342" y="281800"/>
                  </a:lnTo>
                  <a:lnTo>
                    <a:pt x="466966" y="281800"/>
                  </a:lnTo>
                  <a:lnTo>
                    <a:pt x="462940" y="277698"/>
                  </a:lnTo>
                  <a:lnTo>
                    <a:pt x="462940" y="267804"/>
                  </a:lnTo>
                  <a:lnTo>
                    <a:pt x="466966" y="263702"/>
                  </a:lnTo>
                  <a:lnTo>
                    <a:pt x="477342" y="263702"/>
                  </a:lnTo>
                  <a:lnTo>
                    <a:pt x="481469" y="267804"/>
                  </a:lnTo>
                  <a:lnTo>
                    <a:pt x="481469" y="262928"/>
                  </a:lnTo>
                  <a:lnTo>
                    <a:pt x="479031" y="260540"/>
                  </a:lnTo>
                  <a:lnTo>
                    <a:pt x="465429" y="260540"/>
                  </a:lnTo>
                  <a:lnTo>
                    <a:pt x="459765" y="266001"/>
                  </a:lnTo>
                  <a:lnTo>
                    <a:pt x="459765" y="279412"/>
                  </a:lnTo>
                  <a:lnTo>
                    <a:pt x="465429" y="284886"/>
                  </a:lnTo>
                  <a:lnTo>
                    <a:pt x="479031" y="284886"/>
                  </a:lnTo>
                  <a:lnTo>
                    <a:pt x="482180" y="281800"/>
                  </a:lnTo>
                  <a:lnTo>
                    <a:pt x="484619" y="279412"/>
                  </a:lnTo>
                  <a:lnTo>
                    <a:pt x="484619" y="266001"/>
                  </a:lnTo>
                  <a:close/>
                </a:path>
                <a:path w="492759" h="325119">
                  <a:moveTo>
                    <a:pt x="492290" y="184150"/>
                  </a:moveTo>
                  <a:lnTo>
                    <a:pt x="490448" y="175260"/>
                  </a:lnTo>
                  <a:lnTo>
                    <a:pt x="482346" y="170180"/>
                  </a:lnTo>
                  <a:lnTo>
                    <a:pt x="473278" y="163830"/>
                  </a:lnTo>
                  <a:lnTo>
                    <a:pt x="472706" y="162560"/>
                  </a:lnTo>
                  <a:lnTo>
                    <a:pt x="468541" y="152400"/>
                  </a:lnTo>
                  <a:lnTo>
                    <a:pt x="472757" y="162560"/>
                  </a:lnTo>
                  <a:lnTo>
                    <a:pt x="480745" y="166370"/>
                  </a:lnTo>
                  <a:lnTo>
                    <a:pt x="486765" y="163830"/>
                  </a:lnTo>
                  <a:lnTo>
                    <a:pt x="480288" y="160020"/>
                  </a:lnTo>
                  <a:lnTo>
                    <a:pt x="478434" y="152400"/>
                  </a:lnTo>
                  <a:lnTo>
                    <a:pt x="478129" y="151130"/>
                  </a:lnTo>
                  <a:lnTo>
                    <a:pt x="475221" y="143510"/>
                  </a:lnTo>
                  <a:lnTo>
                    <a:pt x="469404" y="140970"/>
                  </a:lnTo>
                  <a:lnTo>
                    <a:pt x="466496" y="139700"/>
                  </a:lnTo>
                  <a:lnTo>
                    <a:pt x="463778" y="139700"/>
                  </a:lnTo>
                  <a:lnTo>
                    <a:pt x="460679" y="137160"/>
                  </a:lnTo>
                  <a:lnTo>
                    <a:pt x="457301" y="135890"/>
                  </a:lnTo>
                  <a:lnTo>
                    <a:pt x="452170" y="135890"/>
                  </a:lnTo>
                  <a:lnTo>
                    <a:pt x="445808" y="137160"/>
                  </a:lnTo>
                  <a:lnTo>
                    <a:pt x="439178" y="140970"/>
                  </a:lnTo>
                  <a:lnTo>
                    <a:pt x="433959" y="147320"/>
                  </a:lnTo>
                  <a:lnTo>
                    <a:pt x="431838" y="157480"/>
                  </a:lnTo>
                  <a:lnTo>
                    <a:pt x="437680" y="176530"/>
                  </a:lnTo>
                  <a:lnTo>
                    <a:pt x="463359" y="201930"/>
                  </a:lnTo>
                  <a:lnTo>
                    <a:pt x="469201" y="219710"/>
                  </a:lnTo>
                  <a:lnTo>
                    <a:pt x="469201" y="227330"/>
                  </a:lnTo>
                  <a:lnTo>
                    <a:pt x="462864" y="232410"/>
                  </a:lnTo>
                  <a:lnTo>
                    <a:pt x="449491" y="232410"/>
                  </a:lnTo>
                  <a:lnTo>
                    <a:pt x="444500" y="224790"/>
                  </a:lnTo>
                  <a:lnTo>
                    <a:pt x="440537" y="217170"/>
                  </a:lnTo>
                  <a:lnTo>
                    <a:pt x="439216" y="214630"/>
                  </a:lnTo>
                  <a:lnTo>
                    <a:pt x="437349" y="210820"/>
                  </a:lnTo>
                  <a:lnTo>
                    <a:pt x="436727" y="209550"/>
                  </a:lnTo>
                  <a:lnTo>
                    <a:pt x="431253" y="201930"/>
                  </a:lnTo>
                  <a:lnTo>
                    <a:pt x="429983" y="200507"/>
                  </a:lnTo>
                  <a:lnTo>
                    <a:pt x="429983" y="217170"/>
                  </a:lnTo>
                  <a:lnTo>
                    <a:pt x="425983" y="222250"/>
                  </a:lnTo>
                  <a:lnTo>
                    <a:pt x="422414" y="223520"/>
                  </a:lnTo>
                  <a:lnTo>
                    <a:pt x="417893" y="220980"/>
                  </a:lnTo>
                  <a:lnTo>
                    <a:pt x="417830" y="219710"/>
                  </a:lnTo>
                  <a:lnTo>
                    <a:pt x="417703" y="217170"/>
                  </a:lnTo>
                  <a:lnTo>
                    <a:pt x="421906" y="212090"/>
                  </a:lnTo>
                  <a:lnTo>
                    <a:pt x="425196" y="210820"/>
                  </a:lnTo>
                  <a:lnTo>
                    <a:pt x="427583" y="212090"/>
                  </a:lnTo>
                  <a:lnTo>
                    <a:pt x="429895" y="213360"/>
                  </a:lnTo>
                  <a:lnTo>
                    <a:pt x="429983" y="217170"/>
                  </a:lnTo>
                  <a:lnTo>
                    <a:pt x="429983" y="200507"/>
                  </a:lnTo>
                  <a:lnTo>
                    <a:pt x="425627" y="195580"/>
                  </a:lnTo>
                  <a:lnTo>
                    <a:pt x="427202" y="196850"/>
                  </a:lnTo>
                  <a:lnTo>
                    <a:pt x="434835" y="196850"/>
                  </a:lnTo>
                  <a:lnTo>
                    <a:pt x="436270" y="195580"/>
                  </a:lnTo>
                  <a:lnTo>
                    <a:pt x="437692" y="194310"/>
                  </a:lnTo>
                  <a:lnTo>
                    <a:pt x="438391" y="191770"/>
                  </a:lnTo>
                  <a:lnTo>
                    <a:pt x="438518" y="187960"/>
                  </a:lnTo>
                  <a:lnTo>
                    <a:pt x="437299" y="185420"/>
                  </a:lnTo>
                  <a:lnTo>
                    <a:pt x="435508" y="182880"/>
                  </a:lnTo>
                  <a:lnTo>
                    <a:pt x="435292" y="182626"/>
                  </a:lnTo>
                  <a:lnTo>
                    <a:pt x="435292" y="187960"/>
                  </a:lnTo>
                  <a:lnTo>
                    <a:pt x="435229" y="190500"/>
                  </a:lnTo>
                  <a:lnTo>
                    <a:pt x="435038" y="191770"/>
                  </a:lnTo>
                  <a:lnTo>
                    <a:pt x="434035" y="193040"/>
                  </a:lnTo>
                  <a:lnTo>
                    <a:pt x="433108" y="194310"/>
                  </a:lnTo>
                  <a:lnTo>
                    <a:pt x="429450" y="194310"/>
                  </a:lnTo>
                  <a:lnTo>
                    <a:pt x="427443" y="193040"/>
                  </a:lnTo>
                  <a:lnTo>
                    <a:pt x="424751" y="190500"/>
                  </a:lnTo>
                  <a:lnTo>
                    <a:pt x="424332" y="189230"/>
                  </a:lnTo>
                  <a:lnTo>
                    <a:pt x="423913" y="187960"/>
                  </a:lnTo>
                  <a:lnTo>
                    <a:pt x="423989" y="186690"/>
                  </a:lnTo>
                  <a:lnTo>
                    <a:pt x="424116" y="184150"/>
                  </a:lnTo>
                  <a:lnTo>
                    <a:pt x="425170" y="184150"/>
                  </a:lnTo>
                  <a:lnTo>
                    <a:pt x="425996" y="182880"/>
                  </a:lnTo>
                  <a:lnTo>
                    <a:pt x="429793" y="182880"/>
                  </a:lnTo>
                  <a:lnTo>
                    <a:pt x="431685" y="184150"/>
                  </a:lnTo>
                  <a:lnTo>
                    <a:pt x="433108" y="185420"/>
                  </a:lnTo>
                  <a:lnTo>
                    <a:pt x="434479" y="186690"/>
                  </a:lnTo>
                  <a:lnTo>
                    <a:pt x="435292" y="187960"/>
                  </a:lnTo>
                  <a:lnTo>
                    <a:pt x="435292" y="182626"/>
                  </a:lnTo>
                  <a:lnTo>
                    <a:pt x="433425" y="180340"/>
                  </a:lnTo>
                  <a:lnTo>
                    <a:pt x="430631" y="179070"/>
                  </a:lnTo>
                  <a:lnTo>
                    <a:pt x="426173" y="179070"/>
                  </a:lnTo>
                  <a:lnTo>
                    <a:pt x="424205" y="180340"/>
                  </a:lnTo>
                  <a:lnTo>
                    <a:pt x="422960" y="181610"/>
                  </a:lnTo>
                  <a:lnTo>
                    <a:pt x="421614" y="182880"/>
                  </a:lnTo>
                  <a:lnTo>
                    <a:pt x="420916" y="184150"/>
                  </a:lnTo>
                  <a:lnTo>
                    <a:pt x="420839" y="188506"/>
                  </a:lnTo>
                  <a:lnTo>
                    <a:pt x="415556" y="181610"/>
                  </a:lnTo>
                  <a:lnTo>
                    <a:pt x="415340" y="181343"/>
                  </a:lnTo>
                  <a:lnTo>
                    <a:pt x="415340" y="240030"/>
                  </a:lnTo>
                  <a:lnTo>
                    <a:pt x="413334" y="242570"/>
                  </a:lnTo>
                  <a:lnTo>
                    <a:pt x="411175" y="245110"/>
                  </a:lnTo>
                  <a:lnTo>
                    <a:pt x="407771" y="246380"/>
                  </a:lnTo>
                  <a:lnTo>
                    <a:pt x="403326" y="243840"/>
                  </a:lnTo>
                  <a:lnTo>
                    <a:pt x="403237" y="242570"/>
                  </a:lnTo>
                  <a:lnTo>
                    <a:pt x="403161" y="241300"/>
                  </a:lnTo>
                  <a:lnTo>
                    <a:pt x="403072" y="240030"/>
                  </a:lnTo>
                  <a:lnTo>
                    <a:pt x="405117" y="237490"/>
                  </a:lnTo>
                  <a:lnTo>
                    <a:pt x="407123" y="233680"/>
                  </a:lnTo>
                  <a:lnTo>
                    <a:pt x="410603" y="233680"/>
                  </a:lnTo>
                  <a:lnTo>
                    <a:pt x="412915" y="234950"/>
                  </a:lnTo>
                  <a:lnTo>
                    <a:pt x="415150" y="236220"/>
                  </a:lnTo>
                  <a:lnTo>
                    <a:pt x="415277" y="238760"/>
                  </a:lnTo>
                  <a:lnTo>
                    <a:pt x="415340" y="240030"/>
                  </a:lnTo>
                  <a:lnTo>
                    <a:pt x="415340" y="181343"/>
                  </a:lnTo>
                  <a:lnTo>
                    <a:pt x="410591" y="175260"/>
                  </a:lnTo>
                  <a:lnTo>
                    <a:pt x="407136" y="168910"/>
                  </a:lnTo>
                  <a:lnTo>
                    <a:pt x="405841" y="163830"/>
                  </a:lnTo>
                  <a:lnTo>
                    <a:pt x="405841" y="158750"/>
                  </a:lnTo>
                  <a:lnTo>
                    <a:pt x="409321" y="154940"/>
                  </a:lnTo>
                  <a:lnTo>
                    <a:pt x="411429" y="152400"/>
                  </a:lnTo>
                  <a:lnTo>
                    <a:pt x="413537" y="149860"/>
                  </a:lnTo>
                  <a:lnTo>
                    <a:pt x="414972" y="149860"/>
                  </a:lnTo>
                  <a:lnTo>
                    <a:pt x="416052" y="148590"/>
                  </a:lnTo>
                  <a:lnTo>
                    <a:pt x="417576" y="147320"/>
                  </a:lnTo>
                  <a:lnTo>
                    <a:pt x="420776" y="144780"/>
                  </a:lnTo>
                  <a:lnTo>
                    <a:pt x="427202" y="137160"/>
                  </a:lnTo>
                  <a:lnTo>
                    <a:pt x="427443" y="137160"/>
                  </a:lnTo>
                  <a:lnTo>
                    <a:pt x="429209" y="135890"/>
                  </a:lnTo>
                  <a:lnTo>
                    <a:pt x="425996" y="132956"/>
                  </a:lnTo>
                  <a:lnTo>
                    <a:pt x="425996" y="135890"/>
                  </a:lnTo>
                  <a:lnTo>
                    <a:pt x="418261" y="143510"/>
                  </a:lnTo>
                  <a:lnTo>
                    <a:pt x="414566" y="147320"/>
                  </a:lnTo>
                  <a:lnTo>
                    <a:pt x="410083" y="144780"/>
                  </a:lnTo>
                  <a:lnTo>
                    <a:pt x="362991" y="118110"/>
                  </a:lnTo>
                  <a:lnTo>
                    <a:pt x="368033" y="102870"/>
                  </a:lnTo>
                  <a:lnTo>
                    <a:pt x="373672" y="105410"/>
                  </a:lnTo>
                  <a:lnTo>
                    <a:pt x="372059" y="105410"/>
                  </a:lnTo>
                  <a:lnTo>
                    <a:pt x="370001" y="106680"/>
                  </a:lnTo>
                  <a:lnTo>
                    <a:pt x="368211" y="109220"/>
                  </a:lnTo>
                  <a:lnTo>
                    <a:pt x="371894" y="109220"/>
                  </a:lnTo>
                  <a:lnTo>
                    <a:pt x="373405" y="107950"/>
                  </a:lnTo>
                  <a:lnTo>
                    <a:pt x="371182" y="114300"/>
                  </a:lnTo>
                  <a:lnTo>
                    <a:pt x="370611" y="113030"/>
                  </a:lnTo>
                  <a:lnTo>
                    <a:pt x="368973" y="111760"/>
                  </a:lnTo>
                  <a:lnTo>
                    <a:pt x="367385" y="110490"/>
                  </a:lnTo>
                  <a:lnTo>
                    <a:pt x="366268" y="115570"/>
                  </a:lnTo>
                  <a:lnTo>
                    <a:pt x="369189" y="116840"/>
                  </a:lnTo>
                  <a:lnTo>
                    <a:pt x="371182" y="118110"/>
                  </a:lnTo>
                  <a:lnTo>
                    <a:pt x="374700" y="119380"/>
                  </a:lnTo>
                  <a:lnTo>
                    <a:pt x="376859" y="119380"/>
                  </a:lnTo>
                  <a:lnTo>
                    <a:pt x="377825" y="118110"/>
                  </a:lnTo>
                  <a:lnTo>
                    <a:pt x="378917" y="116840"/>
                  </a:lnTo>
                  <a:lnTo>
                    <a:pt x="377799" y="115570"/>
                  </a:lnTo>
                  <a:lnTo>
                    <a:pt x="376694" y="114300"/>
                  </a:lnTo>
                  <a:lnTo>
                    <a:pt x="373773" y="115570"/>
                  </a:lnTo>
                  <a:lnTo>
                    <a:pt x="373646" y="114300"/>
                  </a:lnTo>
                  <a:lnTo>
                    <a:pt x="373519" y="113030"/>
                  </a:lnTo>
                  <a:lnTo>
                    <a:pt x="373405" y="111760"/>
                  </a:lnTo>
                  <a:lnTo>
                    <a:pt x="375069" y="110490"/>
                  </a:lnTo>
                  <a:lnTo>
                    <a:pt x="378625" y="110490"/>
                  </a:lnTo>
                  <a:lnTo>
                    <a:pt x="379857" y="111760"/>
                  </a:lnTo>
                  <a:lnTo>
                    <a:pt x="380326" y="114300"/>
                  </a:lnTo>
                  <a:lnTo>
                    <a:pt x="380263" y="113030"/>
                  </a:lnTo>
                  <a:lnTo>
                    <a:pt x="380149" y="110490"/>
                  </a:lnTo>
                  <a:lnTo>
                    <a:pt x="380085" y="109220"/>
                  </a:lnTo>
                  <a:lnTo>
                    <a:pt x="380834" y="107950"/>
                  </a:lnTo>
                  <a:lnTo>
                    <a:pt x="382320" y="105410"/>
                  </a:lnTo>
                  <a:lnTo>
                    <a:pt x="386626" y="104140"/>
                  </a:lnTo>
                  <a:lnTo>
                    <a:pt x="388315" y="109220"/>
                  </a:lnTo>
                  <a:lnTo>
                    <a:pt x="386981" y="111760"/>
                  </a:lnTo>
                  <a:lnTo>
                    <a:pt x="383514" y="115570"/>
                  </a:lnTo>
                  <a:lnTo>
                    <a:pt x="385419" y="114300"/>
                  </a:lnTo>
                  <a:lnTo>
                    <a:pt x="387464" y="114300"/>
                  </a:lnTo>
                  <a:lnTo>
                    <a:pt x="388200" y="115570"/>
                  </a:lnTo>
                  <a:lnTo>
                    <a:pt x="389394" y="116840"/>
                  </a:lnTo>
                  <a:lnTo>
                    <a:pt x="388988" y="119380"/>
                  </a:lnTo>
                  <a:lnTo>
                    <a:pt x="386334" y="120650"/>
                  </a:lnTo>
                  <a:lnTo>
                    <a:pt x="385762" y="118110"/>
                  </a:lnTo>
                  <a:lnTo>
                    <a:pt x="382193" y="118110"/>
                  </a:lnTo>
                  <a:lnTo>
                    <a:pt x="381190" y="119380"/>
                  </a:lnTo>
                  <a:lnTo>
                    <a:pt x="380085" y="121920"/>
                  </a:lnTo>
                  <a:lnTo>
                    <a:pt x="381762" y="123190"/>
                  </a:lnTo>
                  <a:lnTo>
                    <a:pt x="384835" y="125730"/>
                  </a:lnTo>
                  <a:lnTo>
                    <a:pt x="388493" y="127000"/>
                  </a:lnTo>
                  <a:lnTo>
                    <a:pt x="391490" y="125730"/>
                  </a:lnTo>
                  <a:lnTo>
                    <a:pt x="392480" y="124460"/>
                  </a:lnTo>
                  <a:lnTo>
                    <a:pt x="393484" y="123190"/>
                  </a:lnTo>
                  <a:lnTo>
                    <a:pt x="392277" y="121920"/>
                  </a:lnTo>
                  <a:lnTo>
                    <a:pt x="390169" y="123190"/>
                  </a:lnTo>
                  <a:lnTo>
                    <a:pt x="388175" y="124460"/>
                  </a:lnTo>
                  <a:lnTo>
                    <a:pt x="390042" y="120650"/>
                  </a:lnTo>
                  <a:lnTo>
                    <a:pt x="391909" y="116840"/>
                  </a:lnTo>
                  <a:lnTo>
                    <a:pt x="392137" y="118110"/>
                  </a:lnTo>
                  <a:lnTo>
                    <a:pt x="392696" y="119380"/>
                  </a:lnTo>
                  <a:lnTo>
                    <a:pt x="394398" y="120650"/>
                  </a:lnTo>
                  <a:lnTo>
                    <a:pt x="395706" y="116840"/>
                  </a:lnTo>
                  <a:lnTo>
                    <a:pt x="394614" y="114300"/>
                  </a:lnTo>
                  <a:lnTo>
                    <a:pt x="402628" y="119380"/>
                  </a:lnTo>
                  <a:lnTo>
                    <a:pt x="399910" y="119380"/>
                  </a:lnTo>
                  <a:lnTo>
                    <a:pt x="396963" y="121920"/>
                  </a:lnTo>
                  <a:lnTo>
                    <a:pt x="398780" y="123190"/>
                  </a:lnTo>
                  <a:lnTo>
                    <a:pt x="400685" y="123190"/>
                  </a:lnTo>
                  <a:lnTo>
                    <a:pt x="401726" y="121920"/>
                  </a:lnTo>
                  <a:lnTo>
                    <a:pt x="397535" y="129540"/>
                  </a:lnTo>
                  <a:lnTo>
                    <a:pt x="397535" y="127000"/>
                  </a:lnTo>
                  <a:lnTo>
                    <a:pt x="396608" y="124460"/>
                  </a:lnTo>
                  <a:lnTo>
                    <a:pt x="395706" y="124460"/>
                  </a:lnTo>
                  <a:lnTo>
                    <a:pt x="393954" y="127000"/>
                  </a:lnTo>
                  <a:lnTo>
                    <a:pt x="394398" y="130810"/>
                  </a:lnTo>
                  <a:lnTo>
                    <a:pt x="398043" y="132080"/>
                  </a:lnTo>
                  <a:lnTo>
                    <a:pt x="401104" y="134620"/>
                  </a:lnTo>
                  <a:lnTo>
                    <a:pt x="403466" y="134620"/>
                  </a:lnTo>
                  <a:lnTo>
                    <a:pt x="404698" y="133350"/>
                  </a:lnTo>
                  <a:lnTo>
                    <a:pt x="405917" y="130810"/>
                  </a:lnTo>
                  <a:lnTo>
                    <a:pt x="404914" y="129540"/>
                  </a:lnTo>
                  <a:lnTo>
                    <a:pt x="403910" y="128270"/>
                  </a:lnTo>
                  <a:lnTo>
                    <a:pt x="400900" y="129540"/>
                  </a:lnTo>
                  <a:lnTo>
                    <a:pt x="400799" y="125730"/>
                  </a:lnTo>
                  <a:lnTo>
                    <a:pt x="402551" y="124460"/>
                  </a:lnTo>
                  <a:lnTo>
                    <a:pt x="406069" y="124460"/>
                  </a:lnTo>
                  <a:lnTo>
                    <a:pt x="407250" y="127000"/>
                  </a:lnTo>
                  <a:lnTo>
                    <a:pt x="407504" y="128270"/>
                  </a:lnTo>
                  <a:lnTo>
                    <a:pt x="408660" y="124460"/>
                  </a:lnTo>
                  <a:lnTo>
                    <a:pt x="410730" y="121920"/>
                  </a:lnTo>
                  <a:lnTo>
                    <a:pt x="415582" y="120650"/>
                  </a:lnTo>
                  <a:lnTo>
                    <a:pt x="416623" y="124460"/>
                  </a:lnTo>
                  <a:lnTo>
                    <a:pt x="414439" y="128270"/>
                  </a:lnTo>
                  <a:lnTo>
                    <a:pt x="412305" y="129540"/>
                  </a:lnTo>
                  <a:lnTo>
                    <a:pt x="412076" y="129540"/>
                  </a:lnTo>
                  <a:lnTo>
                    <a:pt x="410184" y="130810"/>
                  </a:lnTo>
                  <a:lnTo>
                    <a:pt x="412178" y="129616"/>
                  </a:lnTo>
                  <a:lnTo>
                    <a:pt x="414058" y="130810"/>
                  </a:lnTo>
                  <a:lnTo>
                    <a:pt x="414769" y="132080"/>
                  </a:lnTo>
                  <a:lnTo>
                    <a:pt x="415798" y="133350"/>
                  </a:lnTo>
                  <a:lnTo>
                    <a:pt x="415150" y="135890"/>
                  </a:lnTo>
                  <a:lnTo>
                    <a:pt x="412483" y="137160"/>
                  </a:lnTo>
                  <a:lnTo>
                    <a:pt x="411975" y="133350"/>
                  </a:lnTo>
                  <a:lnTo>
                    <a:pt x="408571" y="133350"/>
                  </a:lnTo>
                  <a:lnTo>
                    <a:pt x="406476" y="137160"/>
                  </a:lnTo>
                  <a:lnTo>
                    <a:pt x="407873" y="138430"/>
                  </a:lnTo>
                  <a:lnTo>
                    <a:pt x="411111" y="140970"/>
                  </a:lnTo>
                  <a:lnTo>
                    <a:pt x="413105" y="142240"/>
                  </a:lnTo>
                  <a:lnTo>
                    <a:pt x="416026" y="143510"/>
                  </a:lnTo>
                  <a:lnTo>
                    <a:pt x="419328" y="139700"/>
                  </a:lnTo>
                  <a:lnTo>
                    <a:pt x="418261" y="138430"/>
                  </a:lnTo>
                  <a:lnTo>
                    <a:pt x="414680" y="138430"/>
                  </a:lnTo>
                  <a:lnTo>
                    <a:pt x="415607" y="137160"/>
                  </a:lnTo>
                  <a:lnTo>
                    <a:pt x="418414" y="133350"/>
                  </a:lnTo>
                  <a:lnTo>
                    <a:pt x="418338" y="134620"/>
                  </a:lnTo>
                  <a:lnTo>
                    <a:pt x="418261" y="135890"/>
                  </a:lnTo>
                  <a:lnTo>
                    <a:pt x="419557" y="137160"/>
                  </a:lnTo>
                  <a:lnTo>
                    <a:pt x="420687" y="138430"/>
                  </a:lnTo>
                  <a:lnTo>
                    <a:pt x="421297" y="135890"/>
                  </a:lnTo>
                  <a:lnTo>
                    <a:pt x="421398" y="134620"/>
                  </a:lnTo>
                  <a:lnTo>
                    <a:pt x="421500" y="133350"/>
                  </a:lnTo>
                  <a:lnTo>
                    <a:pt x="421297" y="132080"/>
                  </a:lnTo>
                  <a:lnTo>
                    <a:pt x="425996" y="135890"/>
                  </a:lnTo>
                  <a:lnTo>
                    <a:pt x="425996" y="132956"/>
                  </a:lnTo>
                  <a:lnTo>
                    <a:pt x="425043" y="132080"/>
                  </a:lnTo>
                  <a:lnTo>
                    <a:pt x="426173" y="129540"/>
                  </a:lnTo>
                  <a:lnTo>
                    <a:pt x="427062" y="127000"/>
                  </a:lnTo>
                  <a:lnTo>
                    <a:pt x="427685" y="124460"/>
                  </a:lnTo>
                  <a:lnTo>
                    <a:pt x="428993" y="129540"/>
                  </a:lnTo>
                  <a:lnTo>
                    <a:pt x="431685" y="133350"/>
                  </a:lnTo>
                  <a:lnTo>
                    <a:pt x="435292" y="132080"/>
                  </a:lnTo>
                  <a:lnTo>
                    <a:pt x="434594" y="127000"/>
                  </a:lnTo>
                  <a:lnTo>
                    <a:pt x="434898" y="124460"/>
                  </a:lnTo>
                  <a:lnTo>
                    <a:pt x="435216" y="121920"/>
                  </a:lnTo>
                  <a:lnTo>
                    <a:pt x="435305" y="120650"/>
                  </a:lnTo>
                  <a:lnTo>
                    <a:pt x="435406" y="119380"/>
                  </a:lnTo>
                  <a:lnTo>
                    <a:pt x="435521" y="114300"/>
                  </a:lnTo>
                  <a:lnTo>
                    <a:pt x="434568" y="106680"/>
                  </a:lnTo>
                  <a:lnTo>
                    <a:pt x="437692" y="111760"/>
                  </a:lnTo>
                  <a:lnTo>
                    <a:pt x="441985" y="114300"/>
                  </a:lnTo>
                  <a:lnTo>
                    <a:pt x="445135" y="113030"/>
                  </a:lnTo>
                  <a:lnTo>
                    <a:pt x="441909" y="107950"/>
                  </a:lnTo>
                  <a:lnTo>
                    <a:pt x="441921" y="106680"/>
                  </a:lnTo>
                  <a:lnTo>
                    <a:pt x="441871" y="97790"/>
                  </a:lnTo>
                  <a:lnTo>
                    <a:pt x="441756" y="95250"/>
                  </a:lnTo>
                  <a:lnTo>
                    <a:pt x="441706" y="93980"/>
                  </a:lnTo>
                  <a:lnTo>
                    <a:pt x="441591" y="91440"/>
                  </a:lnTo>
                  <a:lnTo>
                    <a:pt x="436968" y="81280"/>
                  </a:lnTo>
                  <a:lnTo>
                    <a:pt x="440359" y="82550"/>
                  </a:lnTo>
                  <a:lnTo>
                    <a:pt x="442785" y="81280"/>
                  </a:lnTo>
                  <a:lnTo>
                    <a:pt x="444207" y="80010"/>
                  </a:lnTo>
                  <a:lnTo>
                    <a:pt x="439000" y="77470"/>
                  </a:lnTo>
                  <a:lnTo>
                    <a:pt x="435749" y="72390"/>
                  </a:lnTo>
                  <a:lnTo>
                    <a:pt x="431101" y="66040"/>
                  </a:lnTo>
                  <a:lnTo>
                    <a:pt x="421741" y="60960"/>
                  </a:lnTo>
                  <a:lnTo>
                    <a:pt x="425996" y="60960"/>
                  </a:lnTo>
                  <a:lnTo>
                    <a:pt x="428498" y="58420"/>
                  </a:lnTo>
                  <a:lnTo>
                    <a:pt x="428218" y="57150"/>
                  </a:lnTo>
                  <a:lnTo>
                    <a:pt x="427926" y="55880"/>
                  </a:lnTo>
                  <a:lnTo>
                    <a:pt x="424446" y="57150"/>
                  </a:lnTo>
                  <a:lnTo>
                    <a:pt x="420065" y="54610"/>
                  </a:lnTo>
                  <a:lnTo>
                    <a:pt x="413753" y="52070"/>
                  </a:lnTo>
                  <a:lnTo>
                    <a:pt x="404418" y="50800"/>
                  </a:lnTo>
                  <a:lnTo>
                    <a:pt x="404037" y="48260"/>
                  </a:lnTo>
                  <a:lnTo>
                    <a:pt x="403466" y="44450"/>
                  </a:lnTo>
                  <a:lnTo>
                    <a:pt x="398322" y="39370"/>
                  </a:lnTo>
                  <a:lnTo>
                    <a:pt x="392404" y="36830"/>
                  </a:lnTo>
                  <a:lnTo>
                    <a:pt x="393496" y="40640"/>
                  </a:lnTo>
                  <a:lnTo>
                    <a:pt x="392557" y="44450"/>
                  </a:lnTo>
                  <a:lnTo>
                    <a:pt x="391464" y="48260"/>
                  </a:lnTo>
                  <a:lnTo>
                    <a:pt x="388200" y="45110"/>
                  </a:lnTo>
                  <a:lnTo>
                    <a:pt x="388200" y="64770"/>
                  </a:lnTo>
                  <a:lnTo>
                    <a:pt x="382524" y="66040"/>
                  </a:lnTo>
                  <a:lnTo>
                    <a:pt x="377151" y="67310"/>
                  </a:lnTo>
                  <a:lnTo>
                    <a:pt x="373011" y="69850"/>
                  </a:lnTo>
                  <a:lnTo>
                    <a:pt x="374700" y="66040"/>
                  </a:lnTo>
                  <a:lnTo>
                    <a:pt x="373011" y="60960"/>
                  </a:lnTo>
                  <a:lnTo>
                    <a:pt x="382143" y="60960"/>
                  </a:lnTo>
                  <a:lnTo>
                    <a:pt x="384708" y="64770"/>
                  </a:lnTo>
                  <a:lnTo>
                    <a:pt x="388200" y="64770"/>
                  </a:lnTo>
                  <a:lnTo>
                    <a:pt x="388200" y="45110"/>
                  </a:lnTo>
                  <a:lnTo>
                    <a:pt x="342785" y="1270"/>
                  </a:lnTo>
                  <a:lnTo>
                    <a:pt x="341261" y="0"/>
                  </a:lnTo>
                  <a:lnTo>
                    <a:pt x="339813" y="0"/>
                  </a:lnTo>
                  <a:lnTo>
                    <a:pt x="339813" y="1270"/>
                  </a:lnTo>
                  <a:lnTo>
                    <a:pt x="340626" y="2540"/>
                  </a:lnTo>
                  <a:lnTo>
                    <a:pt x="382524" y="53340"/>
                  </a:lnTo>
                  <a:lnTo>
                    <a:pt x="379323" y="54610"/>
                  </a:lnTo>
                  <a:lnTo>
                    <a:pt x="376212" y="55880"/>
                  </a:lnTo>
                  <a:lnTo>
                    <a:pt x="370916" y="57150"/>
                  </a:lnTo>
                  <a:lnTo>
                    <a:pt x="369354" y="59690"/>
                  </a:lnTo>
                  <a:lnTo>
                    <a:pt x="369354" y="62230"/>
                  </a:lnTo>
                  <a:lnTo>
                    <a:pt x="361581" y="66040"/>
                  </a:lnTo>
                  <a:lnTo>
                    <a:pt x="354990" y="71005"/>
                  </a:lnTo>
                  <a:lnTo>
                    <a:pt x="348843" y="76200"/>
                  </a:lnTo>
                  <a:lnTo>
                    <a:pt x="346748" y="76200"/>
                  </a:lnTo>
                  <a:lnTo>
                    <a:pt x="349072" y="81280"/>
                  </a:lnTo>
                  <a:lnTo>
                    <a:pt x="349910" y="83820"/>
                  </a:lnTo>
                  <a:lnTo>
                    <a:pt x="347179" y="88900"/>
                  </a:lnTo>
                  <a:lnTo>
                    <a:pt x="357212" y="82550"/>
                  </a:lnTo>
                  <a:lnTo>
                    <a:pt x="366268" y="77470"/>
                  </a:lnTo>
                  <a:lnTo>
                    <a:pt x="367614" y="81280"/>
                  </a:lnTo>
                  <a:lnTo>
                    <a:pt x="368338" y="82550"/>
                  </a:lnTo>
                  <a:lnTo>
                    <a:pt x="363918" y="83820"/>
                  </a:lnTo>
                  <a:lnTo>
                    <a:pt x="360781" y="85090"/>
                  </a:lnTo>
                  <a:lnTo>
                    <a:pt x="357759" y="86360"/>
                  </a:lnTo>
                  <a:lnTo>
                    <a:pt x="354418" y="88900"/>
                  </a:lnTo>
                  <a:lnTo>
                    <a:pt x="355396" y="91440"/>
                  </a:lnTo>
                  <a:lnTo>
                    <a:pt x="357886" y="90170"/>
                  </a:lnTo>
                  <a:lnTo>
                    <a:pt x="357962" y="91440"/>
                  </a:lnTo>
                  <a:lnTo>
                    <a:pt x="358178" y="92710"/>
                  </a:lnTo>
                  <a:lnTo>
                    <a:pt x="359092" y="93980"/>
                  </a:lnTo>
                  <a:lnTo>
                    <a:pt x="361581" y="93980"/>
                  </a:lnTo>
                  <a:lnTo>
                    <a:pt x="363143" y="91440"/>
                  </a:lnTo>
                  <a:lnTo>
                    <a:pt x="364058" y="92710"/>
                  </a:lnTo>
                  <a:lnTo>
                    <a:pt x="365112" y="92710"/>
                  </a:lnTo>
                  <a:lnTo>
                    <a:pt x="363677" y="99060"/>
                  </a:lnTo>
                  <a:lnTo>
                    <a:pt x="362623" y="100330"/>
                  </a:lnTo>
                  <a:lnTo>
                    <a:pt x="367385" y="99060"/>
                  </a:lnTo>
                  <a:lnTo>
                    <a:pt x="370344" y="95250"/>
                  </a:lnTo>
                  <a:lnTo>
                    <a:pt x="370408" y="93980"/>
                  </a:lnTo>
                  <a:lnTo>
                    <a:pt x="370535" y="91440"/>
                  </a:lnTo>
                  <a:lnTo>
                    <a:pt x="370560" y="90170"/>
                  </a:lnTo>
                  <a:lnTo>
                    <a:pt x="370611" y="87630"/>
                  </a:lnTo>
                  <a:lnTo>
                    <a:pt x="371627" y="87630"/>
                  </a:lnTo>
                  <a:lnTo>
                    <a:pt x="372338" y="86360"/>
                  </a:lnTo>
                  <a:lnTo>
                    <a:pt x="373100" y="86360"/>
                  </a:lnTo>
                  <a:lnTo>
                    <a:pt x="373913" y="90170"/>
                  </a:lnTo>
                  <a:lnTo>
                    <a:pt x="373011" y="92710"/>
                  </a:lnTo>
                  <a:lnTo>
                    <a:pt x="375475" y="92710"/>
                  </a:lnTo>
                  <a:lnTo>
                    <a:pt x="378079" y="88900"/>
                  </a:lnTo>
                  <a:lnTo>
                    <a:pt x="377977" y="87630"/>
                  </a:lnTo>
                  <a:lnTo>
                    <a:pt x="377888" y="86360"/>
                  </a:lnTo>
                  <a:lnTo>
                    <a:pt x="377799" y="85090"/>
                  </a:lnTo>
                  <a:lnTo>
                    <a:pt x="377710" y="83820"/>
                  </a:lnTo>
                  <a:lnTo>
                    <a:pt x="378917" y="82550"/>
                  </a:lnTo>
                  <a:lnTo>
                    <a:pt x="380263" y="81280"/>
                  </a:lnTo>
                  <a:lnTo>
                    <a:pt x="382739" y="81280"/>
                  </a:lnTo>
                  <a:lnTo>
                    <a:pt x="385991" y="86360"/>
                  </a:lnTo>
                  <a:lnTo>
                    <a:pt x="398703" y="86360"/>
                  </a:lnTo>
                  <a:lnTo>
                    <a:pt x="402399" y="81280"/>
                  </a:lnTo>
                  <a:lnTo>
                    <a:pt x="403326" y="80010"/>
                  </a:lnTo>
                  <a:lnTo>
                    <a:pt x="403669" y="77470"/>
                  </a:lnTo>
                  <a:lnTo>
                    <a:pt x="404177" y="73660"/>
                  </a:lnTo>
                  <a:lnTo>
                    <a:pt x="404075" y="72390"/>
                  </a:lnTo>
                  <a:lnTo>
                    <a:pt x="403860" y="71005"/>
                  </a:lnTo>
                  <a:lnTo>
                    <a:pt x="402628" y="69850"/>
                  </a:lnTo>
                  <a:lnTo>
                    <a:pt x="405561" y="72390"/>
                  </a:lnTo>
                  <a:lnTo>
                    <a:pt x="406476" y="74930"/>
                  </a:lnTo>
                  <a:lnTo>
                    <a:pt x="406476" y="78740"/>
                  </a:lnTo>
                  <a:lnTo>
                    <a:pt x="403123" y="86360"/>
                  </a:lnTo>
                  <a:lnTo>
                    <a:pt x="395097" y="91440"/>
                  </a:lnTo>
                  <a:lnTo>
                    <a:pt x="385483" y="97790"/>
                  </a:lnTo>
                  <a:lnTo>
                    <a:pt x="377329" y="102870"/>
                  </a:lnTo>
                  <a:lnTo>
                    <a:pt x="376936" y="102870"/>
                  </a:lnTo>
                  <a:lnTo>
                    <a:pt x="376694" y="104140"/>
                  </a:lnTo>
                  <a:lnTo>
                    <a:pt x="376389" y="104140"/>
                  </a:lnTo>
                  <a:lnTo>
                    <a:pt x="373164" y="102870"/>
                  </a:lnTo>
                  <a:lnTo>
                    <a:pt x="366687" y="100330"/>
                  </a:lnTo>
                  <a:lnTo>
                    <a:pt x="365912" y="102870"/>
                  </a:lnTo>
                  <a:lnTo>
                    <a:pt x="365467" y="104140"/>
                  </a:lnTo>
                  <a:lnTo>
                    <a:pt x="364401" y="107950"/>
                  </a:lnTo>
                  <a:lnTo>
                    <a:pt x="362356" y="114300"/>
                  </a:lnTo>
                  <a:lnTo>
                    <a:pt x="360972" y="118110"/>
                  </a:lnTo>
                  <a:lnTo>
                    <a:pt x="360451" y="119380"/>
                  </a:lnTo>
                  <a:lnTo>
                    <a:pt x="361327" y="120650"/>
                  </a:lnTo>
                  <a:lnTo>
                    <a:pt x="357263" y="125730"/>
                  </a:lnTo>
                  <a:lnTo>
                    <a:pt x="353860" y="132080"/>
                  </a:lnTo>
                  <a:lnTo>
                    <a:pt x="351345" y="138430"/>
                  </a:lnTo>
                  <a:lnTo>
                    <a:pt x="349910" y="144780"/>
                  </a:lnTo>
                  <a:lnTo>
                    <a:pt x="347560" y="142240"/>
                  </a:lnTo>
                  <a:lnTo>
                    <a:pt x="345998" y="140970"/>
                  </a:lnTo>
                  <a:lnTo>
                    <a:pt x="342849" y="138430"/>
                  </a:lnTo>
                  <a:lnTo>
                    <a:pt x="343115" y="137160"/>
                  </a:lnTo>
                  <a:lnTo>
                    <a:pt x="343255" y="137160"/>
                  </a:lnTo>
                  <a:lnTo>
                    <a:pt x="343344" y="135890"/>
                  </a:lnTo>
                  <a:lnTo>
                    <a:pt x="343433" y="134620"/>
                  </a:lnTo>
                  <a:lnTo>
                    <a:pt x="343535" y="133350"/>
                  </a:lnTo>
                  <a:lnTo>
                    <a:pt x="342709" y="130810"/>
                  </a:lnTo>
                  <a:lnTo>
                    <a:pt x="341071" y="129540"/>
                  </a:lnTo>
                  <a:lnTo>
                    <a:pt x="340283" y="128651"/>
                  </a:lnTo>
                  <a:lnTo>
                    <a:pt x="340283" y="133350"/>
                  </a:lnTo>
                  <a:lnTo>
                    <a:pt x="340169" y="134620"/>
                  </a:lnTo>
                  <a:lnTo>
                    <a:pt x="340042" y="137160"/>
                  </a:lnTo>
                  <a:lnTo>
                    <a:pt x="339242" y="138430"/>
                  </a:lnTo>
                  <a:lnTo>
                    <a:pt x="338289" y="139700"/>
                  </a:lnTo>
                  <a:lnTo>
                    <a:pt x="337769" y="139700"/>
                  </a:lnTo>
                  <a:lnTo>
                    <a:pt x="336931" y="140970"/>
                  </a:lnTo>
                  <a:lnTo>
                    <a:pt x="333756" y="140970"/>
                  </a:lnTo>
                  <a:lnTo>
                    <a:pt x="332130" y="138430"/>
                  </a:lnTo>
                  <a:lnTo>
                    <a:pt x="332244" y="133350"/>
                  </a:lnTo>
                  <a:lnTo>
                    <a:pt x="332892" y="132080"/>
                  </a:lnTo>
                  <a:lnTo>
                    <a:pt x="334556" y="130810"/>
                  </a:lnTo>
                  <a:lnTo>
                    <a:pt x="335470" y="129540"/>
                  </a:lnTo>
                  <a:lnTo>
                    <a:pt x="337464" y="129540"/>
                  </a:lnTo>
                  <a:lnTo>
                    <a:pt x="338340" y="130810"/>
                  </a:lnTo>
                  <a:lnTo>
                    <a:pt x="338759" y="130810"/>
                  </a:lnTo>
                  <a:lnTo>
                    <a:pt x="339813" y="132080"/>
                  </a:lnTo>
                  <a:lnTo>
                    <a:pt x="340283" y="133350"/>
                  </a:lnTo>
                  <a:lnTo>
                    <a:pt x="340283" y="128651"/>
                  </a:lnTo>
                  <a:lnTo>
                    <a:pt x="339953" y="128270"/>
                  </a:lnTo>
                  <a:lnTo>
                    <a:pt x="338340" y="127000"/>
                  </a:lnTo>
                  <a:lnTo>
                    <a:pt x="333248" y="127000"/>
                  </a:lnTo>
                  <a:lnTo>
                    <a:pt x="331546" y="128270"/>
                  </a:lnTo>
                  <a:lnTo>
                    <a:pt x="330987" y="129540"/>
                  </a:lnTo>
                  <a:lnTo>
                    <a:pt x="330352" y="128270"/>
                  </a:lnTo>
                  <a:lnTo>
                    <a:pt x="330085" y="128270"/>
                  </a:lnTo>
                  <a:lnTo>
                    <a:pt x="326758" y="125730"/>
                  </a:lnTo>
                  <a:lnTo>
                    <a:pt x="322948" y="123190"/>
                  </a:lnTo>
                  <a:lnTo>
                    <a:pt x="320459" y="120650"/>
                  </a:lnTo>
                  <a:lnTo>
                    <a:pt x="319417" y="119380"/>
                  </a:lnTo>
                  <a:lnTo>
                    <a:pt x="309676" y="119380"/>
                  </a:lnTo>
                  <a:lnTo>
                    <a:pt x="308051" y="121920"/>
                  </a:lnTo>
                  <a:lnTo>
                    <a:pt x="307073" y="121920"/>
                  </a:lnTo>
                  <a:lnTo>
                    <a:pt x="304977" y="124460"/>
                  </a:lnTo>
                  <a:lnTo>
                    <a:pt x="302539" y="125730"/>
                  </a:lnTo>
                  <a:lnTo>
                    <a:pt x="303682" y="127000"/>
                  </a:lnTo>
                  <a:lnTo>
                    <a:pt x="304761" y="128270"/>
                  </a:lnTo>
                  <a:lnTo>
                    <a:pt x="305917" y="129540"/>
                  </a:lnTo>
                  <a:lnTo>
                    <a:pt x="306628" y="129540"/>
                  </a:lnTo>
                  <a:lnTo>
                    <a:pt x="307822" y="130810"/>
                  </a:lnTo>
                  <a:lnTo>
                    <a:pt x="309486" y="130810"/>
                  </a:lnTo>
                  <a:lnTo>
                    <a:pt x="310553" y="129540"/>
                  </a:lnTo>
                  <a:lnTo>
                    <a:pt x="316103" y="129540"/>
                  </a:lnTo>
                  <a:lnTo>
                    <a:pt x="317347" y="132080"/>
                  </a:lnTo>
                  <a:lnTo>
                    <a:pt x="318185" y="133350"/>
                  </a:lnTo>
                  <a:lnTo>
                    <a:pt x="326174" y="143510"/>
                  </a:lnTo>
                  <a:lnTo>
                    <a:pt x="332574" y="149860"/>
                  </a:lnTo>
                  <a:lnTo>
                    <a:pt x="331876" y="151130"/>
                  </a:lnTo>
                  <a:lnTo>
                    <a:pt x="330479" y="151130"/>
                  </a:lnTo>
                  <a:lnTo>
                    <a:pt x="327837" y="152400"/>
                  </a:lnTo>
                  <a:lnTo>
                    <a:pt x="318655" y="152400"/>
                  </a:lnTo>
                  <a:lnTo>
                    <a:pt x="315899" y="151130"/>
                  </a:lnTo>
                  <a:lnTo>
                    <a:pt x="315328" y="151130"/>
                  </a:lnTo>
                  <a:lnTo>
                    <a:pt x="311848" y="156210"/>
                  </a:lnTo>
                  <a:lnTo>
                    <a:pt x="310819" y="157480"/>
                  </a:lnTo>
                  <a:lnTo>
                    <a:pt x="309841" y="158750"/>
                  </a:lnTo>
                  <a:lnTo>
                    <a:pt x="309206" y="160020"/>
                  </a:lnTo>
                  <a:lnTo>
                    <a:pt x="313931" y="167640"/>
                  </a:lnTo>
                  <a:lnTo>
                    <a:pt x="317512" y="173990"/>
                  </a:lnTo>
                  <a:lnTo>
                    <a:pt x="321005" y="180340"/>
                  </a:lnTo>
                  <a:lnTo>
                    <a:pt x="323545" y="185420"/>
                  </a:lnTo>
                  <a:lnTo>
                    <a:pt x="325793" y="191770"/>
                  </a:lnTo>
                  <a:lnTo>
                    <a:pt x="328752" y="193040"/>
                  </a:lnTo>
                  <a:lnTo>
                    <a:pt x="337769" y="195580"/>
                  </a:lnTo>
                  <a:lnTo>
                    <a:pt x="345617" y="200660"/>
                  </a:lnTo>
                  <a:lnTo>
                    <a:pt x="346468" y="201930"/>
                  </a:lnTo>
                  <a:lnTo>
                    <a:pt x="346583" y="199390"/>
                  </a:lnTo>
                  <a:lnTo>
                    <a:pt x="346684" y="196850"/>
                  </a:lnTo>
                  <a:lnTo>
                    <a:pt x="345465" y="195580"/>
                  </a:lnTo>
                  <a:lnTo>
                    <a:pt x="341071" y="194310"/>
                  </a:lnTo>
                  <a:lnTo>
                    <a:pt x="339407" y="193040"/>
                  </a:lnTo>
                  <a:lnTo>
                    <a:pt x="341223" y="193040"/>
                  </a:lnTo>
                  <a:lnTo>
                    <a:pt x="346684" y="194310"/>
                  </a:lnTo>
                  <a:lnTo>
                    <a:pt x="350608" y="195580"/>
                  </a:lnTo>
                  <a:lnTo>
                    <a:pt x="349770" y="193040"/>
                  </a:lnTo>
                  <a:lnTo>
                    <a:pt x="349351" y="191770"/>
                  </a:lnTo>
                  <a:lnTo>
                    <a:pt x="345313" y="186690"/>
                  </a:lnTo>
                  <a:lnTo>
                    <a:pt x="342849" y="184150"/>
                  </a:lnTo>
                  <a:lnTo>
                    <a:pt x="339509" y="182880"/>
                  </a:lnTo>
                  <a:lnTo>
                    <a:pt x="336245" y="182880"/>
                  </a:lnTo>
                  <a:lnTo>
                    <a:pt x="334848" y="184150"/>
                  </a:lnTo>
                  <a:lnTo>
                    <a:pt x="335064" y="185420"/>
                  </a:lnTo>
                  <a:lnTo>
                    <a:pt x="334340" y="186690"/>
                  </a:lnTo>
                  <a:lnTo>
                    <a:pt x="331749" y="186690"/>
                  </a:lnTo>
                  <a:lnTo>
                    <a:pt x="330898" y="185420"/>
                  </a:lnTo>
                  <a:lnTo>
                    <a:pt x="331749" y="182880"/>
                  </a:lnTo>
                  <a:lnTo>
                    <a:pt x="333616" y="182880"/>
                  </a:lnTo>
                  <a:lnTo>
                    <a:pt x="333248" y="180340"/>
                  </a:lnTo>
                  <a:lnTo>
                    <a:pt x="332828" y="177800"/>
                  </a:lnTo>
                  <a:lnTo>
                    <a:pt x="329666" y="177800"/>
                  </a:lnTo>
                  <a:lnTo>
                    <a:pt x="327837" y="176530"/>
                  </a:lnTo>
                  <a:lnTo>
                    <a:pt x="324878" y="172720"/>
                  </a:lnTo>
                  <a:lnTo>
                    <a:pt x="321818" y="167640"/>
                  </a:lnTo>
                  <a:lnTo>
                    <a:pt x="320255" y="165100"/>
                  </a:lnTo>
                  <a:lnTo>
                    <a:pt x="318858" y="162560"/>
                  </a:lnTo>
                  <a:lnTo>
                    <a:pt x="320776" y="160020"/>
                  </a:lnTo>
                  <a:lnTo>
                    <a:pt x="323126" y="158750"/>
                  </a:lnTo>
                  <a:lnTo>
                    <a:pt x="328142" y="161290"/>
                  </a:lnTo>
                  <a:lnTo>
                    <a:pt x="337921" y="162560"/>
                  </a:lnTo>
                  <a:lnTo>
                    <a:pt x="350177" y="162560"/>
                  </a:lnTo>
                  <a:lnTo>
                    <a:pt x="351904" y="171450"/>
                  </a:lnTo>
                  <a:lnTo>
                    <a:pt x="355638" y="179070"/>
                  </a:lnTo>
                  <a:lnTo>
                    <a:pt x="362140" y="184150"/>
                  </a:lnTo>
                  <a:lnTo>
                    <a:pt x="372186" y="187960"/>
                  </a:lnTo>
                  <a:lnTo>
                    <a:pt x="379857" y="190500"/>
                  </a:lnTo>
                  <a:lnTo>
                    <a:pt x="387934" y="195580"/>
                  </a:lnTo>
                  <a:lnTo>
                    <a:pt x="390728" y="203200"/>
                  </a:lnTo>
                  <a:lnTo>
                    <a:pt x="371500" y="205740"/>
                  </a:lnTo>
                  <a:lnTo>
                    <a:pt x="360311" y="210820"/>
                  </a:lnTo>
                  <a:lnTo>
                    <a:pt x="355104" y="218440"/>
                  </a:lnTo>
                  <a:lnTo>
                    <a:pt x="353822" y="226060"/>
                  </a:lnTo>
                  <a:lnTo>
                    <a:pt x="355574" y="233680"/>
                  </a:lnTo>
                  <a:lnTo>
                    <a:pt x="359435" y="238760"/>
                  </a:lnTo>
                  <a:lnTo>
                    <a:pt x="363296" y="242570"/>
                  </a:lnTo>
                  <a:lnTo>
                    <a:pt x="365048" y="248920"/>
                  </a:lnTo>
                  <a:lnTo>
                    <a:pt x="360730" y="254000"/>
                  </a:lnTo>
                  <a:lnTo>
                    <a:pt x="350647" y="257810"/>
                  </a:lnTo>
                  <a:lnTo>
                    <a:pt x="339013" y="260350"/>
                  </a:lnTo>
                  <a:lnTo>
                    <a:pt x="330085" y="261620"/>
                  </a:lnTo>
                  <a:lnTo>
                    <a:pt x="323126" y="262890"/>
                  </a:lnTo>
                  <a:lnTo>
                    <a:pt x="319354" y="264160"/>
                  </a:lnTo>
                  <a:lnTo>
                    <a:pt x="315937" y="267970"/>
                  </a:lnTo>
                  <a:lnTo>
                    <a:pt x="312686" y="270510"/>
                  </a:lnTo>
                  <a:lnTo>
                    <a:pt x="303352" y="279400"/>
                  </a:lnTo>
                  <a:lnTo>
                    <a:pt x="305917" y="280670"/>
                  </a:lnTo>
                  <a:lnTo>
                    <a:pt x="308483" y="280670"/>
                  </a:lnTo>
                  <a:lnTo>
                    <a:pt x="313067" y="274320"/>
                  </a:lnTo>
                  <a:lnTo>
                    <a:pt x="314350" y="273050"/>
                  </a:lnTo>
                  <a:lnTo>
                    <a:pt x="315328" y="270510"/>
                  </a:lnTo>
                  <a:lnTo>
                    <a:pt x="316166" y="271780"/>
                  </a:lnTo>
                  <a:lnTo>
                    <a:pt x="317119" y="271780"/>
                  </a:lnTo>
                  <a:lnTo>
                    <a:pt x="315429" y="274320"/>
                  </a:lnTo>
                  <a:lnTo>
                    <a:pt x="311670" y="280670"/>
                  </a:lnTo>
                  <a:lnTo>
                    <a:pt x="327406" y="281940"/>
                  </a:lnTo>
                  <a:lnTo>
                    <a:pt x="328422" y="276860"/>
                  </a:lnTo>
                  <a:lnTo>
                    <a:pt x="328422" y="271780"/>
                  </a:lnTo>
                  <a:lnTo>
                    <a:pt x="324472" y="270510"/>
                  </a:lnTo>
                  <a:lnTo>
                    <a:pt x="326758" y="267970"/>
                  </a:lnTo>
                  <a:lnTo>
                    <a:pt x="329120" y="266700"/>
                  </a:lnTo>
                  <a:lnTo>
                    <a:pt x="330987" y="267970"/>
                  </a:lnTo>
                  <a:lnTo>
                    <a:pt x="334632" y="271780"/>
                  </a:lnTo>
                  <a:lnTo>
                    <a:pt x="335203" y="274320"/>
                  </a:lnTo>
                  <a:lnTo>
                    <a:pt x="339598" y="271780"/>
                  </a:lnTo>
                  <a:lnTo>
                    <a:pt x="353187" y="266700"/>
                  </a:lnTo>
                  <a:lnTo>
                    <a:pt x="370166" y="260350"/>
                  </a:lnTo>
                  <a:lnTo>
                    <a:pt x="375221" y="257810"/>
                  </a:lnTo>
                  <a:lnTo>
                    <a:pt x="378282" y="256540"/>
                  </a:lnTo>
                  <a:lnTo>
                    <a:pt x="382143" y="255270"/>
                  </a:lnTo>
                  <a:lnTo>
                    <a:pt x="381000" y="252730"/>
                  </a:lnTo>
                  <a:lnTo>
                    <a:pt x="378625" y="251460"/>
                  </a:lnTo>
                  <a:lnTo>
                    <a:pt x="376212" y="248920"/>
                  </a:lnTo>
                  <a:lnTo>
                    <a:pt x="375666" y="246380"/>
                  </a:lnTo>
                  <a:lnTo>
                    <a:pt x="375666" y="232410"/>
                  </a:lnTo>
                  <a:lnTo>
                    <a:pt x="381927" y="228600"/>
                  </a:lnTo>
                  <a:lnTo>
                    <a:pt x="393192" y="228600"/>
                  </a:lnTo>
                  <a:lnTo>
                    <a:pt x="392696" y="232410"/>
                  </a:lnTo>
                  <a:lnTo>
                    <a:pt x="392696" y="233680"/>
                  </a:lnTo>
                  <a:lnTo>
                    <a:pt x="396659" y="245110"/>
                  </a:lnTo>
                  <a:lnTo>
                    <a:pt x="405841" y="255270"/>
                  </a:lnTo>
                  <a:lnTo>
                    <a:pt x="416255" y="262890"/>
                  </a:lnTo>
                  <a:lnTo>
                    <a:pt x="423913" y="265430"/>
                  </a:lnTo>
                  <a:lnTo>
                    <a:pt x="426872" y="265430"/>
                  </a:lnTo>
                  <a:lnTo>
                    <a:pt x="430911" y="262890"/>
                  </a:lnTo>
                  <a:lnTo>
                    <a:pt x="431025" y="267970"/>
                  </a:lnTo>
                  <a:lnTo>
                    <a:pt x="431139" y="273050"/>
                  </a:lnTo>
                  <a:lnTo>
                    <a:pt x="431253" y="279400"/>
                  </a:lnTo>
                  <a:lnTo>
                    <a:pt x="432803" y="284480"/>
                  </a:lnTo>
                  <a:lnTo>
                    <a:pt x="430110" y="300990"/>
                  </a:lnTo>
                  <a:lnTo>
                    <a:pt x="427685" y="302260"/>
                  </a:lnTo>
                  <a:lnTo>
                    <a:pt x="417766" y="309880"/>
                  </a:lnTo>
                  <a:lnTo>
                    <a:pt x="413105" y="320040"/>
                  </a:lnTo>
                  <a:lnTo>
                    <a:pt x="411048" y="322580"/>
                  </a:lnTo>
                  <a:lnTo>
                    <a:pt x="413207" y="323850"/>
                  </a:lnTo>
                  <a:lnTo>
                    <a:pt x="415505" y="323850"/>
                  </a:lnTo>
                  <a:lnTo>
                    <a:pt x="417347" y="318770"/>
                  </a:lnTo>
                  <a:lnTo>
                    <a:pt x="419049" y="313690"/>
                  </a:lnTo>
                  <a:lnTo>
                    <a:pt x="420776" y="311150"/>
                  </a:lnTo>
                  <a:lnTo>
                    <a:pt x="422656" y="309880"/>
                  </a:lnTo>
                  <a:lnTo>
                    <a:pt x="420687" y="314960"/>
                  </a:lnTo>
                  <a:lnTo>
                    <a:pt x="419328" y="321310"/>
                  </a:lnTo>
                  <a:lnTo>
                    <a:pt x="418261" y="323850"/>
                  </a:lnTo>
                  <a:lnTo>
                    <a:pt x="424751" y="325120"/>
                  </a:lnTo>
                  <a:lnTo>
                    <a:pt x="434784" y="320040"/>
                  </a:lnTo>
                  <a:lnTo>
                    <a:pt x="434784" y="311150"/>
                  </a:lnTo>
                  <a:lnTo>
                    <a:pt x="431253" y="311150"/>
                  </a:lnTo>
                  <a:lnTo>
                    <a:pt x="431253" y="309880"/>
                  </a:lnTo>
                  <a:lnTo>
                    <a:pt x="431253" y="307340"/>
                  </a:lnTo>
                  <a:lnTo>
                    <a:pt x="432841" y="306070"/>
                  </a:lnTo>
                  <a:lnTo>
                    <a:pt x="437273" y="306070"/>
                  </a:lnTo>
                  <a:lnTo>
                    <a:pt x="439216" y="307340"/>
                  </a:lnTo>
                  <a:lnTo>
                    <a:pt x="439331" y="308610"/>
                  </a:lnTo>
                  <a:lnTo>
                    <a:pt x="441998" y="307340"/>
                  </a:lnTo>
                  <a:lnTo>
                    <a:pt x="442925" y="306070"/>
                  </a:lnTo>
                  <a:lnTo>
                    <a:pt x="443839" y="304800"/>
                  </a:lnTo>
                  <a:lnTo>
                    <a:pt x="443814" y="302260"/>
                  </a:lnTo>
                  <a:lnTo>
                    <a:pt x="443699" y="290830"/>
                  </a:lnTo>
                  <a:lnTo>
                    <a:pt x="444119" y="290830"/>
                  </a:lnTo>
                  <a:lnTo>
                    <a:pt x="445274" y="293370"/>
                  </a:lnTo>
                  <a:lnTo>
                    <a:pt x="447344" y="294640"/>
                  </a:lnTo>
                  <a:lnTo>
                    <a:pt x="454558" y="294640"/>
                  </a:lnTo>
                  <a:lnTo>
                    <a:pt x="456590" y="292100"/>
                  </a:lnTo>
                  <a:lnTo>
                    <a:pt x="458990" y="290830"/>
                  </a:lnTo>
                  <a:lnTo>
                    <a:pt x="460717" y="288290"/>
                  </a:lnTo>
                  <a:lnTo>
                    <a:pt x="461416" y="285750"/>
                  </a:lnTo>
                  <a:lnTo>
                    <a:pt x="461416" y="283210"/>
                  </a:lnTo>
                  <a:lnTo>
                    <a:pt x="461124" y="281940"/>
                  </a:lnTo>
                  <a:lnTo>
                    <a:pt x="460336" y="280670"/>
                  </a:lnTo>
                  <a:lnTo>
                    <a:pt x="459333" y="279400"/>
                  </a:lnTo>
                  <a:lnTo>
                    <a:pt x="458419" y="278714"/>
                  </a:lnTo>
                  <a:lnTo>
                    <a:pt x="458419" y="283210"/>
                  </a:lnTo>
                  <a:lnTo>
                    <a:pt x="458279" y="284480"/>
                  </a:lnTo>
                  <a:lnTo>
                    <a:pt x="458101" y="285750"/>
                  </a:lnTo>
                  <a:lnTo>
                    <a:pt x="457771" y="287020"/>
                  </a:lnTo>
                  <a:lnTo>
                    <a:pt x="456590" y="289560"/>
                  </a:lnTo>
                  <a:lnTo>
                    <a:pt x="454875" y="289560"/>
                  </a:lnTo>
                  <a:lnTo>
                    <a:pt x="451815" y="292100"/>
                  </a:lnTo>
                  <a:lnTo>
                    <a:pt x="448259" y="292100"/>
                  </a:lnTo>
                  <a:lnTo>
                    <a:pt x="447535" y="290830"/>
                  </a:lnTo>
                  <a:lnTo>
                    <a:pt x="446811" y="289560"/>
                  </a:lnTo>
                  <a:lnTo>
                    <a:pt x="445973" y="288290"/>
                  </a:lnTo>
                  <a:lnTo>
                    <a:pt x="446062" y="287020"/>
                  </a:lnTo>
                  <a:lnTo>
                    <a:pt x="446227" y="287020"/>
                  </a:lnTo>
                  <a:lnTo>
                    <a:pt x="446392" y="285750"/>
                  </a:lnTo>
                  <a:lnTo>
                    <a:pt x="446557" y="284480"/>
                  </a:lnTo>
                  <a:lnTo>
                    <a:pt x="447903" y="283210"/>
                  </a:lnTo>
                  <a:lnTo>
                    <a:pt x="449491" y="281940"/>
                  </a:lnTo>
                  <a:lnTo>
                    <a:pt x="451345" y="280670"/>
                  </a:lnTo>
                  <a:lnTo>
                    <a:pt x="455129" y="280670"/>
                  </a:lnTo>
                  <a:lnTo>
                    <a:pt x="457060" y="281940"/>
                  </a:lnTo>
                  <a:lnTo>
                    <a:pt x="457644" y="283210"/>
                  </a:lnTo>
                  <a:lnTo>
                    <a:pt x="458419" y="283210"/>
                  </a:lnTo>
                  <a:lnTo>
                    <a:pt x="458419" y="278714"/>
                  </a:lnTo>
                  <a:lnTo>
                    <a:pt x="457644" y="278130"/>
                  </a:lnTo>
                  <a:lnTo>
                    <a:pt x="455764" y="278130"/>
                  </a:lnTo>
                  <a:lnTo>
                    <a:pt x="453199" y="276860"/>
                  </a:lnTo>
                  <a:lnTo>
                    <a:pt x="450265" y="278130"/>
                  </a:lnTo>
                  <a:lnTo>
                    <a:pt x="445681" y="280670"/>
                  </a:lnTo>
                  <a:lnTo>
                    <a:pt x="443839" y="283210"/>
                  </a:lnTo>
                  <a:lnTo>
                    <a:pt x="443280" y="285750"/>
                  </a:lnTo>
                  <a:lnTo>
                    <a:pt x="443217" y="284480"/>
                  </a:lnTo>
                  <a:lnTo>
                    <a:pt x="443141" y="283210"/>
                  </a:lnTo>
                  <a:lnTo>
                    <a:pt x="443064" y="281940"/>
                  </a:lnTo>
                  <a:lnTo>
                    <a:pt x="443001" y="280670"/>
                  </a:lnTo>
                  <a:lnTo>
                    <a:pt x="442925" y="279400"/>
                  </a:lnTo>
                  <a:lnTo>
                    <a:pt x="442849" y="278130"/>
                  </a:lnTo>
                  <a:lnTo>
                    <a:pt x="442785" y="276860"/>
                  </a:lnTo>
                  <a:lnTo>
                    <a:pt x="441998" y="269240"/>
                  </a:lnTo>
                  <a:lnTo>
                    <a:pt x="442125" y="267970"/>
                  </a:lnTo>
                  <a:lnTo>
                    <a:pt x="442252" y="266700"/>
                  </a:lnTo>
                  <a:lnTo>
                    <a:pt x="442366" y="265430"/>
                  </a:lnTo>
                  <a:lnTo>
                    <a:pt x="442468" y="264160"/>
                  </a:lnTo>
                  <a:lnTo>
                    <a:pt x="442569" y="262890"/>
                  </a:lnTo>
                  <a:lnTo>
                    <a:pt x="442671" y="261620"/>
                  </a:lnTo>
                  <a:lnTo>
                    <a:pt x="442785" y="260350"/>
                  </a:lnTo>
                  <a:lnTo>
                    <a:pt x="442925" y="257810"/>
                  </a:lnTo>
                  <a:lnTo>
                    <a:pt x="441325" y="257810"/>
                  </a:lnTo>
                  <a:lnTo>
                    <a:pt x="439623" y="256540"/>
                  </a:lnTo>
                  <a:lnTo>
                    <a:pt x="437781" y="260350"/>
                  </a:lnTo>
                  <a:lnTo>
                    <a:pt x="432930" y="260350"/>
                  </a:lnTo>
                  <a:lnTo>
                    <a:pt x="425742" y="252730"/>
                  </a:lnTo>
                  <a:lnTo>
                    <a:pt x="425742" y="246380"/>
                  </a:lnTo>
                  <a:lnTo>
                    <a:pt x="426923" y="241300"/>
                  </a:lnTo>
                  <a:lnTo>
                    <a:pt x="429983" y="233680"/>
                  </a:lnTo>
                  <a:lnTo>
                    <a:pt x="431977" y="228600"/>
                  </a:lnTo>
                  <a:lnTo>
                    <a:pt x="432612" y="223520"/>
                  </a:lnTo>
                  <a:lnTo>
                    <a:pt x="432930" y="220980"/>
                  </a:lnTo>
                  <a:lnTo>
                    <a:pt x="432841" y="218440"/>
                  </a:lnTo>
                  <a:lnTo>
                    <a:pt x="434682" y="217170"/>
                  </a:lnTo>
                  <a:lnTo>
                    <a:pt x="437299" y="222250"/>
                  </a:lnTo>
                  <a:lnTo>
                    <a:pt x="439470" y="227330"/>
                  </a:lnTo>
                  <a:lnTo>
                    <a:pt x="442785" y="231140"/>
                  </a:lnTo>
                  <a:lnTo>
                    <a:pt x="443852" y="238760"/>
                  </a:lnTo>
                  <a:lnTo>
                    <a:pt x="448995" y="245110"/>
                  </a:lnTo>
                  <a:lnTo>
                    <a:pt x="456577" y="248920"/>
                  </a:lnTo>
                  <a:lnTo>
                    <a:pt x="462165" y="246380"/>
                  </a:lnTo>
                  <a:lnTo>
                    <a:pt x="464959" y="245110"/>
                  </a:lnTo>
                  <a:lnTo>
                    <a:pt x="459587" y="246380"/>
                  </a:lnTo>
                  <a:lnTo>
                    <a:pt x="455790" y="241300"/>
                  </a:lnTo>
                  <a:lnTo>
                    <a:pt x="453402" y="236220"/>
                  </a:lnTo>
                  <a:lnTo>
                    <a:pt x="454355" y="236220"/>
                  </a:lnTo>
                  <a:lnTo>
                    <a:pt x="457974" y="237490"/>
                  </a:lnTo>
                  <a:lnTo>
                    <a:pt x="461835" y="241300"/>
                  </a:lnTo>
                  <a:lnTo>
                    <a:pt x="474002" y="241300"/>
                  </a:lnTo>
                  <a:lnTo>
                    <a:pt x="475411" y="236220"/>
                  </a:lnTo>
                  <a:lnTo>
                    <a:pt x="476110" y="233680"/>
                  </a:lnTo>
                  <a:lnTo>
                    <a:pt x="477164" y="229870"/>
                  </a:lnTo>
                  <a:lnTo>
                    <a:pt x="475043" y="232410"/>
                  </a:lnTo>
                  <a:lnTo>
                    <a:pt x="470611" y="233680"/>
                  </a:lnTo>
                  <a:lnTo>
                    <a:pt x="467575" y="233680"/>
                  </a:lnTo>
                  <a:lnTo>
                    <a:pt x="469087" y="232410"/>
                  </a:lnTo>
                  <a:lnTo>
                    <a:pt x="472109" y="229870"/>
                  </a:lnTo>
                  <a:lnTo>
                    <a:pt x="474484" y="224790"/>
                  </a:lnTo>
                  <a:lnTo>
                    <a:pt x="474484" y="218440"/>
                  </a:lnTo>
                  <a:lnTo>
                    <a:pt x="468680" y="199390"/>
                  </a:lnTo>
                  <a:lnTo>
                    <a:pt x="443090" y="173990"/>
                  </a:lnTo>
                  <a:lnTo>
                    <a:pt x="437273" y="157480"/>
                  </a:lnTo>
                  <a:lnTo>
                    <a:pt x="437273" y="147320"/>
                  </a:lnTo>
                  <a:lnTo>
                    <a:pt x="446354" y="140970"/>
                  </a:lnTo>
                  <a:lnTo>
                    <a:pt x="455129" y="140970"/>
                  </a:lnTo>
                  <a:lnTo>
                    <a:pt x="456984" y="142240"/>
                  </a:lnTo>
                  <a:lnTo>
                    <a:pt x="458419" y="142240"/>
                  </a:lnTo>
                  <a:lnTo>
                    <a:pt x="456082" y="144780"/>
                  </a:lnTo>
                  <a:lnTo>
                    <a:pt x="454748" y="148590"/>
                  </a:lnTo>
                  <a:lnTo>
                    <a:pt x="454875" y="153670"/>
                  </a:lnTo>
                  <a:lnTo>
                    <a:pt x="461048" y="165100"/>
                  </a:lnTo>
                  <a:lnTo>
                    <a:pt x="473748" y="172720"/>
                  </a:lnTo>
                  <a:lnTo>
                    <a:pt x="486371" y="177800"/>
                  </a:lnTo>
                  <a:lnTo>
                    <a:pt x="492290" y="184150"/>
                  </a:lnTo>
                  <a:close/>
                </a:path>
              </a:pathLst>
            </a:custGeom>
            <a:solidFill>
              <a:srgbClr val="FFFFFF"/>
            </a:solidFill>
          </p:spPr>
          <p:txBody>
            <a:bodyPr wrap="square" lIns="0" tIns="0" rIns="0" bIns="0" rtlCol="0"/>
            <a:lstStyle/>
            <a:p>
              <a:endParaRPr/>
            </a:p>
          </p:txBody>
        </p:sp>
        <p:pic>
          <p:nvPicPr>
            <p:cNvPr id="8" name="object 8"/>
            <p:cNvPicPr>
              <a:picLocks noGrp="1" noRot="1" noMove="1" noResize="1" noEditPoints="1" noAdjustHandles="1" noChangeArrowheads="1" noChangeShapeType="1" noCrop="1"/>
            </p:cNvPicPr>
            <p:nvPr/>
          </p:nvPicPr>
          <p:blipFill>
            <a:blip r:embed="rId5" cstate="print"/>
            <a:stretch>
              <a:fillRect/>
            </a:stretch>
          </p:blipFill>
          <p:spPr>
            <a:xfrm>
              <a:off x="723307" y="1028083"/>
              <a:ext cx="162182" cy="202135"/>
            </a:xfrm>
            <a:prstGeom prst="rect">
              <a:avLst/>
            </a:prstGeom>
          </p:spPr>
        </p:pic>
        <p:pic>
          <p:nvPicPr>
            <p:cNvPr id="9" name="object 9"/>
            <p:cNvPicPr>
              <a:picLocks noGrp="1" noRot="1" noMove="1" noResize="1" noEditPoints="1" noAdjustHandles="1" noChangeArrowheads="1" noChangeShapeType="1" noCrop="1"/>
            </p:cNvPicPr>
            <p:nvPr/>
          </p:nvPicPr>
          <p:blipFill>
            <a:blip r:embed="rId6" cstate="print"/>
            <a:stretch>
              <a:fillRect/>
            </a:stretch>
          </p:blipFill>
          <p:spPr>
            <a:xfrm>
              <a:off x="928447" y="1028087"/>
              <a:ext cx="167248" cy="197425"/>
            </a:xfrm>
            <a:prstGeom prst="rect">
              <a:avLst/>
            </a:prstGeom>
          </p:spPr>
        </p:pic>
        <p:sp>
          <p:nvSpPr>
            <p:cNvPr id="10" name="object 10"/>
            <p:cNvSpPr>
              <a:spLocks noGrp="1" noRot="1" noMove="1" noResize="1" noEditPoints="1" noAdjustHandles="1" noChangeArrowheads="1" noChangeShapeType="1"/>
            </p:cNvSpPr>
            <p:nvPr/>
          </p:nvSpPr>
          <p:spPr>
            <a:xfrm>
              <a:off x="1195451" y="1028089"/>
              <a:ext cx="160020" cy="197485"/>
            </a:xfrm>
            <a:custGeom>
              <a:avLst/>
              <a:gdLst/>
              <a:ahLst/>
              <a:cxnLst/>
              <a:rect l="l" t="t" r="r" b="b"/>
              <a:pathLst>
                <a:path w="160019" h="197484">
                  <a:moveTo>
                    <a:pt x="159918" y="0"/>
                  </a:moveTo>
                  <a:lnTo>
                    <a:pt x="133070" y="0"/>
                  </a:lnTo>
                  <a:lnTo>
                    <a:pt x="133070" y="85432"/>
                  </a:lnTo>
                  <a:lnTo>
                    <a:pt x="26835" y="85432"/>
                  </a:lnTo>
                  <a:lnTo>
                    <a:pt x="26835" y="0"/>
                  </a:lnTo>
                  <a:lnTo>
                    <a:pt x="0" y="0"/>
                  </a:lnTo>
                  <a:lnTo>
                    <a:pt x="0" y="85432"/>
                  </a:lnTo>
                  <a:lnTo>
                    <a:pt x="0" y="106794"/>
                  </a:lnTo>
                  <a:lnTo>
                    <a:pt x="0" y="197243"/>
                  </a:lnTo>
                  <a:lnTo>
                    <a:pt x="26835" y="197243"/>
                  </a:lnTo>
                  <a:lnTo>
                    <a:pt x="26835" y="106794"/>
                  </a:lnTo>
                  <a:lnTo>
                    <a:pt x="133070" y="106794"/>
                  </a:lnTo>
                  <a:lnTo>
                    <a:pt x="133070" y="197243"/>
                  </a:lnTo>
                  <a:lnTo>
                    <a:pt x="159918" y="197243"/>
                  </a:lnTo>
                  <a:lnTo>
                    <a:pt x="159918" y="106794"/>
                  </a:lnTo>
                  <a:lnTo>
                    <a:pt x="159918" y="85432"/>
                  </a:lnTo>
                  <a:lnTo>
                    <a:pt x="159918" y="0"/>
                  </a:lnTo>
                  <a:close/>
                </a:path>
              </a:pathLst>
            </a:custGeom>
            <a:solidFill>
              <a:srgbClr val="FFFFFF"/>
            </a:solidFill>
          </p:spPr>
          <p:txBody>
            <a:bodyPr wrap="square" lIns="0" tIns="0" rIns="0" bIns="0" rtlCol="0"/>
            <a:lstStyle/>
            <a:p>
              <a:endParaRPr/>
            </a:p>
          </p:txBody>
        </p:sp>
        <p:pic>
          <p:nvPicPr>
            <p:cNvPr id="11" name="object 11"/>
            <p:cNvPicPr>
              <a:picLocks noGrp="1" noRot="1" noMove="1" noResize="1" noEditPoints="1" noAdjustHandles="1" noChangeArrowheads="1" noChangeShapeType="1" noCrop="1"/>
            </p:cNvPicPr>
            <p:nvPr/>
          </p:nvPicPr>
          <p:blipFill>
            <a:blip r:embed="rId7" cstate="print"/>
            <a:stretch>
              <a:fillRect/>
            </a:stretch>
          </p:blipFill>
          <p:spPr>
            <a:xfrm>
              <a:off x="1387592" y="1079243"/>
              <a:ext cx="289038" cy="149587"/>
            </a:xfrm>
            <a:prstGeom prst="rect">
              <a:avLst/>
            </a:prstGeom>
          </p:spPr>
        </p:pic>
        <p:sp>
          <p:nvSpPr>
            <p:cNvPr id="12" name="object 12"/>
            <p:cNvSpPr>
              <a:spLocks noGrp="1" noRot="1" noMove="1" noResize="1" noEditPoints="1" noAdjustHandles="1" noChangeArrowheads="1" noChangeShapeType="1"/>
            </p:cNvSpPr>
            <p:nvPr/>
          </p:nvSpPr>
          <p:spPr>
            <a:xfrm>
              <a:off x="1700362" y="1028087"/>
              <a:ext cx="24130" cy="197485"/>
            </a:xfrm>
            <a:custGeom>
              <a:avLst/>
              <a:gdLst/>
              <a:ahLst/>
              <a:cxnLst/>
              <a:rect l="l" t="t" r="r" b="b"/>
              <a:pathLst>
                <a:path w="24130" h="197484">
                  <a:moveTo>
                    <a:pt x="24017" y="197425"/>
                  </a:moveTo>
                  <a:lnTo>
                    <a:pt x="0" y="197425"/>
                  </a:lnTo>
                  <a:lnTo>
                    <a:pt x="0" y="0"/>
                  </a:lnTo>
                  <a:lnTo>
                    <a:pt x="24017" y="0"/>
                  </a:lnTo>
                  <a:lnTo>
                    <a:pt x="24017" y="197425"/>
                  </a:lnTo>
                  <a:close/>
                </a:path>
              </a:pathLst>
            </a:custGeom>
            <a:solidFill>
              <a:srgbClr val="FFFFFF"/>
            </a:solidFill>
          </p:spPr>
          <p:txBody>
            <a:bodyPr wrap="square" lIns="0" tIns="0" rIns="0" bIns="0" rtlCol="0"/>
            <a:lstStyle/>
            <a:p>
              <a:endParaRPr/>
            </a:p>
          </p:txBody>
        </p:sp>
        <p:pic>
          <p:nvPicPr>
            <p:cNvPr id="13" name="object 13"/>
            <p:cNvPicPr>
              <a:picLocks noGrp="1" noRot="1" noMove="1" noResize="1" noEditPoints="1" noAdjustHandles="1" noChangeArrowheads="1" noChangeShapeType="1" noCrop="1"/>
            </p:cNvPicPr>
            <p:nvPr/>
          </p:nvPicPr>
          <p:blipFill>
            <a:blip r:embed="rId8" cstate="print"/>
            <a:stretch>
              <a:fillRect/>
            </a:stretch>
          </p:blipFill>
          <p:spPr>
            <a:xfrm>
              <a:off x="1746146" y="1039702"/>
              <a:ext cx="77972" cy="185820"/>
            </a:xfrm>
            <a:prstGeom prst="rect">
              <a:avLst/>
            </a:prstGeom>
          </p:spPr>
        </p:pic>
        <p:pic>
          <p:nvPicPr>
            <p:cNvPr id="14" name="object 14"/>
            <p:cNvPicPr>
              <a:picLocks noGrp="1" noRot="1" noMove="1" noResize="1" noEditPoints="1" noAdjustHandles="1" noChangeArrowheads="1" noChangeShapeType="1" noCrop="1"/>
            </p:cNvPicPr>
            <p:nvPr/>
          </p:nvPicPr>
          <p:blipFill>
            <a:blip r:embed="rId9" cstate="print"/>
            <a:stretch>
              <a:fillRect/>
            </a:stretch>
          </p:blipFill>
          <p:spPr>
            <a:xfrm>
              <a:off x="1850678" y="1028087"/>
              <a:ext cx="120924" cy="197425"/>
            </a:xfrm>
            <a:prstGeom prst="rect">
              <a:avLst/>
            </a:prstGeom>
          </p:spPr>
        </p:pic>
        <p:pic>
          <p:nvPicPr>
            <p:cNvPr id="15" name="object 15"/>
            <p:cNvPicPr>
              <a:picLocks noGrp="1" noRot="1" noMove="1" noResize="1" noEditPoints="1" noAdjustHandles="1" noChangeArrowheads="1" noChangeShapeType="1" noCrop="1"/>
            </p:cNvPicPr>
            <p:nvPr/>
          </p:nvPicPr>
          <p:blipFill>
            <a:blip r:embed="rId10" cstate="print"/>
            <a:stretch>
              <a:fillRect/>
            </a:stretch>
          </p:blipFill>
          <p:spPr>
            <a:xfrm>
              <a:off x="712861" y="1314126"/>
              <a:ext cx="162182" cy="206814"/>
            </a:xfrm>
            <a:prstGeom prst="rect">
              <a:avLst/>
            </a:prstGeom>
          </p:spPr>
        </p:pic>
        <p:pic>
          <p:nvPicPr>
            <p:cNvPr id="16" name="object 16"/>
            <p:cNvPicPr>
              <a:picLocks noGrp="1" noRot="1" noMove="1" noResize="1" noEditPoints="1" noAdjustHandles="1" noChangeArrowheads="1" noChangeShapeType="1" noCrop="1"/>
            </p:cNvPicPr>
            <p:nvPr/>
          </p:nvPicPr>
          <p:blipFill>
            <a:blip r:embed="rId11" cstate="print"/>
            <a:stretch>
              <a:fillRect/>
            </a:stretch>
          </p:blipFill>
          <p:spPr>
            <a:xfrm>
              <a:off x="895674" y="1369975"/>
              <a:ext cx="284513" cy="149595"/>
            </a:xfrm>
            <a:prstGeom prst="rect">
              <a:avLst/>
            </a:prstGeom>
          </p:spPr>
        </p:pic>
        <p:pic>
          <p:nvPicPr>
            <p:cNvPr id="17" name="object 17"/>
            <p:cNvPicPr>
              <a:picLocks noGrp="1" noRot="1" noMove="1" noResize="1" noEditPoints="1" noAdjustHandles="1" noChangeArrowheads="1" noChangeShapeType="1" noCrop="1"/>
            </p:cNvPicPr>
            <p:nvPr/>
          </p:nvPicPr>
          <p:blipFill>
            <a:blip r:embed="rId12" cstate="print"/>
            <a:stretch>
              <a:fillRect/>
            </a:stretch>
          </p:blipFill>
          <p:spPr>
            <a:xfrm>
              <a:off x="1207038" y="1373286"/>
              <a:ext cx="120924" cy="146279"/>
            </a:xfrm>
            <a:prstGeom prst="rect">
              <a:avLst/>
            </a:prstGeom>
          </p:spPr>
        </p:pic>
        <p:pic>
          <p:nvPicPr>
            <p:cNvPr id="18" name="object 18"/>
            <p:cNvPicPr>
              <a:picLocks noGrp="1" noRot="1" noMove="1" noResize="1" noEditPoints="1" noAdjustHandles="1" noChangeArrowheads="1" noChangeShapeType="1" noCrop="1"/>
            </p:cNvPicPr>
            <p:nvPr/>
          </p:nvPicPr>
          <p:blipFill>
            <a:blip r:embed="rId13" cstate="print"/>
            <a:stretch>
              <a:fillRect/>
            </a:stretch>
          </p:blipFill>
          <p:spPr>
            <a:xfrm>
              <a:off x="1363291" y="1369976"/>
              <a:ext cx="76848" cy="146279"/>
            </a:xfrm>
            <a:prstGeom prst="rect">
              <a:avLst/>
            </a:prstGeom>
          </p:spPr>
        </p:pic>
        <p:sp>
          <p:nvSpPr>
            <p:cNvPr id="19" name="object 19"/>
            <p:cNvSpPr>
              <a:spLocks noGrp="1" noRot="1" noMove="1" noResize="1" noEditPoints="1" noAdjustHandles="1" noChangeArrowheads="1" noChangeShapeType="1"/>
            </p:cNvSpPr>
            <p:nvPr/>
          </p:nvSpPr>
          <p:spPr>
            <a:xfrm>
              <a:off x="1459636" y="1318843"/>
              <a:ext cx="24130" cy="197485"/>
            </a:xfrm>
            <a:custGeom>
              <a:avLst/>
              <a:gdLst/>
              <a:ahLst/>
              <a:cxnLst/>
              <a:rect l="l" t="t" r="r" b="b"/>
              <a:pathLst>
                <a:path w="24130" h="197484">
                  <a:moveTo>
                    <a:pt x="24015" y="54457"/>
                  </a:moveTo>
                  <a:lnTo>
                    <a:pt x="0" y="54457"/>
                  </a:lnTo>
                  <a:lnTo>
                    <a:pt x="0" y="197421"/>
                  </a:lnTo>
                  <a:lnTo>
                    <a:pt x="24015" y="197421"/>
                  </a:lnTo>
                  <a:lnTo>
                    <a:pt x="24015" y="54457"/>
                  </a:lnTo>
                  <a:close/>
                </a:path>
                <a:path w="24130" h="197484">
                  <a:moveTo>
                    <a:pt x="24015" y="0"/>
                  </a:moveTo>
                  <a:lnTo>
                    <a:pt x="0" y="0"/>
                  </a:lnTo>
                  <a:lnTo>
                    <a:pt x="0" y="28752"/>
                  </a:lnTo>
                  <a:lnTo>
                    <a:pt x="24015" y="28752"/>
                  </a:lnTo>
                  <a:lnTo>
                    <a:pt x="24015" y="0"/>
                  </a:lnTo>
                  <a:close/>
                </a:path>
              </a:pathLst>
            </a:custGeom>
            <a:solidFill>
              <a:srgbClr val="FFFFFF"/>
            </a:solidFill>
          </p:spPr>
          <p:txBody>
            <a:bodyPr wrap="square" lIns="0" tIns="0" rIns="0" bIns="0" rtlCol="0"/>
            <a:lstStyle/>
            <a:p>
              <a:endParaRPr/>
            </a:p>
          </p:txBody>
        </p:sp>
        <p:pic>
          <p:nvPicPr>
            <p:cNvPr id="20" name="object 20"/>
            <p:cNvPicPr>
              <a:picLocks noGrp="1" noRot="1" noMove="1" noResize="1" noEditPoints="1" noAdjustHandles="1" noChangeArrowheads="1" noChangeShapeType="1" noCrop="1"/>
            </p:cNvPicPr>
            <p:nvPr/>
          </p:nvPicPr>
          <p:blipFill>
            <a:blip r:embed="rId14" cstate="print"/>
            <a:stretch>
              <a:fillRect/>
            </a:stretch>
          </p:blipFill>
          <p:spPr>
            <a:xfrm>
              <a:off x="1505414" y="1330435"/>
              <a:ext cx="225455" cy="243047"/>
            </a:xfrm>
            <a:prstGeom prst="rect">
              <a:avLst/>
            </a:prstGeom>
          </p:spPr>
        </p:pic>
        <p:pic>
          <p:nvPicPr>
            <p:cNvPr id="21" name="object 21"/>
            <p:cNvPicPr>
              <a:picLocks noGrp="1" noRot="1" noMove="1" noResize="1" noEditPoints="1" noAdjustHandles="1" noChangeArrowheads="1" noChangeShapeType="1" noCrop="1"/>
            </p:cNvPicPr>
            <p:nvPr/>
          </p:nvPicPr>
          <p:blipFill>
            <a:blip r:embed="rId15" cstate="print"/>
            <a:stretch>
              <a:fillRect/>
            </a:stretch>
          </p:blipFill>
          <p:spPr>
            <a:xfrm>
              <a:off x="700430" y="1609553"/>
              <a:ext cx="329161" cy="255481"/>
            </a:xfrm>
            <a:prstGeom prst="rect">
              <a:avLst/>
            </a:prstGeom>
          </p:spPr>
        </p:pic>
        <p:pic>
          <p:nvPicPr>
            <p:cNvPr id="22" name="object 22"/>
            <p:cNvPicPr>
              <a:picLocks noGrp="1" noRot="1" noMove="1" noResize="1" noEditPoints="1" noAdjustHandles="1" noChangeArrowheads="1" noChangeShapeType="1" noCrop="1"/>
            </p:cNvPicPr>
            <p:nvPr/>
          </p:nvPicPr>
          <p:blipFill>
            <a:blip r:embed="rId16" cstate="print"/>
            <a:stretch>
              <a:fillRect/>
            </a:stretch>
          </p:blipFill>
          <p:spPr>
            <a:xfrm>
              <a:off x="1057859" y="1660702"/>
              <a:ext cx="134761" cy="149579"/>
            </a:xfrm>
            <a:prstGeom prst="rect">
              <a:avLst/>
            </a:prstGeom>
          </p:spPr>
        </p:pic>
        <p:pic>
          <p:nvPicPr>
            <p:cNvPr id="23" name="object 23"/>
            <p:cNvPicPr>
              <a:picLocks noGrp="1" noRot="1" noMove="1" noResize="1" noEditPoints="1" noAdjustHandles="1" noChangeArrowheads="1" noChangeShapeType="1" noCrop="1"/>
            </p:cNvPicPr>
            <p:nvPr/>
          </p:nvPicPr>
          <p:blipFill>
            <a:blip r:embed="rId17" cstate="print"/>
            <a:stretch>
              <a:fillRect/>
            </a:stretch>
          </p:blipFill>
          <p:spPr>
            <a:xfrm>
              <a:off x="1217495" y="1660710"/>
              <a:ext cx="120924" cy="146263"/>
            </a:xfrm>
            <a:prstGeom prst="rect">
              <a:avLst/>
            </a:prstGeom>
          </p:spPr>
        </p:pic>
        <p:pic>
          <p:nvPicPr>
            <p:cNvPr id="24" name="object 24"/>
            <p:cNvPicPr>
              <a:picLocks noGrp="1" noRot="1" noMove="1" noResize="1" noEditPoints="1" noAdjustHandles="1" noChangeArrowheads="1" noChangeShapeType="1" noCrop="1"/>
            </p:cNvPicPr>
            <p:nvPr/>
          </p:nvPicPr>
          <p:blipFill>
            <a:blip r:embed="rId18" cstate="print"/>
            <a:stretch>
              <a:fillRect/>
            </a:stretch>
          </p:blipFill>
          <p:spPr>
            <a:xfrm>
              <a:off x="1366679" y="1660701"/>
              <a:ext cx="280563" cy="203500"/>
            </a:xfrm>
            <a:prstGeom prst="rect">
              <a:avLst/>
            </a:prstGeom>
          </p:spPr>
        </p:pic>
        <p:sp>
          <p:nvSpPr>
            <p:cNvPr id="25" name="object 25"/>
            <p:cNvSpPr>
              <a:spLocks noGrp="1" noRot="1" noMove="1" noResize="1" noEditPoints="1" noAdjustHandles="1" noChangeArrowheads="1" noChangeShapeType="1"/>
            </p:cNvSpPr>
            <p:nvPr/>
          </p:nvSpPr>
          <p:spPr>
            <a:xfrm>
              <a:off x="0" y="2362200"/>
              <a:ext cx="17348200" cy="6705600"/>
            </a:xfrm>
            <a:custGeom>
              <a:avLst/>
              <a:gdLst/>
              <a:ahLst/>
              <a:cxnLst/>
              <a:rect l="l" t="t" r="r" b="b"/>
              <a:pathLst>
                <a:path w="17348200" h="6705600">
                  <a:moveTo>
                    <a:pt x="17348200" y="0"/>
                  </a:moveTo>
                  <a:lnTo>
                    <a:pt x="0" y="0"/>
                  </a:lnTo>
                  <a:lnTo>
                    <a:pt x="0" y="6705600"/>
                  </a:lnTo>
                  <a:lnTo>
                    <a:pt x="17348200" y="6705600"/>
                  </a:lnTo>
                  <a:lnTo>
                    <a:pt x="17348200" y="0"/>
                  </a:lnTo>
                  <a:close/>
                </a:path>
              </a:pathLst>
            </a:custGeom>
            <a:solidFill>
              <a:srgbClr val="FFFFFF"/>
            </a:solidFill>
          </p:spPr>
          <p:txBody>
            <a:bodyPr wrap="square" lIns="0" tIns="0" rIns="0" bIns="0" rtlCol="0"/>
            <a:lstStyle/>
            <a:p>
              <a:endParaRPr/>
            </a:p>
          </p:txBody>
        </p:sp>
      </p:grpSp>
      <p:sp>
        <p:nvSpPr>
          <p:cNvPr id="26" name="object 26"/>
          <p:cNvSpPr txBox="1"/>
          <p:nvPr/>
        </p:nvSpPr>
        <p:spPr>
          <a:xfrm>
            <a:off x="5478823" y="5775573"/>
            <a:ext cx="4099422" cy="1897955"/>
          </a:xfrm>
          <a:prstGeom prst="rect">
            <a:avLst/>
          </a:prstGeom>
        </p:spPr>
        <p:txBody>
          <a:bodyPr vert="horz" wrap="square" lIns="0" tIns="177800" rIns="0" bIns="0" rtlCol="0">
            <a:spAutoFit/>
          </a:bodyPr>
          <a:lstStyle/>
          <a:p>
            <a:pPr marL="12700" algn="l" rtl="0" fontAlgn="base">
              <a:spcBef>
                <a:spcPts val="1400"/>
              </a:spcBef>
              <a:buClr>
                <a:srgbClr val="0F7E90"/>
              </a:buClr>
              <a:tabLst>
                <a:tab pos="207645" algn="l"/>
                <a:tab pos="2836545" algn="l"/>
              </a:tabLst>
            </a:pPr>
            <a:r>
              <a:rPr lang="en-GB" sz="2500">
                <a:solidFill>
                  <a:schemeClr val="bg1"/>
                </a:solidFill>
                <a:latin typeface="Arial" panose="020B0604020202020204" pitchFamily="34" charset="0"/>
                <a:cs typeface="Arial" panose="020B0604020202020204" pitchFamily="34" charset="0"/>
              </a:rPr>
              <a:t>increasing public awareness</a:t>
            </a:r>
          </a:p>
          <a:p>
            <a:pPr marL="12700" algn="l" rtl="0" fontAlgn="base">
              <a:spcBef>
                <a:spcPts val="1400"/>
              </a:spcBef>
              <a:buClr>
                <a:srgbClr val="0F7E90"/>
              </a:buClr>
              <a:tabLst>
                <a:tab pos="207645" algn="l"/>
                <a:tab pos="2836545" algn="l"/>
              </a:tabLst>
            </a:pPr>
            <a:r>
              <a:rPr lang="en-GB" sz="2500">
                <a:solidFill>
                  <a:schemeClr val="bg1"/>
                </a:solidFill>
                <a:latin typeface="Arial" panose="020B0604020202020204" pitchFamily="34" charset="0"/>
                <a:cs typeface="Arial" panose="020B0604020202020204" pitchFamily="34" charset="0"/>
              </a:rPr>
              <a:t>eloping and updating to</a:t>
            </a:r>
            <a:r>
              <a:rPr lang="en-US" sz="2500">
                <a:solidFill>
                  <a:schemeClr val="bg1"/>
                </a:solidFill>
                <a:latin typeface="Arial" panose="020B0604020202020204" pitchFamily="34" charset="0"/>
                <a:cs typeface="Arial" panose="020B0604020202020204" pitchFamily="34" charset="0"/>
              </a:rPr>
              <a:t> encourage the public to ‘Be Tick Aware</a:t>
            </a:r>
            <a:endParaRPr lang="en-GB" sz="2500">
              <a:latin typeface="Arial" panose="020B0604020202020204" pitchFamily="34" charset="0"/>
              <a:cs typeface="Arial" panose="020B0604020202020204" pitchFamily="34" charset="0"/>
            </a:endParaRPr>
          </a:p>
        </p:txBody>
      </p:sp>
      <p:sp>
        <p:nvSpPr>
          <p:cNvPr id="27" name="object 27"/>
          <p:cNvSpPr txBox="1">
            <a:spLocks noGrp="1"/>
          </p:cNvSpPr>
          <p:nvPr>
            <p:ph type="title"/>
          </p:nvPr>
        </p:nvSpPr>
        <p:spPr>
          <a:xfrm>
            <a:off x="2281297" y="449076"/>
            <a:ext cx="14613566" cy="1490152"/>
          </a:xfrm>
          <a:prstGeom prst="rect">
            <a:avLst/>
          </a:prstGeom>
        </p:spPr>
        <p:txBody>
          <a:bodyPr vert="horz" wrap="square" lIns="0" tIns="12700" rIns="0" bIns="0" rtlCol="0">
            <a:spAutoFit/>
          </a:bodyPr>
          <a:lstStyle/>
          <a:p>
            <a:pPr marL="12700">
              <a:lnSpc>
                <a:spcPct val="100000"/>
              </a:lnSpc>
              <a:spcBef>
                <a:spcPts val="100"/>
              </a:spcBef>
              <a:tabLst>
                <a:tab pos="2597150" algn="l"/>
              </a:tabLst>
            </a:pPr>
            <a:r>
              <a:rPr lang="en-GB" sz="4800" b="1" i="0" u="none" strike="noStrike">
                <a:solidFill>
                  <a:srgbClr val="92D050"/>
                </a:solidFill>
                <a:effectLst/>
                <a:latin typeface="Arial" panose="020B0604020202020204" pitchFamily="34" charset="0"/>
              </a:rPr>
              <a:t>Translating tick surveillance into local action in England</a:t>
            </a:r>
            <a:endParaRPr sz="4800">
              <a:solidFill>
                <a:srgbClr val="92D050"/>
              </a:solidFill>
              <a:latin typeface="Arial" panose="020B0604020202020204" pitchFamily="34" charset="0"/>
              <a:cs typeface="Arial" panose="020B0604020202020204" pitchFamily="34" charset="0"/>
            </a:endParaRPr>
          </a:p>
        </p:txBody>
      </p:sp>
      <p:pic>
        <p:nvPicPr>
          <p:cNvPr id="31" name="Picture 30" descr="A poster of a person and a child&#10;&#10;Description automatically generated">
            <a:extLst>
              <a:ext uri="{FF2B5EF4-FFF2-40B4-BE49-F238E27FC236}">
                <a16:creationId xmlns:a16="http://schemas.microsoft.com/office/drawing/2014/main" id="{DB181E7C-6924-5FD0-40AF-8DCB148863EA}"/>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165496" y="2727946"/>
            <a:ext cx="4999083" cy="5675990"/>
          </a:xfrm>
          <a:prstGeom prst="rect">
            <a:avLst/>
          </a:prstGeom>
        </p:spPr>
      </p:pic>
      <p:pic>
        <p:nvPicPr>
          <p:cNvPr id="28" name="Picture 27" descr="A map of england with different colored areas&#10;&#10;Description automatically generated">
            <a:extLst>
              <a:ext uri="{FF2B5EF4-FFF2-40B4-BE49-F238E27FC236}">
                <a16:creationId xmlns:a16="http://schemas.microsoft.com/office/drawing/2014/main" id="{7853968B-3322-F235-E6BF-634A03AD4EBC}"/>
              </a:ext>
            </a:extLst>
          </p:cNvPr>
          <p:cNvPicPr>
            <a:picLocks noChangeAspect="1"/>
          </p:cNvPicPr>
          <p:nvPr/>
        </p:nvPicPr>
        <p:blipFill>
          <a:blip r:embed="rId20"/>
          <a:stretch>
            <a:fillRect/>
          </a:stretch>
        </p:blipFill>
        <p:spPr>
          <a:xfrm>
            <a:off x="9578245" y="3023534"/>
            <a:ext cx="7761817" cy="5724733"/>
          </a:xfrm>
          <a:prstGeom prst="rect">
            <a:avLst/>
          </a:prstGeom>
        </p:spPr>
      </p:pic>
      <p:sp>
        <p:nvSpPr>
          <p:cNvPr id="29" name="Rectangle 28">
            <a:extLst>
              <a:ext uri="{FF2B5EF4-FFF2-40B4-BE49-F238E27FC236}">
                <a16:creationId xmlns:a16="http://schemas.microsoft.com/office/drawing/2014/main" id="{F837A7A6-5EB2-8600-27BD-56F7D5BED632}"/>
              </a:ext>
            </a:extLst>
          </p:cNvPr>
          <p:cNvSpPr/>
          <p:nvPr/>
        </p:nvSpPr>
        <p:spPr>
          <a:xfrm>
            <a:off x="5304792" y="3401138"/>
            <a:ext cx="4031558" cy="1559019"/>
          </a:xfrm>
          <a:prstGeom prst="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07645" indent="-194945" algn="ctr" rtl="0" fontAlgn="base">
              <a:spcBef>
                <a:spcPts val="1400"/>
              </a:spcBef>
              <a:buClr>
                <a:srgbClr val="0F7E90"/>
              </a:buClr>
              <a:buFont typeface="Minion Pro"/>
              <a:buChar char="•"/>
              <a:tabLst>
                <a:tab pos="207645" algn="l"/>
                <a:tab pos="2836545" algn="l"/>
              </a:tabLst>
            </a:pPr>
            <a:r>
              <a:rPr lang="en-GB" sz="2000">
                <a:solidFill>
                  <a:schemeClr val="bg1"/>
                </a:solidFill>
                <a:latin typeface="Arial" panose="020B0604020202020204" pitchFamily="34" charset="0"/>
                <a:cs typeface="Arial" panose="020B0604020202020204" pitchFamily="34" charset="0"/>
              </a:rPr>
              <a:t>Developing indicators of tick risk and ​Lyme and increasing public awareness</a:t>
            </a:r>
          </a:p>
        </p:txBody>
      </p:sp>
      <p:sp>
        <p:nvSpPr>
          <p:cNvPr id="30" name="Rectangle 29">
            <a:extLst>
              <a:ext uri="{FF2B5EF4-FFF2-40B4-BE49-F238E27FC236}">
                <a16:creationId xmlns:a16="http://schemas.microsoft.com/office/drawing/2014/main" id="{7DB428F3-B949-B14D-31D8-7C10EC9454B5}"/>
              </a:ext>
            </a:extLst>
          </p:cNvPr>
          <p:cNvSpPr/>
          <p:nvPr/>
        </p:nvSpPr>
        <p:spPr>
          <a:xfrm>
            <a:off x="5330075" y="5106392"/>
            <a:ext cx="4006275" cy="1559019"/>
          </a:xfrm>
          <a:prstGeom prst="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07645" indent="-194945" algn="ctr" rtl="0" fontAlgn="base">
              <a:spcBef>
                <a:spcPts val="1400"/>
              </a:spcBef>
              <a:buClr>
                <a:srgbClr val="0F7E90"/>
              </a:buClr>
              <a:buFont typeface="Minion Pro"/>
              <a:buChar char="•"/>
              <a:tabLst>
                <a:tab pos="207645" algn="l"/>
                <a:tab pos="2836545" algn="l"/>
              </a:tabLst>
            </a:pPr>
            <a:r>
              <a:rPr lang="en-GB" sz="2000">
                <a:solidFill>
                  <a:schemeClr val="bg1"/>
                </a:solidFill>
                <a:latin typeface="Arial" panose="020B0604020202020204" pitchFamily="34" charset="0"/>
                <a:cs typeface="Arial" panose="020B0604020202020204" pitchFamily="34" charset="0"/>
              </a:rPr>
              <a:t>Developing and updating the Tick Awareness Toolkit</a:t>
            </a:r>
          </a:p>
        </p:txBody>
      </p:sp>
      <p:sp>
        <p:nvSpPr>
          <p:cNvPr id="33" name="Rectangle 32">
            <a:extLst>
              <a:ext uri="{FF2B5EF4-FFF2-40B4-BE49-F238E27FC236}">
                <a16:creationId xmlns:a16="http://schemas.microsoft.com/office/drawing/2014/main" id="{89D3E670-1077-45E8-4064-663C9EE2959D}"/>
              </a:ext>
            </a:extLst>
          </p:cNvPr>
          <p:cNvSpPr/>
          <p:nvPr/>
        </p:nvSpPr>
        <p:spPr>
          <a:xfrm>
            <a:off x="5330076" y="6811646"/>
            <a:ext cx="4006275" cy="1559018"/>
          </a:xfrm>
          <a:prstGeom prst="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07645" indent="-194945" algn="ctr" rtl="0" fontAlgn="base">
              <a:spcBef>
                <a:spcPts val="1400"/>
              </a:spcBef>
              <a:buClr>
                <a:srgbClr val="0F7E90"/>
              </a:buClr>
              <a:buFont typeface="Minion Pro"/>
              <a:buChar char="•"/>
              <a:tabLst>
                <a:tab pos="207645" algn="l"/>
                <a:tab pos="2836545" algn="l"/>
              </a:tabLst>
            </a:pPr>
            <a:r>
              <a:rPr lang="en-GB" sz="2000">
                <a:solidFill>
                  <a:schemeClr val="bg1"/>
                </a:solidFill>
                <a:latin typeface="Arial" panose="020B0604020202020204" pitchFamily="34" charset="0"/>
                <a:cs typeface="Arial" panose="020B0604020202020204" pitchFamily="34" charset="0"/>
              </a:rPr>
              <a:t>Communications and campaigns activity to increase public awareness</a:t>
            </a:r>
          </a:p>
        </p:txBody>
      </p:sp>
    </p:spTree>
    <p:extLst>
      <p:ext uri="{BB962C8B-B14F-4D97-AF65-F5344CB8AC3E}">
        <p14:creationId xmlns:p14="http://schemas.microsoft.com/office/powerpoint/2010/main" val="32117738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a:grpSpLocks noGrp="1" noUngrp="1" noRot="1" noMove="1" noResize="1"/>
          </p:cNvGrpSpPr>
          <p:nvPr/>
        </p:nvGrpSpPr>
        <p:grpSpPr>
          <a:xfrm>
            <a:off x="0" y="0"/>
            <a:ext cx="17348200" cy="9753600"/>
            <a:chOff x="0" y="0"/>
            <a:chExt cx="17348200" cy="9753600"/>
          </a:xfrm>
        </p:grpSpPr>
        <p:sp>
          <p:nvSpPr>
            <p:cNvPr id="3" name="object 3"/>
            <p:cNvSpPr>
              <a:spLocks noGrp="1" noRot="1" noMove="1" noResize="1" noEditPoints="1" noAdjustHandles="1" noChangeArrowheads="1" noChangeShapeType="1"/>
            </p:cNvSpPr>
            <p:nvPr/>
          </p:nvSpPr>
          <p:spPr>
            <a:xfrm>
              <a:off x="580440" y="535698"/>
              <a:ext cx="431165" cy="1273810"/>
            </a:xfrm>
            <a:custGeom>
              <a:avLst/>
              <a:gdLst/>
              <a:ahLst/>
              <a:cxnLst/>
              <a:rect l="l" t="t" r="r" b="b"/>
              <a:pathLst>
                <a:path w="431165" h="1273810">
                  <a:moveTo>
                    <a:pt x="23545" y="0"/>
                  </a:moveTo>
                  <a:lnTo>
                    <a:pt x="0" y="0"/>
                  </a:lnTo>
                  <a:lnTo>
                    <a:pt x="0" y="1273492"/>
                  </a:lnTo>
                  <a:lnTo>
                    <a:pt x="23545" y="1273492"/>
                  </a:lnTo>
                  <a:lnTo>
                    <a:pt x="23545" y="0"/>
                  </a:lnTo>
                  <a:close/>
                </a:path>
                <a:path w="431165" h="1273810">
                  <a:moveTo>
                    <a:pt x="300494" y="65722"/>
                  </a:moveTo>
                  <a:lnTo>
                    <a:pt x="298564" y="63982"/>
                  </a:lnTo>
                  <a:lnTo>
                    <a:pt x="294246" y="63982"/>
                  </a:lnTo>
                  <a:lnTo>
                    <a:pt x="292481" y="65722"/>
                  </a:lnTo>
                  <a:lnTo>
                    <a:pt x="292481" y="70129"/>
                  </a:lnTo>
                  <a:lnTo>
                    <a:pt x="294246" y="71729"/>
                  </a:lnTo>
                  <a:lnTo>
                    <a:pt x="298564" y="71729"/>
                  </a:lnTo>
                  <a:lnTo>
                    <a:pt x="300494" y="70129"/>
                  </a:lnTo>
                  <a:lnTo>
                    <a:pt x="300494" y="67830"/>
                  </a:lnTo>
                  <a:lnTo>
                    <a:pt x="300494" y="65722"/>
                  </a:lnTo>
                  <a:close/>
                </a:path>
                <a:path w="431165" h="1273810">
                  <a:moveTo>
                    <a:pt x="301802" y="56197"/>
                  </a:moveTo>
                  <a:lnTo>
                    <a:pt x="299999" y="54305"/>
                  </a:lnTo>
                  <a:lnTo>
                    <a:pt x="295567" y="54305"/>
                  </a:lnTo>
                  <a:lnTo>
                    <a:pt x="293725" y="56197"/>
                  </a:lnTo>
                  <a:lnTo>
                    <a:pt x="293725" y="60490"/>
                  </a:lnTo>
                  <a:lnTo>
                    <a:pt x="295567" y="62318"/>
                  </a:lnTo>
                  <a:lnTo>
                    <a:pt x="297764" y="62318"/>
                  </a:lnTo>
                  <a:lnTo>
                    <a:pt x="299999" y="62318"/>
                  </a:lnTo>
                  <a:lnTo>
                    <a:pt x="301802" y="60490"/>
                  </a:lnTo>
                  <a:lnTo>
                    <a:pt x="301802" y="56197"/>
                  </a:lnTo>
                  <a:close/>
                </a:path>
                <a:path w="431165" h="1273810">
                  <a:moveTo>
                    <a:pt x="302501" y="75171"/>
                  </a:moveTo>
                  <a:lnTo>
                    <a:pt x="300659" y="73393"/>
                  </a:lnTo>
                  <a:lnTo>
                    <a:pt x="296202" y="73393"/>
                  </a:lnTo>
                  <a:lnTo>
                    <a:pt x="294335" y="75171"/>
                  </a:lnTo>
                  <a:lnTo>
                    <a:pt x="294335" y="79565"/>
                  </a:lnTo>
                  <a:lnTo>
                    <a:pt x="296202" y="81343"/>
                  </a:lnTo>
                  <a:lnTo>
                    <a:pt x="300659" y="81343"/>
                  </a:lnTo>
                  <a:lnTo>
                    <a:pt x="302501" y="79565"/>
                  </a:lnTo>
                  <a:lnTo>
                    <a:pt x="302501" y="77470"/>
                  </a:lnTo>
                  <a:lnTo>
                    <a:pt x="302501" y="75171"/>
                  </a:lnTo>
                  <a:close/>
                </a:path>
                <a:path w="431165" h="1273810">
                  <a:moveTo>
                    <a:pt x="306197" y="47142"/>
                  </a:moveTo>
                  <a:lnTo>
                    <a:pt x="304342" y="45440"/>
                  </a:lnTo>
                  <a:lnTo>
                    <a:pt x="299999" y="45440"/>
                  </a:lnTo>
                  <a:lnTo>
                    <a:pt x="298157" y="47142"/>
                  </a:lnTo>
                  <a:lnTo>
                    <a:pt x="298157" y="51600"/>
                  </a:lnTo>
                  <a:lnTo>
                    <a:pt x="299999" y="53225"/>
                  </a:lnTo>
                  <a:lnTo>
                    <a:pt x="302221" y="53225"/>
                  </a:lnTo>
                  <a:lnTo>
                    <a:pt x="304342" y="53225"/>
                  </a:lnTo>
                  <a:lnTo>
                    <a:pt x="306197" y="51600"/>
                  </a:lnTo>
                  <a:lnTo>
                    <a:pt x="306197" y="47142"/>
                  </a:lnTo>
                  <a:close/>
                </a:path>
                <a:path w="431165" h="1273810">
                  <a:moveTo>
                    <a:pt x="314058" y="40386"/>
                  </a:moveTo>
                  <a:lnTo>
                    <a:pt x="312254" y="38684"/>
                  </a:lnTo>
                  <a:lnTo>
                    <a:pt x="307848" y="38684"/>
                  </a:lnTo>
                  <a:lnTo>
                    <a:pt x="305968" y="40386"/>
                  </a:lnTo>
                  <a:lnTo>
                    <a:pt x="305968" y="44856"/>
                  </a:lnTo>
                  <a:lnTo>
                    <a:pt x="307848" y="46507"/>
                  </a:lnTo>
                  <a:lnTo>
                    <a:pt x="309994" y="46507"/>
                  </a:lnTo>
                  <a:lnTo>
                    <a:pt x="312254" y="46507"/>
                  </a:lnTo>
                  <a:lnTo>
                    <a:pt x="314058" y="44856"/>
                  </a:lnTo>
                  <a:lnTo>
                    <a:pt x="314058" y="40386"/>
                  </a:lnTo>
                  <a:close/>
                </a:path>
                <a:path w="431165" h="1273810">
                  <a:moveTo>
                    <a:pt x="324015" y="37541"/>
                  </a:moveTo>
                  <a:lnTo>
                    <a:pt x="322148" y="35699"/>
                  </a:lnTo>
                  <a:lnTo>
                    <a:pt x="317741" y="35699"/>
                  </a:lnTo>
                  <a:lnTo>
                    <a:pt x="316001" y="37541"/>
                  </a:lnTo>
                  <a:lnTo>
                    <a:pt x="316001" y="41694"/>
                  </a:lnTo>
                  <a:lnTo>
                    <a:pt x="317741" y="43586"/>
                  </a:lnTo>
                  <a:lnTo>
                    <a:pt x="320052" y="43586"/>
                  </a:lnTo>
                  <a:lnTo>
                    <a:pt x="322148" y="43586"/>
                  </a:lnTo>
                  <a:lnTo>
                    <a:pt x="324015" y="41694"/>
                  </a:lnTo>
                  <a:lnTo>
                    <a:pt x="324015" y="37541"/>
                  </a:lnTo>
                  <a:close/>
                </a:path>
                <a:path w="431165" h="1273810">
                  <a:moveTo>
                    <a:pt x="334505" y="38442"/>
                  </a:moveTo>
                  <a:lnTo>
                    <a:pt x="332587" y="36753"/>
                  </a:lnTo>
                  <a:lnTo>
                    <a:pt x="328358" y="36753"/>
                  </a:lnTo>
                  <a:lnTo>
                    <a:pt x="326504" y="38442"/>
                  </a:lnTo>
                  <a:lnTo>
                    <a:pt x="326504" y="42710"/>
                  </a:lnTo>
                  <a:lnTo>
                    <a:pt x="328358" y="44526"/>
                  </a:lnTo>
                  <a:lnTo>
                    <a:pt x="330403" y="44526"/>
                  </a:lnTo>
                  <a:lnTo>
                    <a:pt x="332587" y="44526"/>
                  </a:lnTo>
                  <a:lnTo>
                    <a:pt x="334505" y="42710"/>
                  </a:lnTo>
                  <a:lnTo>
                    <a:pt x="334505" y="38442"/>
                  </a:lnTo>
                  <a:close/>
                </a:path>
                <a:path w="431165" h="1273810">
                  <a:moveTo>
                    <a:pt x="337553" y="77203"/>
                  </a:moveTo>
                  <a:lnTo>
                    <a:pt x="337032" y="71132"/>
                  </a:lnTo>
                  <a:lnTo>
                    <a:pt x="332727" y="66992"/>
                  </a:lnTo>
                  <a:lnTo>
                    <a:pt x="331863" y="64820"/>
                  </a:lnTo>
                  <a:lnTo>
                    <a:pt x="329653" y="69037"/>
                  </a:lnTo>
                  <a:lnTo>
                    <a:pt x="327596" y="71640"/>
                  </a:lnTo>
                  <a:lnTo>
                    <a:pt x="327914" y="74891"/>
                  </a:lnTo>
                  <a:lnTo>
                    <a:pt x="328345" y="78308"/>
                  </a:lnTo>
                  <a:lnTo>
                    <a:pt x="331863" y="80645"/>
                  </a:lnTo>
                  <a:lnTo>
                    <a:pt x="333540" y="84035"/>
                  </a:lnTo>
                  <a:lnTo>
                    <a:pt x="335064" y="80149"/>
                  </a:lnTo>
                  <a:lnTo>
                    <a:pt x="337553" y="77203"/>
                  </a:lnTo>
                  <a:close/>
                </a:path>
                <a:path w="431165" h="1273810">
                  <a:moveTo>
                    <a:pt x="344360" y="41186"/>
                  </a:moveTo>
                  <a:lnTo>
                    <a:pt x="342633" y="39420"/>
                  </a:lnTo>
                  <a:lnTo>
                    <a:pt x="338074" y="39420"/>
                  </a:lnTo>
                  <a:lnTo>
                    <a:pt x="336359" y="41186"/>
                  </a:lnTo>
                  <a:lnTo>
                    <a:pt x="336359" y="45580"/>
                  </a:lnTo>
                  <a:lnTo>
                    <a:pt x="338074" y="47307"/>
                  </a:lnTo>
                  <a:lnTo>
                    <a:pt x="340296" y="47307"/>
                  </a:lnTo>
                  <a:lnTo>
                    <a:pt x="342633" y="47307"/>
                  </a:lnTo>
                  <a:lnTo>
                    <a:pt x="344360" y="45580"/>
                  </a:lnTo>
                  <a:lnTo>
                    <a:pt x="344360" y="41186"/>
                  </a:lnTo>
                  <a:close/>
                </a:path>
                <a:path w="431165" h="1273810">
                  <a:moveTo>
                    <a:pt x="353720" y="45440"/>
                  </a:moveTo>
                  <a:lnTo>
                    <a:pt x="351980" y="43878"/>
                  </a:lnTo>
                  <a:lnTo>
                    <a:pt x="347649" y="43878"/>
                  </a:lnTo>
                  <a:lnTo>
                    <a:pt x="345732" y="45440"/>
                  </a:lnTo>
                  <a:lnTo>
                    <a:pt x="345732" y="49872"/>
                  </a:lnTo>
                  <a:lnTo>
                    <a:pt x="347649" y="51689"/>
                  </a:lnTo>
                  <a:lnTo>
                    <a:pt x="349656" y="51689"/>
                  </a:lnTo>
                  <a:lnTo>
                    <a:pt x="351980" y="51689"/>
                  </a:lnTo>
                  <a:lnTo>
                    <a:pt x="353720" y="49872"/>
                  </a:lnTo>
                  <a:lnTo>
                    <a:pt x="353720" y="45440"/>
                  </a:lnTo>
                  <a:close/>
                </a:path>
                <a:path w="431165" h="1273810">
                  <a:moveTo>
                    <a:pt x="358990" y="22199"/>
                  </a:moveTo>
                  <a:lnTo>
                    <a:pt x="353961" y="23253"/>
                  </a:lnTo>
                  <a:lnTo>
                    <a:pt x="350113" y="27165"/>
                  </a:lnTo>
                  <a:lnTo>
                    <a:pt x="349097" y="32194"/>
                  </a:lnTo>
                  <a:lnTo>
                    <a:pt x="358990" y="32194"/>
                  </a:lnTo>
                  <a:lnTo>
                    <a:pt x="358990" y="22199"/>
                  </a:lnTo>
                  <a:close/>
                </a:path>
                <a:path w="431165" h="1273810">
                  <a:moveTo>
                    <a:pt x="359194" y="52082"/>
                  </a:moveTo>
                  <a:lnTo>
                    <a:pt x="357606" y="51841"/>
                  </a:lnTo>
                  <a:lnTo>
                    <a:pt x="356069" y="51346"/>
                  </a:lnTo>
                  <a:lnTo>
                    <a:pt x="354660" y="50787"/>
                  </a:lnTo>
                  <a:lnTo>
                    <a:pt x="354660" y="68884"/>
                  </a:lnTo>
                  <a:lnTo>
                    <a:pt x="359194" y="68884"/>
                  </a:lnTo>
                  <a:lnTo>
                    <a:pt x="359194" y="52082"/>
                  </a:lnTo>
                  <a:close/>
                </a:path>
                <a:path w="431165" h="1273810">
                  <a:moveTo>
                    <a:pt x="368490" y="50774"/>
                  </a:moveTo>
                  <a:lnTo>
                    <a:pt x="367004" y="51346"/>
                  </a:lnTo>
                  <a:lnTo>
                    <a:pt x="365569" y="51828"/>
                  </a:lnTo>
                  <a:lnTo>
                    <a:pt x="363855" y="52082"/>
                  </a:lnTo>
                  <a:lnTo>
                    <a:pt x="363855" y="68872"/>
                  </a:lnTo>
                  <a:lnTo>
                    <a:pt x="368490" y="68872"/>
                  </a:lnTo>
                  <a:lnTo>
                    <a:pt x="368490" y="50774"/>
                  </a:lnTo>
                  <a:close/>
                </a:path>
                <a:path w="431165" h="1273810">
                  <a:moveTo>
                    <a:pt x="372084" y="4114"/>
                  </a:moveTo>
                  <a:lnTo>
                    <a:pt x="369938" y="6832"/>
                  </a:lnTo>
                  <a:lnTo>
                    <a:pt x="366166" y="9245"/>
                  </a:lnTo>
                  <a:lnTo>
                    <a:pt x="362978" y="9880"/>
                  </a:lnTo>
                  <a:lnTo>
                    <a:pt x="363347" y="6400"/>
                  </a:lnTo>
                  <a:lnTo>
                    <a:pt x="365455" y="3568"/>
                  </a:lnTo>
                  <a:lnTo>
                    <a:pt x="368274" y="0"/>
                  </a:lnTo>
                  <a:lnTo>
                    <a:pt x="354850" y="0"/>
                  </a:lnTo>
                  <a:lnTo>
                    <a:pt x="357619" y="3568"/>
                  </a:lnTo>
                  <a:lnTo>
                    <a:pt x="359740" y="6400"/>
                  </a:lnTo>
                  <a:lnTo>
                    <a:pt x="360172" y="9880"/>
                  </a:lnTo>
                  <a:lnTo>
                    <a:pt x="356920" y="9245"/>
                  </a:lnTo>
                  <a:lnTo>
                    <a:pt x="353174" y="6832"/>
                  </a:lnTo>
                  <a:lnTo>
                    <a:pt x="351015" y="4114"/>
                  </a:lnTo>
                  <a:lnTo>
                    <a:pt x="351015" y="17754"/>
                  </a:lnTo>
                  <a:lnTo>
                    <a:pt x="353174" y="14846"/>
                  </a:lnTo>
                  <a:lnTo>
                    <a:pt x="356844" y="12395"/>
                  </a:lnTo>
                  <a:lnTo>
                    <a:pt x="360172" y="11925"/>
                  </a:lnTo>
                  <a:lnTo>
                    <a:pt x="359702" y="15367"/>
                  </a:lnTo>
                  <a:lnTo>
                    <a:pt x="357352" y="18453"/>
                  </a:lnTo>
                  <a:lnTo>
                    <a:pt x="354571" y="20612"/>
                  </a:lnTo>
                  <a:lnTo>
                    <a:pt x="368490" y="20612"/>
                  </a:lnTo>
                  <a:lnTo>
                    <a:pt x="365645" y="18453"/>
                  </a:lnTo>
                  <a:lnTo>
                    <a:pt x="363448" y="15367"/>
                  </a:lnTo>
                  <a:lnTo>
                    <a:pt x="362978" y="11925"/>
                  </a:lnTo>
                  <a:lnTo>
                    <a:pt x="366293" y="12395"/>
                  </a:lnTo>
                  <a:lnTo>
                    <a:pt x="369938" y="14846"/>
                  </a:lnTo>
                  <a:lnTo>
                    <a:pt x="372084" y="17754"/>
                  </a:lnTo>
                  <a:lnTo>
                    <a:pt x="372084" y="4114"/>
                  </a:lnTo>
                  <a:close/>
                </a:path>
                <a:path w="431165" h="1273810">
                  <a:moveTo>
                    <a:pt x="373849" y="37109"/>
                  </a:moveTo>
                  <a:lnTo>
                    <a:pt x="349224" y="37109"/>
                  </a:lnTo>
                  <a:lnTo>
                    <a:pt x="350507" y="42595"/>
                  </a:lnTo>
                  <a:lnTo>
                    <a:pt x="355485" y="46570"/>
                  </a:lnTo>
                  <a:lnTo>
                    <a:pt x="367588" y="46570"/>
                  </a:lnTo>
                  <a:lnTo>
                    <a:pt x="372643" y="42595"/>
                  </a:lnTo>
                  <a:lnTo>
                    <a:pt x="373849" y="37109"/>
                  </a:lnTo>
                  <a:close/>
                </a:path>
                <a:path w="431165" h="1273810">
                  <a:moveTo>
                    <a:pt x="374015" y="32194"/>
                  </a:moveTo>
                  <a:lnTo>
                    <a:pt x="373087" y="27165"/>
                  </a:lnTo>
                  <a:lnTo>
                    <a:pt x="369163" y="23380"/>
                  </a:lnTo>
                  <a:lnTo>
                    <a:pt x="364197" y="22199"/>
                  </a:lnTo>
                  <a:lnTo>
                    <a:pt x="364197" y="32194"/>
                  </a:lnTo>
                  <a:lnTo>
                    <a:pt x="374015" y="32194"/>
                  </a:lnTo>
                  <a:close/>
                </a:path>
                <a:path w="431165" h="1273810">
                  <a:moveTo>
                    <a:pt x="377444" y="45427"/>
                  </a:moveTo>
                  <a:lnTo>
                    <a:pt x="375589" y="43865"/>
                  </a:lnTo>
                  <a:lnTo>
                    <a:pt x="371144" y="43865"/>
                  </a:lnTo>
                  <a:lnTo>
                    <a:pt x="369366" y="45427"/>
                  </a:lnTo>
                  <a:lnTo>
                    <a:pt x="369366" y="47663"/>
                  </a:lnTo>
                  <a:lnTo>
                    <a:pt x="369366" y="49872"/>
                  </a:lnTo>
                  <a:lnTo>
                    <a:pt x="371144" y="51689"/>
                  </a:lnTo>
                  <a:lnTo>
                    <a:pt x="375589" y="51689"/>
                  </a:lnTo>
                  <a:lnTo>
                    <a:pt x="377444" y="49872"/>
                  </a:lnTo>
                  <a:lnTo>
                    <a:pt x="377444" y="45427"/>
                  </a:lnTo>
                  <a:close/>
                </a:path>
                <a:path w="431165" h="1273810">
                  <a:moveTo>
                    <a:pt x="386740" y="41186"/>
                  </a:moveTo>
                  <a:lnTo>
                    <a:pt x="384873" y="39420"/>
                  </a:lnTo>
                  <a:lnTo>
                    <a:pt x="380593" y="39420"/>
                  </a:lnTo>
                  <a:lnTo>
                    <a:pt x="378726" y="41186"/>
                  </a:lnTo>
                  <a:lnTo>
                    <a:pt x="378726" y="45580"/>
                  </a:lnTo>
                  <a:lnTo>
                    <a:pt x="380593" y="47307"/>
                  </a:lnTo>
                  <a:lnTo>
                    <a:pt x="382701" y="47307"/>
                  </a:lnTo>
                  <a:lnTo>
                    <a:pt x="384873" y="47307"/>
                  </a:lnTo>
                  <a:lnTo>
                    <a:pt x="386740" y="45580"/>
                  </a:lnTo>
                  <a:lnTo>
                    <a:pt x="386740" y="41186"/>
                  </a:lnTo>
                  <a:close/>
                </a:path>
                <a:path w="431165" h="1273810">
                  <a:moveTo>
                    <a:pt x="395592" y="71640"/>
                  </a:moveTo>
                  <a:lnTo>
                    <a:pt x="393585" y="69037"/>
                  </a:lnTo>
                  <a:lnTo>
                    <a:pt x="391363" y="64820"/>
                  </a:lnTo>
                  <a:lnTo>
                    <a:pt x="390550" y="66992"/>
                  </a:lnTo>
                  <a:lnTo>
                    <a:pt x="386181" y="71132"/>
                  </a:lnTo>
                  <a:lnTo>
                    <a:pt x="385559" y="77203"/>
                  </a:lnTo>
                  <a:lnTo>
                    <a:pt x="388239" y="80149"/>
                  </a:lnTo>
                  <a:lnTo>
                    <a:pt x="389712" y="84035"/>
                  </a:lnTo>
                  <a:lnTo>
                    <a:pt x="391363" y="80645"/>
                  </a:lnTo>
                  <a:lnTo>
                    <a:pt x="394995" y="78308"/>
                  </a:lnTo>
                  <a:lnTo>
                    <a:pt x="395592" y="71640"/>
                  </a:lnTo>
                  <a:close/>
                </a:path>
                <a:path w="431165" h="1273810">
                  <a:moveTo>
                    <a:pt x="396595" y="38442"/>
                  </a:moveTo>
                  <a:lnTo>
                    <a:pt x="394919" y="36753"/>
                  </a:lnTo>
                  <a:lnTo>
                    <a:pt x="390410" y="36753"/>
                  </a:lnTo>
                  <a:lnTo>
                    <a:pt x="388632" y="38442"/>
                  </a:lnTo>
                  <a:lnTo>
                    <a:pt x="388632" y="42710"/>
                  </a:lnTo>
                  <a:lnTo>
                    <a:pt x="390410" y="44526"/>
                  </a:lnTo>
                  <a:lnTo>
                    <a:pt x="392633" y="44526"/>
                  </a:lnTo>
                  <a:lnTo>
                    <a:pt x="394919" y="44526"/>
                  </a:lnTo>
                  <a:lnTo>
                    <a:pt x="396595" y="42710"/>
                  </a:lnTo>
                  <a:lnTo>
                    <a:pt x="396595" y="38442"/>
                  </a:lnTo>
                  <a:close/>
                </a:path>
                <a:path w="431165" h="1273810">
                  <a:moveTo>
                    <a:pt x="407123" y="37541"/>
                  </a:moveTo>
                  <a:lnTo>
                    <a:pt x="405218" y="35699"/>
                  </a:lnTo>
                  <a:lnTo>
                    <a:pt x="400888" y="35699"/>
                  </a:lnTo>
                  <a:lnTo>
                    <a:pt x="399161" y="37541"/>
                  </a:lnTo>
                  <a:lnTo>
                    <a:pt x="399161" y="41694"/>
                  </a:lnTo>
                  <a:lnTo>
                    <a:pt x="400888" y="43586"/>
                  </a:lnTo>
                  <a:lnTo>
                    <a:pt x="403199" y="43586"/>
                  </a:lnTo>
                  <a:lnTo>
                    <a:pt x="405218" y="43586"/>
                  </a:lnTo>
                  <a:lnTo>
                    <a:pt x="407123" y="41694"/>
                  </a:lnTo>
                  <a:lnTo>
                    <a:pt x="407123" y="37541"/>
                  </a:lnTo>
                  <a:close/>
                </a:path>
                <a:path w="431165" h="1273810">
                  <a:moveTo>
                    <a:pt x="417156" y="40386"/>
                  </a:moveTo>
                  <a:lnTo>
                    <a:pt x="415315" y="38684"/>
                  </a:lnTo>
                  <a:lnTo>
                    <a:pt x="410819" y="38684"/>
                  </a:lnTo>
                  <a:lnTo>
                    <a:pt x="409079" y="40386"/>
                  </a:lnTo>
                  <a:lnTo>
                    <a:pt x="409079" y="44856"/>
                  </a:lnTo>
                  <a:lnTo>
                    <a:pt x="410819" y="46507"/>
                  </a:lnTo>
                  <a:lnTo>
                    <a:pt x="413131" y="46507"/>
                  </a:lnTo>
                  <a:lnTo>
                    <a:pt x="415315" y="46507"/>
                  </a:lnTo>
                  <a:lnTo>
                    <a:pt x="417156" y="44856"/>
                  </a:lnTo>
                  <a:lnTo>
                    <a:pt x="417156" y="40386"/>
                  </a:lnTo>
                  <a:close/>
                </a:path>
                <a:path w="431165" h="1273810">
                  <a:moveTo>
                    <a:pt x="424954" y="47142"/>
                  </a:moveTo>
                  <a:lnTo>
                    <a:pt x="423075" y="45440"/>
                  </a:lnTo>
                  <a:lnTo>
                    <a:pt x="418706" y="45440"/>
                  </a:lnTo>
                  <a:lnTo>
                    <a:pt x="416941" y="47142"/>
                  </a:lnTo>
                  <a:lnTo>
                    <a:pt x="416941" y="51600"/>
                  </a:lnTo>
                  <a:lnTo>
                    <a:pt x="418706" y="53225"/>
                  </a:lnTo>
                  <a:lnTo>
                    <a:pt x="421005" y="53225"/>
                  </a:lnTo>
                  <a:lnTo>
                    <a:pt x="423075" y="53225"/>
                  </a:lnTo>
                  <a:lnTo>
                    <a:pt x="424954" y="51600"/>
                  </a:lnTo>
                  <a:lnTo>
                    <a:pt x="424954" y="47142"/>
                  </a:lnTo>
                  <a:close/>
                </a:path>
                <a:path w="431165" h="1273810">
                  <a:moveTo>
                    <a:pt x="428637" y="75158"/>
                  </a:moveTo>
                  <a:lnTo>
                    <a:pt x="426923" y="73393"/>
                  </a:lnTo>
                  <a:lnTo>
                    <a:pt x="424726" y="73393"/>
                  </a:lnTo>
                  <a:lnTo>
                    <a:pt x="422478" y="73393"/>
                  </a:lnTo>
                  <a:lnTo>
                    <a:pt x="420598" y="75158"/>
                  </a:lnTo>
                  <a:lnTo>
                    <a:pt x="420598" y="79552"/>
                  </a:lnTo>
                  <a:lnTo>
                    <a:pt x="422478" y="81330"/>
                  </a:lnTo>
                  <a:lnTo>
                    <a:pt x="426923" y="81330"/>
                  </a:lnTo>
                  <a:lnTo>
                    <a:pt x="428637" y="79552"/>
                  </a:lnTo>
                  <a:lnTo>
                    <a:pt x="428637" y="75158"/>
                  </a:lnTo>
                  <a:close/>
                </a:path>
                <a:path w="431165" h="1273810">
                  <a:moveTo>
                    <a:pt x="429285" y="56184"/>
                  </a:moveTo>
                  <a:lnTo>
                    <a:pt x="427507" y="54317"/>
                  </a:lnTo>
                  <a:lnTo>
                    <a:pt x="423075" y="54317"/>
                  </a:lnTo>
                  <a:lnTo>
                    <a:pt x="421360" y="56184"/>
                  </a:lnTo>
                  <a:lnTo>
                    <a:pt x="421360" y="58331"/>
                  </a:lnTo>
                  <a:lnTo>
                    <a:pt x="421360" y="60502"/>
                  </a:lnTo>
                  <a:lnTo>
                    <a:pt x="423075" y="62306"/>
                  </a:lnTo>
                  <a:lnTo>
                    <a:pt x="427507" y="62306"/>
                  </a:lnTo>
                  <a:lnTo>
                    <a:pt x="429285" y="60502"/>
                  </a:lnTo>
                  <a:lnTo>
                    <a:pt x="429285" y="56184"/>
                  </a:lnTo>
                  <a:close/>
                </a:path>
                <a:path w="431165" h="1273810">
                  <a:moveTo>
                    <a:pt x="430644" y="65735"/>
                  </a:moveTo>
                  <a:lnTo>
                    <a:pt x="428879" y="63995"/>
                  </a:lnTo>
                  <a:lnTo>
                    <a:pt x="426631" y="63995"/>
                  </a:lnTo>
                  <a:lnTo>
                    <a:pt x="424510" y="63995"/>
                  </a:lnTo>
                  <a:lnTo>
                    <a:pt x="422579" y="65735"/>
                  </a:lnTo>
                  <a:lnTo>
                    <a:pt x="422579" y="70129"/>
                  </a:lnTo>
                  <a:lnTo>
                    <a:pt x="424510" y="71742"/>
                  </a:lnTo>
                  <a:lnTo>
                    <a:pt x="428879" y="71742"/>
                  </a:lnTo>
                  <a:lnTo>
                    <a:pt x="430644" y="70129"/>
                  </a:lnTo>
                  <a:lnTo>
                    <a:pt x="430644" y="65735"/>
                  </a:lnTo>
                  <a:close/>
                </a:path>
              </a:pathLst>
            </a:custGeom>
            <a:solidFill>
              <a:srgbClr val="FFFFFF"/>
            </a:solidFill>
          </p:spPr>
          <p:txBody>
            <a:bodyPr wrap="square" lIns="0" tIns="0" rIns="0" bIns="0" rtlCol="0"/>
            <a:lstStyle/>
            <a:p>
              <a:endParaRPr/>
            </a:p>
          </p:txBody>
        </p:sp>
        <p:pic>
          <p:nvPicPr>
            <p:cNvPr id="4" name="object 4"/>
            <p:cNvPicPr>
              <a:picLocks noGrp="1" noRot="1" noMove="1" noResize="1" noEditPoints="1" noAdjustHandles="1" noChangeArrowheads="1" noChangeShapeType="1" noCrop="1"/>
            </p:cNvPicPr>
            <p:nvPr/>
          </p:nvPicPr>
          <p:blipFill>
            <a:blip r:embed="rId3" cstate="print"/>
            <a:stretch>
              <a:fillRect/>
            </a:stretch>
          </p:blipFill>
          <p:spPr>
            <a:xfrm>
              <a:off x="859313" y="758855"/>
              <a:ext cx="127684" cy="138549"/>
            </a:xfrm>
            <a:prstGeom prst="rect">
              <a:avLst/>
            </a:prstGeom>
          </p:spPr>
        </p:pic>
        <p:sp>
          <p:nvSpPr>
            <p:cNvPr id="5" name="object 5"/>
            <p:cNvSpPr>
              <a:spLocks noGrp="1" noRot="1" noMove="1" noResize="1" noEditPoints="1" noAdjustHandles="1" noChangeArrowheads="1" noChangeShapeType="1"/>
            </p:cNvSpPr>
            <p:nvPr/>
          </p:nvSpPr>
          <p:spPr>
            <a:xfrm>
              <a:off x="750720" y="833538"/>
              <a:ext cx="382905" cy="100965"/>
            </a:xfrm>
            <a:custGeom>
              <a:avLst/>
              <a:gdLst/>
              <a:ahLst/>
              <a:cxnLst/>
              <a:rect l="l" t="t" r="r" b="b"/>
              <a:pathLst>
                <a:path w="382905" h="100965">
                  <a:moveTo>
                    <a:pt x="191296" y="100680"/>
                  </a:moveTo>
                  <a:lnTo>
                    <a:pt x="141980" y="95797"/>
                  </a:lnTo>
                  <a:lnTo>
                    <a:pt x="116222" y="66004"/>
                  </a:lnTo>
                  <a:lnTo>
                    <a:pt x="108211" y="49550"/>
                  </a:lnTo>
                  <a:lnTo>
                    <a:pt x="108211" y="38518"/>
                  </a:lnTo>
                  <a:lnTo>
                    <a:pt x="119910" y="28106"/>
                  </a:lnTo>
                  <a:lnTo>
                    <a:pt x="109483" y="30361"/>
                  </a:lnTo>
                  <a:lnTo>
                    <a:pt x="98933" y="35024"/>
                  </a:lnTo>
                  <a:lnTo>
                    <a:pt x="88336" y="41244"/>
                  </a:lnTo>
                  <a:lnTo>
                    <a:pt x="61533" y="58575"/>
                  </a:lnTo>
                  <a:lnTo>
                    <a:pt x="47923" y="65679"/>
                  </a:lnTo>
                  <a:lnTo>
                    <a:pt x="41178" y="67616"/>
                  </a:lnTo>
                  <a:lnTo>
                    <a:pt x="28212" y="67616"/>
                  </a:lnTo>
                  <a:lnTo>
                    <a:pt x="6506" y="51161"/>
                  </a:lnTo>
                  <a:lnTo>
                    <a:pt x="348" y="48403"/>
                  </a:lnTo>
                  <a:lnTo>
                    <a:pt x="0" y="47551"/>
                  </a:lnTo>
                  <a:lnTo>
                    <a:pt x="522" y="45924"/>
                  </a:lnTo>
                  <a:lnTo>
                    <a:pt x="1409" y="45521"/>
                  </a:lnTo>
                  <a:lnTo>
                    <a:pt x="2216" y="45769"/>
                  </a:lnTo>
                  <a:lnTo>
                    <a:pt x="16212" y="46242"/>
                  </a:lnTo>
                  <a:lnTo>
                    <a:pt x="31341" y="41314"/>
                  </a:lnTo>
                  <a:lnTo>
                    <a:pt x="47137" y="32831"/>
                  </a:lnTo>
                  <a:lnTo>
                    <a:pt x="76300" y="14203"/>
                  </a:lnTo>
                  <a:lnTo>
                    <a:pt x="88981" y="6966"/>
                  </a:lnTo>
                  <a:lnTo>
                    <a:pt x="101041" y="1905"/>
                  </a:lnTo>
                  <a:lnTo>
                    <a:pt x="112343" y="0"/>
                  </a:lnTo>
                  <a:lnTo>
                    <a:pt x="117662" y="0"/>
                  </a:lnTo>
                  <a:lnTo>
                    <a:pt x="122364" y="1146"/>
                  </a:lnTo>
                  <a:lnTo>
                    <a:pt x="131531" y="5965"/>
                  </a:lnTo>
                  <a:lnTo>
                    <a:pt x="135346" y="10365"/>
                  </a:lnTo>
                  <a:lnTo>
                    <a:pt x="140223" y="21846"/>
                  </a:lnTo>
                  <a:lnTo>
                    <a:pt x="148946" y="35527"/>
                  </a:lnTo>
                  <a:lnTo>
                    <a:pt x="148946" y="41756"/>
                  </a:lnTo>
                  <a:lnTo>
                    <a:pt x="147870" y="44080"/>
                  </a:lnTo>
                  <a:lnTo>
                    <a:pt x="143136" y="48171"/>
                  </a:lnTo>
                  <a:lnTo>
                    <a:pt x="127526" y="56026"/>
                  </a:lnTo>
                  <a:lnTo>
                    <a:pt x="127272" y="58908"/>
                  </a:lnTo>
                  <a:lnTo>
                    <a:pt x="171766" y="68448"/>
                  </a:lnTo>
                  <a:lnTo>
                    <a:pt x="191296" y="69242"/>
                  </a:lnTo>
                  <a:lnTo>
                    <a:pt x="201286" y="69039"/>
                  </a:lnTo>
                  <a:lnTo>
                    <a:pt x="243526" y="63080"/>
                  </a:lnTo>
                  <a:lnTo>
                    <a:pt x="255511" y="59016"/>
                  </a:lnTo>
                  <a:lnTo>
                    <a:pt x="255020" y="57064"/>
                  </a:lnTo>
                  <a:lnTo>
                    <a:pt x="242307" y="50650"/>
                  </a:lnTo>
                  <a:lnTo>
                    <a:pt x="239441" y="48682"/>
                  </a:lnTo>
                  <a:lnTo>
                    <a:pt x="234945" y="44251"/>
                  </a:lnTo>
                  <a:lnTo>
                    <a:pt x="233726" y="41756"/>
                  </a:lnTo>
                  <a:lnTo>
                    <a:pt x="233726" y="35527"/>
                  </a:lnTo>
                  <a:lnTo>
                    <a:pt x="242560" y="21846"/>
                  </a:lnTo>
                  <a:lnTo>
                    <a:pt x="247389" y="10365"/>
                  </a:lnTo>
                  <a:lnTo>
                    <a:pt x="251236" y="5965"/>
                  </a:lnTo>
                  <a:lnTo>
                    <a:pt x="256096" y="3176"/>
                  </a:lnTo>
                  <a:lnTo>
                    <a:pt x="260260" y="1146"/>
                  </a:lnTo>
                  <a:lnTo>
                    <a:pt x="264962" y="0"/>
                  </a:lnTo>
                  <a:lnTo>
                    <a:pt x="270424" y="0"/>
                  </a:lnTo>
                  <a:lnTo>
                    <a:pt x="281660" y="1905"/>
                  </a:lnTo>
                  <a:lnTo>
                    <a:pt x="293697" y="6966"/>
                  </a:lnTo>
                  <a:lnTo>
                    <a:pt x="306376" y="14203"/>
                  </a:lnTo>
                  <a:lnTo>
                    <a:pt x="335500" y="32831"/>
                  </a:lnTo>
                  <a:lnTo>
                    <a:pt x="351306" y="41314"/>
                  </a:lnTo>
                  <a:lnTo>
                    <a:pt x="366475" y="46242"/>
                  </a:lnTo>
                  <a:lnTo>
                    <a:pt x="380535" y="45769"/>
                  </a:lnTo>
                  <a:lnTo>
                    <a:pt x="381311" y="45521"/>
                  </a:lnTo>
                  <a:lnTo>
                    <a:pt x="382182" y="45924"/>
                  </a:lnTo>
                  <a:lnTo>
                    <a:pt x="382467" y="46683"/>
                  </a:lnTo>
                  <a:lnTo>
                    <a:pt x="382688" y="47551"/>
                  </a:lnTo>
                  <a:lnTo>
                    <a:pt x="382324" y="48403"/>
                  </a:lnTo>
                  <a:lnTo>
                    <a:pt x="376166" y="51083"/>
                  </a:lnTo>
                  <a:lnTo>
                    <a:pt x="354460" y="67616"/>
                  </a:lnTo>
                  <a:lnTo>
                    <a:pt x="341510" y="67616"/>
                  </a:lnTo>
                  <a:lnTo>
                    <a:pt x="334860" y="65679"/>
                  </a:lnTo>
                  <a:lnTo>
                    <a:pt x="319456" y="57715"/>
                  </a:lnTo>
                  <a:lnTo>
                    <a:pt x="294434" y="41212"/>
                  </a:lnTo>
                  <a:lnTo>
                    <a:pt x="283777" y="34995"/>
                  </a:lnTo>
                  <a:lnTo>
                    <a:pt x="273188" y="30350"/>
                  </a:lnTo>
                  <a:lnTo>
                    <a:pt x="262746" y="28106"/>
                  </a:lnTo>
                  <a:lnTo>
                    <a:pt x="274968" y="38936"/>
                  </a:lnTo>
                  <a:lnTo>
                    <a:pt x="274968" y="49704"/>
                  </a:lnTo>
                  <a:lnTo>
                    <a:pt x="271216" y="56599"/>
                  </a:lnTo>
                  <a:lnTo>
                    <a:pt x="266593" y="66004"/>
                  </a:lnTo>
                  <a:lnTo>
                    <a:pt x="261099" y="86999"/>
                  </a:lnTo>
                  <a:lnTo>
                    <a:pt x="251078" y="92034"/>
                  </a:lnTo>
                  <a:lnTo>
                    <a:pt x="240766" y="95797"/>
                  </a:lnTo>
                  <a:lnTo>
                    <a:pt x="227326" y="98501"/>
                  </a:lnTo>
                  <a:lnTo>
                    <a:pt x="210816" y="100133"/>
                  </a:lnTo>
                  <a:lnTo>
                    <a:pt x="191296" y="100680"/>
                  </a:lnTo>
                  <a:close/>
                </a:path>
              </a:pathLst>
            </a:custGeom>
            <a:solidFill>
              <a:srgbClr val="FFFFFF"/>
            </a:solidFill>
          </p:spPr>
          <p:txBody>
            <a:bodyPr wrap="square" lIns="0" tIns="0" rIns="0" bIns="0" rtlCol="0"/>
            <a:lstStyle/>
            <a:p>
              <a:endParaRPr/>
            </a:p>
          </p:txBody>
        </p:sp>
        <p:pic>
          <p:nvPicPr>
            <p:cNvPr id="6" name="object 6"/>
            <p:cNvPicPr>
              <a:picLocks noGrp="1" noRot="1" noMove="1" noResize="1" noEditPoints="1" noAdjustHandles="1" noChangeArrowheads="1" noChangeShapeType="1" noCrop="1"/>
            </p:cNvPicPr>
            <p:nvPr/>
          </p:nvPicPr>
          <p:blipFill>
            <a:blip r:embed="rId4" cstate="print"/>
            <a:stretch>
              <a:fillRect/>
            </a:stretch>
          </p:blipFill>
          <p:spPr>
            <a:xfrm>
              <a:off x="864000" y="607992"/>
              <a:ext cx="162906" cy="217170"/>
            </a:xfrm>
            <a:prstGeom prst="rect">
              <a:avLst/>
            </a:prstGeom>
          </p:spPr>
        </p:pic>
        <p:sp>
          <p:nvSpPr>
            <p:cNvPr id="7" name="object 7"/>
            <p:cNvSpPr>
              <a:spLocks noGrp="1" noRot="1" noMove="1" noResize="1" noEditPoints="1" noAdjustHandles="1" noChangeArrowheads="1" noChangeShapeType="1"/>
            </p:cNvSpPr>
            <p:nvPr/>
          </p:nvSpPr>
          <p:spPr>
            <a:xfrm>
              <a:off x="702043" y="546036"/>
              <a:ext cx="492759" cy="325120"/>
            </a:xfrm>
            <a:custGeom>
              <a:avLst/>
              <a:gdLst/>
              <a:ahLst/>
              <a:cxnLst/>
              <a:rect l="l" t="t" r="r" b="b"/>
              <a:pathLst>
                <a:path w="492759" h="325119">
                  <a:moveTo>
                    <a:pt x="71945" y="28511"/>
                  </a:moveTo>
                  <a:lnTo>
                    <a:pt x="70612" y="27266"/>
                  </a:lnTo>
                  <a:lnTo>
                    <a:pt x="67449" y="27266"/>
                  </a:lnTo>
                  <a:lnTo>
                    <a:pt x="66065" y="28511"/>
                  </a:lnTo>
                  <a:lnTo>
                    <a:pt x="66065" y="31661"/>
                  </a:lnTo>
                  <a:lnTo>
                    <a:pt x="67449" y="32893"/>
                  </a:lnTo>
                  <a:lnTo>
                    <a:pt x="70612" y="32893"/>
                  </a:lnTo>
                  <a:lnTo>
                    <a:pt x="71945" y="31661"/>
                  </a:lnTo>
                  <a:lnTo>
                    <a:pt x="71945" y="30048"/>
                  </a:lnTo>
                  <a:lnTo>
                    <a:pt x="71945" y="28511"/>
                  </a:lnTo>
                  <a:close/>
                </a:path>
                <a:path w="492759" h="325119">
                  <a:moveTo>
                    <a:pt x="73012" y="36055"/>
                  </a:moveTo>
                  <a:lnTo>
                    <a:pt x="71653" y="34772"/>
                  </a:lnTo>
                  <a:lnTo>
                    <a:pt x="68478" y="34772"/>
                  </a:lnTo>
                  <a:lnTo>
                    <a:pt x="67106" y="36055"/>
                  </a:lnTo>
                  <a:lnTo>
                    <a:pt x="67106" y="39103"/>
                  </a:lnTo>
                  <a:lnTo>
                    <a:pt x="68478" y="40513"/>
                  </a:lnTo>
                  <a:lnTo>
                    <a:pt x="71653" y="40513"/>
                  </a:lnTo>
                  <a:lnTo>
                    <a:pt x="73012" y="39103"/>
                  </a:lnTo>
                  <a:lnTo>
                    <a:pt x="73012" y="37490"/>
                  </a:lnTo>
                  <a:lnTo>
                    <a:pt x="73012" y="36055"/>
                  </a:lnTo>
                  <a:close/>
                </a:path>
                <a:path w="492759" h="325119">
                  <a:moveTo>
                    <a:pt x="76466" y="22326"/>
                  </a:moveTo>
                  <a:lnTo>
                    <a:pt x="75107" y="21132"/>
                  </a:lnTo>
                  <a:lnTo>
                    <a:pt x="71945" y="21132"/>
                  </a:lnTo>
                  <a:lnTo>
                    <a:pt x="70688" y="22326"/>
                  </a:lnTo>
                  <a:lnTo>
                    <a:pt x="70688" y="25438"/>
                  </a:lnTo>
                  <a:lnTo>
                    <a:pt x="71945" y="26771"/>
                  </a:lnTo>
                  <a:lnTo>
                    <a:pt x="73596" y="26771"/>
                  </a:lnTo>
                  <a:lnTo>
                    <a:pt x="75107" y="26771"/>
                  </a:lnTo>
                  <a:lnTo>
                    <a:pt x="76466" y="25438"/>
                  </a:lnTo>
                  <a:lnTo>
                    <a:pt x="76466" y="22326"/>
                  </a:lnTo>
                  <a:close/>
                </a:path>
                <a:path w="492759" h="325119">
                  <a:moveTo>
                    <a:pt x="84124" y="21856"/>
                  </a:moveTo>
                  <a:lnTo>
                    <a:pt x="82880" y="20637"/>
                  </a:lnTo>
                  <a:lnTo>
                    <a:pt x="79679" y="20637"/>
                  </a:lnTo>
                  <a:lnTo>
                    <a:pt x="78409" y="21856"/>
                  </a:lnTo>
                  <a:lnTo>
                    <a:pt x="78409" y="24993"/>
                  </a:lnTo>
                  <a:lnTo>
                    <a:pt x="79679" y="26327"/>
                  </a:lnTo>
                  <a:lnTo>
                    <a:pt x="81229" y="26327"/>
                  </a:lnTo>
                  <a:lnTo>
                    <a:pt x="82880" y="26327"/>
                  </a:lnTo>
                  <a:lnTo>
                    <a:pt x="84124" y="24993"/>
                  </a:lnTo>
                  <a:lnTo>
                    <a:pt x="84124" y="21856"/>
                  </a:lnTo>
                  <a:close/>
                </a:path>
                <a:path w="492759" h="325119">
                  <a:moveTo>
                    <a:pt x="94157" y="24358"/>
                  </a:moveTo>
                  <a:lnTo>
                    <a:pt x="94043" y="20967"/>
                  </a:lnTo>
                  <a:lnTo>
                    <a:pt x="93319" y="19939"/>
                  </a:lnTo>
                  <a:lnTo>
                    <a:pt x="92087" y="19316"/>
                  </a:lnTo>
                  <a:lnTo>
                    <a:pt x="90779" y="18237"/>
                  </a:lnTo>
                  <a:lnTo>
                    <a:pt x="89103" y="16637"/>
                  </a:lnTo>
                  <a:lnTo>
                    <a:pt x="88595" y="16052"/>
                  </a:lnTo>
                  <a:lnTo>
                    <a:pt x="88112" y="15494"/>
                  </a:lnTo>
                  <a:lnTo>
                    <a:pt x="88163" y="15341"/>
                  </a:lnTo>
                  <a:lnTo>
                    <a:pt x="88265" y="15113"/>
                  </a:lnTo>
                  <a:lnTo>
                    <a:pt x="93243" y="15494"/>
                  </a:lnTo>
                  <a:lnTo>
                    <a:pt x="93179" y="15341"/>
                  </a:lnTo>
                  <a:lnTo>
                    <a:pt x="93091" y="15113"/>
                  </a:lnTo>
                  <a:lnTo>
                    <a:pt x="92456" y="13474"/>
                  </a:lnTo>
                  <a:lnTo>
                    <a:pt x="91262" y="10426"/>
                  </a:lnTo>
                  <a:lnTo>
                    <a:pt x="87731" y="13474"/>
                  </a:lnTo>
                  <a:lnTo>
                    <a:pt x="87363" y="13474"/>
                  </a:lnTo>
                  <a:lnTo>
                    <a:pt x="87083" y="8115"/>
                  </a:lnTo>
                  <a:lnTo>
                    <a:pt x="82042" y="9906"/>
                  </a:lnTo>
                  <a:lnTo>
                    <a:pt x="85382" y="13995"/>
                  </a:lnTo>
                  <a:lnTo>
                    <a:pt x="85242" y="14224"/>
                  </a:lnTo>
                  <a:lnTo>
                    <a:pt x="85242" y="14376"/>
                  </a:lnTo>
                  <a:lnTo>
                    <a:pt x="80759" y="14630"/>
                  </a:lnTo>
                  <a:lnTo>
                    <a:pt x="83185" y="19697"/>
                  </a:lnTo>
                  <a:lnTo>
                    <a:pt x="86080" y="16052"/>
                  </a:lnTo>
                  <a:lnTo>
                    <a:pt x="86220" y="16052"/>
                  </a:lnTo>
                  <a:lnTo>
                    <a:pt x="86347" y="16637"/>
                  </a:lnTo>
                  <a:lnTo>
                    <a:pt x="86588" y="17881"/>
                  </a:lnTo>
                  <a:lnTo>
                    <a:pt x="86715" y="19697"/>
                  </a:lnTo>
                  <a:lnTo>
                    <a:pt x="86791" y="24358"/>
                  </a:lnTo>
                  <a:lnTo>
                    <a:pt x="88392" y="26060"/>
                  </a:lnTo>
                  <a:lnTo>
                    <a:pt x="92506" y="26060"/>
                  </a:lnTo>
                  <a:lnTo>
                    <a:pt x="94157" y="24358"/>
                  </a:lnTo>
                  <a:close/>
                </a:path>
                <a:path w="492759" h="325119">
                  <a:moveTo>
                    <a:pt x="100431" y="15557"/>
                  </a:moveTo>
                  <a:lnTo>
                    <a:pt x="99174" y="14630"/>
                  </a:lnTo>
                  <a:lnTo>
                    <a:pt x="98107" y="13474"/>
                  </a:lnTo>
                  <a:lnTo>
                    <a:pt x="96126" y="13474"/>
                  </a:lnTo>
                  <a:lnTo>
                    <a:pt x="95008" y="14630"/>
                  </a:lnTo>
                  <a:lnTo>
                    <a:pt x="93941" y="15557"/>
                  </a:lnTo>
                  <a:lnTo>
                    <a:pt x="93941" y="17360"/>
                  </a:lnTo>
                  <a:lnTo>
                    <a:pt x="95084" y="18605"/>
                  </a:lnTo>
                  <a:lnTo>
                    <a:pt x="96126" y="19685"/>
                  </a:lnTo>
                  <a:lnTo>
                    <a:pt x="98107" y="19685"/>
                  </a:lnTo>
                  <a:lnTo>
                    <a:pt x="99174" y="18516"/>
                  </a:lnTo>
                  <a:lnTo>
                    <a:pt x="100431" y="17360"/>
                  </a:lnTo>
                  <a:lnTo>
                    <a:pt x="100431" y="15557"/>
                  </a:lnTo>
                  <a:close/>
                </a:path>
                <a:path w="492759" h="325119">
                  <a:moveTo>
                    <a:pt x="106845" y="10795"/>
                  </a:moveTo>
                  <a:lnTo>
                    <a:pt x="105765" y="9817"/>
                  </a:lnTo>
                  <a:lnTo>
                    <a:pt x="104559" y="8572"/>
                  </a:lnTo>
                  <a:lnTo>
                    <a:pt x="102730" y="8572"/>
                  </a:lnTo>
                  <a:lnTo>
                    <a:pt x="101536" y="9817"/>
                  </a:lnTo>
                  <a:lnTo>
                    <a:pt x="100457" y="10795"/>
                  </a:lnTo>
                  <a:lnTo>
                    <a:pt x="100457" y="12661"/>
                  </a:lnTo>
                  <a:lnTo>
                    <a:pt x="101536" y="13906"/>
                  </a:lnTo>
                  <a:lnTo>
                    <a:pt x="102730" y="14859"/>
                  </a:lnTo>
                  <a:lnTo>
                    <a:pt x="104559" y="14859"/>
                  </a:lnTo>
                  <a:lnTo>
                    <a:pt x="105765" y="13906"/>
                  </a:lnTo>
                  <a:lnTo>
                    <a:pt x="106845" y="12661"/>
                  </a:lnTo>
                  <a:lnTo>
                    <a:pt x="106845" y="10795"/>
                  </a:lnTo>
                  <a:close/>
                </a:path>
                <a:path w="492759" h="325119">
                  <a:moveTo>
                    <a:pt x="114452" y="12128"/>
                  </a:moveTo>
                  <a:lnTo>
                    <a:pt x="113347" y="10960"/>
                  </a:lnTo>
                  <a:lnTo>
                    <a:pt x="112191" y="9906"/>
                  </a:lnTo>
                  <a:lnTo>
                    <a:pt x="110337" y="9906"/>
                  </a:lnTo>
                  <a:lnTo>
                    <a:pt x="109321" y="10960"/>
                  </a:lnTo>
                  <a:lnTo>
                    <a:pt x="108089" y="12128"/>
                  </a:lnTo>
                  <a:lnTo>
                    <a:pt x="108216" y="13995"/>
                  </a:lnTo>
                  <a:lnTo>
                    <a:pt x="110464" y="16052"/>
                  </a:lnTo>
                  <a:lnTo>
                    <a:pt x="112318" y="16052"/>
                  </a:lnTo>
                  <a:lnTo>
                    <a:pt x="113347" y="15024"/>
                  </a:lnTo>
                  <a:lnTo>
                    <a:pt x="114452" y="13995"/>
                  </a:lnTo>
                  <a:lnTo>
                    <a:pt x="114452" y="12128"/>
                  </a:lnTo>
                  <a:close/>
                </a:path>
                <a:path w="492759" h="325119">
                  <a:moveTo>
                    <a:pt x="118529" y="23126"/>
                  </a:moveTo>
                  <a:lnTo>
                    <a:pt x="114071" y="23393"/>
                  </a:lnTo>
                  <a:lnTo>
                    <a:pt x="115328" y="25158"/>
                  </a:lnTo>
                  <a:lnTo>
                    <a:pt x="115722" y="25984"/>
                  </a:lnTo>
                  <a:lnTo>
                    <a:pt x="115836" y="27457"/>
                  </a:lnTo>
                  <a:lnTo>
                    <a:pt x="115011" y="27051"/>
                  </a:lnTo>
                  <a:lnTo>
                    <a:pt x="113855" y="26162"/>
                  </a:lnTo>
                  <a:lnTo>
                    <a:pt x="112826" y="24726"/>
                  </a:lnTo>
                  <a:lnTo>
                    <a:pt x="112941" y="26162"/>
                  </a:lnTo>
                  <a:lnTo>
                    <a:pt x="113042" y="27457"/>
                  </a:lnTo>
                  <a:lnTo>
                    <a:pt x="113157" y="28829"/>
                  </a:lnTo>
                  <a:lnTo>
                    <a:pt x="113258" y="30035"/>
                  </a:lnTo>
                  <a:lnTo>
                    <a:pt x="113322" y="30848"/>
                  </a:lnTo>
                  <a:lnTo>
                    <a:pt x="113398" y="31127"/>
                  </a:lnTo>
                  <a:lnTo>
                    <a:pt x="114071" y="30035"/>
                  </a:lnTo>
                  <a:lnTo>
                    <a:pt x="114198" y="29908"/>
                  </a:lnTo>
                  <a:lnTo>
                    <a:pt x="114782" y="29235"/>
                  </a:lnTo>
                  <a:lnTo>
                    <a:pt x="115836" y="28829"/>
                  </a:lnTo>
                  <a:lnTo>
                    <a:pt x="115722" y="31127"/>
                  </a:lnTo>
                  <a:lnTo>
                    <a:pt x="115608" y="33248"/>
                  </a:lnTo>
                  <a:lnTo>
                    <a:pt x="113855" y="34925"/>
                  </a:lnTo>
                  <a:lnTo>
                    <a:pt x="112318" y="35242"/>
                  </a:lnTo>
                  <a:lnTo>
                    <a:pt x="111023" y="35496"/>
                  </a:lnTo>
                  <a:lnTo>
                    <a:pt x="110426" y="35496"/>
                  </a:lnTo>
                  <a:lnTo>
                    <a:pt x="109093" y="34429"/>
                  </a:lnTo>
                  <a:lnTo>
                    <a:pt x="109029" y="34036"/>
                  </a:lnTo>
                  <a:lnTo>
                    <a:pt x="108940" y="33528"/>
                  </a:lnTo>
                  <a:lnTo>
                    <a:pt x="108889" y="33248"/>
                  </a:lnTo>
                  <a:lnTo>
                    <a:pt x="108775" y="32537"/>
                  </a:lnTo>
                  <a:lnTo>
                    <a:pt x="108534" y="31127"/>
                  </a:lnTo>
                  <a:lnTo>
                    <a:pt x="108915" y="30848"/>
                  </a:lnTo>
                  <a:lnTo>
                    <a:pt x="110197" y="29908"/>
                  </a:lnTo>
                  <a:lnTo>
                    <a:pt x="112014" y="31648"/>
                  </a:lnTo>
                  <a:lnTo>
                    <a:pt x="112039" y="31369"/>
                  </a:lnTo>
                  <a:lnTo>
                    <a:pt x="112153" y="29908"/>
                  </a:lnTo>
                  <a:lnTo>
                    <a:pt x="112191" y="29489"/>
                  </a:lnTo>
                  <a:lnTo>
                    <a:pt x="112204" y="29235"/>
                  </a:lnTo>
                  <a:lnTo>
                    <a:pt x="112318" y="27774"/>
                  </a:lnTo>
                  <a:lnTo>
                    <a:pt x="109004" y="27774"/>
                  </a:lnTo>
                  <a:lnTo>
                    <a:pt x="107619" y="29235"/>
                  </a:lnTo>
                  <a:lnTo>
                    <a:pt x="109321" y="25615"/>
                  </a:lnTo>
                  <a:lnTo>
                    <a:pt x="109207" y="25158"/>
                  </a:lnTo>
                  <a:lnTo>
                    <a:pt x="109080" y="24726"/>
                  </a:lnTo>
                  <a:lnTo>
                    <a:pt x="109029" y="24561"/>
                  </a:lnTo>
                  <a:lnTo>
                    <a:pt x="108597" y="22974"/>
                  </a:lnTo>
                  <a:lnTo>
                    <a:pt x="105181" y="21132"/>
                  </a:lnTo>
                  <a:lnTo>
                    <a:pt x="102971" y="24561"/>
                  </a:lnTo>
                  <a:lnTo>
                    <a:pt x="103035" y="24726"/>
                  </a:lnTo>
                  <a:lnTo>
                    <a:pt x="103911" y="27051"/>
                  </a:lnTo>
                  <a:lnTo>
                    <a:pt x="106489" y="29489"/>
                  </a:lnTo>
                  <a:lnTo>
                    <a:pt x="103911" y="28333"/>
                  </a:lnTo>
                  <a:lnTo>
                    <a:pt x="101536" y="30492"/>
                  </a:lnTo>
                  <a:lnTo>
                    <a:pt x="103911" y="33528"/>
                  </a:lnTo>
                  <a:lnTo>
                    <a:pt x="103962" y="33248"/>
                  </a:lnTo>
                  <a:lnTo>
                    <a:pt x="104432" y="30848"/>
                  </a:lnTo>
                  <a:lnTo>
                    <a:pt x="106730" y="31369"/>
                  </a:lnTo>
                  <a:lnTo>
                    <a:pt x="106794" y="31648"/>
                  </a:lnTo>
                  <a:lnTo>
                    <a:pt x="107632" y="35242"/>
                  </a:lnTo>
                  <a:lnTo>
                    <a:pt x="105879" y="37414"/>
                  </a:lnTo>
                  <a:lnTo>
                    <a:pt x="99047" y="39535"/>
                  </a:lnTo>
                  <a:lnTo>
                    <a:pt x="98971" y="39382"/>
                  </a:lnTo>
                  <a:lnTo>
                    <a:pt x="97599" y="36906"/>
                  </a:lnTo>
                  <a:lnTo>
                    <a:pt x="96939" y="35496"/>
                  </a:lnTo>
                  <a:lnTo>
                    <a:pt x="96824" y="35242"/>
                  </a:lnTo>
                  <a:lnTo>
                    <a:pt x="96672" y="34925"/>
                  </a:lnTo>
                  <a:lnTo>
                    <a:pt x="96710" y="34683"/>
                  </a:lnTo>
                  <a:lnTo>
                    <a:pt x="97485" y="34188"/>
                  </a:lnTo>
                  <a:lnTo>
                    <a:pt x="99631" y="34429"/>
                  </a:lnTo>
                  <a:lnTo>
                    <a:pt x="101879" y="35737"/>
                  </a:lnTo>
                  <a:lnTo>
                    <a:pt x="102006" y="35737"/>
                  </a:lnTo>
                  <a:lnTo>
                    <a:pt x="101930" y="35496"/>
                  </a:lnTo>
                  <a:lnTo>
                    <a:pt x="101854" y="35242"/>
                  </a:lnTo>
                  <a:lnTo>
                    <a:pt x="101739" y="34925"/>
                  </a:lnTo>
                  <a:lnTo>
                    <a:pt x="101663" y="34683"/>
                  </a:lnTo>
                  <a:lnTo>
                    <a:pt x="101574" y="34429"/>
                  </a:lnTo>
                  <a:lnTo>
                    <a:pt x="101180" y="33248"/>
                  </a:lnTo>
                  <a:lnTo>
                    <a:pt x="99936" y="29489"/>
                  </a:lnTo>
                  <a:lnTo>
                    <a:pt x="99174" y="31648"/>
                  </a:lnTo>
                  <a:lnTo>
                    <a:pt x="98005" y="32537"/>
                  </a:lnTo>
                  <a:lnTo>
                    <a:pt x="98285" y="32537"/>
                  </a:lnTo>
                  <a:lnTo>
                    <a:pt x="96304" y="33248"/>
                  </a:lnTo>
                  <a:lnTo>
                    <a:pt x="96037" y="33248"/>
                  </a:lnTo>
                  <a:lnTo>
                    <a:pt x="96113" y="30848"/>
                  </a:lnTo>
                  <a:lnTo>
                    <a:pt x="97243" y="27774"/>
                  </a:lnTo>
                  <a:lnTo>
                    <a:pt x="89408" y="30848"/>
                  </a:lnTo>
                  <a:lnTo>
                    <a:pt x="92862" y="32537"/>
                  </a:lnTo>
                  <a:lnTo>
                    <a:pt x="93573" y="33248"/>
                  </a:lnTo>
                  <a:lnTo>
                    <a:pt x="94259" y="34036"/>
                  </a:lnTo>
                  <a:lnTo>
                    <a:pt x="94500" y="34036"/>
                  </a:lnTo>
                  <a:lnTo>
                    <a:pt x="92570" y="34683"/>
                  </a:lnTo>
                  <a:lnTo>
                    <a:pt x="91084" y="34925"/>
                  </a:lnTo>
                  <a:lnTo>
                    <a:pt x="88684" y="34036"/>
                  </a:lnTo>
                  <a:lnTo>
                    <a:pt x="91757" y="39992"/>
                  </a:lnTo>
                  <a:lnTo>
                    <a:pt x="91871" y="39535"/>
                  </a:lnTo>
                  <a:lnTo>
                    <a:pt x="91986" y="39103"/>
                  </a:lnTo>
                  <a:lnTo>
                    <a:pt x="92049" y="38862"/>
                  </a:lnTo>
                  <a:lnTo>
                    <a:pt x="92138" y="38557"/>
                  </a:lnTo>
                  <a:lnTo>
                    <a:pt x="92252" y="38125"/>
                  </a:lnTo>
                  <a:lnTo>
                    <a:pt x="92303" y="37922"/>
                  </a:lnTo>
                  <a:lnTo>
                    <a:pt x="92506" y="37134"/>
                  </a:lnTo>
                  <a:lnTo>
                    <a:pt x="93941" y="35496"/>
                  </a:lnTo>
                  <a:lnTo>
                    <a:pt x="95008" y="35496"/>
                  </a:lnTo>
                  <a:lnTo>
                    <a:pt x="95097" y="35737"/>
                  </a:lnTo>
                  <a:lnTo>
                    <a:pt x="96672" y="40513"/>
                  </a:lnTo>
                  <a:lnTo>
                    <a:pt x="92227" y="42557"/>
                  </a:lnTo>
                  <a:lnTo>
                    <a:pt x="91262" y="43154"/>
                  </a:lnTo>
                  <a:lnTo>
                    <a:pt x="90538" y="43548"/>
                  </a:lnTo>
                  <a:lnTo>
                    <a:pt x="89154" y="43548"/>
                  </a:lnTo>
                  <a:lnTo>
                    <a:pt x="87363" y="43307"/>
                  </a:lnTo>
                  <a:lnTo>
                    <a:pt x="87274" y="43154"/>
                  </a:lnTo>
                  <a:lnTo>
                    <a:pt x="86436" y="41821"/>
                  </a:lnTo>
                  <a:lnTo>
                    <a:pt x="85953" y="41008"/>
                  </a:lnTo>
                  <a:lnTo>
                    <a:pt x="85356" y="39992"/>
                  </a:lnTo>
                  <a:lnTo>
                    <a:pt x="85864" y="39103"/>
                  </a:lnTo>
                  <a:lnTo>
                    <a:pt x="86169" y="38557"/>
                  </a:lnTo>
                  <a:lnTo>
                    <a:pt x="86525" y="37922"/>
                  </a:lnTo>
                  <a:lnTo>
                    <a:pt x="88760" y="39535"/>
                  </a:lnTo>
                  <a:lnTo>
                    <a:pt x="88722" y="39103"/>
                  </a:lnTo>
                  <a:lnTo>
                    <a:pt x="88607" y="37922"/>
                  </a:lnTo>
                  <a:lnTo>
                    <a:pt x="88506" y="36906"/>
                  </a:lnTo>
                  <a:lnTo>
                    <a:pt x="88392" y="35737"/>
                  </a:lnTo>
                  <a:lnTo>
                    <a:pt x="85039" y="35737"/>
                  </a:lnTo>
                  <a:lnTo>
                    <a:pt x="84124" y="38557"/>
                  </a:lnTo>
                  <a:lnTo>
                    <a:pt x="84226" y="34683"/>
                  </a:lnTo>
                  <a:lnTo>
                    <a:pt x="83185" y="32537"/>
                  </a:lnTo>
                  <a:lnTo>
                    <a:pt x="79006" y="31369"/>
                  </a:lnTo>
                  <a:lnTo>
                    <a:pt x="78930" y="31648"/>
                  </a:lnTo>
                  <a:lnTo>
                    <a:pt x="78193" y="34429"/>
                  </a:lnTo>
                  <a:lnTo>
                    <a:pt x="78130" y="35496"/>
                  </a:lnTo>
                  <a:lnTo>
                    <a:pt x="79324" y="37414"/>
                  </a:lnTo>
                  <a:lnTo>
                    <a:pt x="83261" y="39103"/>
                  </a:lnTo>
                  <a:lnTo>
                    <a:pt x="81038" y="38862"/>
                  </a:lnTo>
                  <a:lnTo>
                    <a:pt x="78663" y="41008"/>
                  </a:lnTo>
                  <a:lnTo>
                    <a:pt x="81686" y="43548"/>
                  </a:lnTo>
                  <a:lnTo>
                    <a:pt x="81686" y="41351"/>
                  </a:lnTo>
                  <a:lnTo>
                    <a:pt x="83705" y="41008"/>
                  </a:lnTo>
                  <a:lnTo>
                    <a:pt x="84886" y="42557"/>
                  </a:lnTo>
                  <a:lnTo>
                    <a:pt x="85572" y="43548"/>
                  </a:lnTo>
                  <a:lnTo>
                    <a:pt x="85572" y="44246"/>
                  </a:lnTo>
                  <a:lnTo>
                    <a:pt x="85432" y="45504"/>
                  </a:lnTo>
                  <a:lnTo>
                    <a:pt x="83934" y="46558"/>
                  </a:lnTo>
                  <a:lnTo>
                    <a:pt x="82905" y="47244"/>
                  </a:lnTo>
                  <a:lnTo>
                    <a:pt x="80149" y="47244"/>
                  </a:lnTo>
                  <a:lnTo>
                    <a:pt x="76949" y="44246"/>
                  </a:lnTo>
                  <a:lnTo>
                    <a:pt x="77609" y="43967"/>
                  </a:lnTo>
                  <a:lnTo>
                    <a:pt x="78574" y="43967"/>
                  </a:lnTo>
                  <a:lnTo>
                    <a:pt x="79921" y="44246"/>
                  </a:lnTo>
                  <a:lnTo>
                    <a:pt x="80289" y="44246"/>
                  </a:lnTo>
                  <a:lnTo>
                    <a:pt x="80048" y="43967"/>
                  </a:lnTo>
                  <a:lnTo>
                    <a:pt x="79349" y="43154"/>
                  </a:lnTo>
                  <a:lnTo>
                    <a:pt x="76631" y="39992"/>
                  </a:lnTo>
                  <a:lnTo>
                    <a:pt x="76136" y="39535"/>
                  </a:lnTo>
                  <a:lnTo>
                    <a:pt x="76200" y="42557"/>
                  </a:lnTo>
                  <a:lnTo>
                    <a:pt x="75831" y="43154"/>
                  </a:lnTo>
                  <a:lnTo>
                    <a:pt x="74396" y="39992"/>
                  </a:lnTo>
                  <a:lnTo>
                    <a:pt x="74269" y="39382"/>
                  </a:lnTo>
                  <a:lnTo>
                    <a:pt x="71056" y="42075"/>
                  </a:lnTo>
                  <a:lnTo>
                    <a:pt x="70827" y="42075"/>
                  </a:lnTo>
                  <a:lnTo>
                    <a:pt x="74041" y="43967"/>
                  </a:lnTo>
                  <a:lnTo>
                    <a:pt x="77660" y="46913"/>
                  </a:lnTo>
                  <a:lnTo>
                    <a:pt x="81965" y="52768"/>
                  </a:lnTo>
                  <a:lnTo>
                    <a:pt x="86372" y="49885"/>
                  </a:lnTo>
                  <a:lnTo>
                    <a:pt x="92011" y="47244"/>
                  </a:lnTo>
                  <a:lnTo>
                    <a:pt x="94424" y="46113"/>
                  </a:lnTo>
                  <a:lnTo>
                    <a:pt x="99644" y="43967"/>
                  </a:lnTo>
                  <a:lnTo>
                    <a:pt x="100736" y="43548"/>
                  </a:lnTo>
                  <a:lnTo>
                    <a:pt x="104559" y="42075"/>
                  </a:lnTo>
                  <a:lnTo>
                    <a:pt x="112534" y="39535"/>
                  </a:lnTo>
                  <a:lnTo>
                    <a:pt x="113017" y="39382"/>
                  </a:lnTo>
                  <a:lnTo>
                    <a:pt x="118211" y="38125"/>
                  </a:lnTo>
                  <a:lnTo>
                    <a:pt x="118097" y="37414"/>
                  </a:lnTo>
                  <a:lnTo>
                    <a:pt x="118021" y="36906"/>
                  </a:lnTo>
                  <a:lnTo>
                    <a:pt x="117805" y="35496"/>
                  </a:lnTo>
                  <a:lnTo>
                    <a:pt x="117678" y="34683"/>
                  </a:lnTo>
                  <a:lnTo>
                    <a:pt x="117576" y="34036"/>
                  </a:lnTo>
                  <a:lnTo>
                    <a:pt x="117462" y="33248"/>
                  </a:lnTo>
                  <a:lnTo>
                    <a:pt x="117348" y="32537"/>
                  </a:lnTo>
                  <a:lnTo>
                    <a:pt x="117208" y="31648"/>
                  </a:lnTo>
                  <a:lnTo>
                    <a:pt x="117271" y="30035"/>
                  </a:lnTo>
                  <a:lnTo>
                    <a:pt x="117335" y="29489"/>
                  </a:lnTo>
                  <a:lnTo>
                    <a:pt x="117424" y="28829"/>
                  </a:lnTo>
                  <a:lnTo>
                    <a:pt x="117487" y="28333"/>
                  </a:lnTo>
                  <a:lnTo>
                    <a:pt x="117602" y="27457"/>
                  </a:lnTo>
                  <a:lnTo>
                    <a:pt x="117690" y="26771"/>
                  </a:lnTo>
                  <a:lnTo>
                    <a:pt x="118529" y="23126"/>
                  </a:lnTo>
                  <a:close/>
                </a:path>
                <a:path w="492759" h="325119">
                  <a:moveTo>
                    <a:pt x="119253" y="18161"/>
                  </a:moveTo>
                  <a:lnTo>
                    <a:pt x="118110" y="16916"/>
                  </a:lnTo>
                  <a:lnTo>
                    <a:pt x="116979" y="15887"/>
                  </a:lnTo>
                  <a:lnTo>
                    <a:pt x="115150" y="15887"/>
                  </a:lnTo>
                  <a:lnTo>
                    <a:pt x="113944" y="16916"/>
                  </a:lnTo>
                  <a:lnTo>
                    <a:pt x="112903" y="18161"/>
                  </a:lnTo>
                  <a:lnTo>
                    <a:pt x="112903" y="20040"/>
                  </a:lnTo>
                  <a:lnTo>
                    <a:pt x="113944" y="21145"/>
                  </a:lnTo>
                  <a:lnTo>
                    <a:pt x="115150" y="22085"/>
                  </a:lnTo>
                  <a:lnTo>
                    <a:pt x="116979" y="22085"/>
                  </a:lnTo>
                  <a:lnTo>
                    <a:pt x="118110" y="21031"/>
                  </a:lnTo>
                  <a:lnTo>
                    <a:pt x="119253" y="20040"/>
                  </a:lnTo>
                  <a:lnTo>
                    <a:pt x="119253" y="18161"/>
                  </a:lnTo>
                  <a:close/>
                </a:path>
                <a:path w="492759" h="325119">
                  <a:moveTo>
                    <a:pt x="179311" y="207314"/>
                  </a:moveTo>
                  <a:lnTo>
                    <a:pt x="176161" y="206044"/>
                  </a:lnTo>
                  <a:lnTo>
                    <a:pt x="177507" y="202234"/>
                  </a:lnTo>
                  <a:lnTo>
                    <a:pt x="178765" y="199694"/>
                  </a:lnTo>
                  <a:lnTo>
                    <a:pt x="174840" y="197154"/>
                  </a:lnTo>
                  <a:lnTo>
                    <a:pt x="172885" y="195884"/>
                  </a:lnTo>
                  <a:lnTo>
                    <a:pt x="171792" y="188264"/>
                  </a:lnTo>
                  <a:lnTo>
                    <a:pt x="171602" y="186994"/>
                  </a:lnTo>
                  <a:lnTo>
                    <a:pt x="172186" y="183184"/>
                  </a:lnTo>
                  <a:lnTo>
                    <a:pt x="167233" y="176834"/>
                  </a:lnTo>
                  <a:lnTo>
                    <a:pt x="162941" y="173024"/>
                  </a:lnTo>
                  <a:lnTo>
                    <a:pt x="161518" y="171754"/>
                  </a:lnTo>
                  <a:lnTo>
                    <a:pt x="139700" y="147624"/>
                  </a:lnTo>
                  <a:lnTo>
                    <a:pt x="144119" y="147624"/>
                  </a:lnTo>
                  <a:lnTo>
                    <a:pt x="147243" y="150164"/>
                  </a:lnTo>
                  <a:lnTo>
                    <a:pt x="149161" y="151434"/>
                  </a:lnTo>
                  <a:lnTo>
                    <a:pt x="152844" y="155244"/>
                  </a:lnTo>
                  <a:lnTo>
                    <a:pt x="156222" y="159054"/>
                  </a:lnTo>
                  <a:lnTo>
                    <a:pt x="159893" y="150164"/>
                  </a:lnTo>
                  <a:lnTo>
                    <a:pt x="161569" y="147624"/>
                  </a:lnTo>
                  <a:lnTo>
                    <a:pt x="164096" y="143814"/>
                  </a:lnTo>
                  <a:lnTo>
                    <a:pt x="168948" y="136194"/>
                  </a:lnTo>
                  <a:lnTo>
                    <a:pt x="174599" y="129844"/>
                  </a:lnTo>
                  <a:lnTo>
                    <a:pt x="176682" y="127304"/>
                  </a:lnTo>
                  <a:lnTo>
                    <a:pt x="177685" y="126034"/>
                  </a:lnTo>
                  <a:lnTo>
                    <a:pt x="174777" y="127304"/>
                  </a:lnTo>
                  <a:lnTo>
                    <a:pt x="170154" y="127304"/>
                  </a:lnTo>
                  <a:lnTo>
                    <a:pt x="167678" y="129844"/>
                  </a:lnTo>
                  <a:lnTo>
                    <a:pt x="167678" y="120954"/>
                  </a:lnTo>
                  <a:lnTo>
                    <a:pt x="164338" y="117144"/>
                  </a:lnTo>
                  <a:lnTo>
                    <a:pt x="164617" y="112064"/>
                  </a:lnTo>
                  <a:lnTo>
                    <a:pt x="162864" y="105714"/>
                  </a:lnTo>
                  <a:lnTo>
                    <a:pt x="160858" y="103174"/>
                  </a:lnTo>
                  <a:lnTo>
                    <a:pt x="157873" y="99364"/>
                  </a:lnTo>
                  <a:lnTo>
                    <a:pt x="148463" y="91744"/>
                  </a:lnTo>
                  <a:lnTo>
                    <a:pt x="156654" y="94284"/>
                  </a:lnTo>
                  <a:lnTo>
                    <a:pt x="161404" y="100634"/>
                  </a:lnTo>
                  <a:lnTo>
                    <a:pt x="167678" y="95554"/>
                  </a:lnTo>
                  <a:lnTo>
                    <a:pt x="164160" y="93014"/>
                  </a:lnTo>
                  <a:lnTo>
                    <a:pt x="163182" y="91744"/>
                  </a:lnTo>
                  <a:lnTo>
                    <a:pt x="160274" y="87934"/>
                  </a:lnTo>
                  <a:lnTo>
                    <a:pt x="153619" y="81584"/>
                  </a:lnTo>
                  <a:lnTo>
                    <a:pt x="141795" y="73964"/>
                  </a:lnTo>
                  <a:lnTo>
                    <a:pt x="147332" y="75234"/>
                  </a:lnTo>
                  <a:lnTo>
                    <a:pt x="152666" y="79044"/>
                  </a:lnTo>
                  <a:lnTo>
                    <a:pt x="158229" y="80314"/>
                  </a:lnTo>
                  <a:lnTo>
                    <a:pt x="164477" y="79044"/>
                  </a:lnTo>
                  <a:lnTo>
                    <a:pt x="158902" y="75234"/>
                  </a:lnTo>
                  <a:lnTo>
                    <a:pt x="157619" y="73964"/>
                  </a:lnTo>
                  <a:lnTo>
                    <a:pt x="156337" y="72694"/>
                  </a:lnTo>
                  <a:lnTo>
                    <a:pt x="149948" y="66344"/>
                  </a:lnTo>
                  <a:lnTo>
                    <a:pt x="147408" y="63804"/>
                  </a:lnTo>
                  <a:lnTo>
                    <a:pt x="145084" y="62534"/>
                  </a:lnTo>
                  <a:lnTo>
                    <a:pt x="138137" y="58724"/>
                  </a:lnTo>
                  <a:lnTo>
                    <a:pt x="143268" y="58724"/>
                  </a:lnTo>
                  <a:lnTo>
                    <a:pt x="148755" y="61264"/>
                  </a:lnTo>
                  <a:lnTo>
                    <a:pt x="151015" y="58724"/>
                  </a:lnTo>
                  <a:lnTo>
                    <a:pt x="153276" y="56184"/>
                  </a:lnTo>
                  <a:lnTo>
                    <a:pt x="148082" y="56184"/>
                  </a:lnTo>
                  <a:lnTo>
                    <a:pt x="144868" y="52374"/>
                  </a:lnTo>
                  <a:lnTo>
                    <a:pt x="139280" y="51104"/>
                  </a:lnTo>
                  <a:lnTo>
                    <a:pt x="140144" y="48564"/>
                  </a:lnTo>
                  <a:lnTo>
                    <a:pt x="141439" y="44754"/>
                  </a:lnTo>
                  <a:lnTo>
                    <a:pt x="140919" y="40944"/>
                  </a:lnTo>
                  <a:lnTo>
                    <a:pt x="138633" y="37134"/>
                  </a:lnTo>
                  <a:lnTo>
                    <a:pt x="134658" y="37134"/>
                  </a:lnTo>
                  <a:lnTo>
                    <a:pt x="130771" y="38404"/>
                  </a:lnTo>
                  <a:lnTo>
                    <a:pt x="127990" y="40741"/>
                  </a:lnTo>
                  <a:lnTo>
                    <a:pt x="127990" y="99364"/>
                  </a:lnTo>
                  <a:lnTo>
                    <a:pt x="122453" y="100634"/>
                  </a:lnTo>
                  <a:lnTo>
                    <a:pt x="117322" y="103174"/>
                  </a:lnTo>
                  <a:lnTo>
                    <a:pt x="113169" y="99364"/>
                  </a:lnTo>
                  <a:lnTo>
                    <a:pt x="112522" y="96824"/>
                  </a:lnTo>
                  <a:lnTo>
                    <a:pt x="112191" y="95554"/>
                  </a:lnTo>
                  <a:lnTo>
                    <a:pt x="111137" y="93014"/>
                  </a:lnTo>
                  <a:lnTo>
                    <a:pt x="110350" y="90474"/>
                  </a:lnTo>
                  <a:lnTo>
                    <a:pt x="113868" y="86664"/>
                  </a:lnTo>
                  <a:lnTo>
                    <a:pt x="114452" y="85394"/>
                  </a:lnTo>
                  <a:lnTo>
                    <a:pt x="113880" y="84124"/>
                  </a:lnTo>
                  <a:lnTo>
                    <a:pt x="112750" y="81584"/>
                  </a:lnTo>
                  <a:lnTo>
                    <a:pt x="111620" y="79044"/>
                  </a:lnTo>
                  <a:lnTo>
                    <a:pt x="108216" y="81584"/>
                  </a:lnTo>
                  <a:lnTo>
                    <a:pt x="104571" y="81584"/>
                  </a:lnTo>
                  <a:lnTo>
                    <a:pt x="106286" y="79044"/>
                  </a:lnTo>
                  <a:lnTo>
                    <a:pt x="106362" y="76504"/>
                  </a:lnTo>
                  <a:lnTo>
                    <a:pt x="104127" y="76504"/>
                  </a:lnTo>
                  <a:lnTo>
                    <a:pt x="101358" y="77774"/>
                  </a:lnTo>
                  <a:lnTo>
                    <a:pt x="101358" y="81584"/>
                  </a:lnTo>
                  <a:lnTo>
                    <a:pt x="99771" y="81584"/>
                  </a:lnTo>
                  <a:lnTo>
                    <a:pt x="98336" y="80314"/>
                  </a:lnTo>
                  <a:lnTo>
                    <a:pt x="99148" y="77774"/>
                  </a:lnTo>
                  <a:lnTo>
                    <a:pt x="99148" y="75234"/>
                  </a:lnTo>
                  <a:lnTo>
                    <a:pt x="100431" y="73964"/>
                  </a:lnTo>
                  <a:lnTo>
                    <a:pt x="102184" y="73964"/>
                  </a:lnTo>
                  <a:lnTo>
                    <a:pt x="108242" y="71424"/>
                  </a:lnTo>
                  <a:lnTo>
                    <a:pt x="117322" y="67614"/>
                  </a:lnTo>
                  <a:lnTo>
                    <a:pt x="119253" y="67614"/>
                  </a:lnTo>
                  <a:lnTo>
                    <a:pt x="120573" y="66344"/>
                  </a:lnTo>
                  <a:lnTo>
                    <a:pt x="121945" y="67614"/>
                  </a:lnTo>
                  <a:lnTo>
                    <a:pt x="122872" y="68884"/>
                  </a:lnTo>
                  <a:lnTo>
                    <a:pt x="125285" y="70154"/>
                  </a:lnTo>
                  <a:lnTo>
                    <a:pt x="124701" y="71424"/>
                  </a:lnTo>
                  <a:lnTo>
                    <a:pt x="123837" y="72694"/>
                  </a:lnTo>
                  <a:lnTo>
                    <a:pt x="120573" y="70154"/>
                  </a:lnTo>
                  <a:lnTo>
                    <a:pt x="116611" y="72694"/>
                  </a:lnTo>
                  <a:lnTo>
                    <a:pt x="118198" y="73964"/>
                  </a:lnTo>
                  <a:lnTo>
                    <a:pt x="121640" y="75234"/>
                  </a:lnTo>
                  <a:lnTo>
                    <a:pt x="118351" y="77774"/>
                  </a:lnTo>
                  <a:lnTo>
                    <a:pt x="114795" y="79044"/>
                  </a:lnTo>
                  <a:lnTo>
                    <a:pt x="115938" y="81584"/>
                  </a:lnTo>
                  <a:lnTo>
                    <a:pt x="116979" y="84124"/>
                  </a:lnTo>
                  <a:lnTo>
                    <a:pt x="118605" y="85394"/>
                  </a:lnTo>
                  <a:lnTo>
                    <a:pt x="123444" y="85394"/>
                  </a:lnTo>
                  <a:lnTo>
                    <a:pt x="124701" y="87934"/>
                  </a:lnTo>
                  <a:lnTo>
                    <a:pt x="126047" y="90474"/>
                  </a:lnTo>
                  <a:lnTo>
                    <a:pt x="127508" y="94284"/>
                  </a:lnTo>
                  <a:lnTo>
                    <a:pt x="127635" y="95554"/>
                  </a:lnTo>
                  <a:lnTo>
                    <a:pt x="127749" y="96824"/>
                  </a:lnTo>
                  <a:lnTo>
                    <a:pt x="127990" y="99364"/>
                  </a:lnTo>
                  <a:lnTo>
                    <a:pt x="127990" y="40741"/>
                  </a:lnTo>
                  <a:lnTo>
                    <a:pt x="127812" y="40881"/>
                  </a:lnTo>
                  <a:lnTo>
                    <a:pt x="127812" y="48564"/>
                  </a:lnTo>
                  <a:lnTo>
                    <a:pt x="123837" y="54914"/>
                  </a:lnTo>
                  <a:lnTo>
                    <a:pt x="126466" y="57454"/>
                  </a:lnTo>
                  <a:lnTo>
                    <a:pt x="123317" y="59994"/>
                  </a:lnTo>
                  <a:lnTo>
                    <a:pt x="119341" y="62534"/>
                  </a:lnTo>
                  <a:lnTo>
                    <a:pt x="113868" y="59994"/>
                  </a:lnTo>
                  <a:lnTo>
                    <a:pt x="111506" y="56184"/>
                  </a:lnTo>
                  <a:lnTo>
                    <a:pt x="123444" y="51104"/>
                  </a:lnTo>
                  <a:lnTo>
                    <a:pt x="127812" y="48564"/>
                  </a:lnTo>
                  <a:lnTo>
                    <a:pt x="127812" y="40881"/>
                  </a:lnTo>
                  <a:lnTo>
                    <a:pt x="127304" y="37134"/>
                  </a:lnTo>
                  <a:lnTo>
                    <a:pt x="120103" y="37134"/>
                  </a:lnTo>
                  <a:lnTo>
                    <a:pt x="120370" y="38404"/>
                  </a:lnTo>
                  <a:lnTo>
                    <a:pt x="121107" y="40944"/>
                  </a:lnTo>
                  <a:lnTo>
                    <a:pt x="116611" y="40944"/>
                  </a:lnTo>
                  <a:lnTo>
                    <a:pt x="107657" y="43484"/>
                  </a:lnTo>
                  <a:lnTo>
                    <a:pt x="100787" y="45999"/>
                  </a:lnTo>
                  <a:lnTo>
                    <a:pt x="100787" y="65074"/>
                  </a:lnTo>
                  <a:lnTo>
                    <a:pt x="98907" y="71424"/>
                  </a:lnTo>
                  <a:lnTo>
                    <a:pt x="89750" y="71424"/>
                  </a:lnTo>
                  <a:lnTo>
                    <a:pt x="89852" y="67614"/>
                  </a:lnTo>
                  <a:lnTo>
                    <a:pt x="82880" y="66344"/>
                  </a:lnTo>
                  <a:lnTo>
                    <a:pt x="87757" y="65074"/>
                  </a:lnTo>
                  <a:lnTo>
                    <a:pt x="99771" y="61264"/>
                  </a:lnTo>
                  <a:lnTo>
                    <a:pt x="100787" y="65074"/>
                  </a:lnTo>
                  <a:lnTo>
                    <a:pt x="100787" y="45999"/>
                  </a:lnTo>
                  <a:lnTo>
                    <a:pt x="93726" y="48564"/>
                  </a:lnTo>
                  <a:lnTo>
                    <a:pt x="85864" y="53644"/>
                  </a:lnTo>
                  <a:lnTo>
                    <a:pt x="82118" y="56184"/>
                  </a:lnTo>
                  <a:lnTo>
                    <a:pt x="80949" y="53644"/>
                  </a:lnTo>
                  <a:lnTo>
                    <a:pt x="80086" y="53644"/>
                  </a:lnTo>
                  <a:lnTo>
                    <a:pt x="77660" y="54914"/>
                  </a:lnTo>
                  <a:lnTo>
                    <a:pt x="75184" y="57454"/>
                  </a:lnTo>
                  <a:lnTo>
                    <a:pt x="77101" y="59994"/>
                  </a:lnTo>
                  <a:lnTo>
                    <a:pt x="73152" y="61264"/>
                  </a:lnTo>
                  <a:lnTo>
                    <a:pt x="68872" y="61264"/>
                  </a:lnTo>
                  <a:lnTo>
                    <a:pt x="65252" y="65074"/>
                  </a:lnTo>
                  <a:lnTo>
                    <a:pt x="65252" y="68884"/>
                  </a:lnTo>
                  <a:lnTo>
                    <a:pt x="69011" y="72694"/>
                  </a:lnTo>
                  <a:lnTo>
                    <a:pt x="74536" y="75234"/>
                  </a:lnTo>
                  <a:lnTo>
                    <a:pt x="70332" y="82854"/>
                  </a:lnTo>
                  <a:lnTo>
                    <a:pt x="69583" y="89204"/>
                  </a:lnTo>
                  <a:lnTo>
                    <a:pt x="69481" y="90474"/>
                  </a:lnTo>
                  <a:lnTo>
                    <a:pt x="69367" y="91744"/>
                  </a:lnTo>
                  <a:lnTo>
                    <a:pt x="69265" y="93014"/>
                  </a:lnTo>
                  <a:lnTo>
                    <a:pt x="69151" y="94284"/>
                  </a:lnTo>
                  <a:lnTo>
                    <a:pt x="69037" y="95554"/>
                  </a:lnTo>
                  <a:lnTo>
                    <a:pt x="65455" y="100634"/>
                  </a:lnTo>
                  <a:lnTo>
                    <a:pt x="71932" y="99364"/>
                  </a:lnTo>
                  <a:lnTo>
                    <a:pt x="75272" y="93014"/>
                  </a:lnTo>
                  <a:lnTo>
                    <a:pt x="77533" y="87934"/>
                  </a:lnTo>
                  <a:lnTo>
                    <a:pt x="80759" y="84124"/>
                  </a:lnTo>
                  <a:lnTo>
                    <a:pt x="79476" y="90474"/>
                  </a:lnTo>
                  <a:lnTo>
                    <a:pt x="77114" y="95554"/>
                  </a:lnTo>
                  <a:lnTo>
                    <a:pt x="74841" y="100634"/>
                  </a:lnTo>
                  <a:lnTo>
                    <a:pt x="73825" y="108254"/>
                  </a:lnTo>
                  <a:lnTo>
                    <a:pt x="73825" y="114604"/>
                  </a:lnTo>
                  <a:lnTo>
                    <a:pt x="77812" y="122224"/>
                  </a:lnTo>
                  <a:lnTo>
                    <a:pt x="74371" y="126034"/>
                  </a:lnTo>
                  <a:lnTo>
                    <a:pt x="79641" y="120954"/>
                  </a:lnTo>
                  <a:lnTo>
                    <a:pt x="82283" y="112064"/>
                  </a:lnTo>
                  <a:lnTo>
                    <a:pt x="84251" y="103174"/>
                  </a:lnTo>
                  <a:lnTo>
                    <a:pt x="87490" y="96824"/>
                  </a:lnTo>
                  <a:lnTo>
                    <a:pt x="88582" y="99364"/>
                  </a:lnTo>
                  <a:lnTo>
                    <a:pt x="87820" y="103174"/>
                  </a:lnTo>
                  <a:lnTo>
                    <a:pt x="86588" y="106984"/>
                  </a:lnTo>
                  <a:lnTo>
                    <a:pt x="85166" y="114604"/>
                  </a:lnTo>
                  <a:lnTo>
                    <a:pt x="85077" y="117144"/>
                  </a:lnTo>
                  <a:lnTo>
                    <a:pt x="85026" y="118414"/>
                  </a:lnTo>
                  <a:lnTo>
                    <a:pt x="84937" y="120954"/>
                  </a:lnTo>
                  <a:lnTo>
                    <a:pt x="84886" y="122224"/>
                  </a:lnTo>
                  <a:lnTo>
                    <a:pt x="84785" y="123494"/>
                  </a:lnTo>
                  <a:lnTo>
                    <a:pt x="84670" y="124764"/>
                  </a:lnTo>
                  <a:lnTo>
                    <a:pt x="84569" y="126034"/>
                  </a:lnTo>
                  <a:lnTo>
                    <a:pt x="84467" y="127304"/>
                  </a:lnTo>
                  <a:lnTo>
                    <a:pt x="84353" y="128574"/>
                  </a:lnTo>
                  <a:lnTo>
                    <a:pt x="84251" y="129844"/>
                  </a:lnTo>
                  <a:lnTo>
                    <a:pt x="81749" y="134924"/>
                  </a:lnTo>
                  <a:lnTo>
                    <a:pt x="87782" y="131114"/>
                  </a:lnTo>
                  <a:lnTo>
                    <a:pt x="91973" y="124764"/>
                  </a:lnTo>
                  <a:lnTo>
                    <a:pt x="95834" y="118414"/>
                  </a:lnTo>
                  <a:lnTo>
                    <a:pt x="100863" y="112064"/>
                  </a:lnTo>
                  <a:lnTo>
                    <a:pt x="95580" y="124764"/>
                  </a:lnTo>
                  <a:lnTo>
                    <a:pt x="89928" y="141274"/>
                  </a:lnTo>
                  <a:lnTo>
                    <a:pt x="83604" y="157784"/>
                  </a:lnTo>
                  <a:lnTo>
                    <a:pt x="54737" y="203504"/>
                  </a:lnTo>
                  <a:lnTo>
                    <a:pt x="34188" y="220014"/>
                  </a:lnTo>
                  <a:lnTo>
                    <a:pt x="27292" y="220014"/>
                  </a:lnTo>
                  <a:lnTo>
                    <a:pt x="22275" y="216204"/>
                  </a:lnTo>
                  <a:lnTo>
                    <a:pt x="22275" y="207314"/>
                  </a:lnTo>
                  <a:lnTo>
                    <a:pt x="29210" y="189534"/>
                  </a:lnTo>
                  <a:lnTo>
                    <a:pt x="59677" y="156514"/>
                  </a:lnTo>
                  <a:lnTo>
                    <a:pt x="66611" y="137464"/>
                  </a:lnTo>
                  <a:lnTo>
                    <a:pt x="66611" y="126034"/>
                  </a:lnTo>
                  <a:lnTo>
                    <a:pt x="56540" y="122224"/>
                  </a:lnTo>
                  <a:lnTo>
                    <a:pt x="46024" y="122224"/>
                  </a:lnTo>
                  <a:lnTo>
                    <a:pt x="41008" y="123494"/>
                  </a:lnTo>
                  <a:lnTo>
                    <a:pt x="36728" y="127304"/>
                  </a:lnTo>
                  <a:lnTo>
                    <a:pt x="34886" y="126034"/>
                  </a:lnTo>
                  <a:lnTo>
                    <a:pt x="31457" y="126034"/>
                  </a:lnTo>
                  <a:lnTo>
                    <a:pt x="22860" y="129844"/>
                  </a:lnTo>
                  <a:lnTo>
                    <a:pt x="18186" y="140004"/>
                  </a:lnTo>
                  <a:lnTo>
                    <a:pt x="13868" y="148894"/>
                  </a:lnTo>
                  <a:lnTo>
                    <a:pt x="6350" y="152704"/>
                  </a:lnTo>
                  <a:lnTo>
                    <a:pt x="11036" y="153974"/>
                  </a:lnTo>
                  <a:lnTo>
                    <a:pt x="16459" y="151434"/>
                  </a:lnTo>
                  <a:lnTo>
                    <a:pt x="21882" y="147624"/>
                  </a:lnTo>
                  <a:lnTo>
                    <a:pt x="26606" y="142544"/>
                  </a:lnTo>
                  <a:lnTo>
                    <a:pt x="21170" y="152704"/>
                  </a:lnTo>
                  <a:lnTo>
                    <a:pt x="11671" y="159054"/>
                  </a:lnTo>
                  <a:lnTo>
                    <a:pt x="2984" y="165404"/>
                  </a:lnTo>
                  <a:lnTo>
                    <a:pt x="0" y="176834"/>
                  </a:lnTo>
                  <a:lnTo>
                    <a:pt x="8699" y="167944"/>
                  </a:lnTo>
                  <a:lnTo>
                    <a:pt x="24218" y="160324"/>
                  </a:lnTo>
                  <a:lnTo>
                    <a:pt x="39052" y="151434"/>
                  </a:lnTo>
                  <a:lnTo>
                    <a:pt x="43256" y="142544"/>
                  </a:lnTo>
                  <a:lnTo>
                    <a:pt x="45656" y="137464"/>
                  </a:lnTo>
                  <a:lnTo>
                    <a:pt x="45656" y="134924"/>
                  </a:lnTo>
                  <a:lnTo>
                    <a:pt x="44043" y="132384"/>
                  </a:lnTo>
                  <a:lnTo>
                    <a:pt x="42037" y="129844"/>
                  </a:lnTo>
                  <a:lnTo>
                    <a:pt x="45161" y="128574"/>
                  </a:lnTo>
                  <a:lnTo>
                    <a:pt x="48094" y="127304"/>
                  </a:lnTo>
                  <a:lnTo>
                    <a:pt x="55829" y="127304"/>
                  </a:lnTo>
                  <a:lnTo>
                    <a:pt x="60401" y="131114"/>
                  </a:lnTo>
                  <a:lnTo>
                    <a:pt x="60401" y="138734"/>
                  </a:lnTo>
                  <a:lnTo>
                    <a:pt x="53543" y="155244"/>
                  </a:lnTo>
                  <a:lnTo>
                    <a:pt x="23368" y="188264"/>
                  </a:lnTo>
                  <a:lnTo>
                    <a:pt x="16510" y="207314"/>
                  </a:lnTo>
                  <a:lnTo>
                    <a:pt x="16510" y="212394"/>
                  </a:lnTo>
                  <a:lnTo>
                    <a:pt x="17830" y="216204"/>
                  </a:lnTo>
                  <a:lnTo>
                    <a:pt x="20078" y="218744"/>
                  </a:lnTo>
                  <a:lnTo>
                    <a:pt x="16992" y="220014"/>
                  </a:lnTo>
                  <a:lnTo>
                    <a:pt x="13716" y="220014"/>
                  </a:lnTo>
                  <a:lnTo>
                    <a:pt x="11137" y="217474"/>
                  </a:lnTo>
                  <a:lnTo>
                    <a:pt x="11036" y="220014"/>
                  </a:lnTo>
                  <a:lnTo>
                    <a:pt x="10947" y="222554"/>
                  </a:lnTo>
                  <a:lnTo>
                    <a:pt x="10896" y="223824"/>
                  </a:lnTo>
                  <a:lnTo>
                    <a:pt x="21221" y="228904"/>
                  </a:lnTo>
                  <a:lnTo>
                    <a:pt x="27800" y="225094"/>
                  </a:lnTo>
                  <a:lnTo>
                    <a:pt x="29210" y="225094"/>
                  </a:lnTo>
                  <a:lnTo>
                    <a:pt x="30848" y="226364"/>
                  </a:lnTo>
                  <a:lnTo>
                    <a:pt x="32397" y="226364"/>
                  </a:lnTo>
                  <a:lnTo>
                    <a:pt x="30403" y="231444"/>
                  </a:lnTo>
                  <a:lnTo>
                    <a:pt x="23749" y="232714"/>
                  </a:lnTo>
                  <a:lnTo>
                    <a:pt x="20078" y="232714"/>
                  </a:lnTo>
                  <a:lnTo>
                    <a:pt x="29337" y="235254"/>
                  </a:lnTo>
                  <a:lnTo>
                    <a:pt x="38938" y="232714"/>
                  </a:lnTo>
                  <a:lnTo>
                    <a:pt x="46266" y="227634"/>
                  </a:lnTo>
                  <a:lnTo>
                    <a:pt x="47091" y="225094"/>
                  </a:lnTo>
                  <a:lnTo>
                    <a:pt x="48755" y="220014"/>
                  </a:lnTo>
                  <a:lnTo>
                    <a:pt x="54610" y="214934"/>
                  </a:lnTo>
                  <a:lnTo>
                    <a:pt x="59690" y="207314"/>
                  </a:lnTo>
                  <a:lnTo>
                    <a:pt x="69011" y="194614"/>
                  </a:lnTo>
                  <a:lnTo>
                    <a:pt x="68592" y="195884"/>
                  </a:lnTo>
                  <a:lnTo>
                    <a:pt x="67957" y="199694"/>
                  </a:lnTo>
                  <a:lnTo>
                    <a:pt x="63398" y="208584"/>
                  </a:lnTo>
                  <a:lnTo>
                    <a:pt x="59321" y="216204"/>
                  </a:lnTo>
                  <a:lnTo>
                    <a:pt x="56083" y="225094"/>
                  </a:lnTo>
                  <a:lnTo>
                    <a:pt x="54038" y="236524"/>
                  </a:lnTo>
                  <a:lnTo>
                    <a:pt x="52171" y="245414"/>
                  </a:lnTo>
                  <a:lnTo>
                    <a:pt x="48602" y="251764"/>
                  </a:lnTo>
                  <a:lnTo>
                    <a:pt x="43611" y="258114"/>
                  </a:lnTo>
                  <a:lnTo>
                    <a:pt x="37465" y="259384"/>
                  </a:lnTo>
                  <a:lnTo>
                    <a:pt x="35496" y="259384"/>
                  </a:lnTo>
                  <a:lnTo>
                    <a:pt x="32232" y="256844"/>
                  </a:lnTo>
                  <a:lnTo>
                    <a:pt x="30746" y="258114"/>
                  </a:lnTo>
                  <a:lnTo>
                    <a:pt x="27901" y="260654"/>
                  </a:lnTo>
                  <a:lnTo>
                    <a:pt x="30543" y="263194"/>
                  </a:lnTo>
                  <a:lnTo>
                    <a:pt x="30543" y="268274"/>
                  </a:lnTo>
                  <a:lnTo>
                    <a:pt x="23749" y="272084"/>
                  </a:lnTo>
                  <a:lnTo>
                    <a:pt x="23749" y="288594"/>
                  </a:lnTo>
                  <a:lnTo>
                    <a:pt x="26606" y="293674"/>
                  </a:lnTo>
                  <a:lnTo>
                    <a:pt x="25463" y="297484"/>
                  </a:lnTo>
                  <a:lnTo>
                    <a:pt x="28359" y="296214"/>
                  </a:lnTo>
                  <a:lnTo>
                    <a:pt x="32156" y="291134"/>
                  </a:lnTo>
                  <a:lnTo>
                    <a:pt x="33616" y="284784"/>
                  </a:lnTo>
                  <a:lnTo>
                    <a:pt x="33667" y="286054"/>
                  </a:lnTo>
                  <a:lnTo>
                    <a:pt x="33782" y="288594"/>
                  </a:lnTo>
                  <a:lnTo>
                    <a:pt x="33896" y="291134"/>
                  </a:lnTo>
                  <a:lnTo>
                    <a:pt x="34010" y="293674"/>
                  </a:lnTo>
                  <a:lnTo>
                    <a:pt x="32435" y="298754"/>
                  </a:lnTo>
                  <a:lnTo>
                    <a:pt x="31559" y="303834"/>
                  </a:lnTo>
                  <a:lnTo>
                    <a:pt x="34061" y="311454"/>
                  </a:lnTo>
                  <a:lnTo>
                    <a:pt x="34886" y="307644"/>
                  </a:lnTo>
                  <a:lnTo>
                    <a:pt x="39166" y="305104"/>
                  </a:lnTo>
                  <a:lnTo>
                    <a:pt x="41821" y="307644"/>
                  </a:lnTo>
                  <a:lnTo>
                    <a:pt x="44538" y="308914"/>
                  </a:lnTo>
                  <a:lnTo>
                    <a:pt x="43256" y="310184"/>
                  </a:lnTo>
                  <a:lnTo>
                    <a:pt x="41325" y="312724"/>
                  </a:lnTo>
                  <a:lnTo>
                    <a:pt x="39331" y="313994"/>
                  </a:lnTo>
                  <a:lnTo>
                    <a:pt x="37553" y="324154"/>
                  </a:lnTo>
                  <a:lnTo>
                    <a:pt x="46456" y="322884"/>
                  </a:lnTo>
                  <a:lnTo>
                    <a:pt x="44729" y="321614"/>
                  </a:lnTo>
                  <a:lnTo>
                    <a:pt x="44615" y="319074"/>
                  </a:lnTo>
                  <a:lnTo>
                    <a:pt x="49085" y="319074"/>
                  </a:lnTo>
                  <a:lnTo>
                    <a:pt x="55181" y="317804"/>
                  </a:lnTo>
                  <a:lnTo>
                    <a:pt x="57010" y="320344"/>
                  </a:lnTo>
                  <a:lnTo>
                    <a:pt x="67665" y="320344"/>
                  </a:lnTo>
                  <a:lnTo>
                    <a:pt x="68122" y="317804"/>
                  </a:lnTo>
                  <a:lnTo>
                    <a:pt x="68592" y="315264"/>
                  </a:lnTo>
                  <a:lnTo>
                    <a:pt x="75107" y="315264"/>
                  </a:lnTo>
                  <a:lnTo>
                    <a:pt x="75107" y="317804"/>
                  </a:lnTo>
                  <a:lnTo>
                    <a:pt x="73964" y="319074"/>
                  </a:lnTo>
                  <a:lnTo>
                    <a:pt x="79070" y="317804"/>
                  </a:lnTo>
                  <a:lnTo>
                    <a:pt x="80035" y="315264"/>
                  </a:lnTo>
                  <a:lnTo>
                    <a:pt x="80035" y="310184"/>
                  </a:lnTo>
                  <a:lnTo>
                    <a:pt x="77660" y="307644"/>
                  </a:lnTo>
                  <a:lnTo>
                    <a:pt x="79451" y="306374"/>
                  </a:lnTo>
                  <a:lnTo>
                    <a:pt x="81305" y="305104"/>
                  </a:lnTo>
                  <a:lnTo>
                    <a:pt x="87312" y="306374"/>
                  </a:lnTo>
                  <a:lnTo>
                    <a:pt x="84874" y="311454"/>
                  </a:lnTo>
                  <a:lnTo>
                    <a:pt x="87934" y="311454"/>
                  </a:lnTo>
                  <a:lnTo>
                    <a:pt x="89611" y="308914"/>
                  </a:lnTo>
                  <a:lnTo>
                    <a:pt x="89611" y="305104"/>
                  </a:lnTo>
                  <a:lnTo>
                    <a:pt x="89611" y="302564"/>
                  </a:lnTo>
                  <a:lnTo>
                    <a:pt x="89611" y="301294"/>
                  </a:lnTo>
                  <a:lnTo>
                    <a:pt x="87490" y="300024"/>
                  </a:lnTo>
                  <a:lnTo>
                    <a:pt x="85369" y="298754"/>
                  </a:lnTo>
                  <a:lnTo>
                    <a:pt x="81305" y="300024"/>
                  </a:lnTo>
                  <a:lnTo>
                    <a:pt x="80645" y="297484"/>
                  </a:lnTo>
                  <a:lnTo>
                    <a:pt x="77177" y="296214"/>
                  </a:lnTo>
                  <a:lnTo>
                    <a:pt x="66738" y="296214"/>
                  </a:lnTo>
                  <a:lnTo>
                    <a:pt x="67792" y="302564"/>
                  </a:lnTo>
                  <a:lnTo>
                    <a:pt x="62826" y="302564"/>
                  </a:lnTo>
                  <a:lnTo>
                    <a:pt x="47180" y="274624"/>
                  </a:lnTo>
                  <a:lnTo>
                    <a:pt x="47180" y="265734"/>
                  </a:lnTo>
                  <a:lnTo>
                    <a:pt x="57175" y="263194"/>
                  </a:lnTo>
                  <a:lnTo>
                    <a:pt x="64363" y="260654"/>
                  </a:lnTo>
                  <a:lnTo>
                    <a:pt x="66408" y="259384"/>
                  </a:lnTo>
                  <a:lnTo>
                    <a:pt x="70510" y="256844"/>
                  </a:lnTo>
                  <a:lnTo>
                    <a:pt x="77673" y="253034"/>
                  </a:lnTo>
                  <a:lnTo>
                    <a:pt x="84912" y="246684"/>
                  </a:lnTo>
                  <a:lnTo>
                    <a:pt x="91262" y="237794"/>
                  </a:lnTo>
                  <a:lnTo>
                    <a:pt x="94653" y="230174"/>
                  </a:lnTo>
                  <a:lnTo>
                    <a:pt x="96367" y="222554"/>
                  </a:lnTo>
                  <a:lnTo>
                    <a:pt x="96443" y="221284"/>
                  </a:lnTo>
                  <a:lnTo>
                    <a:pt x="96532" y="220014"/>
                  </a:lnTo>
                  <a:lnTo>
                    <a:pt x="96596" y="206044"/>
                  </a:lnTo>
                  <a:lnTo>
                    <a:pt x="106603" y="211124"/>
                  </a:lnTo>
                  <a:lnTo>
                    <a:pt x="107657" y="218744"/>
                  </a:lnTo>
                  <a:lnTo>
                    <a:pt x="107657" y="232714"/>
                  </a:lnTo>
                  <a:lnTo>
                    <a:pt x="103619" y="235254"/>
                  </a:lnTo>
                  <a:lnTo>
                    <a:pt x="100457" y="236524"/>
                  </a:lnTo>
                  <a:lnTo>
                    <a:pt x="97840" y="237794"/>
                  </a:lnTo>
                  <a:lnTo>
                    <a:pt x="96926" y="237794"/>
                  </a:lnTo>
                  <a:lnTo>
                    <a:pt x="96685" y="239064"/>
                  </a:lnTo>
                  <a:lnTo>
                    <a:pt x="96278" y="241604"/>
                  </a:lnTo>
                  <a:lnTo>
                    <a:pt x="97612" y="242874"/>
                  </a:lnTo>
                  <a:lnTo>
                    <a:pt x="98793" y="242874"/>
                  </a:lnTo>
                  <a:lnTo>
                    <a:pt x="102425" y="245414"/>
                  </a:lnTo>
                  <a:lnTo>
                    <a:pt x="101536" y="247954"/>
                  </a:lnTo>
                  <a:lnTo>
                    <a:pt x="102679" y="251764"/>
                  </a:lnTo>
                  <a:lnTo>
                    <a:pt x="103619" y="255574"/>
                  </a:lnTo>
                  <a:lnTo>
                    <a:pt x="107010" y="260654"/>
                  </a:lnTo>
                  <a:lnTo>
                    <a:pt x="112610" y="265734"/>
                  </a:lnTo>
                  <a:lnTo>
                    <a:pt x="113144" y="263194"/>
                  </a:lnTo>
                  <a:lnTo>
                    <a:pt x="113017" y="259384"/>
                  </a:lnTo>
                  <a:lnTo>
                    <a:pt x="112915" y="258114"/>
                  </a:lnTo>
                  <a:lnTo>
                    <a:pt x="112814" y="256844"/>
                  </a:lnTo>
                  <a:lnTo>
                    <a:pt x="112712" y="255574"/>
                  </a:lnTo>
                  <a:lnTo>
                    <a:pt x="112610" y="254304"/>
                  </a:lnTo>
                  <a:lnTo>
                    <a:pt x="116344" y="259384"/>
                  </a:lnTo>
                  <a:lnTo>
                    <a:pt x="118135" y="265734"/>
                  </a:lnTo>
                  <a:lnTo>
                    <a:pt x="121272" y="270814"/>
                  </a:lnTo>
                  <a:lnTo>
                    <a:pt x="129095" y="273354"/>
                  </a:lnTo>
                  <a:lnTo>
                    <a:pt x="126403" y="272084"/>
                  </a:lnTo>
                  <a:lnTo>
                    <a:pt x="127088" y="268274"/>
                  </a:lnTo>
                  <a:lnTo>
                    <a:pt x="128651" y="268274"/>
                  </a:lnTo>
                  <a:lnTo>
                    <a:pt x="130251" y="267004"/>
                  </a:lnTo>
                  <a:lnTo>
                    <a:pt x="132194" y="268274"/>
                  </a:lnTo>
                  <a:lnTo>
                    <a:pt x="135178" y="272084"/>
                  </a:lnTo>
                  <a:lnTo>
                    <a:pt x="138023" y="275894"/>
                  </a:lnTo>
                  <a:lnTo>
                    <a:pt x="151409" y="275894"/>
                  </a:lnTo>
                  <a:lnTo>
                    <a:pt x="148082" y="273354"/>
                  </a:lnTo>
                  <a:lnTo>
                    <a:pt x="155600" y="273354"/>
                  </a:lnTo>
                  <a:lnTo>
                    <a:pt x="155498" y="275894"/>
                  </a:lnTo>
                  <a:lnTo>
                    <a:pt x="155397" y="278434"/>
                  </a:lnTo>
                  <a:lnTo>
                    <a:pt x="153352" y="280974"/>
                  </a:lnTo>
                  <a:lnTo>
                    <a:pt x="159702" y="279704"/>
                  </a:lnTo>
                  <a:lnTo>
                    <a:pt x="161594" y="274624"/>
                  </a:lnTo>
                  <a:lnTo>
                    <a:pt x="161061" y="273354"/>
                  </a:lnTo>
                  <a:lnTo>
                    <a:pt x="159461" y="269544"/>
                  </a:lnTo>
                  <a:lnTo>
                    <a:pt x="164973" y="267004"/>
                  </a:lnTo>
                  <a:lnTo>
                    <a:pt x="167970" y="270814"/>
                  </a:lnTo>
                  <a:lnTo>
                    <a:pt x="168694" y="273354"/>
                  </a:lnTo>
                  <a:lnTo>
                    <a:pt x="174205" y="268274"/>
                  </a:lnTo>
                  <a:lnTo>
                    <a:pt x="173101" y="267004"/>
                  </a:lnTo>
                  <a:lnTo>
                    <a:pt x="168694" y="261924"/>
                  </a:lnTo>
                  <a:lnTo>
                    <a:pt x="164477" y="261924"/>
                  </a:lnTo>
                  <a:lnTo>
                    <a:pt x="164477" y="260654"/>
                  </a:lnTo>
                  <a:lnTo>
                    <a:pt x="164477" y="259384"/>
                  </a:lnTo>
                  <a:lnTo>
                    <a:pt x="162674" y="258114"/>
                  </a:lnTo>
                  <a:lnTo>
                    <a:pt x="158038" y="256844"/>
                  </a:lnTo>
                  <a:lnTo>
                    <a:pt x="150787" y="256844"/>
                  </a:lnTo>
                  <a:lnTo>
                    <a:pt x="149288" y="260654"/>
                  </a:lnTo>
                  <a:lnTo>
                    <a:pt x="146304" y="260654"/>
                  </a:lnTo>
                  <a:lnTo>
                    <a:pt x="118516" y="237794"/>
                  </a:lnTo>
                  <a:lnTo>
                    <a:pt x="121272" y="232714"/>
                  </a:lnTo>
                  <a:lnTo>
                    <a:pt x="127317" y="227634"/>
                  </a:lnTo>
                  <a:lnTo>
                    <a:pt x="133362" y="221284"/>
                  </a:lnTo>
                  <a:lnTo>
                    <a:pt x="136105" y="214934"/>
                  </a:lnTo>
                  <a:lnTo>
                    <a:pt x="133959" y="206044"/>
                  </a:lnTo>
                  <a:lnTo>
                    <a:pt x="133654" y="204774"/>
                  </a:lnTo>
                  <a:lnTo>
                    <a:pt x="127330" y="198424"/>
                  </a:lnTo>
                  <a:lnTo>
                    <a:pt x="122161" y="194614"/>
                  </a:lnTo>
                  <a:lnTo>
                    <a:pt x="118706" y="192074"/>
                  </a:lnTo>
                  <a:lnTo>
                    <a:pt x="109321" y="185724"/>
                  </a:lnTo>
                  <a:lnTo>
                    <a:pt x="113931" y="183184"/>
                  </a:lnTo>
                  <a:lnTo>
                    <a:pt x="120421" y="181914"/>
                  </a:lnTo>
                  <a:lnTo>
                    <a:pt x="127457" y="181914"/>
                  </a:lnTo>
                  <a:lnTo>
                    <a:pt x="133756" y="183184"/>
                  </a:lnTo>
                  <a:lnTo>
                    <a:pt x="133985" y="181914"/>
                  </a:lnTo>
                  <a:lnTo>
                    <a:pt x="134442" y="179374"/>
                  </a:lnTo>
                  <a:lnTo>
                    <a:pt x="137185" y="180644"/>
                  </a:lnTo>
                  <a:lnTo>
                    <a:pt x="137350" y="179374"/>
                  </a:lnTo>
                  <a:lnTo>
                    <a:pt x="138137" y="173024"/>
                  </a:lnTo>
                  <a:lnTo>
                    <a:pt x="140690" y="179374"/>
                  </a:lnTo>
                  <a:lnTo>
                    <a:pt x="138023" y="184454"/>
                  </a:lnTo>
                  <a:lnTo>
                    <a:pt x="140690" y="186994"/>
                  </a:lnTo>
                  <a:lnTo>
                    <a:pt x="142824" y="184454"/>
                  </a:lnTo>
                  <a:lnTo>
                    <a:pt x="148082" y="184454"/>
                  </a:lnTo>
                  <a:lnTo>
                    <a:pt x="148018" y="183184"/>
                  </a:lnTo>
                  <a:lnTo>
                    <a:pt x="147942" y="181914"/>
                  </a:lnTo>
                  <a:lnTo>
                    <a:pt x="147878" y="180644"/>
                  </a:lnTo>
                  <a:lnTo>
                    <a:pt x="147815" y="179374"/>
                  </a:lnTo>
                  <a:lnTo>
                    <a:pt x="147688" y="176834"/>
                  </a:lnTo>
                  <a:lnTo>
                    <a:pt x="149288" y="181914"/>
                  </a:lnTo>
                  <a:lnTo>
                    <a:pt x="145732" y="189534"/>
                  </a:lnTo>
                  <a:lnTo>
                    <a:pt x="149288" y="192074"/>
                  </a:lnTo>
                  <a:lnTo>
                    <a:pt x="149948" y="188264"/>
                  </a:lnTo>
                  <a:lnTo>
                    <a:pt x="155397" y="188264"/>
                  </a:lnTo>
                  <a:lnTo>
                    <a:pt x="156654" y="189534"/>
                  </a:lnTo>
                  <a:lnTo>
                    <a:pt x="156654" y="197154"/>
                  </a:lnTo>
                  <a:lnTo>
                    <a:pt x="149428" y="194614"/>
                  </a:lnTo>
                  <a:lnTo>
                    <a:pt x="149428" y="203504"/>
                  </a:lnTo>
                  <a:lnTo>
                    <a:pt x="152920" y="204774"/>
                  </a:lnTo>
                  <a:lnTo>
                    <a:pt x="152920" y="208584"/>
                  </a:lnTo>
                  <a:lnTo>
                    <a:pt x="150025" y="211124"/>
                  </a:lnTo>
                  <a:lnTo>
                    <a:pt x="146532" y="208584"/>
                  </a:lnTo>
                  <a:lnTo>
                    <a:pt x="147586" y="211124"/>
                  </a:lnTo>
                  <a:lnTo>
                    <a:pt x="149948" y="213664"/>
                  </a:lnTo>
                  <a:lnTo>
                    <a:pt x="156222" y="213664"/>
                  </a:lnTo>
                  <a:lnTo>
                    <a:pt x="159702" y="211124"/>
                  </a:lnTo>
                  <a:lnTo>
                    <a:pt x="161112" y="207314"/>
                  </a:lnTo>
                  <a:lnTo>
                    <a:pt x="162674" y="212394"/>
                  </a:lnTo>
                  <a:lnTo>
                    <a:pt x="161404" y="216204"/>
                  </a:lnTo>
                  <a:lnTo>
                    <a:pt x="158419" y="217474"/>
                  </a:lnTo>
                  <a:lnTo>
                    <a:pt x="161645" y="218744"/>
                  </a:lnTo>
                  <a:lnTo>
                    <a:pt x="169303" y="217474"/>
                  </a:lnTo>
                  <a:lnTo>
                    <a:pt x="169202" y="216204"/>
                  </a:lnTo>
                  <a:lnTo>
                    <a:pt x="169100" y="214934"/>
                  </a:lnTo>
                  <a:lnTo>
                    <a:pt x="168998" y="213664"/>
                  </a:lnTo>
                  <a:lnTo>
                    <a:pt x="168897" y="212394"/>
                  </a:lnTo>
                  <a:lnTo>
                    <a:pt x="168795" y="211124"/>
                  </a:lnTo>
                  <a:lnTo>
                    <a:pt x="168490" y="207314"/>
                  </a:lnTo>
                  <a:lnTo>
                    <a:pt x="172745" y="208584"/>
                  </a:lnTo>
                  <a:lnTo>
                    <a:pt x="175107" y="211124"/>
                  </a:lnTo>
                  <a:lnTo>
                    <a:pt x="172478" y="216204"/>
                  </a:lnTo>
                  <a:lnTo>
                    <a:pt x="176034" y="214934"/>
                  </a:lnTo>
                  <a:lnTo>
                    <a:pt x="179311" y="213664"/>
                  </a:lnTo>
                  <a:lnTo>
                    <a:pt x="179311" y="207314"/>
                  </a:lnTo>
                  <a:close/>
                </a:path>
                <a:path w="492759" h="325119">
                  <a:moveTo>
                    <a:pt x="351866" y="173456"/>
                  </a:moveTo>
                  <a:lnTo>
                    <a:pt x="351332" y="171704"/>
                  </a:lnTo>
                  <a:lnTo>
                    <a:pt x="350418" y="169164"/>
                  </a:lnTo>
                  <a:lnTo>
                    <a:pt x="348843" y="167652"/>
                  </a:lnTo>
                  <a:lnTo>
                    <a:pt x="348843" y="174574"/>
                  </a:lnTo>
                  <a:lnTo>
                    <a:pt x="348145" y="175653"/>
                  </a:lnTo>
                  <a:lnTo>
                    <a:pt x="347700" y="176771"/>
                  </a:lnTo>
                  <a:lnTo>
                    <a:pt x="346570" y="177380"/>
                  </a:lnTo>
                  <a:lnTo>
                    <a:pt x="344220" y="178257"/>
                  </a:lnTo>
                  <a:lnTo>
                    <a:pt x="342074" y="178079"/>
                  </a:lnTo>
                  <a:lnTo>
                    <a:pt x="340004" y="177050"/>
                  </a:lnTo>
                  <a:lnTo>
                    <a:pt x="337032" y="175653"/>
                  </a:lnTo>
                  <a:lnTo>
                    <a:pt x="336943" y="175488"/>
                  </a:lnTo>
                  <a:lnTo>
                    <a:pt x="335330" y="172554"/>
                  </a:lnTo>
                  <a:lnTo>
                    <a:pt x="336499" y="170218"/>
                  </a:lnTo>
                  <a:lnTo>
                    <a:pt x="337032" y="169011"/>
                  </a:lnTo>
                  <a:lnTo>
                    <a:pt x="338061" y="168389"/>
                  </a:lnTo>
                  <a:lnTo>
                    <a:pt x="338759" y="168249"/>
                  </a:lnTo>
                  <a:lnTo>
                    <a:pt x="340410" y="167627"/>
                  </a:lnTo>
                  <a:lnTo>
                    <a:pt x="342531" y="167830"/>
                  </a:lnTo>
                  <a:lnTo>
                    <a:pt x="346265" y="169519"/>
                  </a:lnTo>
                  <a:lnTo>
                    <a:pt x="347700" y="171145"/>
                  </a:lnTo>
                  <a:lnTo>
                    <a:pt x="348259" y="172707"/>
                  </a:lnTo>
                  <a:lnTo>
                    <a:pt x="348576" y="173456"/>
                  </a:lnTo>
                  <a:lnTo>
                    <a:pt x="348843" y="174574"/>
                  </a:lnTo>
                  <a:lnTo>
                    <a:pt x="348843" y="167652"/>
                  </a:lnTo>
                  <a:lnTo>
                    <a:pt x="348399" y="167233"/>
                  </a:lnTo>
                  <a:lnTo>
                    <a:pt x="345757" y="165989"/>
                  </a:lnTo>
                  <a:lnTo>
                    <a:pt x="343179" y="164680"/>
                  </a:lnTo>
                  <a:lnTo>
                    <a:pt x="331622" y="172707"/>
                  </a:lnTo>
                  <a:lnTo>
                    <a:pt x="334048" y="177711"/>
                  </a:lnTo>
                  <a:lnTo>
                    <a:pt x="338696" y="179946"/>
                  </a:lnTo>
                  <a:lnTo>
                    <a:pt x="341477" y="181203"/>
                  </a:lnTo>
                  <a:lnTo>
                    <a:pt x="344398" y="181483"/>
                  </a:lnTo>
                  <a:lnTo>
                    <a:pt x="346989" y="180555"/>
                  </a:lnTo>
                  <a:lnTo>
                    <a:pt x="348843" y="179946"/>
                  </a:lnTo>
                  <a:lnTo>
                    <a:pt x="350418" y="178689"/>
                  </a:lnTo>
                  <a:lnTo>
                    <a:pt x="350583" y="178257"/>
                  </a:lnTo>
                  <a:lnTo>
                    <a:pt x="350659" y="178079"/>
                  </a:lnTo>
                  <a:lnTo>
                    <a:pt x="351066" y="177050"/>
                  </a:lnTo>
                  <a:lnTo>
                    <a:pt x="351815" y="175653"/>
                  </a:lnTo>
                  <a:lnTo>
                    <a:pt x="351866" y="173456"/>
                  </a:lnTo>
                  <a:close/>
                </a:path>
                <a:path w="492759" h="325119">
                  <a:moveTo>
                    <a:pt x="357720" y="116687"/>
                  </a:moveTo>
                  <a:lnTo>
                    <a:pt x="357682" y="116166"/>
                  </a:lnTo>
                  <a:lnTo>
                    <a:pt x="357593" y="115912"/>
                  </a:lnTo>
                  <a:lnTo>
                    <a:pt x="357212" y="114719"/>
                  </a:lnTo>
                  <a:lnTo>
                    <a:pt x="356565" y="113868"/>
                  </a:lnTo>
                  <a:lnTo>
                    <a:pt x="355180" y="112064"/>
                  </a:lnTo>
                  <a:lnTo>
                    <a:pt x="354393" y="111607"/>
                  </a:lnTo>
                  <a:lnTo>
                    <a:pt x="354393" y="116166"/>
                  </a:lnTo>
                  <a:lnTo>
                    <a:pt x="354317" y="118237"/>
                  </a:lnTo>
                  <a:lnTo>
                    <a:pt x="354253" y="118579"/>
                  </a:lnTo>
                  <a:lnTo>
                    <a:pt x="354126" y="119329"/>
                  </a:lnTo>
                  <a:lnTo>
                    <a:pt x="353199" y="120853"/>
                  </a:lnTo>
                  <a:lnTo>
                    <a:pt x="349351" y="123799"/>
                  </a:lnTo>
                  <a:lnTo>
                    <a:pt x="346049" y="123799"/>
                  </a:lnTo>
                  <a:lnTo>
                    <a:pt x="344779" y="122135"/>
                  </a:lnTo>
                  <a:lnTo>
                    <a:pt x="344258" y="121551"/>
                  </a:lnTo>
                  <a:lnTo>
                    <a:pt x="344106" y="120853"/>
                  </a:lnTo>
                  <a:lnTo>
                    <a:pt x="344106" y="118579"/>
                  </a:lnTo>
                  <a:lnTo>
                    <a:pt x="345046" y="116687"/>
                  </a:lnTo>
                  <a:lnTo>
                    <a:pt x="346684" y="115493"/>
                  </a:lnTo>
                  <a:lnTo>
                    <a:pt x="348157" y="114376"/>
                  </a:lnTo>
                  <a:lnTo>
                    <a:pt x="349910" y="113868"/>
                  </a:lnTo>
                  <a:lnTo>
                    <a:pt x="351091" y="113868"/>
                  </a:lnTo>
                  <a:lnTo>
                    <a:pt x="352069" y="114147"/>
                  </a:lnTo>
                  <a:lnTo>
                    <a:pt x="352793" y="114376"/>
                  </a:lnTo>
                  <a:lnTo>
                    <a:pt x="352971" y="114376"/>
                  </a:lnTo>
                  <a:lnTo>
                    <a:pt x="354393" y="116166"/>
                  </a:lnTo>
                  <a:lnTo>
                    <a:pt x="354393" y="111607"/>
                  </a:lnTo>
                  <a:lnTo>
                    <a:pt x="353745" y="111213"/>
                  </a:lnTo>
                  <a:lnTo>
                    <a:pt x="351853" y="110947"/>
                  </a:lnTo>
                  <a:lnTo>
                    <a:pt x="349351" y="110642"/>
                  </a:lnTo>
                  <a:lnTo>
                    <a:pt x="346887" y="111417"/>
                  </a:lnTo>
                  <a:lnTo>
                    <a:pt x="344779" y="113106"/>
                  </a:lnTo>
                  <a:lnTo>
                    <a:pt x="340868" y="115912"/>
                  </a:lnTo>
                  <a:lnTo>
                    <a:pt x="340753" y="116433"/>
                  </a:lnTo>
                  <a:lnTo>
                    <a:pt x="340690" y="116687"/>
                  </a:lnTo>
                  <a:lnTo>
                    <a:pt x="339750" y="120853"/>
                  </a:lnTo>
                  <a:lnTo>
                    <a:pt x="340207" y="121551"/>
                  </a:lnTo>
                  <a:lnTo>
                    <a:pt x="342188" y="124028"/>
                  </a:lnTo>
                  <a:lnTo>
                    <a:pt x="344779" y="127152"/>
                  </a:lnTo>
                  <a:lnTo>
                    <a:pt x="349770" y="127355"/>
                  </a:lnTo>
                  <a:lnTo>
                    <a:pt x="353745" y="124383"/>
                  </a:lnTo>
                  <a:lnTo>
                    <a:pt x="354495" y="123799"/>
                  </a:lnTo>
                  <a:lnTo>
                    <a:pt x="355828" y="122758"/>
                  </a:lnTo>
                  <a:lnTo>
                    <a:pt x="357212" y="120586"/>
                  </a:lnTo>
                  <a:lnTo>
                    <a:pt x="357263" y="120091"/>
                  </a:lnTo>
                  <a:lnTo>
                    <a:pt x="357365" y="119329"/>
                  </a:lnTo>
                  <a:lnTo>
                    <a:pt x="357454" y="118579"/>
                  </a:lnTo>
                  <a:lnTo>
                    <a:pt x="357555" y="117805"/>
                  </a:lnTo>
                  <a:lnTo>
                    <a:pt x="357720" y="116687"/>
                  </a:lnTo>
                  <a:close/>
                </a:path>
                <a:path w="492759" h="325119">
                  <a:moveTo>
                    <a:pt x="411416" y="274193"/>
                  </a:moveTo>
                  <a:lnTo>
                    <a:pt x="411353" y="268147"/>
                  </a:lnTo>
                  <a:lnTo>
                    <a:pt x="411264" y="267804"/>
                  </a:lnTo>
                  <a:lnTo>
                    <a:pt x="410921" y="266509"/>
                  </a:lnTo>
                  <a:lnTo>
                    <a:pt x="409473" y="264642"/>
                  </a:lnTo>
                  <a:lnTo>
                    <a:pt x="408432" y="263271"/>
                  </a:lnTo>
                  <a:lnTo>
                    <a:pt x="408432" y="267804"/>
                  </a:lnTo>
                  <a:lnTo>
                    <a:pt x="408393" y="273164"/>
                  </a:lnTo>
                  <a:lnTo>
                    <a:pt x="408012" y="274193"/>
                  </a:lnTo>
                  <a:lnTo>
                    <a:pt x="407657" y="275056"/>
                  </a:lnTo>
                  <a:lnTo>
                    <a:pt x="405765" y="276860"/>
                  </a:lnTo>
                  <a:lnTo>
                    <a:pt x="404761" y="277533"/>
                  </a:lnTo>
                  <a:lnTo>
                    <a:pt x="402107" y="277533"/>
                  </a:lnTo>
                  <a:lnTo>
                    <a:pt x="401269" y="276860"/>
                  </a:lnTo>
                  <a:lnTo>
                    <a:pt x="400685" y="276263"/>
                  </a:lnTo>
                  <a:lnTo>
                    <a:pt x="399554" y="275056"/>
                  </a:lnTo>
                  <a:lnTo>
                    <a:pt x="398767" y="273164"/>
                  </a:lnTo>
                  <a:lnTo>
                    <a:pt x="398830" y="268909"/>
                  </a:lnTo>
                  <a:lnTo>
                    <a:pt x="408432" y="267804"/>
                  </a:lnTo>
                  <a:lnTo>
                    <a:pt x="408432" y="263271"/>
                  </a:lnTo>
                  <a:lnTo>
                    <a:pt x="408051" y="262763"/>
                  </a:lnTo>
                  <a:lnTo>
                    <a:pt x="405574" y="261569"/>
                  </a:lnTo>
                  <a:lnTo>
                    <a:pt x="401942" y="261569"/>
                  </a:lnTo>
                  <a:lnTo>
                    <a:pt x="400138" y="262356"/>
                  </a:lnTo>
                  <a:lnTo>
                    <a:pt x="398703" y="263702"/>
                  </a:lnTo>
                  <a:lnTo>
                    <a:pt x="396824" y="265417"/>
                  </a:lnTo>
                  <a:lnTo>
                    <a:pt x="395719" y="268147"/>
                  </a:lnTo>
                  <a:lnTo>
                    <a:pt x="395681" y="274193"/>
                  </a:lnTo>
                  <a:lnTo>
                    <a:pt x="396621" y="276593"/>
                  </a:lnTo>
                  <a:lnTo>
                    <a:pt x="398424" y="278396"/>
                  </a:lnTo>
                  <a:lnTo>
                    <a:pt x="399783" y="279844"/>
                  </a:lnTo>
                  <a:lnTo>
                    <a:pt x="401637" y="280606"/>
                  </a:lnTo>
                  <a:lnTo>
                    <a:pt x="405472" y="280606"/>
                  </a:lnTo>
                  <a:lnTo>
                    <a:pt x="407136" y="279984"/>
                  </a:lnTo>
                  <a:lnTo>
                    <a:pt x="409778" y="277533"/>
                  </a:lnTo>
                  <a:lnTo>
                    <a:pt x="410514" y="276860"/>
                  </a:lnTo>
                  <a:lnTo>
                    <a:pt x="410603" y="276593"/>
                  </a:lnTo>
                  <a:lnTo>
                    <a:pt x="410718" y="276263"/>
                  </a:lnTo>
                  <a:lnTo>
                    <a:pt x="411416" y="274193"/>
                  </a:lnTo>
                  <a:close/>
                </a:path>
                <a:path w="492759" h="325119">
                  <a:moveTo>
                    <a:pt x="430123" y="287591"/>
                  </a:moveTo>
                  <a:lnTo>
                    <a:pt x="428066" y="285229"/>
                  </a:lnTo>
                  <a:lnTo>
                    <a:pt x="426478" y="283413"/>
                  </a:lnTo>
                  <a:lnTo>
                    <a:pt x="426262" y="283375"/>
                  </a:lnTo>
                  <a:lnTo>
                    <a:pt x="426262" y="288366"/>
                  </a:lnTo>
                  <a:lnTo>
                    <a:pt x="426161" y="291312"/>
                  </a:lnTo>
                  <a:lnTo>
                    <a:pt x="426046" y="291884"/>
                  </a:lnTo>
                  <a:lnTo>
                    <a:pt x="425627" y="293827"/>
                  </a:lnTo>
                  <a:lnTo>
                    <a:pt x="422427" y="295465"/>
                  </a:lnTo>
                  <a:lnTo>
                    <a:pt x="418896" y="294805"/>
                  </a:lnTo>
                  <a:lnTo>
                    <a:pt x="415340" y="294170"/>
                  </a:lnTo>
                  <a:lnTo>
                    <a:pt x="412915" y="291528"/>
                  </a:lnTo>
                  <a:lnTo>
                    <a:pt x="412953" y="291312"/>
                  </a:lnTo>
                  <a:lnTo>
                    <a:pt x="413054" y="290677"/>
                  </a:lnTo>
                  <a:lnTo>
                    <a:pt x="413321" y="289064"/>
                  </a:lnTo>
                  <a:lnTo>
                    <a:pt x="413626" y="287769"/>
                  </a:lnTo>
                  <a:lnTo>
                    <a:pt x="414350" y="286893"/>
                  </a:lnTo>
                  <a:lnTo>
                    <a:pt x="415112" y="286575"/>
                  </a:lnTo>
                  <a:lnTo>
                    <a:pt x="416623" y="285572"/>
                  </a:lnTo>
                  <a:lnTo>
                    <a:pt x="418553" y="285229"/>
                  </a:lnTo>
                  <a:lnTo>
                    <a:pt x="423900" y="286118"/>
                  </a:lnTo>
                  <a:lnTo>
                    <a:pt x="426262" y="288366"/>
                  </a:lnTo>
                  <a:lnTo>
                    <a:pt x="426262" y="283375"/>
                  </a:lnTo>
                  <a:lnTo>
                    <a:pt x="421208" y="282422"/>
                  </a:lnTo>
                  <a:lnTo>
                    <a:pt x="418249" y="281952"/>
                  </a:lnTo>
                  <a:lnTo>
                    <a:pt x="415340" y="282422"/>
                  </a:lnTo>
                  <a:lnTo>
                    <a:pt x="413321" y="284035"/>
                  </a:lnTo>
                  <a:lnTo>
                    <a:pt x="411556" y="285038"/>
                  </a:lnTo>
                  <a:lnTo>
                    <a:pt x="411441" y="285229"/>
                  </a:lnTo>
                  <a:lnTo>
                    <a:pt x="410578" y="286575"/>
                  </a:lnTo>
                  <a:lnTo>
                    <a:pt x="410476" y="286893"/>
                  </a:lnTo>
                  <a:lnTo>
                    <a:pt x="409765" y="290677"/>
                  </a:lnTo>
                  <a:lnTo>
                    <a:pt x="410527" y="292798"/>
                  </a:lnTo>
                  <a:lnTo>
                    <a:pt x="412127" y="294525"/>
                  </a:lnTo>
                  <a:lnTo>
                    <a:pt x="413626" y="296316"/>
                  </a:lnTo>
                  <a:lnTo>
                    <a:pt x="415937" y="297421"/>
                  </a:lnTo>
                  <a:lnTo>
                    <a:pt x="418249" y="297865"/>
                  </a:lnTo>
                  <a:lnTo>
                    <a:pt x="420916" y="298284"/>
                  </a:lnTo>
                  <a:lnTo>
                    <a:pt x="423964" y="297865"/>
                  </a:lnTo>
                  <a:lnTo>
                    <a:pt x="423545" y="297865"/>
                  </a:lnTo>
                  <a:lnTo>
                    <a:pt x="425348" y="296913"/>
                  </a:lnTo>
                  <a:lnTo>
                    <a:pt x="429285" y="291884"/>
                  </a:lnTo>
                  <a:lnTo>
                    <a:pt x="429399" y="291312"/>
                  </a:lnTo>
                  <a:lnTo>
                    <a:pt x="429526" y="290677"/>
                  </a:lnTo>
                  <a:lnTo>
                    <a:pt x="430123" y="287591"/>
                  </a:lnTo>
                  <a:close/>
                </a:path>
                <a:path w="492759" h="325119">
                  <a:moveTo>
                    <a:pt x="484619" y="266001"/>
                  </a:moveTo>
                  <a:lnTo>
                    <a:pt x="482269" y="263702"/>
                  </a:lnTo>
                  <a:lnTo>
                    <a:pt x="481469" y="262928"/>
                  </a:lnTo>
                  <a:lnTo>
                    <a:pt x="481469" y="267804"/>
                  </a:lnTo>
                  <a:lnTo>
                    <a:pt x="481469" y="277698"/>
                  </a:lnTo>
                  <a:lnTo>
                    <a:pt x="477342" y="281800"/>
                  </a:lnTo>
                  <a:lnTo>
                    <a:pt x="466966" y="281800"/>
                  </a:lnTo>
                  <a:lnTo>
                    <a:pt x="462940" y="277698"/>
                  </a:lnTo>
                  <a:lnTo>
                    <a:pt x="462940" y="267804"/>
                  </a:lnTo>
                  <a:lnTo>
                    <a:pt x="466966" y="263702"/>
                  </a:lnTo>
                  <a:lnTo>
                    <a:pt x="477342" y="263702"/>
                  </a:lnTo>
                  <a:lnTo>
                    <a:pt x="481469" y="267804"/>
                  </a:lnTo>
                  <a:lnTo>
                    <a:pt x="481469" y="262928"/>
                  </a:lnTo>
                  <a:lnTo>
                    <a:pt x="479031" y="260540"/>
                  </a:lnTo>
                  <a:lnTo>
                    <a:pt x="465429" y="260540"/>
                  </a:lnTo>
                  <a:lnTo>
                    <a:pt x="459765" y="266001"/>
                  </a:lnTo>
                  <a:lnTo>
                    <a:pt x="459765" y="279412"/>
                  </a:lnTo>
                  <a:lnTo>
                    <a:pt x="465429" y="284886"/>
                  </a:lnTo>
                  <a:lnTo>
                    <a:pt x="479031" y="284886"/>
                  </a:lnTo>
                  <a:lnTo>
                    <a:pt x="482180" y="281800"/>
                  </a:lnTo>
                  <a:lnTo>
                    <a:pt x="484619" y="279412"/>
                  </a:lnTo>
                  <a:lnTo>
                    <a:pt x="484619" y="266001"/>
                  </a:lnTo>
                  <a:close/>
                </a:path>
                <a:path w="492759" h="325119">
                  <a:moveTo>
                    <a:pt x="492290" y="184150"/>
                  </a:moveTo>
                  <a:lnTo>
                    <a:pt x="490448" y="175260"/>
                  </a:lnTo>
                  <a:lnTo>
                    <a:pt x="482346" y="170180"/>
                  </a:lnTo>
                  <a:lnTo>
                    <a:pt x="473278" y="163830"/>
                  </a:lnTo>
                  <a:lnTo>
                    <a:pt x="472706" y="162560"/>
                  </a:lnTo>
                  <a:lnTo>
                    <a:pt x="468541" y="152400"/>
                  </a:lnTo>
                  <a:lnTo>
                    <a:pt x="472757" y="162560"/>
                  </a:lnTo>
                  <a:lnTo>
                    <a:pt x="480745" y="166370"/>
                  </a:lnTo>
                  <a:lnTo>
                    <a:pt x="486765" y="163830"/>
                  </a:lnTo>
                  <a:lnTo>
                    <a:pt x="480288" y="160020"/>
                  </a:lnTo>
                  <a:lnTo>
                    <a:pt x="478434" y="152400"/>
                  </a:lnTo>
                  <a:lnTo>
                    <a:pt x="478129" y="151130"/>
                  </a:lnTo>
                  <a:lnTo>
                    <a:pt x="475221" y="143510"/>
                  </a:lnTo>
                  <a:lnTo>
                    <a:pt x="469404" y="140970"/>
                  </a:lnTo>
                  <a:lnTo>
                    <a:pt x="466496" y="139700"/>
                  </a:lnTo>
                  <a:lnTo>
                    <a:pt x="463778" y="139700"/>
                  </a:lnTo>
                  <a:lnTo>
                    <a:pt x="460679" y="137160"/>
                  </a:lnTo>
                  <a:lnTo>
                    <a:pt x="457301" y="135890"/>
                  </a:lnTo>
                  <a:lnTo>
                    <a:pt x="452170" y="135890"/>
                  </a:lnTo>
                  <a:lnTo>
                    <a:pt x="445808" y="137160"/>
                  </a:lnTo>
                  <a:lnTo>
                    <a:pt x="439178" y="140970"/>
                  </a:lnTo>
                  <a:lnTo>
                    <a:pt x="433959" y="147320"/>
                  </a:lnTo>
                  <a:lnTo>
                    <a:pt x="431838" y="157480"/>
                  </a:lnTo>
                  <a:lnTo>
                    <a:pt x="437680" y="176530"/>
                  </a:lnTo>
                  <a:lnTo>
                    <a:pt x="463359" y="201930"/>
                  </a:lnTo>
                  <a:lnTo>
                    <a:pt x="469201" y="219710"/>
                  </a:lnTo>
                  <a:lnTo>
                    <a:pt x="469201" y="227330"/>
                  </a:lnTo>
                  <a:lnTo>
                    <a:pt x="462864" y="232410"/>
                  </a:lnTo>
                  <a:lnTo>
                    <a:pt x="449491" y="232410"/>
                  </a:lnTo>
                  <a:lnTo>
                    <a:pt x="444500" y="224790"/>
                  </a:lnTo>
                  <a:lnTo>
                    <a:pt x="440537" y="217170"/>
                  </a:lnTo>
                  <a:lnTo>
                    <a:pt x="439216" y="214630"/>
                  </a:lnTo>
                  <a:lnTo>
                    <a:pt x="437349" y="210820"/>
                  </a:lnTo>
                  <a:lnTo>
                    <a:pt x="436727" y="209550"/>
                  </a:lnTo>
                  <a:lnTo>
                    <a:pt x="431253" y="201930"/>
                  </a:lnTo>
                  <a:lnTo>
                    <a:pt x="429983" y="200507"/>
                  </a:lnTo>
                  <a:lnTo>
                    <a:pt x="429983" y="217170"/>
                  </a:lnTo>
                  <a:lnTo>
                    <a:pt x="425983" y="222250"/>
                  </a:lnTo>
                  <a:lnTo>
                    <a:pt x="422414" y="223520"/>
                  </a:lnTo>
                  <a:lnTo>
                    <a:pt x="417893" y="220980"/>
                  </a:lnTo>
                  <a:lnTo>
                    <a:pt x="417830" y="219710"/>
                  </a:lnTo>
                  <a:lnTo>
                    <a:pt x="417703" y="217170"/>
                  </a:lnTo>
                  <a:lnTo>
                    <a:pt x="421906" y="212090"/>
                  </a:lnTo>
                  <a:lnTo>
                    <a:pt x="425196" y="210820"/>
                  </a:lnTo>
                  <a:lnTo>
                    <a:pt x="427583" y="212090"/>
                  </a:lnTo>
                  <a:lnTo>
                    <a:pt x="429895" y="213360"/>
                  </a:lnTo>
                  <a:lnTo>
                    <a:pt x="429983" y="217170"/>
                  </a:lnTo>
                  <a:lnTo>
                    <a:pt x="429983" y="200507"/>
                  </a:lnTo>
                  <a:lnTo>
                    <a:pt x="425627" y="195580"/>
                  </a:lnTo>
                  <a:lnTo>
                    <a:pt x="427202" y="196850"/>
                  </a:lnTo>
                  <a:lnTo>
                    <a:pt x="434835" y="196850"/>
                  </a:lnTo>
                  <a:lnTo>
                    <a:pt x="436270" y="195580"/>
                  </a:lnTo>
                  <a:lnTo>
                    <a:pt x="437692" y="194310"/>
                  </a:lnTo>
                  <a:lnTo>
                    <a:pt x="438391" y="191770"/>
                  </a:lnTo>
                  <a:lnTo>
                    <a:pt x="438518" y="187960"/>
                  </a:lnTo>
                  <a:lnTo>
                    <a:pt x="437299" y="185420"/>
                  </a:lnTo>
                  <a:lnTo>
                    <a:pt x="435508" y="182880"/>
                  </a:lnTo>
                  <a:lnTo>
                    <a:pt x="435292" y="182626"/>
                  </a:lnTo>
                  <a:lnTo>
                    <a:pt x="435292" y="187960"/>
                  </a:lnTo>
                  <a:lnTo>
                    <a:pt x="435229" y="190500"/>
                  </a:lnTo>
                  <a:lnTo>
                    <a:pt x="435038" y="191770"/>
                  </a:lnTo>
                  <a:lnTo>
                    <a:pt x="434035" y="193040"/>
                  </a:lnTo>
                  <a:lnTo>
                    <a:pt x="433108" y="194310"/>
                  </a:lnTo>
                  <a:lnTo>
                    <a:pt x="429450" y="194310"/>
                  </a:lnTo>
                  <a:lnTo>
                    <a:pt x="427443" y="193040"/>
                  </a:lnTo>
                  <a:lnTo>
                    <a:pt x="424751" y="190500"/>
                  </a:lnTo>
                  <a:lnTo>
                    <a:pt x="424332" y="189230"/>
                  </a:lnTo>
                  <a:lnTo>
                    <a:pt x="423913" y="187960"/>
                  </a:lnTo>
                  <a:lnTo>
                    <a:pt x="423989" y="186690"/>
                  </a:lnTo>
                  <a:lnTo>
                    <a:pt x="424116" y="184150"/>
                  </a:lnTo>
                  <a:lnTo>
                    <a:pt x="425170" y="184150"/>
                  </a:lnTo>
                  <a:lnTo>
                    <a:pt x="425996" y="182880"/>
                  </a:lnTo>
                  <a:lnTo>
                    <a:pt x="429793" y="182880"/>
                  </a:lnTo>
                  <a:lnTo>
                    <a:pt x="431685" y="184150"/>
                  </a:lnTo>
                  <a:lnTo>
                    <a:pt x="433108" y="185420"/>
                  </a:lnTo>
                  <a:lnTo>
                    <a:pt x="434479" y="186690"/>
                  </a:lnTo>
                  <a:lnTo>
                    <a:pt x="435292" y="187960"/>
                  </a:lnTo>
                  <a:lnTo>
                    <a:pt x="435292" y="182626"/>
                  </a:lnTo>
                  <a:lnTo>
                    <a:pt x="433425" y="180340"/>
                  </a:lnTo>
                  <a:lnTo>
                    <a:pt x="430631" y="179070"/>
                  </a:lnTo>
                  <a:lnTo>
                    <a:pt x="426173" y="179070"/>
                  </a:lnTo>
                  <a:lnTo>
                    <a:pt x="424205" y="180340"/>
                  </a:lnTo>
                  <a:lnTo>
                    <a:pt x="422960" y="181610"/>
                  </a:lnTo>
                  <a:lnTo>
                    <a:pt x="421614" y="182880"/>
                  </a:lnTo>
                  <a:lnTo>
                    <a:pt x="420916" y="184150"/>
                  </a:lnTo>
                  <a:lnTo>
                    <a:pt x="420839" y="188506"/>
                  </a:lnTo>
                  <a:lnTo>
                    <a:pt x="415556" y="181610"/>
                  </a:lnTo>
                  <a:lnTo>
                    <a:pt x="415340" y="181343"/>
                  </a:lnTo>
                  <a:lnTo>
                    <a:pt x="415340" y="240030"/>
                  </a:lnTo>
                  <a:lnTo>
                    <a:pt x="413334" y="242570"/>
                  </a:lnTo>
                  <a:lnTo>
                    <a:pt x="411175" y="245110"/>
                  </a:lnTo>
                  <a:lnTo>
                    <a:pt x="407771" y="246380"/>
                  </a:lnTo>
                  <a:lnTo>
                    <a:pt x="403326" y="243840"/>
                  </a:lnTo>
                  <a:lnTo>
                    <a:pt x="403237" y="242570"/>
                  </a:lnTo>
                  <a:lnTo>
                    <a:pt x="403161" y="241300"/>
                  </a:lnTo>
                  <a:lnTo>
                    <a:pt x="403072" y="240030"/>
                  </a:lnTo>
                  <a:lnTo>
                    <a:pt x="405117" y="237490"/>
                  </a:lnTo>
                  <a:lnTo>
                    <a:pt x="407123" y="233680"/>
                  </a:lnTo>
                  <a:lnTo>
                    <a:pt x="410603" y="233680"/>
                  </a:lnTo>
                  <a:lnTo>
                    <a:pt x="412915" y="234950"/>
                  </a:lnTo>
                  <a:lnTo>
                    <a:pt x="415150" y="236220"/>
                  </a:lnTo>
                  <a:lnTo>
                    <a:pt x="415277" y="238760"/>
                  </a:lnTo>
                  <a:lnTo>
                    <a:pt x="415340" y="240030"/>
                  </a:lnTo>
                  <a:lnTo>
                    <a:pt x="415340" y="181343"/>
                  </a:lnTo>
                  <a:lnTo>
                    <a:pt x="410591" y="175260"/>
                  </a:lnTo>
                  <a:lnTo>
                    <a:pt x="407136" y="168910"/>
                  </a:lnTo>
                  <a:lnTo>
                    <a:pt x="405841" y="163830"/>
                  </a:lnTo>
                  <a:lnTo>
                    <a:pt x="405841" y="158750"/>
                  </a:lnTo>
                  <a:lnTo>
                    <a:pt x="409321" y="154940"/>
                  </a:lnTo>
                  <a:lnTo>
                    <a:pt x="411429" y="152400"/>
                  </a:lnTo>
                  <a:lnTo>
                    <a:pt x="413537" y="149860"/>
                  </a:lnTo>
                  <a:lnTo>
                    <a:pt x="414972" y="149860"/>
                  </a:lnTo>
                  <a:lnTo>
                    <a:pt x="416052" y="148590"/>
                  </a:lnTo>
                  <a:lnTo>
                    <a:pt x="417576" y="147320"/>
                  </a:lnTo>
                  <a:lnTo>
                    <a:pt x="420776" y="144780"/>
                  </a:lnTo>
                  <a:lnTo>
                    <a:pt x="427202" y="137160"/>
                  </a:lnTo>
                  <a:lnTo>
                    <a:pt x="427443" y="137160"/>
                  </a:lnTo>
                  <a:lnTo>
                    <a:pt x="429209" y="135890"/>
                  </a:lnTo>
                  <a:lnTo>
                    <a:pt x="425996" y="132956"/>
                  </a:lnTo>
                  <a:lnTo>
                    <a:pt x="425996" y="135890"/>
                  </a:lnTo>
                  <a:lnTo>
                    <a:pt x="418261" y="143510"/>
                  </a:lnTo>
                  <a:lnTo>
                    <a:pt x="414566" y="147320"/>
                  </a:lnTo>
                  <a:lnTo>
                    <a:pt x="410083" y="144780"/>
                  </a:lnTo>
                  <a:lnTo>
                    <a:pt x="362991" y="118110"/>
                  </a:lnTo>
                  <a:lnTo>
                    <a:pt x="368033" y="102870"/>
                  </a:lnTo>
                  <a:lnTo>
                    <a:pt x="373672" y="105410"/>
                  </a:lnTo>
                  <a:lnTo>
                    <a:pt x="372059" y="105410"/>
                  </a:lnTo>
                  <a:lnTo>
                    <a:pt x="370001" y="106680"/>
                  </a:lnTo>
                  <a:lnTo>
                    <a:pt x="368211" y="109220"/>
                  </a:lnTo>
                  <a:lnTo>
                    <a:pt x="371894" y="109220"/>
                  </a:lnTo>
                  <a:lnTo>
                    <a:pt x="373405" y="107950"/>
                  </a:lnTo>
                  <a:lnTo>
                    <a:pt x="371182" y="114300"/>
                  </a:lnTo>
                  <a:lnTo>
                    <a:pt x="370611" y="113030"/>
                  </a:lnTo>
                  <a:lnTo>
                    <a:pt x="368973" y="111760"/>
                  </a:lnTo>
                  <a:lnTo>
                    <a:pt x="367385" y="110490"/>
                  </a:lnTo>
                  <a:lnTo>
                    <a:pt x="366268" y="115570"/>
                  </a:lnTo>
                  <a:lnTo>
                    <a:pt x="369189" y="116840"/>
                  </a:lnTo>
                  <a:lnTo>
                    <a:pt x="371182" y="118110"/>
                  </a:lnTo>
                  <a:lnTo>
                    <a:pt x="374700" y="119380"/>
                  </a:lnTo>
                  <a:lnTo>
                    <a:pt x="376859" y="119380"/>
                  </a:lnTo>
                  <a:lnTo>
                    <a:pt x="377825" y="118110"/>
                  </a:lnTo>
                  <a:lnTo>
                    <a:pt x="378917" y="116840"/>
                  </a:lnTo>
                  <a:lnTo>
                    <a:pt x="377799" y="115570"/>
                  </a:lnTo>
                  <a:lnTo>
                    <a:pt x="376694" y="114300"/>
                  </a:lnTo>
                  <a:lnTo>
                    <a:pt x="373773" y="115570"/>
                  </a:lnTo>
                  <a:lnTo>
                    <a:pt x="373646" y="114300"/>
                  </a:lnTo>
                  <a:lnTo>
                    <a:pt x="373519" y="113030"/>
                  </a:lnTo>
                  <a:lnTo>
                    <a:pt x="373405" y="111760"/>
                  </a:lnTo>
                  <a:lnTo>
                    <a:pt x="375069" y="110490"/>
                  </a:lnTo>
                  <a:lnTo>
                    <a:pt x="378625" y="110490"/>
                  </a:lnTo>
                  <a:lnTo>
                    <a:pt x="379857" y="111760"/>
                  </a:lnTo>
                  <a:lnTo>
                    <a:pt x="380326" y="114300"/>
                  </a:lnTo>
                  <a:lnTo>
                    <a:pt x="380263" y="113030"/>
                  </a:lnTo>
                  <a:lnTo>
                    <a:pt x="380149" y="110490"/>
                  </a:lnTo>
                  <a:lnTo>
                    <a:pt x="380085" y="109220"/>
                  </a:lnTo>
                  <a:lnTo>
                    <a:pt x="380834" y="107950"/>
                  </a:lnTo>
                  <a:lnTo>
                    <a:pt x="382320" y="105410"/>
                  </a:lnTo>
                  <a:lnTo>
                    <a:pt x="386626" y="104140"/>
                  </a:lnTo>
                  <a:lnTo>
                    <a:pt x="388315" y="109220"/>
                  </a:lnTo>
                  <a:lnTo>
                    <a:pt x="386981" y="111760"/>
                  </a:lnTo>
                  <a:lnTo>
                    <a:pt x="383514" y="115570"/>
                  </a:lnTo>
                  <a:lnTo>
                    <a:pt x="385419" y="114300"/>
                  </a:lnTo>
                  <a:lnTo>
                    <a:pt x="387464" y="114300"/>
                  </a:lnTo>
                  <a:lnTo>
                    <a:pt x="388200" y="115570"/>
                  </a:lnTo>
                  <a:lnTo>
                    <a:pt x="389394" y="116840"/>
                  </a:lnTo>
                  <a:lnTo>
                    <a:pt x="388988" y="119380"/>
                  </a:lnTo>
                  <a:lnTo>
                    <a:pt x="386334" y="120650"/>
                  </a:lnTo>
                  <a:lnTo>
                    <a:pt x="385762" y="118110"/>
                  </a:lnTo>
                  <a:lnTo>
                    <a:pt x="382193" y="118110"/>
                  </a:lnTo>
                  <a:lnTo>
                    <a:pt x="381190" y="119380"/>
                  </a:lnTo>
                  <a:lnTo>
                    <a:pt x="380085" y="121920"/>
                  </a:lnTo>
                  <a:lnTo>
                    <a:pt x="381762" y="123190"/>
                  </a:lnTo>
                  <a:lnTo>
                    <a:pt x="384835" y="125730"/>
                  </a:lnTo>
                  <a:lnTo>
                    <a:pt x="388493" y="127000"/>
                  </a:lnTo>
                  <a:lnTo>
                    <a:pt x="391490" y="125730"/>
                  </a:lnTo>
                  <a:lnTo>
                    <a:pt x="392480" y="124460"/>
                  </a:lnTo>
                  <a:lnTo>
                    <a:pt x="393484" y="123190"/>
                  </a:lnTo>
                  <a:lnTo>
                    <a:pt x="392277" y="121920"/>
                  </a:lnTo>
                  <a:lnTo>
                    <a:pt x="390169" y="123190"/>
                  </a:lnTo>
                  <a:lnTo>
                    <a:pt x="388175" y="124460"/>
                  </a:lnTo>
                  <a:lnTo>
                    <a:pt x="390042" y="120650"/>
                  </a:lnTo>
                  <a:lnTo>
                    <a:pt x="391909" y="116840"/>
                  </a:lnTo>
                  <a:lnTo>
                    <a:pt x="392137" y="118110"/>
                  </a:lnTo>
                  <a:lnTo>
                    <a:pt x="392696" y="119380"/>
                  </a:lnTo>
                  <a:lnTo>
                    <a:pt x="394398" y="120650"/>
                  </a:lnTo>
                  <a:lnTo>
                    <a:pt x="395706" y="116840"/>
                  </a:lnTo>
                  <a:lnTo>
                    <a:pt x="394614" y="114300"/>
                  </a:lnTo>
                  <a:lnTo>
                    <a:pt x="402628" y="119380"/>
                  </a:lnTo>
                  <a:lnTo>
                    <a:pt x="399910" y="119380"/>
                  </a:lnTo>
                  <a:lnTo>
                    <a:pt x="396963" y="121920"/>
                  </a:lnTo>
                  <a:lnTo>
                    <a:pt x="398780" y="123190"/>
                  </a:lnTo>
                  <a:lnTo>
                    <a:pt x="400685" y="123190"/>
                  </a:lnTo>
                  <a:lnTo>
                    <a:pt x="401726" y="121920"/>
                  </a:lnTo>
                  <a:lnTo>
                    <a:pt x="397535" y="129540"/>
                  </a:lnTo>
                  <a:lnTo>
                    <a:pt x="397535" y="127000"/>
                  </a:lnTo>
                  <a:lnTo>
                    <a:pt x="396608" y="124460"/>
                  </a:lnTo>
                  <a:lnTo>
                    <a:pt x="395706" y="124460"/>
                  </a:lnTo>
                  <a:lnTo>
                    <a:pt x="393954" y="127000"/>
                  </a:lnTo>
                  <a:lnTo>
                    <a:pt x="394398" y="130810"/>
                  </a:lnTo>
                  <a:lnTo>
                    <a:pt x="398043" y="132080"/>
                  </a:lnTo>
                  <a:lnTo>
                    <a:pt x="401104" y="134620"/>
                  </a:lnTo>
                  <a:lnTo>
                    <a:pt x="403466" y="134620"/>
                  </a:lnTo>
                  <a:lnTo>
                    <a:pt x="404698" y="133350"/>
                  </a:lnTo>
                  <a:lnTo>
                    <a:pt x="405917" y="130810"/>
                  </a:lnTo>
                  <a:lnTo>
                    <a:pt x="404914" y="129540"/>
                  </a:lnTo>
                  <a:lnTo>
                    <a:pt x="403910" y="128270"/>
                  </a:lnTo>
                  <a:lnTo>
                    <a:pt x="400900" y="129540"/>
                  </a:lnTo>
                  <a:lnTo>
                    <a:pt x="400799" y="125730"/>
                  </a:lnTo>
                  <a:lnTo>
                    <a:pt x="402551" y="124460"/>
                  </a:lnTo>
                  <a:lnTo>
                    <a:pt x="406069" y="124460"/>
                  </a:lnTo>
                  <a:lnTo>
                    <a:pt x="407250" y="127000"/>
                  </a:lnTo>
                  <a:lnTo>
                    <a:pt x="407504" y="128270"/>
                  </a:lnTo>
                  <a:lnTo>
                    <a:pt x="408660" y="124460"/>
                  </a:lnTo>
                  <a:lnTo>
                    <a:pt x="410730" y="121920"/>
                  </a:lnTo>
                  <a:lnTo>
                    <a:pt x="415582" y="120650"/>
                  </a:lnTo>
                  <a:lnTo>
                    <a:pt x="416623" y="124460"/>
                  </a:lnTo>
                  <a:lnTo>
                    <a:pt x="414439" y="128270"/>
                  </a:lnTo>
                  <a:lnTo>
                    <a:pt x="412305" y="129540"/>
                  </a:lnTo>
                  <a:lnTo>
                    <a:pt x="412076" y="129540"/>
                  </a:lnTo>
                  <a:lnTo>
                    <a:pt x="410184" y="130810"/>
                  </a:lnTo>
                  <a:lnTo>
                    <a:pt x="412178" y="129616"/>
                  </a:lnTo>
                  <a:lnTo>
                    <a:pt x="414058" y="130810"/>
                  </a:lnTo>
                  <a:lnTo>
                    <a:pt x="414769" y="132080"/>
                  </a:lnTo>
                  <a:lnTo>
                    <a:pt x="415798" y="133350"/>
                  </a:lnTo>
                  <a:lnTo>
                    <a:pt x="415150" y="135890"/>
                  </a:lnTo>
                  <a:lnTo>
                    <a:pt x="412483" y="137160"/>
                  </a:lnTo>
                  <a:lnTo>
                    <a:pt x="411975" y="133350"/>
                  </a:lnTo>
                  <a:lnTo>
                    <a:pt x="408571" y="133350"/>
                  </a:lnTo>
                  <a:lnTo>
                    <a:pt x="406476" y="137160"/>
                  </a:lnTo>
                  <a:lnTo>
                    <a:pt x="407873" y="138430"/>
                  </a:lnTo>
                  <a:lnTo>
                    <a:pt x="411111" y="140970"/>
                  </a:lnTo>
                  <a:lnTo>
                    <a:pt x="413105" y="142240"/>
                  </a:lnTo>
                  <a:lnTo>
                    <a:pt x="416026" y="143510"/>
                  </a:lnTo>
                  <a:lnTo>
                    <a:pt x="419328" y="139700"/>
                  </a:lnTo>
                  <a:lnTo>
                    <a:pt x="418261" y="138430"/>
                  </a:lnTo>
                  <a:lnTo>
                    <a:pt x="414680" y="138430"/>
                  </a:lnTo>
                  <a:lnTo>
                    <a:pt x="415607" y="137160"/>
                  </a:lnTo>
                  <a:lnTo>
                    <a:pt x="418414" y="133350"/>
                  </a:lnTo>
                  <a:lnTo>
                    <a:pt x="418338" y="134620"/>
                  </a:lnTo>
                  <a:lnTo>
                    <a:pt x="418261" y="135890"/>
                  </a:lnTo>
                  <a:lnTo>
                    <a:pt x="419557" y="137160"/>
                  </a:lnTo>
                  <a:lnTo>
                    <a:pt x="420687" y="138430"/>
                  </a:lnTo>
                  <a:lnTo>
                    <a:pt x="421297" y="135890"/>
                  </a:lnTo>
                  <a:lnTo>
                    <a:pt x="421398" y="134620"/>
                  </a:lnTo>
                  <a:lnTo>
                    <a:pt x="421500" y="133350"/>
                  </a:lnTo>
                  <a:lnTo>
                    <a:pt x="421297" y="132080"/>
                  </a:lnTo>
                  <a:lnTo>
                    <a:pt x="425996" y="135890"/>
                  </a:lnTo>
                  <a:lnTo>
                    <a:pt x="425996" y="132956"/>
                  </a:lnTo>
                  <a:lnTo>
                    <a:pt x="425043" y="132080"/>
                  </a:lnTo>
                  <a:lnTo>
                    <a:pt x="426173" y="129540"/>
                  </a:lnTo>
                  <a:lnTo>
                    <a:pt x="427062" y="127000"/>
                  </a:lnTo>
                  <a:lnTo>
                    <a:pt x="427685" y="124460"/>
                  </a:lnTo>
                  <a:lnTo>
                    <a:pt x="428993" y="129540"/>
                  </a:lnTo>
                  <a:lnTo>
                    <a:pt x="431685" y="133350"/>
                  </a:lnTo>
                  <a:lnTo>
                    <a:pt x="435292" y="132080"/>
                  </a:lnTo>
                  <a:lnTo>
                    <a:pt x="434594" y="127000"/>
                  </a:lnTo>
                  <a:lnTo>
                    <a:pt x="434898" y="124460"/>
                  </a:lnTo>
                  <a:lnTo>
                    <a:pt x="435216" y="121920"/>
                  </a:lnTo>
                  <a:lnTo>
                    <a:pt x="435305" y="120650"/>
                  </a:lnTo>
                  <a:lnTo>
                    <a:pt x="435406" y="119380"/>
                  </a:lnTo>
                  <a:lnTo>
                    <a:pt x="435521" y="114300"/>
                  </a:lnTo>
                  <a:lnTo>
                    <a:pt x="434568" y="106680"/>
                  </a:lnTo>
                  <a:lnTo>
                    <a:pt x="437692" y="111760"/>
                  </a:lnTo>
                  <a:lnTo>
                    <a:pt x="441985" y="114300"/>
                  </a:lnTo>
                  <a:lnTo>
                    <a:pt x="445135" y="113030"/>
                  </a:lnTo>
                  <a:lnTo>
                    <a:pt x="441909" y="107950"/>
                  </a:lnTo>
                  <a:lnTo>
                    <a:pt x="441921" y="106680"/>
                  </a:lnTo>
                  <a:lnTo>
                    <a:pt x="441871" y="97790"/>
                  </a:lnTo>
                  <a:lnTo>
                    <a:pt x="441756" y="95250"/>
                  </a:lnTo>
                  <a:lnTo>
                    <a:pt x="441706" y="93980"/>
                  </a:lnTo>
                  <a:lnTo>
                    <a:pt x="441591" y="91440"/>
                  </a:lnTo>
                  <a:lnTo>
                    <a:pt x="436968" y="81280"/>
                  </a:lnTo>
                  <a:lnTo>
                    <a:pt x="440359" y="82550"/>
                  </a:lnTo>
                  <a:lnTo>
                    <a:pt x="442785" y="81280"/>
                  </a:lnTo>
                  <a:lnTo>
                    <a:pt x="444207" y="80010"/>
                  </a:lnTo>
                  <a:lnTo>
                    <a:pt x="439000" y="77470"/>
                  </a:lnTo>
                  <a:lnTo>
                    <a:pt x="435749" y="72390"/>
                  </a:lnTo>
                  <a:lnTo>
                    <a:pt x="431101" y="66040"/>
                  </a:lnTo>
                  <a:lnTo>
                    <a:pt x="421741" y="60960"/>
                  </a:lnTo>
                  <a:lnTo>
                    <a:pt x="425996" y="60960"/>
                  </a:lnTo>
                  <a:lnTo>
                    <a:pt x="428498" y="58420"/>
                  </a:lnTo>
                  <a:lnTo>
                    <a:pt x="428218" y="57150"/>
                  </a:lnTo>
                  <a:lnTo>
                    <a:pt x="427926" y="55880"/>
                  </a:lnTo>
                  <a:lnTo>
                    <a:pt x="424446" y="57150"/>
                  </a:lnTo>
                  <a:lnTo>
                    <a:pt x="420065" y="54610"/>
                  </a:lnTo>
                  <a:lnTo>
                    <a:pt x="413753" y="52070"/>
                  </a:lnTo>
                  <a:lnTo>
                    <a:pt x="404418" y="50800"/>
                  </a:lnTo>
                  <a:lnTo>
                    <a:pt x="404037" y="48260"/>
                  </a:lnTo>
                  <a:lnTo>
                    <a:pt x="403466" y="44450"/>
                  </a:lnTo>
                  <a:lnTo>
                    <a:pt x="398322" y="39370"/>
                  </a:lnTo>
                  <a:lnTo>
                    <a:pt x="392404" y="36830"/>
                  </a:lnTo>
                  <a:lnTo>
                    <a:pt x="393496" y="40640"/>
                  </a:lnTo>
                  <a:lnTo>
                    <a:pt x="392557" y="44450"/>
                  </a:lnTo>
                  <a:lnTo>
                    <a:pt x="391464" y="48260"/>
                  </a:lnTo>
                  <a:lnTo>
                    <a:pt x="388200" y="45110"/>
                  </a:lnTo>
                  <a:lnTo>
                    <a:pt x="388200" y="64770"/>
                  </a:lnTo>
                  <a:lnTo>
                    <a:pt x="382524" y="66040"/>
                  </a:lnTo>
                  <a:lnTo>
                    <a:pt x="377151" y="67310"/>
                  </a:lnTo>
                  <a:lnTo>
                    <a:pt x="373011" y="69850"/>
                  </a:lnTo>
                  <a:lnTo>
                    <a:pt x="374700" y="66040"/>
                  </a:lnTo>
                  <a:lnTo>
                    <a:pt x="373011" y="60960"/>
                  </a:lnTo>
                  <a:lnTo>
                    <a:pt x="382143" y="60960"/>
                  </a:lnTo>
                  <a:lnTo>
                    <a:pt x="384708" y="64770"/>
                  </a:lnTo>
                  <a:lnTo>
                    <a:pt x="388200" y="64770"/>
                  </a:lnTo>
                  <a:lnTo>
                    <a:pt x="388200" y="45110"/>
                  </a:lnTo>
                  <a:lnTo>
                    <a:pt x="342785" y="1270"/>
                  </a:lnTo>
                  <a:lnTo>
                    <a:pt x="341261" y="0"/>
                  </a:lnTo>
                  <a:lnTo>
                    <a:pt x="339813" y="0"/>
                  </a:lnTo>
                  <a:lnTo>
                    <a:pt x="339813" y="1270"/>
                  </a:lnTo>
                  <a:lnTo>
                    <a:pt x="340626" y="2540"/>
                  </a:lnTo>
                  <a:lnTo>
                    <a:pt x="382524" y="53340"/>
                  </a:lnTo>
                  <a:lnTo>
                    <a:pt x="379323" y="54610"/>
                  </a:lnTo>
                  <a:lnTo>
                    <a:pt x="376212" y="55880"/>
                  </a:lnTo>
                  <a:lnTo>
                    <a:pt x="370916" y="57150"/>
                  </a:lnTo>
                  <a:lnTo>
                    <a:pt x="369354" y="59690"/>
                  </a:lnTo>
                  <a:lnTo>
                    <a:pt x="369354" y="62230"/>
                  </a:lnTo>
                  <a:lnTo>
                    <a:pt x="361581" y="66040"/>
                  </a:lnTo>
                  <a:lnTo>
                    <a:pt x="354990" y="71005"/>
                  </a:lnTo>
                  <a:lnTo>
                    <a:pt x="348843" y="76200"/>
                  </a:lnTo>
                  <a:lnTo>
                    <a:pt x="346748" y="76200"/>
                  </a:lnTo>
                  <a:lnTo>
                    <a:pt x="349072" y="81280"/>
                  </a:lnTo>
                  <a:lnTo>
                    <a:pt x="349910" y="83820"/>
                  </a:lnTo>
                  <a:lnTo>
                    <a:pt x="347179" y="88900"/>
                  </a:lnTo>
                  <a:lnTo>
                    <a:pt x="357212" y="82550"/>
                  </a:lnTo>
                  <a:lnTo>
                    <a:pt x="366268" y="77470"/>
                  </a:lnTo>
                  <a:lnTo>
                    <a:pt x="367614" y="81280"/>
                  </a:lnTo>
                  <a:lnTo>
                    <a:pt x="368338" y="82550"/>
                  </a:lnTo>
                  <a:lnTo>
                    <a:pt x="363918" y="83820"/>
                  </a:lnTo>
                  <a:lnTo>
                    <a:pt x="360781" y="85090"/>
                  </a:lnTo>
                  <a:lnTo>
                    <a:pt x="357759" y="86360"/>
                  </a:lnTo>
                  <a:lnTo>
                    <a:pt x="354418" y="88900"/>
                  </a:lnTo>
                  <a:lnTo>
                    <a:pt x="355396" y="91440"/>
                  </a:lnTo>
                  <a:lnTo>
                    <a:pt x="357886" y="90170"/>
                  </a:lnTo>
                  <a:lnTo>
                    <a:pt x="357962" y="91440"/>
                  </a:lnTo>
                  <a:lnTo>
                    <a:pt x="358178" y="92710"/>
                  </a:lnTo>
                  <a:lnTo>
                    <a:pt x="359092" y="93980"/>
                  </a:lnTo>
                  <a:lnTo>
                    <a:pt x="361581" y="93980"/>
                  </a:lnTo>
                  <a:lnTo>
                    <a:pt x="363143" y="91440"/>
                  </a:lnTo>
                  <a:lnTo>
                    <a:pt x="364058" y="92710"/>
                  </a:lnTo>
                  <a:lnTo>
                    <a:pt x="365112" y="92710"/>
                  </a:lnTo>
                  <a:lnTo>
                    <a:pt x="363677" y="99060"/>
                  </a:lnTo>
                  <a:lnTo>
                    <a:pt x="362623" y="100330"/>
                  </a:lnTo>
                  <a:lnTo>
                    <a:pt x="367385" y="99060"/>
                  </a:lnTo>
                  <a:lnTo>
                    <a:pt x="370344" y="95250"/>
                  </a:lnTo>
                  <a:lnTo>
                    <a:pt x="370408" y="93980"/>
                  </a:lnTo>
                  <a:lnTo>
                    <a:pt x="370535" y="91440"/>
                  </a:lnTo>
                  <a:lnTo>
                    <a:pt x="370560" y="90170"/>
                  </a:lnTo>
                  <a:lnTo>
                    <a:pt x="370611" y="87630"/>
                  </a:lnTo>
                  <a:lnTo>
                    <a:pt x="371627" y="87630"/>
                  </a:lnTo>
                  <a:lnTo>
                    <a:pt x="372338" y="86360"/>
                  </a:lnTo>
                  <a:lnTo>
                    <a:pt x="373100" y="86360"/>
                  </a:lnTo>
                  <a:lnTo>
                    <a:pt x="373913" y="90170"/>
                  </a:lnTo>
                  <a:lnTo>
                    <a:pt x="373011" y="92710"/>
                  </a:lnTo>
                  <a:lnTo>
                    <a:pt x="375475" y="92710"/>
                  </a:lnTo>
                  <a:lnTo>
                    <a:pt x="378079" y="88900"/>
                  </a:lnTo>
                  <a:lnTo>
                    <a:pt x="377977" y="87630"/>
                  </a:lnTo>
                  <a:lnTo>
                    <a:pt x="377888" y="86360"/>
                  </a:lnTo>
                  <a:lnTo>
                    <a:pt x="377799" y="85090"/>
                  </a:lnTo>
                  <a:lnTo>
                    <a:pt x="377710" y="83820"/>
                  </a:lnTo>
                  <a:lnTo>
                    <a:pt x="378917" y="82550"/>
                  </a:lnTo>
                  <a:lnTo>
                    <a:pt x="380263" y="81280"/>
                  </a:lnTo>
                  <a:lnTo>
                    <a:pt x="382739" y="81280"/>
                  </a:lnTo>
                  <a:lnTo>
                    <a:pt x="385991" y="86360"/>
                  </a:lnTo>
                  <a:lnTo>
                    <a:pt x="398703" y="86360"/>
                  </a:lnTo>
                  <a:lnTo>
                    <a:pt x="402399" y="81280"/>
                  </a:lnTo>
                  <a:lnTo>
                    <a:pt x="403326" y="80010"/>
                  </a:lnTo>
                  <a:lnTo>
                    <a:pt x="403669" y="77470"/>
                  </a:lnTo>
                  <a:lnTo>
                    <a:pt x="404177" y="73660"/>
                  </a:lnTo>
                  <a:lnTo>
                    <a:pt x="404075" y="72390"/>
                  </a:lnTo>
                  <a:lnTo>
                    <a:pt x="403860" y="71005"/>
                  </a:lnTo>
                  <a:lnTo>
                    <a:pt x="402628" y="69850"/>
                  </a:lnTo>
                  <a:lnTo>
                    <a:pt x="405561" y="72390"/>
                  </a:lnTo>
                  <a:lnTo>
                    <a:pt x="406476" y="74930"/>
                  </a:lnTo>
                  <a:lnTo>
                    <a:pt x="406476" y="78740"/>
                  </a:lnTo>
                  <a:lnTo>
                    <a:pt x="403123" y="86360"/>
                  </a:lnTo>
                  <a:lnTo>
                    <a:pt x="395097" y="91440"/>
                  </a:lnTo>
                  <a:lnTo>
                    <a:pt x="385483" y="97790"/>
                  </a:lnTo>
                  <a:lnTo>
                    <a:pt x="377329" y="102870"/>
                  </a:lnTo>
                  <a:lnTo>
                    <a:pt x="376936" y="102870"/>
                  </a:lnTo>
                  <a:lnTo>
                    <a:pt x="376694" y="104140"/>
                  </a:lnTo>
                  <a:lnTo>
                    <a:pt x="376389" y="104140"/>
                  </a:lnTo>
                  <a:lnTo>
                    <a:pt x="373164" y="102870"/>
                  </a:lnTo>
                  <a:lnTo>
                    <a:pt x="366687" y="100330"/>
                  </a:lnTo>
                  <a:lnTo>
                    <a:pt x="365912" y="102870"/>
                  </a:lnTo>
                  <a:lnTo>
                    <a:pt x="365467" y="104140"/>
                  </a:lnTo>
                  <a:lnTo>
                    <a:pt x="364401" y="107950"/>
                  </a:lnTo>
                  <a:lnTo>
                    <a:pt x="362356" y="114300"/>
                  </a:lnTo>
                  <a:lnTo>
                    <a:pt x="360972" y="118110"/>
                  </a:lnTo>
                  <a:lnTo>
                    <a:pt x="360451" y="119380"/>
                  </a:lnTo>
                  <a:lnTo>
                    <a:pt x="361327" y="120650"/>
                  </a:lnTo>
                  <a:lnTo>
                    <a:pt x="357263" y="125730"/>
                  </a:lnTo>
                  <a:lnTo>
                    <a:pt x="353860" y="132080"/>
                  </a:lnTo>
                  <a:lnTo>
                    <a:pt x="351345" y="138430"/>
                  </a:lnTo>
                  <a:lnTo>
                    <a:pt x="349910" y="144780"/>
                  </a:lnTo>
                  <a:lnTo>
                    <a:pt x="347560" y="142240"/>
                  </a:lnTo>
                  <a:lnTo>
                    <a:pt x="345998" y="140970"/>
                  </a:lnTo>
                  <a:lnTo>
                    <a:pt x="342849" y="138430"/>
                  </a:lnTo>
                  <a:lnTo>
                    <a:pt x="343115" y="137160"/>
                  </a:lnTo>
                  <a:lnTo>
                    <a:pt x="343255" y="137160"/>
                  </a:lnTo>
                  <a:lnTo>
                    <a:pt x="343344" y="135890"/>
                  </a:lnTo>
                  <a:lnTo>
                    <a:pt x="343433" y="134620"/>
                  </a:lnTo>
                  <a:lnTo>
                    <a:pt x="343535" y="133350"/>
                  </a:lnTo>
                  <a:lnTo>
                    <a:pt x="342709" y="130810"/>
                  </a:lnTo>
                  <a:lnTo>
                    <a:pt x="341071" y="129540"/>
                  </a:lnTo>
                  <a:lnTo>
                    <a:pt x="340283" y="128651"/>
                  </a:lnTo>
                  <a:lnTo>
                    <a:pt x="340283" y="133350"/>
                  </a:lnTo>
                  <a:lnTo>
                    <a:pt x="340169" y="134620"/>
                  </a:lnTo>
                  <a:lnTo>
                    <a:pt x="340042" y="137160"/>
                  </a:lnTo>
                  <a:lnTo>
                    <a:pt x="339242" y="138430"/>
                  </a:lnTo>
                  <a:lnTo>
                    <a:pt x="338289" y="139700"/>
                  </a:lnTo>
                  <a:lnTo>
                    <a:pt x="337769" y="139700"/>
                  </a:lnTo>
                  <a:lnTo>
                    <a:pt x="336931" y="140970"/>
                  </a:lnTo>
                  <a:lnTo>
                    <a:pt x="333756" y="140970"/>
                  </a:lnTo>
                  <a:lnTo>
                    <a:pt x="332130" y="138430"/>
                  </a:lnTo>
                  <a:lnTo>
                    <a:pt x="332244" y="133350"/>
                  </a:lnTo>
                  <a:lnTo>
                    <a:pt x="332892" y="132080"/>
                  </a:lnTo>
                  <a:lnTo>
                    <a:pt x="334556" y="130810"/>
                  </a:lnTo>
                  <a:lnTo>
                    <a:pt x="335470" y="129540"/>
                  </a:lnTo>
                  <a:lnTo>
                    <a:pt x="337464" y="129540"/>
                  </a:lnTo>
                  <a:lnTo>
                    <a:pt x="338340" y="130810"/>
                  </a:lnTo>
                  <a:lnTo>
                    <a:pt x="338759" y="130810"/>
                  </a:lnTo>
                  <a:lnTo>
                    <a:pt x="339813" y="132080"/>
                  </a:lnTo>
                  <a:lnTo>
                    <a:pt x="340283" y="133350"/>
                  </a:lnTo>
                  <a:lnTo>
                    <a:pt x="340283" y="128651"/>
                  </a:lnTo>
                  <a:lnTo>
                    <a:pt x="339953" y="128270"/>
                  </a:lnTo>
                  <a:lnTo>
                    <a:pt x="338340" y="127000"/>
                  </a:lnTo>
                  <a:lnTo>
                    <a:pt x="333248" y="127000"/>
                  </a:lnTo>
                  <a:lnTo>
                    <a:pt x="331546" y="128270"/>
                  </a:lnTo>
                  <a:lnTo>
                    <a:pt x="330987" y="129540"/>
                  </a:lnTo>
                  <a:lnTo>
                    <a:pt x="330352" y="128270"/>
                  </a:lnTo>
                  <a:lnTo>
                    <a:pt x="330085" y="128270"/>
                  </a:lnTo>
                  <a:lnTo>
                    <a:pt x="326758" y="125730"/>
                  </a:lnTo>
                  <a:lnTo>
                    <a:pt x="322948" y="123190"/>
                  </a:lnTo>
                  <a:lnTo>
                    <a:pt x="320459" y="120650"/>
                  </a:lnTo>
                  <a:lnTo>
                    <a:pt x="319417" y="119380"/>
                  </a:lnTo>
                  <a:lnTo>
                    <a:pt x="309676" y="119380"/>
                  </a:lnTo>
                  <a:lnTo>
                    <a:pt x="308051" y="121920"/>
                  </a:lnTo>
                  <a:lnTo>
                    <a:pt x="307073" y="121920"/>
                  </a:lnTo>
                  <a:lnTo>
                    <a:pt x="304977" y="124460"/>
                  </a:lnTo>
                  <a:lnTo>
                    <a:pt x="302539" y="125730"/>
                  </a:lnTo>
                  <a:lnTo>
                    <a:pt x="303682" y="127000"/>
                  </a:lnTo>
                  <a:lnTo>
                    <a:pt x="304761" y="128270"/>
                  </a:lnTo>
                  <a:lnTo>
                    <a:pt x="305917" y="129540"/>
                  </a:lnTo>
                  <a:lnTo>
                    <a:pt x="306628" y="129540"/>
                  </a:lnTo>
                  <a:lnTo>
                    <a:pt x="307822" y="130810"/>
                  </a:lnTo>
                  <a:lnTo>
                    <a:pt x="309486" y="130810"/>
                  </a:lnTo>
                  <a:lnTo>
                    <a:pt x="310553" y="129540"/>
                  </a:lnTo>
                  <a:lnTo>
                    <a:pt x="316103" y="129540"/>
                  </a:lnTo>
                  <a:lnTo>
                    <a:pt x="317347" y="132080"/>
                  </a:lnTo>
                  <a:lnTo>
                    <a:pt x="318185" y="133350"/>
                  </a:lnTo>
                  <a:lnTo>
                    <a:pt x="326174" y="143510"/>
                  </a:lnTo>
                  <a:lnTo>
                    <a:pt x="332574" y="149860"/>
                  </a:lnTo>
                  <a:lnTo>
                    <a:pt x="331876" y="151130"/>
                  </a:lnTo>
                  <a:lnTo>
                    <a:pt x="330479" y="151130"/>
                  </a:lnTo>
                  <a:lnTo>
                    <a:pt x="327837" y="152400"/>
                  </a:lnTo>
                  <a:lnTo>
                    <a:pt x="318655" y="152400"/>
                  </a:lnTo>
                  <a:lnTo>
                    <a:pt x="315899" y="151130"/>
                  </a:lnTo>
                  <a:lnTo>
                    <a:pt x="315328" y="151130"/>
                  </a:lnTo>
                  <a:lnTo>
                    <a:pt x="311848" y="156210"/>
                  </a:lnTo>
                  <a:lnTo>
                    <a:pt x="310819" y="157480"/>
                  </a:lnTo>
                  <a:lnTo>
                    <a:pt x="309841" y="158750"/>
                  </a:lnTo>
                  <a:lnTo>
                    <a:pt x="309206" y="160020"/>
                  </a:lnTo>
                  <a:lnTo>
                    <a:pt x="313931" y="167640"/>
                  </a:lnTo>
                  <a:lnTo>
                    <a:pt x="317512" y="173990"/>
                  </a:lnTo>
                  <a:lnTo>
                    <a:pt x="321005" y="180340"/>
                  </a:lnTo>
                  <a:lnTo>
                    <a:pt x="323545" y="185420"/>
                  </a:lnTo>
                  <a:lnTo>
                    <a:pt x="325793" y="191770"/>
                  </a:lnTo>
                  <a:lnTo>
                    <a:pt x="328752" y="193040"/>
                  </a:lnTo>
                  <a:lnTo>
                    <a:pt x="337769" y="195580"/>
                  </a:lnTo>
                  <a:lnTo>
                    <a:pt x="345617" y="200660"/>
                  </a:lnTo>
                  <a:lnTo>
                    <a:pt x="346468" y="201930"/>
                  </a:lnTo>
                  <a:lnTo>
                    <a:pt x="346583" y="199390"/>
                  </a:lnTo>
                  <a:lnTo>
                    <a:pt x="346684" y="196850"/>
                  </a:lnTo>
                  <a:lnTo>
                    <a:pt x="345465" y="195580"/>
                  </a:lnTo>
                  <a:lnTo>
                    <a:pt x="341071" y="194310"/>
                  </a:lnTo>
                  <a:lnTo>
                    <a:pt x="339407" y="193040"/>
                  </a:lnTo>
                  <a:lnTo>
                    <a:pt x="341223" y="193040"/>
                  </a:lnTo>
                  <a:lnTo>
                    <a:pt x="346684" y="194310"/>
                  </a:lnTo>
                  <a:lnTo>
                    <a:pt x="350608" y="195580"/>
                  </a:lnTo>
                  <a:lnTo>
                    <a:pt x="349770" y="193040"/>
                  </a:lnTo>
                  <a:lnTo>
                    <a:pt x="349351" y="191770"/>
                  </a:lnTo>
                  <a:lnTo>
                    <a:pt x="345313" y="186690"/>
                  </a:lnTo>
                  <a:lnTo>
                    <a:pt x="342849" y="184150"/>
                  </a:lnTo>
                  <a:lnTo>
                    <a:pt x="339509" y="182880"/>
                  </a:lnTo>
                  <a:lnTo>
                    <a:pt x="336245" y="182880"/>
                  </a:lnTo>
                  <a:lnTo>
                    <a:pt x="334848" y="184150"/>
                  </a:lnTo>
                  <a:lnTo>
                    <a:pt x="335064" y="185420"/>
                  </a:lnTo>
                  <a:lnTo>
                    <a:pt x="334340" y="186690"/>
                  </a:lnTo>
                  <a:lnTo>
                    <a:pt x="331749" y="186690"/>
                  </a:lnTo>
                  <a:lnTo>
                    <a:pt x="330898" y="185420"/>
                  </a:lnTo>
                  <a:lnTo>
                    <a:pt x="331749" y="182880"/>
                  </a:lnTo>
                  <a:lnTo>
                    <a:pt x="333616" y="182880"/>
                  </a:lnTo>
                  <a:lnTo>
                    <a:pt x="333248" y="180340"/>
                  </a:lnTo>
                  <a:lnTo>
                    <a:pt x="332828" y="177800"/>
                  </a:lnTo>
                  <a:lnTo>
                    <a:pt x="329666" y="177800"/>
                  </a:lnTo>
                  <a:lnTo>
                    <a:pt x="327837" y="176530"/>
                  </a:lnTo>
                  <a:lnTo>
                    <a:pt x="324878" y="172720"/>
                  </a:lnTo>
                  <a:lnTo>
                    <a:pt x="321818" y="167640"/>
                  </a:lnTo>
                  <a:lnTo>
                    <a:pt x="320255" y="165100"/>
                  </a:lnTo>
                  <a:lnTo>
                    <a:pt x="318858" y="162560"/>
                  </a:lnTo>
                  <a:lnTo>
                    <a:pt x="320776" y="160020"/>
                  </a:lnTo>
                  <a:lnTo>
                    <a:pt x="323126" y="158750"/>
                  </a:lnTo>
                  <a:lnTo>
                    <a:pt x="328142" y="161290"/>
                  </a:lnTo>
                  <a:lnTo>
                    <a:pt x="337921" y="162560"/>
                  </a:lnTo>
                  <a:lnTo>
                    <a:pt x="350177" y="162560"/>
                  </a:lnTo>
                  <a:lnTo>
                    <a:pt x="351904" y="171450"/>
                  </a:lnTo>
                  <a:lnTo>
                    <a:pt x="355638" y="179070"/>
                  </a:lnTo>
                  <a:lnTo>
                    <a:pt x="362140" y="184150"/>
                  </a:lnTo>
                  <a:lnTo>
                    <a:pt x="372186" y="187960"/>
                  </a:lnTo>
                  <a:lnTo>
                    <a:pt x="379857" y="190500"/>
                  </a:lnTo>
                  <a:lnTo>
                    <a:pt x="387934" y="195580"/>
                  </a:lnTo>
                  <a:lnTo>
                    <a:pt x="390728" y="203200"/>
                  </a:lnTo>
                  <a:lnTo>
                    <a:pt x="371500" y="205740"/>
                  </a:lnTo>
                  <a:lnTo>
                    <a:pt x="360311" y="210820"/>
                  </a:lnTo>
                  <a:lnTo>
                    <a:pt x="355104" y="218440"/>
                  </a:lnTo>
                  <a:lnTo>
                    <a:pt x="353822" y="226060"/>
                  </a:lnTo>
                  <a:lnTo>
                    <a:pt x="355574" y="233680"/>
                  </a:lnTo>
                  <a:lnTo>
                    <a:pt x="359435" y="238760"/>
                  </a:lnTo>
                  <a:lnTo>
                    <a:pt x="363296" y="242570"/>
                  </a:lnTo>
                  <a:lnTo>
                    <a:pt x="365048" y="248920"/>
                  </a:lnTo>
                  <a:lnTo>
                    <a:pt x="360730" y="254000"/>
                  </a:lnTo>
                  <a:lnTo>
                    <a:pt x="350647" y="257810"/>
                  </a:lnTo>
                  <a:lnTo>
                    <a:pt x="339013" y="260350"/>
                  </a:lnTo>
                  <a:lnTo>
                    <a:pt x="330085" y="261620"/>
                  </a:lnTo>
                  <a:lnTo>
                    <a:pt x="323126" y="262890"/>
                  </a:lnTo>
                  <a:lnTo>
                    <a:pt x="319354" y="264160"/>
                  </a:lnTo>
                  <a:lnTo>
                    <a:pt x="315937" y="267970"/>
                  </a:lnTo>
                  <a:lnTo>
                    <a:pt x="312686" y="270510"/>
                  </a:lnTo>
                  <a:lnTo>
                    <a:pt x="303352" y="279400"/>
                  </a:lnTo>
                  <a:lnTo>
                    <a:pt x="305917" y="280670"/>
                  </a:lnTo>
                  <a:lnTo>
                    <a:pt x="308483" y="280670"/>
                  </a:lnTo>
                  <a:lnTo>
                    <a:pt x="313067" y="274320"/>
                  </a:lnTo>
                  <a:lnTo>
                    <a:pt x="314350" y="273050"/>
                  </a:lnTo>
                  <a:lnTo>
                    <a:pt x="315328" y="270510"/>
                  </a:lnTo>
                  <a:lnTo>
                    <a:pt x="316166" y="271780"/>
                  </a:lnTo>
                  <a:lnTo>
                    <a:pt x="317119" y="271780"/>
                  </a:lnTo>
                  <a:lnTo>
                    <a:pt x="315429" y="274320"/>
                  </a:lnTo>
                  <a:lnTo>
                    <a:pt x="311670" y="280670"/>
                  </a:lnTo>
                  <a:lnTo>
                    <a:pt x="327406" y="281940"/>
                  </a:lnTo>
                  <a:lnTo>
                    <a:pt x="328422" y="276860"/>
                  </a:lnTo>
                  <a:lnTo>
                    <a:pt x="328422" y="271780"/>
                  </a:lnTo>
                  <a:lnTo>
                    <a:pt x="324472" y="270510"/>
                  </a:lnTo>
                  <a:lnTo>
                    <a:pt x="326758" y="267970"/>
                  </a:lnTo>
                  <a:lnTo>
                    <a:pt x="329120" y="266700"/>
                  </a:lnTo>
                  <a:lnTo>
                    <a:pt x="330987" y="267970"/>
                  </a:lnTo>
                  <a:lnTo>
                    <a:pt x="334632" y="271780"/>
                  </a:lnTo>
                  <a:lnTo>
                    <a:pt x="335203" y="274320"/>
                  </a:lnTo>
                  <a:lnTo>
                    <a:pt x="339598" y="271780"/>
                  </a:lnTo>
                  <a:lnTo>
                    <a:pt x="353187" y="266700"/>
                  </a:lnTo>
                  <a:lnTo>
                    <a:pt x="370166" y="260350"/>
                  </a:lnTo>
                  <a:lnTo>
                    <a:pt x="375221" y="257810"/>
                  </a:lnTo>
                  <a:lnTo>
                    <a:pt x="378282" y="256540"/>
                  </a:lnTo>
                  <a:lnTo>
                    <a:pt x="382143" y="255270"/>
                  </a:lnTo>
                  <a:lnTo>
                    <a:pt x="381000" y="252730"/>
                  </a:lnTo>
                  <a:lnTo>
                    <a:pt x="378625" y="251460"/>
                  </a:lnTo>
                  <a:lnTo>
                    <a:pt x="376212" y="248920"/>
                  </a:lnTo>
                  <a:lnTo>
                    <a:pt x="375666" y="246380"/>
                  </a:lnTo>
                  <a:lnTo>
                    <a:pt x="375666" y="232410"/>
                  </a:lnTo>
                  <a:lnTo>
                    <a:pt x="381927" y="228600"/>
                  </a:lnTo>
                  <a:lnTo>
                    <a:pt x="393192" y="228600"/>
                  </a:lnTo>
                  <a:lnTo>
                    <a:pt x="392696" y="232410"/>
                  </a:lnTo>
                  <a:lnTo>
                    <a:pt x="392696" y="233680"/>
                  </a:lnTo>
                  <a:lnTo>
                    <a:pt x="396659" y="245110"/>
                  </a:lnTo>
                  <a:lnTo>
                    <a:pt x="405841" y="255270"/>
                  </a:lnTo>
                  <a:lnTo>
                    <a:pt x="416255" y="262890"/>
                  </a:lnTo>
                  <a:lnTo>
                    <a:pt x="423913" y="265430"/>
                  </a:lnTo>
                  <a:lnTo>
                    <a:pt x="426872" y="265430"/>
                  </a:lnTo>
                  <a:lnTo>
                    <a:pt x="430911" y="262890"/>
                  </a:lnTo>
                  <a:lnTo>
                    <a:pt x="431025" y="267970"/>
                  </a:lnTo>
                  <a:lnTo>
                    <a:pt x="431139" y="273050"/>
                  </a:lnTo>
                  <a:lnTo>
                    <a:pt x="431253" y="279400"/>
                  </a:lnTo>
                  <a:lnTo>
                    <a:pt x="432803" y="284480"/>
                  </a:lnTo>
                  <a:lnTo>
                    <a:pt x="430110" y="300990"/>
                  </a:lnTo>
                  <a:lnTo>
                    <a:pt x="427685" y="302260"/>
                  </a:lnTo>
                  <a:lnTo>
                    <a:pt x="417766" y="309880"/>
                  </a:lnTo>
                  <a:lnTo>
                    <a:pt x="413105" y="320040"/>
                  </a:lnTo>
                  <a:lnTo>
                    <a:pt x="411048" y="322580"/>
                  </a:lnTo>
                  <a:lnTo>
                    <a:pt x="413207" y="323850"/>
                  </a:lnTo>
                  <a:lnTo>
                    <a:pt x="415505" y="323850"/>
                  </a:lnTo>
                  <a:lnTo>
                    <a:pt x="417347" y="318770"/>
                  </a:lnTo>
                  <a:lnTo>
                    <a:pt x="419049" y="313690"/>
                  </a:lnTo>
                  <a:lnTo>
                    <a:pt x="420776" y="311150"/>
                  </a:lnTo>
                  <a:lnTo>
                    <a:pt x="422656" y="309880"/>
                  </a:lnTo>
                  <a:lnTo>
                    <a:pt x="420687" y="314960"/>
                  </a:lnTo>
                  <a:lnTo>
                    <a:pt x="419328" y="321310"/>
                  </a:lnTo>
                  <a:lnTo>
                    <a:pt x="418261" y="323850"/>
                  </a:lnTo>
                  <a:lnTo>
                    <a:pt x="424751" y="325120"/>
                  </a:lnTo>
                  <a:lnTo>
                    <a:pt x="434784" y="320040"/>
                  </a:lnTo>
                  <a:lnTo>
                    <a:pt x="434784" y="311150"/>
                  </a:lnTo>
                  <a:lnTo>
                    <a:pt x="431253" y="311150"/>
                  </a:lnTo>
                  <a:lnTo>
                    <a:pt x="431253" y="309880"/>
                  </a:lnTo>
                  <a:lnTo>
                    <a:pt x="431253" y="307340"/>
                  </a:lnTo>
                  <a:lnTo>
                    <a:pt x="432841" y="306070"/>
                  </a:lnTo>
                  <a:lnTo>
                    <a:pt x="437273" y="306070"/>
                  </a:lnTo>
                  <a:lnTo>
                    <a:pt x="439216" y="307340"/>
                  </a:lnTo>
                  <a:lnTo>
                    <a:pt x="439331" y="308610"/>
                  </a:lnTo>
                  <a:lnTo>
                    <a:pt x="441998" y="307340"/>
                  </a:lnTo>
                  <a:lnTo>
                    <a:pt x="442925" y="306070"/>
                  </a:lnTo>
                  <a:lnTo>
                    <a:pt x="443839" y="304800"/>
                  </a:lnTo>
                  <a:lnTo>
                    <a:pt x="443814" y="302260"/>
                  </a:lnTo>
                  <a:lnTo>
                    <a:pt x="443699" y="290830"/>
                  </a:lnTo>
                  <a:lnTo>
                    <a:pt x="444119" y="290830"/>
                  </a:lnTo>
                  <a:lnTo>
                    <a:pt x="445274" y="293370"/>
                  </a:lnTo>
                  <a:lnTo>
                    <a:pt x="447344" y="294640"/>
                  </a:lnTo>
                  <a:lnTo>
                    <a:pt x="454558" y="294640"/>
                  </a:lnTo>
                  <a:lnTo>
                    <a:pt x="456590" y="292100"/>
                  </a:lnTo>
                  <a:lnTo>
                    <a:pt x="458990" y="290830"/>
                  </a:lnTo>
                  <a:lnTo>
                    <a:pt x="460717" y="288290"/>
                  </a:lnTo>
                  <a:lnTo>
                    <a:pt x="461416" y="285750"/>
                  </a:lnTo>
                  <a:lnTo>
                    <a:pt x="461416" y="283210"/>
                  </a:lnTo>
                  <a:lnTo>
                    <a:pt x="461124" y="281940"/>
                  </a:lnTo>
                  <a:lnTo>
                    <a:pt x="460336" y="280670"/>
                  </a:lnTo>
                  <a:lnTo>
                    <a:pt x="459333" y="279400"/>
                  </a:lnTo>
                  <a:lnTo>
                    <a:pt x="458419" y="278714"/>
                  </a:lnTo>
                  <a:lnTo>
                    <a:pt x="458419" y="283210"/>
                  </a:lnTo>
                  <a:lnTo>
                    <a:pt x="458279" y="284480"/>
                  </a:lnTo>
                  <a:lnTo>
                    <a:pt x="458101" y="285750"/>
                  </a:lnTo>
                  <a:lnTo>
                    <a:pt x="457771" y="287020"/>
                  </a:lnTo>
                  <a:lnTo>
                    <a:pt x="456590" y="289560"/>
                  </a:lnTo>
                  <a:lnTo>
                    <a:pt x="454875" y="289560"/>
                  </a:lnTo>
                  <a:lnTo>
                    <a:pt x="451815" y="292100"/>
                  </a:lnTo>
                  <a:lnTo>
                    <a:pt x="448259" y="292100"/>
                  </a:lnTo>
                  <a:lnTo>
                    <a:pt x="447535" y="290830"/>
                  </a:lnTo>
                  <a:lnTo>
                    <a:pt x="446811" y="289560"/>
                  </a:lnTo>
                  <a:lnTo>
                    <a:pt x="445973" y="288290"/>
                  </a:lnTo>
                  <a:lnTo>
                    <a:pt x="446062" y="287020"/>
                  </a:lnTo>
                  <a:lnTo>
                    <a:pt x="446227" y="287020"/>
                  </a:lnTo>
                  <a:lnTo>
                    <a:pt x="446392" y="285750"/>
                  </a:lnTo>
                  <a:lnTo>
                    <a:pt x="446557" y="284480"/>
                  </a:lnTo>
                  <a:lnTo>
                    <a:pt x="447903" y="283210"/>
                  </a:lnTo>
                  <a:lnTo>
                    <a:pt x="449491" y="281940"/>
                  </a:lnTo>
                  <a:lnTo>
                    <a:pt x="451345" y="280670"/>
                  </a:lnTo>
                  <a:lnTo>
                    <a:pt x="455129" y="280670"/>
                  </a:lnTo>
                  <a:lnTo>
                    <a:pt x="457060" y="281940"/>
                  </a:lnTo>
                  <a:lnTo>
                    <a:pt x="457644" y="283210"/>
                  </a:lnTo>
                  <a:lnTo>
                    <a:pt x="458419" y="283210"/>
                  </a:lnTo>
                  <a:lnTo>
                    <a:pt x="458419" y="278714"/>
                  </a:lnTo>
                  <a:lnTo>
                    <a:pt x="457644" y="278130"/>
                  </a:lnTo>
                  <a:lnTo>
                    <a:pt x="455764" y="278130"/>
                  </a:lnTo>
                  <a:lnTo>
                    <a:pt x="453199" y="276860"/>
                  </a:lnTo>
                  <a:lnTo>
                    <a:pt x="450265" y="278130"/>
                  </a:lnTo>
                  <a:lnTo>
                    <a:pt x="445681" y="280670"/>
                  </a:lnTo>
                  <a:lnTo>
                    <a:pt x="443839" y="283210"/>
                  </a:lnTo>
                  <a:lnTo>
                    <a:pt x="443280" y="285750"/>
                  </a:lnTo>
                  <a:lnTo>
                    <a:pt x="443217" y="284480"/>
                  </a:lnTo>
                  <a:lnTo>
                    <a:pt x="443141" y="283210"/>
                  </a:lnTo>
                  <a:lnTo>
                    <a:pt x="443064" y="281940"/>
                  </a:lnTo>
                  <a:lnTo>
                    <a:pt x="443001" y="280670"/>
                  </a:lnTo>
                  <a:lnTo>
                    <a:pt x="442925" y="279400"/>
                  </a:lnTo>
                  <a:lnTo>
                    <a:pt x="442849" y="278130"/>
                  </a:lnTo>
                  <a:lnTo>
                    <a:pt x="442785" y="276860"/>
                  </a:lnTo>
                  <a:lnTo>
                    <a:pt x="441998" y="269240"/>
                  </a:lnTo>
                  <a:lnTo>
                    <a:pt x="442125" y="267970"/>
                  </a:lnTo>
                  <a:lnTo>
                    <a:pt x="442252" y="266700"/>
                  </a:lnTo>
                  <a:lnTo>
                    <a:pt x="442366" y="265430"/>
                  </a:lnTo>
                  <a:lnTo>
                    <a:pt x="442468" y="264160"/>
                  </a:lnTo>
                  <a:lnTo>
                    <a:pt x="442569" y="262890"/>
                  </a:lnTo>
                  <a:lnTo>
                    <a:pt x="442671" y="261620"/>
                  </a:lnTo>
                  <a:lnTo>
                    <a:pt x="442785" y="260350"/>
                  </a:lnTo>
                  <a:lnTo>
                    <a:pt x="442925" y="257810"/>
                  </a:lnTo>
                  <a:lnTo>
                    <a:pt x="441325" y="257810"/>
                  </a:lnTo>
                  <a:lnTo>
                    <a:pt x="439623" y="256540"/>
                  </a:lnTo>
                  <a:lnTo>
                    <a:pt x="437781" y="260350"/>
                  </a:lnTo>
                  <a:lnTo>
                    <a:pt x="432930" y="260350"/>
                  </a:lnTo>
                  <a:lnTo>
                    <a:pt x="425742" y="252730"/>
                  </a:lnTo>
                  <a:lnTo>
                    <a:pt x="425742" y="246380"/>
                  </a:lnTo>
                  <a:lnTo>
                    <a:pt x="426923" y="241300"/>
                  </a:lnTo>
                  <a:lnTo>
                    <a:pt x="429983" y="233680"/>
                  </a:lnTo>
                  <a:lnTo>
                    <a:pt x="431977" y="228600"/>
                  </a:lnTo>
                  <a:lnTo>
                    <a:pt x="432612" y="223520"/>
                  </a:lnTo>
                  <a:lnTo>
                    <a:pt x="432930" y="220980"/>
                  </a:lnTo>
                  <a:lnTo>
                    <a:pt x="432841" y="218440"/>
                  </a:lnTo>
                  <a:lnTo>
                    <a:pt x="434682" y="217170"/>
                  </a:lnTo>
                  <a:lnTo>
                    <a:pt x="437299" y="222250"/>
                  </a:lnTo>
                  <a:lnTo>
                    <a:pt x="439470" y="227330"/>
                  </a:lnTo>
                  <a:lnTo>
                    <a:pt x="442785" y="231140"/>
                  </a:lnTo>
                  <a:lnTo>
                    <a:pt x="443852" y="238760"/>
                  </a:lnTo>
                  <a:lnTo>
                    <a:pt x="448995" y="245110"/>
                  </a:lnTo>
                  <a:lnTo>
                    <a:pt x="456577" y="248920"/>
                  </a:lnTo>
                  <a:lnTo>
                    <a:pt x="462165" y="246380"/>
                  </a:lnTo>
                  <a:lnTo>
                    <a:pt x="464959" y="245110"/>
                  </a:lnTo>
                  <a:lnTo>
                    <a:pt x="459587" y="246380"/>
                  </a:lnTo>
                  <a:lnTo>
                    <a:pt x="455790" y="241300"/>
                  </a:lnTo>
                  <a:lnTo>
                    <a:pt x="453402" y="236220"/>
                  </a:lnTo>
                  <a:lnTo>
                    <a:pt x="454355" y="236220"/>
                  </a:lnTo>
                  <a:lnTo>
                    <a:pt x="457974" y="237490"/>
                  </a:lnTo>
                  <a:lnTo>
                    <a:pt x="461835" y="241300"/>
                  </a:lnTo>
                  <a:lnTo>
                    <a:pt x="474002" y="241300"/>
                  </a:lnTo>
                  <a:lnTo>
                    <a:pt x="475411" y="236220"/>
                  </a:lnTo>
                  <a:lnTo>
                    <a:pt x="476110" y="233680"/>
                  </a:lnTo>
                  <a:lnTo>
                    <a:pt x="477164" y="229870"/>
                  </a:lnTo>
                  <a:lnTo>
                    <a:pt x="475043" y="232410"/>
                  </a:lnTo>
                  <a:lnTo>
                    <a:pt x="470611" y="233680"/>
                  </a:lnTo>
                  <a:lnTo>
                    <a:pt x="467575" y="233680"/>
                  </a:lnTo>
                  <a:lnTo>
                    <a:pt x="469087" y="232410"/>
                  </a:lnTo>
                  <a:lnTo>
                    <a:pt x="472109" y="229870"/>
                  </a:lnTo>
                  <a:lnTo>
                    <a:pt x="474484" y="224790"/>
                  </a:lnTo>
                  <a:lnTo>
                    <a:pt x="474484" y="218440"/>
                  </a:lnTo>
                  <a:lnTo>
                    <a:pt x="468680" y="199390"/>
                  </a:lnTo>
                  <a:lnTo>
                    <a:pt x="443090" y="173990"/>
                  </a:lnTo>
                  <a:lnTo>
                    <a:pt x="437273" y="157480"/>
                  </a:lnTo>
                  <a:lnTo>
                    <a:pt x="437273" y="147320"/>
                  </a:lnTo>
                  <a:lnTo>
                    <a:pt x="446354" y="140970"/>
                  </a:lnTo>
                  <a:lnTo>
                    <a:pt x="455129" y="140970"/>
                  </a:lnTo>
                  <a:lnTo>
                    <a:pt x="456984" y="142240"/>
                  </a:lnTo>
                  <a:lnTo>
                    <a:pt x="458419" y="142240"/>
                  </a:lnTo>
                  <a:lnTo>
                    <a:pt x="456082" y="144780"/>
                  </a:lnTo>
                  <a:lnTo>
                    <a:pt x="454748" y="148590"/>
                  </a:lnTo>
                  <a:lnTo>
                    <a:pt x="454875" y="153670"/>
                  </a:lnTo>
                  <a:lnTo>
                    <a:pt x="461048" y="165100"/>
                  </a:lnTo>
                  <a:lnTo>
                    <a:pt x="473748" y="172720"/>
                  </a:lnTo>
                  <a:lnTo>
                    <a:pt x="486371" y="177800"/>
                  </a:lnTo>
                  <a:lnTo>
                    <a:pt x="492290" y="184150"/>
                  </a:lnTo>
                  <a:close/>
                </a:path>
              </a:pathLst>
            </a:custGeom>
            <a:solidFill>
              <a:srgbClr val="FFFFFF"/>
            </a:solidFill>
          </p:spPr>
          <p:txBody>
            <a:bodyPr wrap="square" lIns="0" tIns="0" rIns="0" bIns="0" rtlCol="0"/>
            <a:lstStyle/>
            <a:p>
              <a:endParaRPr/>
            </a:p>
          </p:txBody>
        </p:sp>
        <p:pic>
          <p:nvPicPr>
            <p:cNvPr id="8" name="object 8"/>
            <p:cNvPicPr>
              <a:picLocks noGrp="1" noRot="1" noMove="1" noResize="1" noEditPoints="1" noAdjustHandles="1" noChangeArrowheads="1" noChangeShapeType="1" noCrop="1"/>
            </p:cNvPicPr>
            <p:nvPr/>
          </p:nvPicPr>
          <p:blipFill>
            <a:blip r:embed="rId5" cstate="print"/>
            <a:stretch>
              <a:fillRect/>
            </a:stretch>
          </p:blipFill>
          <p:spPr>
            <a:xfrm>
              <a:off x="723307" y="1028083"/>
              <a:ext cx="162182" cy="202135"/>
            </a:xfrm>
            <a:prstGeom prst="rect">
              <a:avLst/>
            </a:prstGeom>
          </p:spPr>
        </p:pic>
        <p:pic>
          <p:nvPicPr>
            <p:cNvPr id="9" name="object 9"/>
            <p:cNvPicPr>
              <a:picLocks noGrp="1" noRot="1" noMove="1" noResize="1" noEditPoints="1" noAdjustHandles="1" noChangeArrowheads="1" noChangeShapeType="1" noCrop="1"/>
            </p:cNvPicPr>
            <p:nvPr/>
          </p:nvPicPr>
          <p:blipFill>
            <a:blip r:embed="rId6" cstate="print"/>
            <a:stretch>
              <a:fillRect/>
            </a:stretch>
          </p:blipFill>
          <p:spPr>
            <a:xfrm>
              <a:off x="928447" y="1028087"/>
              <a:ext cx="167248" cy="197425"/>
            </a:xfrm>
            <a:prstGeom prst="rect">
              <a:avLst/>
            </a:prstGeom>
          </p:spPr>
        </p:pic>
        <p:sp>
          <p:nvSpPr>
            <p:cNvPr id="10" name="object 10"/>
            <p:cNvSpPr>
              <a:spLocks noGrp="1" noRot="1" noMove="1" noResize="1" noEditPoints="1" noAdjustHandles="1" noChangeArrowheads="1" noChangeShapeType="1"/>
            </p:cNvSpPr>
            <p:nvPr/>
          </p:nvSpPr>
          <p:spPr>
            <a:xfrm>
              <a:off x="1195451" y="1028089"/>
              <a:ext cx="160020" cy="197485"/>
            </a:xfrm>
            <a:custGeom>
              <a:avLst/>
              <a:gdLst/>
              <a:ahLst/>
              <a:cxnLst/>
              <a:rect l="l" t="t" r="r" b="b"/>
              <a:pathLst>
                <a:path w="160019" h="197484">
                  <a:moveTo>
                    <a:pt x="159918" y="0"/>
                  </a:moveTo>
                  <a:lnTo>
                    <a:pt x="133070" y="0"/>
                  </a:lnTo>
                  <a:lnTo>
                    <a:pt x="133070" y="85432"/>
                  </a:lnTo>
                  <a:lnTo>
                    <a:pt x="26835" y="85432"/>
                  </a:lnTo>
                  <a:lnTo>
                    <a:pt x="26835" y="0"/>
                  </a:lnTo>
                  <a:lnTo>
                    <a:pt x="0" y="0"/>
                  </a:lnTo>
                  <a:lnTo>
                    <a:pt x="0" y="85432"/>
                  </a:lnTo>
                  <a:lnTo>
                    <a:pt x="0" y="106794"/>
                  </a:lnTo>
                  <a:lnTo>
                    <a:pt x="0" y="197243"/>
                  </a:lnTo>
                  <a:lnTo>
                    <a:pt x="26835" y="197243"/>
                  </a:lnTo>
                  <a:lnTo>
                    <a:pt x="26835" y="106794"/>
                  </a:lnTo>
                  <a:lnTo>
                    <a:pt x="133070" y="106794"/>
                  </a:lnTo>
                  <a:lnTo>
                    <a:pt x="133070" y="197243"/>
                  </a:lnTo>
                  <a:lnTo>
                    <a:pt x="159918" y="197243"/>
                  </a:lnTo>
                  <a:lnTo>
                    <a:pt x="159918" y="106794"/>
                  </a:lnTo>
                  <a:lnTo>
                    <a:pt x="159918" y="85432"/>
                  </a:lnTo>
                  <a:lnTo>
                    <a:pt x="159918" y="0"/>
                  </a:lnTo>
                  <a:close/>
                </a:path>
              </a:pathLst>
            </a:custGeom>
            <a:solidFill>
              <a:srgbClr val="FFFFFF"/>
            </a:solidFill>
          </p:spPr>
          <p:txBody>
            <a:bodyPr wrap="square" lIns="0" tIns="0" rIns="0" bIns="0" rtlCol="0"/>
            <a:lstStyle/>
            <a:p>
              <a:endParaRPr/>
            </a:p>
          </p:txBody>
        </p:sp>
        <p:pic>
          <p:nvPicPr>
            <p:cNvPr id="11" name="object 11"/>
            <p:cNvPicPr>
              <a:picLocks noGrp="1" noRot="1" noMove="1" noResize="1" noEditPoints="1" noAdjustHandles="1" noChangeArrowheads="1" noChangeShapeType="1" noCrop="1"/>
            </p:cNvPicPr>
            <p:nvPr/>
          </p:nvPicPr>
          <p:blipFill>
            <a:blip r:embed="rId7" cstate="print"/>
            <a:stretch>
              <a:fillRect/>
            </a:stretch>
          </p:blipFill>
          <p:spPr>
            <a:xfrm>
              <a:off x="1387592" y="1079243"/>
              <a:ext cx="289038" cy="149587"/>
            </a:xfrm>
            <a:prstGeom prst="rect">
              <a:avLst/>
            </a:prstGeom>
          </p:spPr>
        </p:pic>
        <p:sp>
          <p:nvSpPr>
            <p:cNvPr id="12" name="object 12"/>
            <p:cNvSpPr>
              <a:spLocks noGrp="1" noRot="1" noMove="1" noResize="1" noEditPoints="1" noAdjustHandles="1" noChangeArrowheads="1" noChangeShapeType="1"/>
            </p:cNvSpPr>
            <p:nvPr/>
          </p:nvSpPr>
          <p:spPr>
            <a:xfrm>
              <a:off x="1700362" y="1028087"/>
              <a:ext cx="24130" cy="197485"/>
            </a:xfrm>
            <a:custGeom>
              <a:avLst/>
              <a:gdLst/>
              <a:ahLst/>
              <a:cxnLst/>
              <a:rect l="l" t="t" r="r" b="b"/>
              <a:pathLst>
                <a:path w="24130" h="197484">
                  <a:moveTo>
                    <a:pt x="24017" y="197425"/>
                  </a:moveTo>
                  <a:lnTo>
                    <a:pt x="0" y="197425"/>
                  </a:lnTo>
                  <a:lnTo>
                    <a:pt x="0" y="0"/>
                  </a:lnTo>
                  <a:lnTo>
                    <a:pt x="24017" y="0"/>
                  </a:lnTo>
                  <a:lnTo>
                    <a:pt x="24017" y="197425"/>
                  </a:lnTo>
                  <a:close/>
                </a:path>
              </a:pathLst>
            </a:custGeom>
            <a:solidFill>
              <a:srgbClr val="FFFFFF"/>
            </a:solidFill>
          </p:spPr>
          <p:txBody>
            <a:bodyPr wrap="square" lIns="0" tIns="0" rIns="0" bIns="0" rtlCol="0"/>
            <a:lstStyle/>
            <a:p>
              <a:endParaRPr/>
            </a:p>
          </p:txBody>
        </p:sp>
        <p:pic>
          <p:nvPicPr>
            <p:cNvPr id="13" name="object 13"/>
            <p:cNvPicPr>
              <a:picLocks noGrp="1" noRot="1" noMove="1" noResize="1" noEditPoints="1" noAdjustHandles="1" noChangeArrowheads="1" noChangeShapeType="1" noCrop="1"/>
            </p:cNvPicPr>
            <p:nvPr/>
          </p:nvPicPr>
          <p:blipFill>
            <a:blip r:embed="rId8" cstate="print"/>
            <a:stretch>
              <a:fillRect/>
            </a:stretch>
          </p:blipFill>
          <p:spPr>
            <a:xfrm>
              <a:off x="1746146" y="1039702"/>
              <a:ext cx="77972" cy="185820"/>
            </a:xfrm>
            <a:prstGeom prst="rect">
              <a:avLst/>
            </a:prstGeom>
          </p:spPr>
        </p:pic>
        <p:pic>
          <p:nvPicPr>
            <p:cNvPr id="14" name="object 14"/>
            <p:cNvPicPr>
              <a:picLocks noGrp="1" noRot="1" noMove="1" noResize="1" noEditPoints="1" noAdjustHandles="1" noChangeArrowheads="1" noChangeShapeType="1" noCrop="1"/>
            </p:cNvPicPr>
            <p:nvPr/>
          </p:nvPicPr>
          <p:blipFill>
            <a:blip r:embed="rId9" cstate="print"/>
            <a:stretch>
              <a:fillRect/>
            </a:stretch>
          </p:blipFill>
          <p:spPr>
            <a:xfrm>
              <a:off x="1850678" y="1028087"/>
              <a:ext cx="120924" cy="197425"/>
            </a:xfrm>
            <a:prstGeom prst="rect">
              <a:avLst/>
            </a:prstGeom>
          </p:spPr>
        </p:pic>
        <p:pic>
          <p:nvPicPr>
            <p:cNvPr id="15" name="object 15"/>
            <p:cNvPicPr>
              <a:picLocks noGrp="1" noRot="1" noMove="1" noResize="1" noEditPoints="1" noAdjustHandles="1" noChangeArrowheads="1" noChangeShapeType="1" noCrop="1"/>
            </p:cNvPicPr>
            <p:nvPr/>
          </p:nvPicPr>
          <p:blipFill>
            <a:blip r:embed="rId10" cstate="print"/>
            <a:stretch>
              <a:fillRect/>
            </a:stretch>
          </p:blipFill>
          <p:spPr>
            <a:xfrm>
              <a:off x="712861" y="1314126"/>
              <a:ext cx="162182" cy="206814"/>
            </a:xfrm>
            <a:prstGeom prst="rect">
              <a:avLst/>
            </a:prstGeom>
          </p:spPr>
        </p:pic>
        <p:pic>
          <p:nvPicPr>
            <p:cNvPr id="16" name="object 16"/>
            <p:cNvPicPr>
              <a:picLocks noGrp="1" noRot="1" noMove="1" noResize="1" noEditPoints="1" noAdjustHandles="1" noChangeArrowheads="1" noChangeShapeType="1" noCrop="1"/>
            </p:cNvPicPr>
            <p:nvPr/>
          </p:nvPicPr>
          <p:blipFill>
            <a:blip r:embed="rId11" cstate="print"/>
            <a:stretch>
              <a:fillRect/>
            </a:stretch>
          </p:blipFill>
          <p:spPr>
            <a:xfrm>
              <a:off x="895674" y="1369975"/>
              <a:ext cx="284513" cy="149595"/>
            </a:xfrm>
            <a:prstGeom prst="rect">
              <a:avLst/>
            </a:prstGeom>
          </p:spPr>
        </p:pic>
        <p:pic>
          <p:nvPicPr>
            <p:cNvPr id="17" name="object 17"/>
            <p:cNvPicPr>
              <a:picLocks noGrp="1" noRot="1" noMove="1" noResize="1" noEditPoints="1" noAdjustHandles="1" noChangeArrowheads="1" noChangeShapeType="1" noCrop="1"/>
            </p:cNvPicPr>
            <p:nvPr/>
          </p:nvPicPr>
          <p:blipFill>
            <a:blip r:embed="rId12" cstate="print"/>
            <a:stretch>
              <a:fillRect/>
            </a:stretch>
          </p:blipFill>
          <p:spPr>
            <a:xfrm>
              <a:off x="1207038" y="1373286"/>
              <a:ext cx="120924" cy="146279"/>
            </a:xfrm>
            <a:prstGeom prst="rect">
              <a:avLst/>
            </a:prstGeom>
          </p:spPr>
        </p:pic>
        <p:pic>
          <p:nvPicPr>
            <p:cNvPr id="18" name="object 18"/>
            <p:cNvPicPr>
              <a:picLocks noGrp="1" noRot="1" noMove="1" noResize="1" noEditPoints="1" noAdjustHandles="1" noChangeArrowheads="1" noChangeShapeType="1" noCrop="1"/>
            </p:cNvPicPr>
            <p:nvPr/>
          </p:nvPicPr>
          <p:blipFill>
            <a:blip r:embed="rId13" cstate="print"/>
            <a:stretch>
              <a:fillRect/>
            </a:stretch>
          </p:blipFill>
          <p:spPr>
            <a:xfrm>
              <a:off x="1363291" y="1369976"/>
              <a:ext cx="76848" cy="146279"/>
            </a:xfrm>
            <a:prstGeom prst="rect">
              <a:avLst/>
            </a:prstGeom>
          </p:spPr>
        </p:pic>
        <p:sp>
          <p:nvSpPr>
            <p:cNvPr id="19" name="object 19"/>
            <p:cNvSpPr>
              <a:spLocks noGrp="1" noRot="1" noMove="1" noResize="1" noEditPoints="1" noAdjustHandles="1" noChangeArrowheads="1" noChangeShapeType="1"/>
            </p:cNvSpPr>
            <p:nvPr/>
          </p:nvSpPr>
          <p:spPr>
            <a:xfrm>
              <a:off x="1459636" y="1318843"/>
              <a:ext cx="24130" cy="197485"/>
            </a:xfrm>
            <a:custGeom>
              <a:avLst/>
              <a:gdLst/>
              <a:ahLst/>
              <a:cxnLst/>
              <a:rect l="l" t="t" r="r" b="b"/>
              <a:pathLst>
                <a:path w="24130" h="197484">
                  <a:moveTo>
                    <a:pt x="24015" y="54457"/>
                  </a:moveTo>
                  <a:lnTo>
                    <a:pt x="0" y="54457"/>
                  </a:lnTo>
                  <a:lnTo>
                    <a:pt x="0" y="197421"/>
                  </a:lnTo>
                  <a:lnTo>
                    <a:pt x="24015" y="197421"/>
                  </a:lnTo>
                  <a:lnTo>
                    <a:pt x="24015" y="54457"/>
                  </a:lnTo>
                  <a:close/>
                </a:path>
                <a:path w="24130" h="197484">
                  <a:moveTo>
                    <a:pt x="24015" y="0"/>
                  </a:moveTo>
                  <a:lnTo>
                    <a:pt x="0" y="0"/>
                  </a:lnTo>
                  <a:lnTo>
                    <a:pt x="0" y="28752"/>
                  </a:lnTo>
                  <a:lnTo>
                    <a:pt x="24015" y="28752"/>
                  </a:lnTo>
                  <a:lnTo>
                    <a:pt x="24015" y="0"/>
                  </a:lnTo>
                  <a:close/>
                </a:path>
              </a:pathLst>
            </a:custGeom>
            <a:solidFill>
              <a:srgbClr val="FFFFFF"/>
            </a:solidFill>
          </p:spPr>
          <p:txBody>
            <a:bodyPr wrap="square" lIns="0" tIns="0" rIns="0" bIns="0" rtlCol="0"/>
            <a:lstStyle/>
            <a:p>
              <a:endParaRPr/>
            </a:p>
          </p:txBody>
        </p:sp>
        <p:pic>
          <p:nvPicPr>
            <p:cNvPr id="20" name="object 20"/>
            <p:cNvPicPr>
              <a:picLocks noGrp="1" noRot="1" noMove="1" noResize="1" noEditPoints="1" noAdjustHandles="1" noChangeArrowheads="1" noChangeShapeType="1" noCrop="1"/>
            </p:cNvPicPr>
            <p:nvPr/>
          </p:nvPicPr>
          <p:blipFill>
            <a:blip r:embed="rId14" cstate="print"/>
            <a:stretch>
              <a:fillRect/>
            </a:stretch>
          </p:blipFill>
          <p:spPr>
            <a:xfrm>
              <a:off x="1505414" y="1330435"/>
              <a:ext cx="225455" cy="243047"/>
            </a:xfrm>
            <a:prstGeom prst="rect">
              <a:avLst/>
            </a:prstGeom>
          </p:spPr>
        </p:pic>
        <p:pic>
          <p:nvPicPr>
            <p:cNvPr id="21" name="object 21"/>
            <p:cNvPicPr>
              <a:picLocks noGrp="1" noRot="1" noMove="1" noResize="1" noEditPoints="1" noAdjustHandles="1" noChangeArrowheads="1" noChangeShapeType="1" noCrop="1"/>
            </p:cNvPicPr>
            <p:nvPr/>
          </p:nvPicPr>
          <p:blipFill>
            <a:blip r:embed="rId15" cstate="print"/>
            <a:stretch>
              <a:fillRect/>
            </a:stretch>
          </p:blipFill>
          <p:spPr>
            <a:xfrm>
              <a:off x="700430" y="1609553"/>
              <a:ext cx="329161" cy="255481"/>
            </a:xfrm>
            <a:prstGeom prst="rect">
              <a:avLst/>
            </a:prstGeom>
          </p:spPr>
        </p:pic>
        <p:pic>
          <p:nvPicPr>
            <p:cNvPr id="22" name="object 22"/>
            <p:cNvPicPr>
              <a:picLocks noGrp="1" noRot="1" noMove="1" noResize="1" noEditPoints="1" noAdjustHandles="1" noChangeArrowheads="1" noChangeShapeType="1" noCrop="1"/>
            </p:cNvPicPr>
            <p:nvPr/>
          </p:nvPicPr>
          <p:blipFill>
            <a:blip r:embed="rId16" cstate="print"/>
            <a:stretch>
              <a:fillRect/>
            </a:stretch>
          </p:blipFill>
          <p:spPr>
            <a:xfrm>
              <a:off x="1057859" y="1660702"/>
              <a:ext cx="134761" cy="149579"/>
            </a:xfrm>
            <a:prstGeom prst="rect">
              <a:avLst/>
            </a:prstGeom>
          </p:spPr>
        </p:pic>
        <p:pic>
          <p:nvPicPr>
            <p:cNvPr id="23" name="object 23"/>
            <p:cNvPicPr>
              <a:picLocks noGrp="1" noRot="1" noMove="1" noResize="1" noEditPoints="1" noAdjustHandles="1" noChangeArrowheads="1" noChangeShapeType="1" noCrop="1"/>
            </p:cNvPicPr>
            <p:nvPr/>
          </p:nvPicPr>
          <p:blipFill>
            <a:blip r:embed="rId17" cstate="print"/>
            <a:stretch>
              <a:fillRect/>
            </a:stretch>
          </p:blipFill>
          <p:spPr>
            <a:xfrm>
              <a:off x="1217495" y="1660710"/>
              <a:ext cx="120924" cy="146263"/>
            </a:xfrm>
            <a:prstGeom prst="rect">
              <a:avLst/>
            </a:prstGeom>
          </p:spPr>
        </p:pic>
        <p:pic>
          <p:nvPicPr>
            <p:cNvPr id="24" name="object 24"/>
            <p:cNvPicPr>
              <a:picLocks noGrp="1" noRot="1" noMove="1" noResize="1" noEditPoints="1" noAdjustHandles="1" noChangeArrowheads="1" noChangeShapeType="1" noCrop="1"/>
            </p:cNvPicPr>
            <p:nvPr/>
          </p:nvPicPr>
          <p:blipFill>
            <a:blip r:embed="rId18" cstate="print"/>
            <a:stretch>
              <a:fillRect/>
            </a:stretch>
          </p:blipFill>
          <p:spPr>
            <a:xfrm>
              <a:off x="1366679" y="1660701"/>
              <a:ext cx="280563" cy="203500"/>
            </a:xfrm>
            <a:prstGeom prst="rect">
              <a:avLst/>
            </a:prstGeom>
          </p:spPr>
        </p:pic>
        <p:sp>
          <p:nvSpPr>
            <p:cNvPr id="25" name="object 25"/>
            <p:cNvSpPr>
              <a:spLocks noGrp="1" noRot="1" noMove="1" noResize="1" noEditPoints="1" noAdjustHandles="1" noChangeArrowheads="1" noChangeShapeType="1"/>
            </p:cNvSpPr>
            <p:nvPr/>
          </p:nvSpPr>
          <p:spPr>
            <a:xfrm>
              <a:off x="0" y="2362200"/>
              <a:ext cx="17348200" cy="6705600"/>
            </a:xfrm>
            <a:custGeom>
              <a:avLst/>
              <a:gdLst/>
              <a:ahLst/>
              <a:cxnLst/>
              <a:rect l="l" t="t" r="r" b="b"/>
              <a:pathLst>
                <a:path w="17348200" h="6705600">
                  <a:moveTo>
                    <a:pt x="17348200" y="0"/>
                  </a:moveTo>
                  <a:lnTo>
                    <a:pt x="0" y="0"/>
                  </a:lnTo>
                  <a:lnTo>
                    <a:pt x="0" y="6705600"/>
                  </a:lnTo>
                  <a:lnTo>
                    <a:pt x="17348200" y="6705600"/>
                  </a:lnTo>
                  <a:lnTo>
                    <a:pt x="17348200" y="0"/>
                  </a:lnTo>
                  <a:close/>
                </a:path>
              </a:pathLst>
            </a:custGeom>
            <a:solidFill>
              <a:srgbClr val="FFFFFF"/>
            </a:solidFill>
          </p:spPr>
          <p:txBody>
            <a:bodyPr wrap="square" lIns="0" tIns="0" rIns="0" bIns="0" rtlCol="0"/>
            <a:lstStyle/>
            <a:p>
              <a:endParaRPr/>
            </a:p>
          </p:txBody>
        </p:sp>
      </p:grpSp>
      <p:sp>
        <p:nvSpPr>
          <p:cNvPr id="30" name="object 27">
            <a:extLst>
              <a:ext uri="{FF2B5EF4-FFF2-40B4-BE49-F238E27FC236}">
                <a16:creationId xmlns:a16="http://schemas.microsoft.com/office/drawing/2014/main" id="{474D35C6-823E-E92B-2864-999045694FB1}"/>
              </a:ext>
            </a:extLst>
          </p:cNvPr>
          <p:cNvSpPr txBox="1">
            <a:spLocks noGrp="1"/>
          </p:cNvSpPr>
          <p:nvPr>
            <p:ph type="title"/>
          </p:nvPr>
        </p:nvSpPr>
        <p:spPr>
          <a:xfrm>
            <a:off x="2095273" y="477689"/>
            <a:ext cx="15205561" cy="1490152"/>
          </a:xfrm>
          <a:prstGeom prst="rect">
            <a:avLst/>
          </a:prstGeom>
        </p:spPr>
        <p:txBody>
          <a:bodyPr vert="horz" wrap="square" lIns="0" tIns="12700" rIns="0" bIns="0" rtlCol="0" anchor="t">
            <a:spAutoFit/>
          </a:bodyPr>
          <a:lstStyle/>
          <a:p>
            <a:pPr marL="12700">
              <a:spcBef>
                <a:spcPts val="100"/>
              </a:spcBef>
              <a:tabLst>
                <a:tab pos="2597150" algn="l"/>
              </a:tabLst>
            </a:pPr>
            <a:r>
              <a:rPr lang="en-GB" sz="4800" spc="-10">
                <a:solidFill>
                  <a:srgbClr val="92D050"/>
                </a:solidFill>
                <a:latin typeface="Arial"/>
                <a:cs typeface="Arial"/>
              </a:rPr>
              <a:t>Monitoring change in tick-borne disease infection rates in vectors (e.g. Lyme disease </a:t>
            </a:r>
            <a:r>
              <a:rPr lang="en-GB" sz="4800" i="1" spc="-10">
                <a:solidFill>
                  <a:srgbClr val="92D050"/>
                </a:solidFill>
                <a:latin typeface="Arial"/>
                <a:cs typeface="Arial"/>
              </a:rPr>
              <a:t>Borrelia</a:t>
            </a:r>
            <a:r>
              <a:rPr lang="en-GB" sz="4800" spc="-10">
                <a:solidFill>
                  <a:srgbClr val="92D050"/>
                </a:solidFill>
                <a:latin typeface="Arial"/>
                <a:cs typeface="Arial"/>
              </a:rPr>
              <a:t>)</a:t>
            </a:r>
            <a:endParaRPr lang="en-GB" sz="4800" spc="-10">
              <a:solidFill>
                <a:srgbClr val="92D050"/>
              </a:solidFill>
              <a:latin typeface="Arial" panose="020B0604020202020204" pitchFamily="34" charset="0"/>
              <a:cs typeface="Arial" panose="020B0604020202020204" pitchFamily="34" charset="0"/>
            </a:endParaRPr>
          </a:p>
        </p:txBody>
      </p:sp>
      <p:pic>
        <p:nvPicPr>
          <p:cNvPr id="32" name="Picture 31" descr="A map of the united kingdom&#10;&#10;Description automatically generated">
            <a:extLst>
              <a:ext uri="{FF2B5EF4-FFF2-40B4-BE49-F238E27FC236}">
                <a16:creationId xmlns:a16="http://schemas.microsoft.com/office/drawing/2014/main" id="{FDF248D0-AC25-BE99-C710-9B526C9C3AD6}"/>
              </a:ext>
            </a:extLst>
          </p:cNvPr>
          <p:cNvPicPr>
            <a:picLocks noChangeAspect="1"/>
          </p:cNvPicPr>
          <p:nvPr/>
        </p:nvPicPr>
        <p:blipFill>
          <a:blip r:embed="rId19"/>
          <a:stretch>
            <a:fillRect/>
          </a:stretch>
        </p:blipFill>
        <p:spPr>
          <a:xfrm>
            <a:off x="876870" y="2756559"/>
            <a:ext cx="4791434" cy="6090767"/>
          </a:xfrm>
          <a:prstGeom prst="rect">
            <a:avLst/>
          </a:prstGeom>
        </p:spPr>
      </p:pic>
      <p:pic>
        <p:nvPicPr>
          <p:cNvPr id="33" name="Picture 32" descr="A map of a country with blue dots&#10;&#10;Description automatically generated">
            <a:extLst>
              <a:ext uri="{FF2B5EF4-FFF2-40B4-BE49-F238E27FC236}">
                <a16:creationId xmlns:a16="http://schemas.microsoft.com/office/drawing/2014/main" id="{649E1E36-9ECD-87C8-3EF8-08313E76B408}"/>
              </a:ext>
            </a:extLst>
          </p:cNvPr>
          <p:cNvPicPr>
            <a:picLocks noChangeAspect="1"/>
          </p:cNvPicPr>
          <p:nvPr/>
        </p:nvPicPr>
        <p:blipFill>
          <a:blip r:embed="rId20"/>
          <a:stretch>
            <a:fillRect/>
          </a:stretch>
        </p:blipFill>
        <p:spPr>
          <a:xfrm>
            <a:off x="5814274" y="2756559"/>
            <a:ext cx="4460029" cy="6098239"/>
          </a:xfrm>
          <a:prstGeom prst="rect">
            <a:avLst/>
          </a:prstGeom>
        </p:spPr>
      </p:pic>
      <p:pic>
        <p:nvPicPr>
          <p:cNvPr id="34" name="Picture 33" descr="A graph with different colored bars&#10;&#10;Description automatically generated">
            <a:extLst>
              <a:ext uri="{FF2B5EF4-FFF2-40B4-BE49-F238E27FC236}">
                <a16:creationId xmlns:a16="http://schemas.microsoft.com/office/drawing/2014/main" id="{385FEA12-9960-039C-0E41-FBEB9DC5294C}"/>
              </a:ext>
            </a:extLst>
          </p:cNvPr>
          <p:cNvPicPr>
            <a:picLocks noChangeAspect="1"/>
          </p:cNvPicPr>
          <p:nvPr/>
        </p:nvPicPr>
        <p:blipFill>
          <a:blip r:embed="rId21"/>
          <a:stretch>
            <a:fillRect/>
          </a:stretch>
        </p:blipFill>
        <p:spPr>
          <a:xfrm>
            <a:off x="10420273" y="2519760"/>
            <a:ext cx="6839306" cy="6198994"/>
          </a:xfrm>
          <a:prstGeom prst="rect">
            <a:avLst/>
          </a:prstGeom>
        </p:spPr>
      </p:pic>
    </p:spTree>
    <p:extLst>
      <p:ext uri="{BB962C8B-B14F-4D97-AF65-F5344CB8AC3E}">
        <p14:creationId xmlns:p14="http://schemas.microsoft.com/office/powerpoint/2010/main" val="26322874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a:grpSpLocks noGrp="1" noUngrp="1" noRot="1" noMove="1" noResize="1"/>
          </p:cNvGrpSpPr>
          <p:nvPr/>
        </p:nvGrpSpPr>
        <p:grpSpPr>
          <a:xfrm>
            <a:off x="0" y="0"/>
            <a:ext cx="17348200" cy="9753600"/>
            <a:chOff x="0" y="0"/>
            <a:chExt cx="17348200" cy="9753600"/>
          </a:xfrm>
        </p:grpSpPr>
        <p:sp>
          <p:nvSpPr>
            <p:cNvPr id="3" name="object 3"/>
            <p:cNvSpPr>
              <a:spLocks noGrp="1" noRot="1" noMove="1" noResize="1" noEditPoints="1" noAdjustHandles="1" noChangeArrowheads="1" noChangeShapeType="1"/>
            </p:cNvSpPr>
            <p:nvPr/>
          </p:nvSpPr>
          <p:spPr>
            <a:xfrm>
              <a:off x="580440" y="535698"/>
              <a:ext cx="431165" cy="1273810"/>
            </a:xfrm>
            <a:custGeom>
              <a:avLst/>
              <a:gdLst/>
              <a:ahLst/>
              <a:cxnLst/>
              <a:rect l="l" t="t" r="r" b="b"/>
              <a:pathLst>
                <a:path w="431165" h="1273810">
                  <a:moveTo>
                    <a:pt x="23545" y="0"/>
                  </a:moveTo>
                  <a:lnTo>
                    <a:pt x="0" y="0"/>
                  </a:lnTo>
                  <a:lnTo>
                    <a:pt x="0" y="1273492"/>
                  </a:lnTo>
                  <a:lnTo>
                    <a:pt x="23545" y="1273492"/>
                  </a:lnTo>
                  <a:lnTo>
                    <a:pt x="23545" y="0"/>
                  </a:lnTo>
                  <a:close/>
                </a:path>
                <a:path w="431165" h="1273810">
                  <a:moveTo>
                    <a:pt x="300494" y="65722"/>
                  </a:moveTo>
                  <a:lnTo>
                    <a:pt x="298564" y="63982"/>
                  </a:lnTo>
                  <a:lnTo>
                    <a:pt x="294246" y="63982"/>
                  </a:lnTo>
                  <a:lnTo>
                    <a:pt x="292481" y="65722"/>
                  </a:lnTo>
                  <a:lnTo>
                    <a:pt x="292481" y="70129"/>
                  </a:lnTo>
                  <a:lnTo>
                    <a:pt x="294246" y="71729"/>
                  </a:lnTo>
                  <a:lnTo>
                    <a:pt x="298564" y="71729"/>
                  </a:lnTo>
                  <a:lnTo>
                    <a:pt x="300494" y="70129"/>
                  </a:lnTo>
                  <a:lnTo>
                    <a:pt x="300494" y="67830"/>
                  </a:lnTo>
                  <a:lnTo>
                    <a:pt x="300494" y="65722"/>
                  </a:lnTo>
                  <a:close/>
                </a:path>
                <a:path w="431165" h="1273810">
                  <a:moveTo>
                    <a:pt x="301802" y="56197"/>
                  </a:moveTo>
                  <a:lnTo>
                    <a:pt x="299999" y="54305"/>
                  </a:lnTo>
                  <a:lnTo>
                    <a:pt x="295567" y="54305"/>
                  </a:lnTo>
                  <a:lnTo>
                    <a:pt x="293725" y="56197"/>
                  </a:lnTo>
                  <a:lnTo>
                    <a:pt x="293725" y="60490"/>
                  </a:lnTo>
                  <a:lnTo>
                    <a:pt x="295567" y="62318"/>
                  </a:lnTo>
                  <a:lnTo>
                    <a:pt x="297764" y="62318"/>
                  </a:lnTo>
                  <a:lnTo>
                    <a:pt x="299999" y="62318"/>
                  </a:lnTo>
                  <a:lnTo>
                    <a:pt x="301802" y="60490"/>
                  </a:lnTo>
                  <a:lnTo>
                    <a:pt x="301802" y="56197"/>
                  </a:lnTo>
                  <a:close/>
                </a:path>
                <a:path w="431165" h="1273810">
                  <a:moveTo>
                    <a:pt x="302501" y="75171"/>
                  </a:moveTo>
                  <a:lnTo>
                    <a:pt x="300659" y="73393"/>
                  </a:lnTo>
                  <a:lnTo>
                    <a:pt x="296202" y="73393"/>
                  </a:lnTo>
                  <a:lnTo>
                    <a:pt x="294335" y="75171"/>
                  </a:lnTo>
                  <a:lnTo>
                    <a:pt x="294335" y="79565"/>
                  </a:lnTo>
                  <a:lnTo>
                    <a:pt x="296202" y="81343"/>
                  </a:lnTo>
                  <a:lnTo>
                    <a:pt x="300659" y="81343"/>
                  </a:lnTo>
                  <a:lnTo>
                    <a:pt x="302501" y="79565"/>
                  </a:lnTo>
                  <a:lnTo>
                    <a:pt x="302501" y="77470"/>
                  </a:lnTo>
                  <a:lnTo>
                    <a:pt x="302501" y="75171"/>
                  </a:lnTo>
                  <a:close/>
                </a:path>
                <a:path w="431165" h="1273810">
                  <a:moveTo>
                    <a:pt x="306197" y="47142"/>
                  </a:moveTo>
                  <a:lnTo>
                    <a:pt x="304342" y="45440"/>
                  </a:lnTo>
                  <a:lnTo>
                    <a:pt x="299999" y="45440"/>
                  </a:lnTo>
                  <a:lnTo>
                    <a:pt x="298157" y="47142"/>
                  </a:lnTo>
                  <a:lnTo>
                    <a:pt x="298157" y="51600"/>
                  </a:lnTo>
                  <a:lnTo>
                    <a:pt x="299999" y="53225"/>
                  </a:lnTo>
                  <a:lnTo>
                    <a:pt x="302221" y="53225"/>
                  </a:lnTo>
                  <a:lnTo>
                    <a:pt x="304342" y="53225"/>
                  </a:lnTo>
                  <a:lnTo>
                    <a:pt x="306197" y="51600"/>
                  </a:lnTo>
                  <a:lnTo>
                    <a:pt x="306197" y="47142"/>
                  </a:lnTo>
                  <a:close/>
                </a:path>
                <a:path w="431165" h="1273810">
                  <a:moveTo>
                    <a:pt x="314058" y="40386"/>
                  </a:moveTo>
                  <a:lnTo>
                    <a:pt x="312254" y="38684"/>
                  </a:lnTo>
                  <a:lnTo>
                    <a:pt x="307848" y="38684"/>
                  </a:lnTo>
                  <a:lnTo>
                    <a:pt x="305968" y="40386"/>
                  </a:lnTo>
                  <a:lnTo>
                    <a:pt x="305968" y="44856"/>
                  </a:lnTo>
                  <a:lnTo>
                    <a:pt x="307848" y="46507"/>
                  </a:lnTo>
                  <a:lnTo>
                    <a:pt x="309994" y="46507"/>
                  </a:lnTo>
                  <a:lnTo>
                    <a:pt x="312254" y="46507"/>
                  </a:lnTo>
                  <a:lnTo>
                    <a:pt x="314058" y="44856"/>
                  </a:lnTo>
                  <a:lnTo>
                    <a:pt x="314058" y="40386"/>
                  </a:lnTo>
                  <a:close/>
                </a:path>
                <a:path w="431165" h="1273810">
                  <a:moveTo>
                    <a:pt x="324015" y="37541"/>
                  </a:moveTo>
                  <a:lnTo>
                    <a:pt x="322148" y="35699"/>
                  </a:lnTo>
                  <a:lnTo>
                    <a:pt x="317741" y="35699"/>
                  </a:lnTo>
                  <a:lnTo>
                    <a:pt x="316001" y="37541"/>
                  </a:lnTo>
                  <a:lnTo>
                    <a:pt x="316001" y="41694"/>
                  </a:lnTo>
                  <a:lnTo>
                    <a:pt x="317741" y="43586"/>
                  </a:lnTo>
                  <a:lnTo>
                    <a:pt x="320052" y="43586"/>
                  </a:lnTo>
                  <a:lnTo>
                    <a:pt x="322148" y="43586"/>
                  </a:lnTo>
                  <a:lnTo>
                    <a:pt x="324015" y="41694"/>
                  </a:lnTo>
                  <a:lnTo>
                    <a:pt x="324015" y="37541"/>
                  </a:lnTo>
                  <a:close/>
                </a:path>
                <a:path w="431165" h="1273810">
                  <a:moveTo>
                    <a:pt x="334505" y="38442"/>
                  </a:moveTo>
                  <a:lnTo>
                    <a:pt x="332587" y="36753"/>
                  </a:lnTo>
                  <a:lnTo>
                    <a:pt x="328358" y="36753"/>
                  </a:lnTo>
                  <a:lnTo>
                    <a:pt x="326504" y="38442"/>
                  </a:lnTo>
                  <a:lnTo>
                    <a:pt x="326504" y="42710"/>
                  </a:lnTo>
                  <a:lnTo>
                    <a:pt x="328358" y="44526"/>
                  </a:lnTo>
                  <a:lnTo>
                    <a:pt x="330403" y="44526"/>
                  </a:lnTo>
                  <a:lnTo>
                    <a:pt x="332587" y="44526"/>
                  </a:lnTo>
                  <a:lnTo>
                    <a:pt x="334505" y="42710"/>
                  </a:lnTo>
                  <a:lnTo>
                    <a:pt x="334505" y="38442"/>
                  </a:lnTo>
                  <a:close/>
                </a:path>
                <a:path w="431165" h="1273810">
                  <a:moveTo>
                    <a:pt x="337553" y="77203"/>
                  </a:moveTo>
                  <a:lnTo>
                    <a:pt x="337032" y="71132"/>
                  </a:lnTo>
                  <a:lnTo>
                    <a:pt x="332727" y="66992"/>
                  </a:lnTo>
                  <a:lnTo>
                    <a:pt x="331863" y="64820"/>
                  </a:lnTo>
                  <a:lnTo>
                    <a:pt x="329653" y="69037"/>
                  </a:lnTo>
                  <a:lnTo>
                    <a:pt x="327596" y="71640"/>
                  </a:lnTo>
                  <a:lnTo>
                    <a:pt x="327914" y="74891"/>
                  </a:lnTo>
                  <a:lnTo>
                    <a:pt x="328345" y="78308"/>
                  </a:lnTo>
                  <a:lnTo>
                    <a:pt x="331863" y="80645"/>
                  </a:lnTo>
                  <a:lnTo>
                    <a:pt x="333540" y="84035"/>
                  </a:lnTo>
                  <a:lnTo>
                    <a:pt x="335064" y="80149"/>
                  </a:lnTo>
                  <a:lnTo>
                    <a:pt x="337553" y="77203"/>
                  </a:lnTo>
                  <a:close/>
                </a:path>
                <a:path w="431165" h="1273810">
                  <a:moveTo>
                    <a:pt x="344360" y="41186"/>
                  </a:moveTo>
                  <a:lnTo>
                    <a:pt x="342633" y="39420"/>
                  </a:lnTo>
                  <a:lnTo>
                    <a:pt x="338074" y="39420"/>
                  </a:lnTo>
                  <a:lnTo>
                    <a:pt x="336359" y="41186"/>
                  </a:lnTo>
                  <a:lnTo>
                    <a:pt x="336359" y="45580"/>
                  </a:lnTo>
                  <a:lnTo>
                    <a:pt x="338074" y="47307"/>
                  </a:lnTo>
                  <a:lnTo>
                    <a:pt x="340296" y="47307"/>
                  </a:lnTo>
                  <a:lnTo>
                    <a:pt x="342633" y="47307"/>
                  </a:lnTo>
                  <a:lnTo>
                    <a:pt x="344360" y="45580"/>
                  </a:lnTo>
                  <a:lnTo>
                    <a:pt x="344360" y="41186"/>
                  </a:lnTo>
                  <a:close/>
                </a:path>
                <a:path w="431165" h="1273810">
                  <a:moveTo>
                    <a:pt x="353720" y="45440"/>
                  </a:moveTo>
                  <a:lnTo>
                    <a:pt x="351980" y="43878"/>
                  </a:lnTo>
                  <a:lnTo>
                    <a:pt x="347649" y="43878"/>
                  </a:lnTo>
                  <a:lnTo>
                    <a:pt x="345732" y="45440"/>
                  </a:lnTo>
                  <a:lnTo>
                    <a:pt x="345732" y="49872"/>
                  </a:lnTo>
                  <a:lnTo>
                    <a:pt x="347649" y="51689"/>
                  </a:lnTo>
                  <a:lnTo>
                    <a:pt x="349656" y="51689"/>
                  </a:lnTo>
                  <a:lnTo>
                    <a:pt x="351980" y="51689"/>
                  </a:lnTo>
                  <a:lnTo>
                    <a:pt x="353720" y="49872"/>
                  </a:lnTo>
                  <a:lnTo>
                    <a:pt x="353720" y="45440"/>
                  </a:lnTo>
                  <a:close/>
                </a:path>
                <a:path w="431165" h="1273810">
                  <a:moveTo>
                    <a:pt x="358990" y="22199"/>
                  </a:moveTo>
                  <a:lnTo>
                    <a:pt x="353961" y="23253"/>
                  </a:lnTo>
                  <a:lnTo>
                    <a:pt x="350113" y="27165"/>
                  </a:lnTo>
                  <a:lnTo>
                    <a:pt x="349097" y="32194"/>
                  </a:lnTo>
                  <a:lnTo>
                    <a:pt x="358990" y="32194"/>
                  </a:lnTo>
                  <a:lnTo>
                    <a:pt x="358990" y="22199"/>
                  </a:lnTo>
                  <a:close/>
                </a:path>
                <a:path w="431165" h="1273810">
                  <a:moveTo>
                    <a:pt x="359194" y="52082"/>
                  </a:moveTo>
                  <a:lnTo>
                    <a:pt x="357606" y="51841"/>
                  </a:lnTo>
                  <a:lnTo>
                    <a:pt x="356069" y="51346"/>
                  </a:lnTo>
                  <a:lnTo>
                    <a:pt x="354660" y="50787"/>
                  </a:lnTo>
                  <a:lnTo>
                    <a:pt x="354660" y="68884"/>
                  </a:lnTo>
                  <a:lnTo>
                    <a:pt x="359194" y="68884"/>
                  </a:lnTo>
                  <a:lnTo>
                    <a:pt x="359194" y="52082"/>
                  </a:lnTo>
                  <a:close/>
                </a:path>
                <a:path w="431165" h="1273810">
                  <a:moveTo>
                    <a:pt x="368490" y="50774"/>
                  </a:moveTo>
                  <a:lnTo>
                    <a:pt x="367004" y="51346"/>
                  </a:lnTo>
                  <a:lnTo>
                    <a:pt x="365569" y="51828"/>
                  </a:lnTo>
                  <a:lnTo>
                    <a:pt x="363855" y="52082"/>
                  </a:lnTo>
                  <a:lnTo>
                    <a:pt x="363855" y="68872"/>
                  </a:lnTo>
                  <a:lnTo>
                    <a:pt x="368490" y="68872"/>
                  </a:lnTo>
                  <a:lnTo>
                    <a:pt x="368490" y="50774"/>
                  </a:lnTo>
                  <a:close/>
                </a:path>
                <a:path w="431165" h="1273810">
                  <a:moveTo>
                    <a:pt x="372084" y="4114"/>
                  </a:moveTo>
                  <a:lnTo>
                    <a:pt x="369938" y="6832"/>
                  </a:lnTo>
                  <a:lnTo>
                    <a:pt x="366166" y="9245"/>
                  </a:lnTo>
                  <a:lnTo>
                    <a:pt x="362978" y="9880"/>
                  </a:lnTo>
                  <a:lnTo>
                    <a:pt x="363347" y="6400"/>
                  </a:lnTo>
                  <a:lnTo>
                    <a:pt x="365455" y="3568"/>
                  </a:lnTo>
                  <a:lnTo>
                    <a:pt x="368274" y="0"/>
                  </a:lnTo>
                  <a:lnTo>
                    <a:pt x="354850" y="0"/>
                  </a:lnTo>
                  <a:lnTo>
                    <a:pt x="357619" y="3568"/>
                  </a:lnTo>
                  <a:lnTo>
                    <a:pt x="359740" y="6400"/>
                  </a:lnTo>
                  <a:lnTo>
                    <a:pt x="360172" y="9880"/>
                  </a:lnTo>
                  <a:lnTo>
                    <a:pt x="356920" y="9245"/>
                  </a:lnTo>
                  <a:lnTo>
                    <a:pt x="353174" y="6832"/>
                  </a:lnTo>
                  <a:lnTo>
                    <a:pt x="351015" y="4114"/>
                  </a:lnTo>
                  <a:lnTo>
                    <a:pt x="351015" y="17754"/>
                  </a:lnTo>
                  <a:lnTo>
                    <a:pt x="353174" y="14846"/>
                  </a:lnTo>
                  <a:lnTo>
                    <a:pt x="356844" y="12395"/>
                  </a:lnTo>
                  <a:lnTo>
                    <a:pt x="360172" y="11925"/>
                  </a:lnTo>
                  <a:lnTo>
                    <a:pt x="359702" y="15367"/>
                  </a:lnTo>
                  <a:lnTo>
                    <a:pt x="357352" y="18453"/>
                  </a:lnTo>
                  <a:lnTo>
                    <a:pt x="354571" y="20612"/>
                  </a:lnTo>
                  <a:lnTo>
                    <a:pt x="368490" y="20612"/>
                  </a:lnTo>
                  <a:lnTo>
                    <a:pt x="365645" y="18453"/>
                  </a:lnTo>
                  <a:lnTo>
                    <a:pt x="363448" y="15367"/>
                  </a:lnTo>
                  <a:lnTo>
                    <a:pt x="362978" y="11925"/>
                  </a:lnTo>
                  <a:lnTo>
                    <a:pt x="366293" y="12395"/>
                  </a:lnTo>
                  <a:lnTo>
                    <a:pt x="369938" y="14846"/>
                  </a:lnTo>
                  <a:lnTo>
                    <a:pt x="372084" y="17754"/>
                  </a:lnTo>
                  <a:lnTo>
                    <a:pt x="372084" y="4114"/>
                  </a:lnTo>
                  <a:close/>
                </a:path>
                <a:path w="431165" h="1273810">
                  <a:moveTo>
                    <a:pt x="373849" y="37109"/>
                  </a:moveTo>
                  <a:lnTo>
                    <a:pt x="349224" y="37109"/>
                  </a:lnTo>
                  <a:lnTo>
                    <a:pt x="350507" y="42595"/>
                  </a:lnTo>
                  <a:lnTo>
                    <a:pt x="355485" y="46570"/>
                  </a:lnTo>
                  <a:lnTo>
                    <a:pt x="367588" y="46570"/>
                  </a:lnTo>
                  <a:lnTo>
                    <a:pt x="372643" y="42595"/>
                  </a:lnTo>
                  <a:lnTo>
                    <a:pt x="373849" y="37109"/>
                  </a:lnTo>
                  <a:close/>
                </a:path>
                <a:path w="431165" h="1273810">
                  <a:moveTo>
                    <a:pt x="374015" y="32194"/>
                  </a:moveTo>
                  <a:lnTo>
                    <a:pt x="373087" y="27165"/>
                  </a:lnTo>
                  <a:lnTo>
                    <a:pt x="369163" y="23380"/>
                  </a:lnTo>
                  <a:lnTo>
                    <a:pt x="364197" y="22199"/>
                  </a:lnTo>
                  <a:lnTo>
                    <a:pt x="364197" y="32194"/>
                  </a:lnTo>
                  <a:lnTo>
                    <a:pt x="374015" y="32194"/>
                  </a:lnTo>
                  <a:close/>
                </a:path>
                <a:path w="431165" h="1273810">
                  <a:moveTo>
                    <a:pt x="377444" y="45427"/>
                  </a:moveTo>
                  <a:lnTo>
                    <a:pt x="375589" y="43865"/>
                  </a:lnTo>
                  <a:lnTo>
                    <a:pt x="371144" y="43865"/>
                  </a:lnTo>
                  <a:lnTo>
                    <a:pt x="369366" y="45427"/>
                  </a:lnTo>
                  <a:lnTo>
                    <a:pt x="369366" y="47663"/>
                  </a:lnTo>
                  <a:lnTo>
                    <a:pt x="369366" y="49872"/>
                  </a:lnTo>
                  <a:lnTo>
                    <a:pt x="371144" y="51689"/>
                  </a:lnTo>
                  <a:lnTo>
                    <a:pt x="375589" y="51689"/>
                  </a:lnTo>
                  <a:lnTo>
                    <a:pt x="377444" y="49872"/>
                  </a:lnTo>
                  <a:lnTo>
                    <a:pt x="377444" y="45427"/>
                  </a:lnTo>
                  <a:close/>
                </a:path>
                <a:path w="431165" h="1273810">
                  <a:moveTo>
                    <a:pt x="386740" y="41186"/>
                  </a:moveTo>
                  <a:lnTo>
                    <a:pt x="384873" y="39420"/>
                  </a:lnTo>
                  <a:lnTo>
                    <a:pt x="380593" y="39420"/>
                  </a:lnTo>
                  <a:lnTo>
                    <a:pt x="378726" y="41186"/>
                  </a:lnTo>
                  <a:lnTo>
                    <a:pt x="378726" y="45580"/>
                  </a:lnTo>
                  <a:lnTo>
                    <a:pt x="380593" y="47307"/>
                  </a:lnTo>
                  <a:lnTo>
                    <a:pt x="382701" y="47307"/>
                  </a:lnTo>
                  <a:lnTo>
                    <a:pt x="384873" y="47307"/>
                  </a:lnTo>
                  <a:lnTo>
                    <a:pt x="386740" y="45580"/>
                  </a:lnTo>
                  <a:lnTo>
                    <a:pt x="386740" y="41186"/>
                  </a:lnTo>
                  <a:close/>
                </a:path>
                <a:path w="431165" h="1273810">
                  <a:moveTo>
                    <a:pt x="395592" y="71640"/>
                  </a:moveTo>
                  <a:lnTo>
                    <a:pt x="393585" y="69037"/>
                  </a:lnTo>
                  <a:lnTo>
                    <a:pt x="391363" y="64820"/>
                  </a:lnTo>
                  <a:lnTo>
                    <a:pt x="390550" y="66992"/>
                  </a:lnTo>
                  <a:lnTo>
                    <a:pt x="386181" y="71132"/>
                  </a:lnTo>
                  <a:lnTo>
                    <a:pt x="385559" y="77203"/>
                  </a:lnTo>
                  <a:lnTo>
                    <a:pt x="388239" y="80149"/>
                  </a:lnTo>
                  <a:lnTo>
                    <a:pt x="389712" y="84035"/>
                  </a:lnTo>
                  <a:lnTo>
                    <a:pt x="391363" y="80645"/>
                  </a:lnTo>
                  <a:lnTo>
                    <a:pt x="394995" y="78308"/>
                  </a:lnTo>
                  <a:lnTo>
                    <a:pt x="395592" y="71640"/>
                  </a:lnTo>
                  <a:close/>
                </a:path>
                <a:path w="431165" h="1273810">
                  <a:moveTo>
                    <a:pt x="396595" y="38442"/>
                  </a:moveTo>
                  <a:lnTo>
                    <a:pt x="394919" y="36753"/>
                  </a:lnTo>
                  <a:lnTo>
                    <a:pt x="390410" y="36753"/>
                  </a:lnTo>
                  <a:lnTo>
                    <a:pt x="388632" y="38442"/>
                  </a:lnTo>
                  <a:lnTo>
                    <a:pt x="388632" y="42710"/>
                  </a:lnTo>
                  <a:lnTo>
                    <a:pt x="390410" y="44526"/>
                  </a:lnTo>
                  <a:lnTo>
                    <a:pt x="392633" y="44526"/>
                  </a:lnTo>
                  <a:lnTo>
                    <a:pt x="394919" y="44526"/>
                  </a:lnTo>
                  <a:lnTo>
                    <a:pt x="396595" y="42710"/>
                  </a:lnTo>
                  <a:lnTo>
                    <a:pt x="396595" y="38442"/>
                  </a:lnTo>
                  <a:close/>
                </a:path>
                <a:path w="431165" h="1273810">
                  <a:moveTo>
                    <a:pt x="407123" y="37541"/>
                  </a:moveTo>
                  <a:lnTo>
                    <a:pt x="405218" y="35699"/>
                  </a:lnTo>
                  <a:lnTo>
                    <a:pt x="400888" y="35699"/>
                  </a:lnTo>
                  <a:lnTo>
                    <a:pt x="399161" y="37541"/>
                  </a:lnTo>
                  <a:lnTo>
                    <a:pt x="399161" y="41694"/>
                  </a:lnTo>
                  <a:lnTo>
                    <a:pt x="400888" y="43586"/>
                  </a:lnTo>
                  <a:lnTo>
                    <a:pt x="403199" y="43586"/>
                  </a:lnTo>
                  <a:lnTo>
                    <a:pt x="405218" y="43586"/>
                  </a:lnTo>
                  <a:lnTo>
                    <a:pt x="407123" y="41694"/>
                  </a:lnTo>
                  <a:lnTo>
                    <a:pt x="407123" y="37541"/>
                  </a:lnTo>
                  <a:close/>
                </a:path>
                <a:path w="431165" h="1273810">
                  <a:moveTo>
                    <a:pt x="417156" y="40386"/>
                  </a:moveTo>
                  <a:lnTo>
                    <a:pt x="415315" y="38684"/>
                  </a:lnTo>
                  <a:lnTo>
                    <a:pt x="410819" y="38684"/>
                  </a:lnTo>
                  <a:lnTo>
                    <a:pt x="409079" y="40386"/>
                  </a:lnTo>
                  <a:lnTo>
                    <a:pt x="409079" y="44856"/>
                  </a:lnTo>
                  <a:lnTo>
                    <a:pt x="410819" y="46507"/>
                  </a:lnTo>
                  <a:lnTo>
                    <a:pt x="413131" y="46507"/>
                  </a:lnTo>
                  <a:lnTo>
                    <a:pt x="415315" y="46507"/>
                  </a:lnTo>
                  <a:lnTo>
                    <a:pt x="417156" y="44856"/>
                  </a:lnTo>
                  <a:lnTo>
                    <a:pt x="417156" y="40386"/>
                  </a:lnTo>
                  <a:close/>
                </a:path>
                <a:path w="431165" h="1273810">
                  <a:moveTo>
                    <a:pt x="424954" y="47142"/>
                  </a:moveTo>
                  <a:lnTo>
                    <a:pt x="423075" y="45440"/>
                  </a:lnTo>
                  <a:lnTo>
                    <a:pt x="418706" y="45440"/>
                  </a:lnTo>
                  <a:lnTo>
                    <a:pt x="416941" y="47142"/>
                  </a:lnTo>
                  <a:lnTo>
                    <a:pt x="416941" y="51600"/>
                  </a:lnTo>
                  <a:lnTo>
                    <a:pt x="418706" y="53225"/>
                  </a:lnTo>
                  <a:lnTo>
                    <a:pt x="421005" y="53225"/>
                  </a:lnTo>
                  <a:lnTo>
                    <a:pt x="423075" y="53225"/>
                  </a:lnTo>
                  <a:lnTo>
                    <a:pt x="424954" y="51600"/>
                  </a:lnTo>
                  <a:lnTo>
                    <a:pt x="424954" y="47142"/>
                  </a:lnTo>
                  <a:close/>
                </a:path>
                <a:path w="431165" h="1273810">
                  <a:moveTo>
                    <a:pt x="428637" y="75158"/>
                  </a:moveTo>
                  <a:lnTo>
                    <a:pt x="426923" y="73393"/>
                  </a:lnTo>
                  <a:lnTo>
                    <a:pt x="424726" y="73393"/>
                  </a:lnTo>
                  <a:lnTo>
                    <a:pt x="422478" y="73393"/>
                  </a:lnTo>
                  <a:lnTo>
                    <a:pt x="420598" y="75158"/>
                  </a:lnTo>
                  <a:lnTo>
                    <a:pt x="420598" y="79552"/>
                  </a:lnTo>
                  <a:lnTo>
                    <a:pt x="422478" y="81330"/>
                  </a:lnTo>
                  <a:lnTo>
                    <a:pt x="426923" y="81330"/>
                  </a:lnTo>
                  <a:lnTo>
                    <a:pt x="428637" y="79552"/>
                  </a:lnTo>
                  <a:lnTo>
                    <a:pt x="428637" y="75158"/>
                  </a:lnTo>
                  <a:close/>
                </a:path>
                <a:path w="431165" h="1273810">
                  <a:moveTo>
                    <a:pt x="429285" y="56184"/>
                  </a:moveTo>
                  <a:lnTo>
                    <a:pt x="427507" y="54317"/>
                  </a:lnTo>
                  <a:lnTo>
                    <a:pt x="423075" y="54317"/>
                  </a:lnTo>
                  <a:lnTo>
                    <a:pt x="421360" y="56184"/>
                  </a:lnTo>
                  <a:lnTo>
                    <a:pt x="421360" y="58331"/>
                  </a:lnTo>
                  <a:lnTo>
                    <a:pt x="421360" y="60502"/>
                  </a:lnTo>
                  <a:lnTo>
                    <a:pt x="423075" y="62306"/>
                  </a:lnTo>
                  <a:lnTo>
                    <a:pt x="427507" y="62306"/>
                  </a:lnTo>
                  <a:lnTo>
                    <a:pt x="429285" y="60502"/>
                  </a:lnTo>
                  <a:lnTo>
                    <a:pt x="429285" y="56184"/>
                  </a:lnTo>
                  <a:close/>
                </a:path>
                <a:path w="431165" h="1273810">
                  <a:moveTo>
                    <a:pt x="430644" y="65735"/>
                  </a:moveTo>
                  <a:lnTo>
                    <a:pt x="428879" y="63995"/>
                  </a:lnTo>
                  <a:lnTo>
                    <a:pt x="426631" y="63995"/>
                  </a:lnTo>
                  <a:lnTo>
                    <a:pt x="424510" y="63995"/>
                  </a:lnTo>
                  <a:lnTo>
                    <a:pt x="422579" y="65735"/>
                  </a:lnTo>
                  <a:lnTo>
                    <a:pt x="422579" y="70129"/>
                  </a:lnTo>
                  <a:lnTo>
                    <a:pt x="424510" y="71742"/>
                  </a:lnTo>
                  <a:lnTo>
                    <a:pt x="428879" y="71742"/>
                  </a:lnTo>
                  <a:lnTo>
                    <a:pt x="430644" y="70129"/>
                  </a:lnTo>
                  <a:lnTo>
                    <a:pt x="430644" y="65735"/>
                  </a:lnTo>
                  <a:close/>
                </a:path>
              </a:pathLst>
            </a:custGeom>
            <a:solidFill>
              <a:srgbClr val="FFFFFF"/>
            </a:solidFill>
          </p:spPr>
          <p:txBody>
            <a:bodyPr wrap="square" lIns="0" tIns="0" rIns="0" bIns="0" rtlCol="0"/>
            <a:lstStyle/>
            <a:p>
              <a:endParaRPr/>
            </a:p>
          </p:txBody>
        </p:sp>
        <p:pic>
          <p:nvPicPr>
            <p:cNvPr id="4" name="object 4"/>
            <p:cNvPicPr>
              <a:picLocks noGrp="1" noRot="1" noMove="1" noResize="1" noEditPoints="1" noAdjustHandles="1" noChangeArrowheads="1" noChangeShapeType="1" noCrop="1"/>
            </p:cNvPicPr>
            <p:nvPr/>
          </p:nvPicPr>
          <p:blipFill>
            <a:blip r:embed="rId3" cstate="print"/>
            <a:stretch>
              <a:fillRect/>
            </a:stretch>
          </p:blipFill>
          <p:spPr>
            <a:xfrm>
              <a:off x="859313" y="758855"/>
              <a:ext cx="127684" cy="138549"/>
            </a:xfrm>
            <a:prstGeom prst="rect">
              <a:avLst/>
            </a:prstGeom>
          </p:spPr>
        </p:pic>
        <p:sp>
          <p:nvSpPr>
            <p:cNvPr id="5" name="object 5"/>
            <p:cNvSpPr>
              <a:spLocks noGrp="1" noRot="1" noMove="1" noResize="1" noEditPoints="1" noAdjustHandles="1" noChangeArrowheads="1" noChangeShapeType="1"/>
            </p:cNvSpPr>
            <p:nvPr/>
          </p:nvSpPr>
          <p:spPr>
            <a:xfrm>
              <a:off x="750720" y="833538"/>
              <a:ext cx="382905" cy="100965"/>
            </a:xfrm>
            <a:custGeom>
              <a:avLst/>
              <a:gdLst/>
              <a:ahLst/>
              <a:cxnLst/>
              <a:rect l="l" t="t" r="r" b="b"/>
              <a:pathLst>
                <a:path w="382905" h="100965">
                  <a:moveTo>
                    <a:pt x="191296" y="100680"/>
                  </a:moveTo>
                  <a:lnTo>
                    <a:pt x="141980" y="95797"/>
                  </a:lnTo>
                  <a:lnTo>
                    <a:pt x="116222" y="66004"/>
                  </a:lnTo>
                  <a:lnTo>
                    <a:pt x="108211" y="49550"/>
                  </a:lnTo>
                  <a:lnTo>
                    <a:pt x="108211" y="38518"/>
                  </a:lnTo>
                  <a:lnTo>
                    <a:pt x="119910" y="28106"/>
                  </a:lnTo>
                  <a:lnTo>
                    <a:pt x="109483" y="30361"/>
                  </a:lnTo>
                  <a:lnTo>
                    <a:pt x="98933" y="35024"/>
                  </a:lnTo>
                  <a:lnTo>
                    <a:pt x="88336" y="41244"/>
                  </a:lnTo>
                  <a:lnTo>
                    <a:pt x="61533" y="58575"/>
                  </a:lnTo>
                  <a:lnTo>
                    <a:pt x="47923" y="65679"/>
                  </a:lnTo>
                  <a:lnTo>
                    <a:pt x="41178" y="67616"/>
                  </a:lnTo>
                  <a:lnTo>
                    <a:pt x="28212" y="67616"/>
                  </a:lnTo>
                  <a:lnTo>
                    <a:pt x="6506" y="51161"/>
                  </a:lnTo>
                  <a:lnTo>
                    <a:pt x="348" y="48403"/>
                  </a:lnTo>
                  <a:lnTo>
                    <a:pt x="0" y="47551"/>
                  </a:lnTo>
                  <a:lnTo>
                    <a:pt x="522" y="45924"/>
                  </a:lnTo>
                  <a:lnTo>
                    <a:pt x="1409" y="45521"/>
                  </a:lnTo>
                  <a:lnTo>
                    <a:pt x="2216" y="45769"/>
                  </a:lnTo>
                  <a:lnTo>
                    <a:pt x="16212" y="46242"/>
                  </a:lnTo>
                  <a:lnTo>
                    <a:pt x="31341" y="41314"/>
                  </a:lnTo>
                  <a:lnTo>
                    <a:pt x="47137" y="32831"/>
                  </a:lnTo>
                  <a:lnTo>
                    <a:pt x="76300" y="14203"/>
                  </a:lnTo>
                  <a:lnTo>
                    <a:pt x="88981" y="6966"/>
                  </a:lnTo>
                  <a:lnTo>
                    <a:pt x="101041" y="1905"/>
                  </a:lnTo>
                  <a:lnTo>
                    <a:pt x="112343" y="0"/>
                  </a:lnTo>
                  <a:lnTo>
                    <a:pt x="117662" y="0"/>
                  </a:lnTo>
                  <a:lnTo>
                    <a:pt x="122364" y="1146"/>
                  </a:lnTo>
                  <a:lnTo>
                    <a:pt x="131531" y="5965"/>
                  </a:lnTo>
                  <a:lnTo>
                    <a:pt x="135346" y="10365"/>
                  </a:lnTo>
                  <a:lnTo>
                    <a:pt x="140223" y="21846"/>
                  </a:lnTo>
                  <a:lnTo>
                    <a:pt x="148946" y="35527"/>
                  </a:lnTo>
                  <a:lnTo>
                    <a:pt x="148946" y="41756"/>
                  </a:lnTo>
                  <a:lnTo>
                    <a:pt x="147870" y="44080"/>
                  </a:lnTo>
                  <a:lnTo>
                    <a:pt x="143136" y="48171"/>
                  </a:lnTo>
                  <a:lnTo>
                    <a:pt x="127526" y="56026"/>
                  </a:lnTo>
                  <a:lnTo>
                    <a:pt x="127272" y="58908"/>
                  </a:lnTo>
                  <a:lnTo>
                    <a:pt x="171766" y="68448"/>
                  </a:lnTo>
                  <a:lnTo>
                    <a:pt x="191296" y="69242"/>
                  </a:lnTo>
                  <a:lnTo>
                    <a:pt x="201286" y="69039"/>
                  </a:lnTo>
                  <a:lnTo>
                    <a:pt x="243526" y="63080"/>
                  </a:lnTo>
                  <a:lnTo>
                    <a:pt x="255511" y="59016"/>
                  </a:lnTo>
                  <a:lnTo>
                    <a:pt x="255020" y="57064"/>
                  </a:lnTo>
                  <a:lnTo>
                    <a:pt x="242307" y="50650"/>
                  </a:lnTo>
                  <a:lnTo>
                    <a:pt x="239441" y="48682"/>
                  </a:lnTo>
                  <a:lnTo>
                    <a:pt x="234945" y="44251"/>
                  </a:lnTo>
                  <a:lnTo>
                    <a:pt x="233726" y="41756"/>
                  </a:lnTo>
                  <a:lnTo>
                    <a:pt x="233726" y="35527"/>
                  </a:lnTo>
                  <a:lnTo>
                    <a:pt x="242560" y="21846"/>
                  </a:lnTo>
                  <a:lnTo>
                    <a:pt x="247389" y="10365"/>
                  </a:lnTo>
                  <a:lnTo>
                    <a:pt x="251236" y="5965"/>
                  </a:lnTo>
                  <a:lnTo>
                    <a:pt x="256096" y="3176"/>
                  </a:lnTo>
                  <a:lnTo>
                    <a:pt x="260260" y="1146"/>
                  </a:lnTo>
                  <a:lnTo>
                    <a:pt x="264962" y="0"/>
                  </a:lnTo>
                  <a:lnTo>
                    <a:pt x="270424" y="0"/>
                  </a:lnTo>
                  <a:lnTo>
                    <a:pt x="281660" y="1905"/>
                  </a:lnTo>
                  <a:lnTo>
                    <a:pt x="293697" y="6966"/>
                  </a:lnTo>
                  <a:lnTo>
                    <a:pt x="306376" y="14203"/>
                  </a:lnTo>
                  <a:lnTo>
                    <a:pt x="335500" y="32831"/>
                  </a:lnTo>
                  <a:lnTo>
                    <a:pt x="351306" y="41314"/>
                  </a:lnTo>
                  <a:lnTo>
                    <a:pt x="366475" y="46242"/>
                  </a:lnTo>
                  <a:lnTo>
                    <a:pt x="380535" y="45769"/>
                  </a:lnTo>
                  <a:lnTo>
                    <a:pt x="381311" y="45521"/>
                  </a:lnTo>
                  <a:lnTo>
                    <a:pt x="382182" y="45924"/>
                  </a:lnTo>
                  <a:lnTo>
                    <a:pt x="382467" y="46683"/>
                  </a:lnTo>
                  <a:lnTo>
                    <a:pt x="382688" y="47551"/>
                  </a:lnTo>
                  <a:lnTo>
                    <a:pt x="382324" y="48403"/>
                  </a:lnTo>
                  <a:lnTo>
                    <a:pt x="376166" y="51083"/>
                  </a:lnTo>
                  <a:lnTo>
                    <a:pt x="354460" y="67616"/>
                  </a:lnTo>
                  <a:lnTo>
                    <a:pt x="341510" y="67616"/>
                  </a:lnTo>
                  <a:lnTo>
                    <a:pt x="334860" y="65679"/>
                  </a:lnTo>
                  <a:lnTo>
                    <a:pt x="319456" y="57715"/>
                  </a:lnTo>
                  <a:lnTo>
                    <a:pt x="294434" y="41212"/>
                  </a:lnTo>
                  <a:lnTo>
                    <a:pt x="283777" y="34995"/>
                  </a:lnTo>
                  <a:lnTo>
                    <a:pt x="273188" y="30350"/>
                  </a:lnTo>
                  <a:lnTo>
                    <a:pt x="262746" y="28106"/>
                  </a:lnTo>
                  <a:lnTo>
                    <a:pt x="274968" y="38936"/>
                  </a:lnTo>
                  <a:lnTo>
                    <a:pt x="274968" y="49704"/>
                  </a:lnTo>
                  <a:lnTo>
                    <a:pt x="271216" y="56599"/>
                  </a:lnTo>
                  <a:lnTo>
                    <a:pt x="266593" y="66004"/>
                  </a:lnTo>
                  <a:lnTo>
                    <a:pt x="261099" y="86999"/>
                  </a:lnTo>
                  <a:lnTo>
                    <a:pt x="251078" y="92034"/>
                  </a:lnTo>
                  <a:lnTo>
                    <a:pt x="240766" y="95797"/>
                  </a:lnTo>
                  <a:lnTo>
                    <a:pt x="227326" y="98501"/>
                  </a:lnTo>
                  <a:lnTo>
                    <a:pt x="210816" y="100133"/>
                  </a:lnTo>
                  <a:lnTo>
                    <a:pt x="191296" y="100680"/>
                  </a:lnTo>
                  <a:close/>
                </a:path>
              </a:pathLst>
            </a:custGeom>
            <a:solidFill>
              <a:srgbClr val="FFFFFF"/>
            </a:solidFill>
          </p:spPr>
          <p:txBody>
            <a:bodyPr wrap="square" lIns="0" tIns="0" rIns="0" bIns="0" rtlCol="0"/>
            <a:lstStyle/>
            <a:p>
              <a:endParaRPr/>
            </a:p>
          </p:txBody>
        </p:sp>
        <p:pic>
          <p:nvPicPr>
            <p:cNvPr id="6" name="object 6"/>
            <p:cNvPicPr>
              <a:picLocks noGrp="1" noRot="1" noMove="1" noResize="1" noEditPoints="1" noAdjustHandles="1" noChangeArrowheads="1" noChangeShapeType="1" noCrop="1"/>
            </p:cNvPicPr>
            <p:nvPr/>
          </p:nvPicPr>
          <p:blipFill>
            <a:blip r:embed="rId4" cstate="print"/>
            <a:stretch>
              <a:fillRect/>
            </a:stretch>
          </p:blipFill>
          <p:spPr>
            <a:xfrm>
              <a:off x="864000" y="607992"/>
              <a:ext cx="162906" cy="217170"/>
            </a:xfrm>
            <a:prstGeom prst="rect">
              <a:avLst/>
            </a:prstGeom>
          </p:spPr>
        </p:pic>
        <p:sp>
          <p:nvSpPr>
            <p:cNvPr id="7" name="object 7"/>
            <p:cNvSpPr>
              <a:spLocks noGrp="1" noRot="1" noMove="1" noResize="1" noEditPoints="1" noAdjustHandles="1" noChangeArrowheads="1" noChangeShapeType="1"/>
            </p:cNvSpPr>
            <p:nvPr/>
          </p:nvSpPr>
          <p:spPr>
            <a:xfrm>
              <a:off x="702043" y="546036"/>
              <a:ext cx="492759" cy="325120"/>
            </a:xfrm>
            <a:custGeom>
              <a:avLst/>
              <a:gdLst/>
              <a:ahLst/>
              <a:cxnLst/>
              <a:rect l="l" t="t" r="r" b="b"/>
              <a:pathLst>
                <a:path w="492759" h="325119">
                  <a:moveTo>
                    <a:pt x="71945" y="28511"/>
                  </a:moveTo>
                  <a:lnTo>
                    <a:pt x="70612" y="27266"/>
                  </a:lnTo>
                  <a:lnTo>
                    <a:pt x="67449" y="27266"/>
                  </a:lnTo>
                  <a:lnTo>
                    <a:pt x="66065" y="28511"/>
                  </a:lnTo>
                  <a:lnTo>
                    <a:pt x="66065" y="31661"/>
                  </a:lnTo>
                  <a:lnTo>
                    <a:pt x="67449" y="32893"/>
                  </a:lnTo>
                  <a:lnTo>
                    <a:pt x="70612" y="32893"/>
                  </a:lnTo>
                  <a:lnTo>
                    <a:pt x="71945" y="31661"/>
                  </a:lnTo>
                  <a:lnTo>
                    <a:pt x="71945" y="30048"/>
                  </a:lnTo>
                  <a:lnTo>
                    <a:pt x="71945" y="28511"/>
                  </a:lnTo>
                  <a:close/>
                </a:path>
                <a:path w="492759" h="325119">
                  <a:moveTo>
                    <a:pt x="73012" y="36055"/>
                  </a:moveTo>
                  <a:lnTo>
                    <a:pt x="71653" y="34772"/>
                  </a:lnTo>
                  <a:lnTo>
                    <a:pt x="68478" y="34772"/>
                  </a:lnTo>
                  <a:lnTo>
                    <a:pt x="67106" y="36055"/>
                  </a:lnTo>
                  <a:lnTo>
                    <a:pt x="67106" y="39103"/>
                  </a:lnTo>
                  <a:lnTo>
                    <a:pt x="68478" y="40513"/>
                  </a:lnTo>
                  <a:lnTo>
                    <a:pt x="71653" y="40513"/>
                  </a:lnTo>
                  <a:lnTo>
                    <a:pt x="73012" y="39103"/>
                  </a:lnTo>
                  <a:lnTo>
                    <a:pt x="73012" y="37490"/>
                  </a:lnTo>
                  <a:lnTo>
                    <a:pt x="73012" y="36055"/>
                  </a:lnTo>
                  <a:close/>
                </a:path>
                <a:path w="492759" h="325119">
                  <a:moveTo>
                    <a:pt x="76466" y="22326"/>
                  </a:moveTo>
                  <a:lnTo>
                    <a:pt x="75107" y="21132"/>
                  </a:lnTo>
                  <a:lnTo>
                    <a:pt x="71945" y="21132"/>
                  </a:lnTo>
                  <a:lnTo>
                    <a:pt x="70688" y="22326"/>
                  </a:lnTo>
                  <a:lnTo>
                    <a:pt x="70688" y="25438"/>
                  </a:lnTo>
                  <a:lnTo>
                    <a:pt x="71945" y="26771"/>
                  </a:lnTo>
                  <a:lnTo>
                    <a:pt x="73596" y="26771"/>
                  </a:lnTo>
                  <a:lnTo>
                    <a:pt x="75107" y="26771"/>
                  </a:lnTo>
                  <a:lnTo>
                    <a:pt x="76466" y="25438"/>
                  </a:lnTo>
                  <a:lnTo>
                    <a:pt x="76466" y="22326"/>
                  </a:lnTo>
                  <a:close/>
                </a:path>
                <a:path w="492759" h="325119">
                  <a:moveTo>
                    <a:pt x="84124" y="21856"/>
                  </a:moveTo>
                  <a:lnTo>
                    <a:pt x="82880" y="20637"/>
                  </a:lnTo>
                  <a:lnTo>
                    <a:pt x="79679" y="20637"/>
                  </a:lnTo>
                  <a:lnTo>
                    <a:pt x="78409" y="21856"/>
                  </a:lnTo>
                  <a:lnTo>
                    <a:pt x="78409" y="24993"/>
                  </a:lnTo>
                  <a:lnTo>
                    <a:pt x="79679" y="26327"/>
                  </a:lnTo>
                  <a:lnTo>
                    <a:pt x="81229" y="26327"/>
                  </a:lnTo>
                  <a:lnTo>
                    <a:pt x="82880" y="26327"/>
                  </a:lnTo>
                  <a:lnTo>
                    <a:pt x="84124" y="24993"/>
                  </a:lnTo>
                  <a:lnTo>
                    <a:pt x="84124" y="21856"/>
                  </a:lnTo>
                  <a:close/>
                </a:path>
                <a:path w="492759" h="325119">
                  <a:moveTo>
                    <a:pt x="94157" y="24358"/>
                  </a:moveTo>
                  <a:lnTo>
                    <a:pt x="94043" y="20967"/>
                  </a:lnTo>
                  <a:lnTo>
                    <a:pt x="93319" y="19939"/>
                  </a:lnTo>
                  <a:lnTo>
                    <a:pt x="92087" y="19316"/>
                  </a:lnTo>
                  <a:lnTo>
                    <a:pt x="90779" y="18237"/>
                  </a:lnTo>
                  <a:lnTo>
                    <a:pt x="89103" y="16637"/>
                  </a:lnTo>
                  <a:lnTo>
                    <a:pt x="88595" y="16052"/>
                  </a:lnTo>
                  <a:lnTo>
                    <a:pt x="88112" y="15494"/>
                  </a:lnTo>
                  <a:lnTo>
                    <a:pt x="88163" y="15341"/>
                  </a:lnTo>
                  <a:lnTo>
                    <a:pt x="88265" y="15113"/>
                  </a:lnTo>
                  <a:lnTo>
                    <a:pt x="93243" y="15494"/>
                  </a:lnTo>
                  <a:lnTo>
                    <a:pt x="93179" y="15341"/>
                  </a:lnTo>
                  <a:lnTo>
                    <a:pt x="93091" y="15113"/>
                  </a:lnTo>
                  <a:lnTo>
                    <a:pt x="92456" y="13474"/>
                  </a:lnTo>
                  <a:lnTo>
                    <a:pt x="91262" y="10426"/>
                  </a:lnTo>
                  <a:lnTo>
                    <a:pt x="87731" y="13474"/>
                  </a:lnTo>
                  <a:lnTo>
                    <a:pt x="87363" y="13474"/>
                  </a:lnTo>
                  <a:lnTo>
                    <a:pt x="87083" y="8115"/>
                  </a:lnTo>
                  <a:lnTo>
                    <a:pt x="82042" y="9906"/>
                  </a:lnTo>
                  <a:lnTo>
                    <a:pt x="85382" y="13995"/>
                  </a:lnTo>
                  <a:lnTo>
                    <a:pt x="85242" y="14224"/>
                  </a:lnTo>
                  <a:lnTo>
                    <a:pt x="85242" y="14376"/>
                  </a:lnTo>
                  <a:lnTo>
                    <a:pt x="80759" y="14630"/>
                  </a:lnTo>
                  <a:lnTo>
                    <a:pt x="83185" y="19697"/>
                  </a:lnTo>
                  <a:lnTo>
                    <a:pt x="86080" y="16052"/>
                  </a:lnTo>
                  <a:lnTo>
                    <a:pt x="86220" y="16052"/>
                  </a:lnTo>
                  <a:lnTo>
                    <a:pt x="86347" y="16637"/>
                  </a:lnTo>
                  <a:lnTo>
                    <a:pt x="86588" y="17881"/>
                  </a:lnTo>
                  <a:lnTo>
                    <a:pt x="86715" y="19697"/>
                  </a:lnTo>
                  <a:lnTo>
                    <a:pt x="86791" y="24358"/>
                  </a:lnTo>
                  <a:lnTo>
                    <a:pt x="88392" y="26060"/>
                  </a:lnTo>
                  <a:lnTo>
                    <a:pt x="92506" y="26060"/>
                  </a:lnTo>
                  <a:lnTo>
                    <a:pt x="94157" y="24358"/>
                  </a:lnTo>
                  <a:close/>
                </a:path>
                <a:path w="492759" h="325119">
                  <a:moveTo>
                    <a:pt x="100431" y="15557"/>
                  </a:moveTo>
                  <a:lnTo>
                    <a:pt x="99174" y="14630"/>
                  </a:lnTo>
                  <a:lnTo>
                    <a:pt x="98107" y="13474"/>
                  </a:lnTo>
                  <a:lnTo>
                    <a:pt x="96126" y="13474"/>
                  </a:lnTo>
                  <a:lnTo>
                    <a:pt x="95008" y="14630"/>
                  </a:lnTo>
                  <a:lnTo>
                    <a:pt x="93941" y="15557"/>
                  </a:lnTo>
                  <a:lnTo>
                    <a:pt x="93941" y="17360"/>
                  </a:lnTo>
                  <a:lnTo>
                    <a:pt x="95084" y="18605"/>
                  </a:lnTo>
                  <a:lnTo>
                    <a:pt x="96126" y="19685"/>
                  </a:lnTo>
                  <a:lnTo>
                    <a:pt x="98107" y="19685"/>
                  </a:lnTo>
                  <a:lnTo>
                    <a:pt x="99174" y="18516"/>
                  </a:lnTo>
                  <a:lnTo>
                    <a:pt x="100431" y="17360"/>
                  </a:lnTo>
                  <a:lnTo>
                    <a:pt x="100431" y="15557"/>
                  </a:lnTo>
                  <a:close/>
                </a:path>
                <a:path w="492759" h="325119">
                  <a:moveTo>
                    <a:pt x="106845" y="10795"/>
                  </a:moveTo>
                  <a:lnTo>
                    <a:pt x="105765" y="9817"/>
                  </a:lnTo>
                  <a:lnTo>
                    <a:pt x="104559" y="8572"/>
                  </a:lnTo>
                  <a:lnTo>
                    <a:pt x="102730" y="8572"/>
                  </a:lnTo>
                  <a:lnTo>
                    <a:pt x="101536" y="9817"/>
                  </a:lnTo>
                  <a:lnTo>
                    <a:pt x="100457" y="10795"/>
                  </a:lnTo>
                  <a:lnTo>
                    <a:pt x="100457" y="12661"/>
                  </a:lnTo>
                  <a:lnTo>
                    <a:pt x="101536" y="13906"/>
                  </a:lnTo>
                  <a:lnTo>
                    <a:pt x="102730" y="14859"/>
                  </a:lnTo>
                  <a:lnTo>
                    <a:pt x="104559" y="14859"/>
                  </a:lnTo>
                  <a:lnTo>
                    <a:pt x="105765" y="13906"/>
                  </a:lnTo>
                  <a:lnTo>
                    <a:pt x="106845" y="12661"/>
                  </a:lnTo>
                  <a:lnTo>
                    <a:pt x="106845" y="10795"/>
                  </a:lnTo>
                  <a:close/>
                </a:path>
                <a:path w="492759" h="325119">
                  <a:moveTo>
                    <a:pt x="114452" y="12128"/>
                  </a:moveTo>
                  <a:lnTo>
                    <a:pt x="113347" y="10960"/>
                  </a:lnTo>
                  <a:lnTo>
                    <a:pt x="112191" y="9906"/>
                  </a:lnTo>
                  <a:lnTo>
                    <a:pt x="110337" y="9906"/>
                  </a:lnTo>
                  <a:lnTo>
                    <a:pt x="109321" y="10960"/>
                  </a:lnTo>
                  <a:lnTo>
                    <a:pt x="108089" y="12128"/>
                  </a:lnTo>
                  <a:lnTo>
                    <a:pt x="108216" y="13995"/>
                  </a:lnTo>
                  <a:lnTo>
                    <a:pt x="110464" y="16052"/>
                  </a:lnTo>
                  <a:lnTo>
                    <a:pt x="112318" y="16052"/>
                  </a:lnTo>
                  <a:lnTo>
                    <a:pt x="113347" y="15024"/>
                  </a:lnTo>
                  <a:lnTo>
                    <a:pt x="114452" y="13995"/>
                  </a:lnTo>
                  <a:lnTo>
                    <a:pt x="114452" y="12128"/>
                  </a:lnTo>
                  <a:close/>
                </a:path>
                <a:path w="492759" h="325119">
                  <a:moveTo>
                    <a:pt x="118529" y="23126"/>
                  </a:moveTo>
                  <a:lnTo>
                    <a:pt x="114071" y="23393"/>
                  </a:lnTo>
                  <a:lnTo>
                    <a:pt x="115328" y="25158"/>
                  </a:lnTo>
                  <a:lnTo>
                    <a:pt x="115722" y="25984"/>
                  </a:lnTo>
                  <a:lnTo>
                    <a:pt x="115836" y="27457"/>
                  </a:lnTo>
                  <a:lnTo>
                    <a:pt x="115011" y="27051"/>
                  </a:lnTo>
                  <a:lnTo>
                    <a:pt x="113855" y="26162"/>
                  </a:lnTo>
                  <a:lnTo>
                    <a:pt x="112826" y="24726"/>
                  </a:lnTo>
                  <a:lnTo>
                    <a:pt x="112941" y="26162"/>
                  </a:lnTo>
                  <a:lnTo>
                    <a:pt x="113042" y="27457"/>
                  </a:lnTo>
                  <a:lnTo>
                    <a:pt x="113157" y="28829"/>
                  </a:lnTo>
                  <a:lnTo>
                    <a:pt x="113258" y="30035"/>
                  </a:lnTo>
                  <a:lnTo>
                    <a:pt x="113322" y="30848"/>
                  </a:lnTo>
                  <a:lnTo>
                    <a:pt x="113398" y="31127"/>
                  </a:lnTo>
                  <a:lnTo>
                    <a:pt x="114071" y="30035"/>
                  </a:lnTo>
                  <a:lnTo>
                    <a:pt x="114198" y="29908"/>
                  </a:lnTo>
                  <a:lnTo>
                    <a:pt x="114782" y="29235"/>
                  </a:lnTo>
                  <a:lnTo>
                    <a:pt x="115836" y="28829"/>
                  </a:lnTo>
                  <a:lnTo>
                    <a:pt x="115722" y="31127"/>
                  </a:lnTo>
                  <a:lnTo>
                    <a:pt x="115608" y="33248"/>
                  </a:lnTo>
                  <a:lnTo>
                    <a:pt x="113855" y="34925"/>
                  </a:lnTo>
                  <a:lnTo>
                    <a:pt x="112318" y="35242"/>
                  </a:lnTo>
                  <a:lnTo>
                    <a:pt x="111023" y="35496"/>
                  </a:lnTo>
                  <a:lnTo>
                    <a:pt x="110426" y="35496"/>
                  </a:lnTo>
                  <a:lnTo>
                    <a:pt x="109093" y="34429"/>
                  </a:lnTo>
                  <a:lnTo>
                    <a:pt x="109029" y="34036"/>
                  </a:lnTo>
                  <a:lnTo>
                    <a:pt x="108940" y="33528"/>
                  </a:lnTo>
                  <a:lnTo>
                    <a:pt x="108889" y="33248"/>
                  </a:lnTo>
                  <a:lnTo>
                    <a:pt x="108775" y="32537"/>
                  </a:lnTo>
                  <a:lnTo>
                    <a:pt x="108534" y="31127"/>
                  </a:lnTo>
                  <a:lnTo>
                    <a:pt x="108915" y="30848"/>
                  </a:lnTo>
                  <a:lnTo>
                    <a:pt x="110197" y="29908"/>
                  </a:lnTo>
                  <a:lnTo>
                    <a:pt x="112014" y="31648"/>
                  </a:lnTo>
                  <a:lnTo>
                    <a:pt x="112039" y="31369"/>
                  </a:lnTo>
                  <a:lnTo>
                    <a:pt x="112153" y="29908"/>
                  </a:lnTo>
                  <a:lnTo>
                    <a:pt x="112191" y="29489"/>
                  </a:lnTo>
                  <a:lnTo>
                    <a:pt x="112204" y="29235"/>
                  </a:lnTo>
                  <a:lnTo>
                    <a:pt x="112318" y="27774"/>
                  </a:lnTo>
                  <a:lnTo>
                    <a:pt x="109004" y="27774"/>
                  </a:lnTo>
                  <a:lnTo>
                    <a:pt x="107619" y="29235"/>
                  </a:lnTo>
                  <a:lnTo>
                    <a:pt x="109321" y="25615"/>
                  </a:lnTo>
                  <a:lnTo>
                    <a:pt x="109207" y="25158"/>
                  </a:lnTo>
                  <a:lnTo>
                    <a:pt x="109080" y="24726"/>
                  </a:lnTo>
                  <a:lnTo>
                    <a:pt x="109029" y="24561"/>
                  </a:lnTo>
                  <a:lnTo>
                    <a:pt x="108597" y="22974"/>
                  </a:lnTo>
                  <a:lnTo>
                    <a:pt x="105181" y="21132"/>
                  </a:lnTo>
                  <a:lnTo>
                    <a:pt x="102971" y="24561"/>
                  </a:lnTo>
                  <a:lnTo>
                    <a:pt x="103035" y="24726"/>
                  </a:lnTo>
                  <a:lnTo>
                    <a:pt x="103911" y="27051"/>
                  </a:lnTo>
                  <a:lnTo>
                    <a:pt x="106489" y="29489"/>
                  </a:lnTo>
                  <a:lnTo>
                    <a:pt x="103911" y="28333"/>
                  </a:lnTo>
                  <a:lnTo>
                    <a:pt x="101536" y="30492"/>
                  </a:lnTo>
                  <a:lnTo>
                    <a:pt x="103911" y="33528"/>
                  </a:lnTo>
                  <a:lnTo>
                    <a:pt x="103962" y="33248"/>
                  </a:lnTo>
                  <a:lnTo>
                    <a:pt x="104432" y="30848"/>
                  </a:lnTo>
                  <a:lnTo>
                    <a:pt x="106730" y="31369"/>
                  </a:lnTo>
                  <a:lnTo>
                    <a:pt x="106794" y="31648"/>
                  </a:lnTo>
                  <a:lnTo>
                    <a:pt x="107632" y="35242"/>
                  </a:lnTo>
                  <a:lnTo>
                    <a:pt x="105879" y="37414"/>
                  </a:lnTo>
                  <a:lnTo>
                    <a:pt x="99047" y="39535"/>
                  </a:lnTo>
                  <a:lnTo>
                    <a:pt x="98971" y="39382"/>
                  </a:lnTo>
                  <a:lnTo>
                    <a:pt x="97599" y="36906"/>
                  </a:lnTo>
                  <a:lnTo>
                    <a:pt x="96939" y="35496"/>
                  </a:lnTo>
                  <a:lnTo>
                    <a:pt x="96824" y="35242"/>
                  </a:lnTo>
                  <a:lnTo>
                    <a:pt x="96672" y="34925"/>
                  </a:lnTo>
                  <a:lnTo>
                    <a:pt x="96710" y="34683"/>
                  </a:lnTo>
                  <a:lnTo>
                    <a:pt x="97485" y="34188"/>
                  </a:lnTo>
                  <a:lnTo>
                    <a:pt x="99631" y="34429"/>
                  </a:lnTo>
                  <a:lnTo>
                    <a:pt x="101879" y="35737"/>
                  </a:lnTo>
                  <a:lnTo>
                    <a:pt x="102006" y="35737"/>
                  </a:lnTo>
                  <a:lnTo>
                    <a:pt x="101930" y="35496"/>
                  </a:lnTo>
                  <a:lnTo>
                    <a:pt x="101854" y="35242"/>
                  </a:lnTo>
                  <a:lnTo>
                    <a:pt x="101739" y="34925"/>
                  </a:lnTo>
                  <a:lnTo>
                    <a:pt x="101663" y="34683"/>
                  </a:lnTo>
                  <a:lnTo>
                    <a:pt x="101574" y="34429"/>
                  </a:lnTo>
                  <a:lnTo>
                    <a:pt x="101180" y="33248"/>
                  </a:lnTo>
                  <a:lnTo>
                    <a:pt x="99936" y="29489"/>
                  </a:lnTo>
                  <a:lnTo>
                    <a:pt x="99174" y="31648"/>
                  </a:lnTo>
                  <a:lnTo>
                    <a:pt x="98005" y="32537"/>
                  </a:lnTo>
                  <a:lnTo>
                    <a:pt x="98285" y="32537"/>
                  </a:lnTo>
                  <a:lnTo>
                    <a:pt x="96304" y="33248"/>
                  </a:lnTo>
                  <a:lnTo>
                    <a:pt x="96037" y="33248"/>
                  </a:lnTo>
                  <a:lnTo>
                    <a:pt x="96113" y="30848"/>
                  </a:lnTo>
                  <a:lnTo>
                    <a:pt x="97243" y="27774"/>
                  </a:lnTo>
                  <a:lnTo>
                    <a:pt x="89408" y="30848"/>
                  </a:lnTo>
                  <a:lnTo>
                    <a:pt x="92862" y="32537"/>
                  </a:lnTo>
                  <a:lnTo>
                    <a:pt x="93573" y="33248"/>
                  </a:lnTo>
                  <a:lnTo>
                    <a:pt x="94259" y="34036"/>
                  </a:lnTo>
                  <a:lnTo>
                    <a:pt x="94500" y="34036"/>
                  </a:lnTo>
                  <a:lnTo>
                    <a:pt x="92570" y="34683"/>
                  </a:lnTo>
                  <a:lnTo>
                    <a:pt x="91084" y="34925"/>
                  </a:lnTo>
                  <a:lnTo>
                    <a:pt x="88684" y="34036"/>
                  </a:lnTo>
                  <a:lnTo>
                    <a:pt x="91757" y="39992"/>
                  </a:lnTo>
                  <a:lnTo>
                    <a:pt x="91871" y="39535"/>
                  </a:lnTo>
                  <a:lnTo>
                    <a:pt x="91986" y="39103"/>
                  </a:lnTo>
                  <a:lnTo>
                    <a:pt x="92049" y="38862"/>
                  </a:lnTo>
                  <a:lnTo>
                    <a:pt x="92138" y="38557"/>
                  </a:lnTo>
                  <a:lnTo>
                    <a:pt x="92252" y="38125"/>
                  </a:lnTo>
                  <a:lnTo>
                    <a:pt x="92303" y="37922"/>
                  </a:lnTo>
                  <a:lnTo>
                    <a:pt x="92506" y="37134"/>
                  </a:lnTo>
                  <a:lnTo>
                    <a:pt x="93941" y="35496"/>
                  </a:lnTo>
                  <a:lnTo>
                    <a:pt x="95008" y="35496"/>
                  </a:lnTo>
                  <a:lnTo>
                    <a:pt x="95097" y="35737"/>
                  </a:lnTo>
                  <a:lnTo>
                    <a:pt x="96672" y="40513"/>
                  </a:lnTo>
                  <a:lnTo>
                    <a:pt x="92227" y="42557"/>
                  </a:lnTo>
                  <a:lnTo>
                    <a:pt x="91262" y="43154"/>
                  </a:lnTo>
                  <a:lnTo>
                    <a:pt x="90538" y="43548"/>
                  </a:lnTo>
                  <a:lnTo>
                    <a:pt x="89154" y="43548"/>
                  </a:lnTo>
                  <a:lnTo>
                    <a:pt x="87363" y="43307"/>
                  </a:lnTo>
                  <a:lnTo>
                    <a:pt x="87274" y="43154"/>
                  </a:lnTo>
                  <a:lnTo>
                    <a:pt x="86436" y="41821"/>
                  </a:lnTo>
                  <a:lnTo>
                    <a:pt x="85953" y="41008"/>
                  </a:lnTo>
                  <a:lnTo>
                    <a:pt x="85356" y="39992"/>
                  </a:lnTo>
                  <a:lnTo>
                    <a:pt x="85864" y="39103"/>
                  </a:lnTo>
                  <a:lnTo>
                    <a:pt x="86169" y="38557"/>
                  </a:lnTo>
                  <a:lnTo>
                    <a:pt x="86525" y="37922"/>
                  </a:lnTo>
                  <a:lnTo>
                    <a:pt x="88760" y="39535"/>
                  </a:lnTo>
                  <a:lnTo>
                    <a:pt x="88722" y="39103"/>
                  </a:lnTo>
                  <a:lnTo>
                    <a:pt x="88607" y="37922"/>
                  </a:lnTo>
                  <a:lnTo>
                    <a:pt x="88506" y="36906"/>
                  </a:lnTo>
                  <a:lnTo>
                    <a:pt x="88392" y="35737"/>
                  </a:lnTo>
                  <a:lnTo>
                    <a:pt x="85039" y="35737"/>
                  </a:lnTo>
                  <a:lnTo>
                    <a:pt x="84124" y="38557"/>
                  </a:lnTo>
                  <a:lnTo>
                    <a:pt x="84226" y="34683"/>
                  </a:lnTo>
                  <a:lnTo>
                    <a:pt x="83185" y="32537"/>
                  </a:lnTo>
                  <a:lnTo>
                    <a:pt x="79006" y="31369"/>
                  </a:lnTo>
                  <a:lnTo>
                    <a:pt x="78930" y="31648"/>
                  </a:lnTo>
                  <a:lnTo>
                    <a:pt x="78193" y="34429"/>
                  </a:lnTo>
                  <a:lnTo>
                    <a:pt x="78130" y="35496"/>
                  </a:lnTo>
                  <a:lnTo>
                    <a:pt x="79324" y="37414"/>
                  </a:lnTo>
                  <a:lnTo>
                    <a:pt x="83261" y="39103"/>
                  </a:lnTo>
                  <a:lnTo>
                    <a:pt x="81038" y="38862"/>
                  </a:lnTo>
                  <a:lnTo>
                    <a:pt x="78663" y="41008"/>
                  </a:lnTo>
                  <a:lnTo>
                    <a:pt x="81686" y="43548"/>
                  </a:lnTo>
                  <a:lnTo>
                    <a:pt x="81686" y="41351"/>
                  </a:lnTo>
                  <a:lnTo>
                    <a:pt x="83705" y="41008"/>
                  </a:lnTo>
                  <a:lnTo>
                    <a:pt x="84886" y="42557"/>
                  </a:lnTo>
                  <a:lnTo>
                    <a:pt x="85572" y="43548"/>
                  </a:lnTo>
                  <a:lnTo>
                    <a:pt x="85572" y="44246"/>
                  </a:lnTo>
                  <a:lnTo>
                    <a:pt x="85432" y="45504"/>
                  </a:lnTo>
                  <a:lnTo>
                    <a:pt x="83934" y="46558"/>
                  </a:lnTo>
                  <a:lnTo>
                    <a:pt x="82905" y="47244"/>
                  </a:lnTo>
                  <a:lnTo>
                    <a:pt x="80149" y="47244"/>
                  </a:lnTo>
                  <a:lnTo>
                    <a:pt x="76949" y="44246"/>
                  </a:lnTo>
                  <a:lnTo>
                    <a:pt x="77609" y="43967"/>
                  </a:lnTo>
                  <a:lnTo>
                    <a:pt x="78574" y="43967"/>
                  </a:lnTo>
                  <a:lnTo>
                    <a:pt x="79921" y="44246"/>
                  </a:lnTo>
                  <a:lnTo>
                    <a:pt x="80289" y="44246"/>
                  </a:lnTo>
                  <a:lnTo>
                    <a:pt x="80048" y="43967"/>
                  </a:lnTo>
                  <a:lnTo>
                    <a:pt x="79349" y="43154"/>
                  </a:lnTo>
                  <a:lnTo>
                    <a:pt x="76631" y="39992"/>
                  </a:lnTo>
                  <a:lnTo>
                    <a:pt x="76136" y="39535"/>
                  </a:lnTo>
                  <a:lnTo>
                    <a:pt x="76200" y="42557"/>
                  </a:lnTo>
                  <a:lnTo>
                    <a:pt x="75831" y="43154"/>
                  </a:lnTo>
                  <a:lnTo>
                    <a:pt x="74396" y="39992"/>
                  </a:lnTo>
                  <a:lnTo>
                    <a:pt x="74269" y="39382"/>
                  </a:lnTo>
                  <a:lnTo>
                    <a:pt x="71056" y="42075"/>
                  </a:lnTo>
                  <a:lnTo>
                    <a:pt x="70827" y="42075"/>
                  </a:lnTo>
                  <a:lnTo>
                    <a:pt x="74041" y="43967"/>
                  </a:lnTo>
                  <a:lnTo>
                    <a:pt x="77660" y="46913"/>
                  </a:lnTo>
                  <a:lnTo>
                    <a:pt x="81965" y="52768"/>
                  </a:lnTo>
                  <a:lnTo>
                    <a:pt x="86372" y="49885"/>
                  </a:lnTo>
                  <a:lnTo>
                    <a:pt x="92011" y="47244"/>
                  </a:lnTo>
                  <a:lnTo>
                    <a:pt x="94424" y="46113"/>
                  </a:lnTo>
                  <a:lnTo>
                    <a:pt x="99644" y="43967"/>
                  </a:lnTo>
                  <a:lnTo>
                    <a:pt x="100736" y="43548"/>
                  </a:lnTo>
                  <a:lnTo>
                    <a:pt x="104559" y="42075"/>
                  </a:lnTo>
                  <a:lnTo>
                    <a:pt x="112534" y="39535"/>
                  </a:lnTo>
                  <a:lnTo>
                    <a:pt x="113017" y="39382"/>
                  </a:lnTo>
                  <a:lnTo>
                    <a:pt x="118211" y="38125"/>
                  </a:lnTo>
                  <a:lnTo>
                    <a:pt x="118097" y="37414"/>
                  </a:lnTo>
                  <a:lnTo>
                    <a:pt x="118021" y="36906"/>
                  </a:lnTo>
                  <a:lnTo>
                    <a:pt x="117805" y="35496"/>
                  </a:lnTo>
                  <a:lnTo>
                    <a:pt x="117678" y="34683"/>
                  </a:lnTo>
                  <a:lnTo>
                    <a:pt x="117576" y="34036"/>
                  </a:lnTo>
                  <a:lnTo>
                    <a:pt x="117462" y="33248"/>
                  </a:lnTo>
                  <a:lnTo>
                    <a:pt x="117348" y="32537"/>
                  </a:lnTo>
                  <a:lnTo>
                    <a:pt x="117208" y="31648"/>
                  </a:lnTo>
                  <a:lnTo>
                    <a:pt x="117271" y="30035"/>
                  </a:lnTo>
                  <a:lnTo>
                    <a:pt x="117335" y="29489"/>
                  </a:lnTo>
                  <a:lnTo>
                    <a:pt x="117424" y="28829"/>
                  </a:lnTo>
                  <a:lnTo>
                    <a:pt x="117487" y="28333"/>
                  </a:lnTo>
                  <a:lnTo>
                    <a:pt x="117602" y="27457"/>
                  </a:lnTo>
                  <a:lnTo>
                    <a:pt x="117690" y="26771"/>
                  </a:lnTo>
                  <a:lnTo>
                    <a:pt x="118529" y="23126"/>
                  </a:lnTo>
                  <a:close/>
                </a:path>
                <a:path w="492759" h="325119">
                  <a:moveTo>
                    <a:pt x="119253" y="18161"/>
                  </a:moveTo>
                  <a:lnTo>
                    <a:pt x="118110" y="16916"/>
                  </a:lnTo>
                  <a:lnTo>
                    <a:pt x="116979" y="15887"/>
                  </a:lnTo>
                  <a:lnTo>
                    <a:pt x="115150" y="15887"/>
                  </a:lnTo>
                  <a:lnTo>
                    <a:pt x="113944" y="16916"/>
                  </a:lnTo>
                  <a:lnTo>
                    <a:pt x="112903" y="18161"/>
                  </a:lnTo>
                  <a:lnTo>
                    <a:pt x="112903" y="20040"/>
                  </a:lnTo>
                  <a:lnTo>
                    <a:pt x="113944" y="21145"/>
                  </a:lnTo>
                  <a:lnTo>
                    <a:pt x="115150" y="22085"/>
                  </a:lnTo>
                  <a:lnTo>
                    <a:pt x="116979" y="22085"/>
                  </a:lnTo>
                  <a:lnTo>
                    <a:pt x="118110" y="21031"/>
                  </a:lnTo>
                  <a:lnTo>
                    <a:pt x="119253" y="20040"/>
                  </a:lnTo>
                  <a:lnTo>
                    <a:pt x="119253" y="18161"/>
                  </a:lnTo>
                  <a:close/>
                </a:path>
                <a:path w="492759" h="325119">
                  <a:moveTo>
                    <a:pt x="179311" y="207314"/>
                  </a:moveTo>
                  <a:lnTo>
                    <a:pt x="176161" y="206044"/>
                  </a:lnTo>
                  <a:lnTo>
                    <a:pt x="177507" y="202234"/>
                  </a:lnTo>
                  <a:lnTo>
                    <a:pt x="178765" y="199694"/>
                  </a:lnTo>
                  <a:lnTo>
                    <a:pt x="174840" y="197154"/>
                  </a:lnTo>
                  <a:lnTo>
                    <a:pt x="172885" y="195884"/>
                  </a:lnTo>
                  <a:lnTo>
                    <a:pt x="171792" y="188264"/>
                  </a:lnTo>
                  <a:lnTo>
                    <a:pt x="171602" y="186994"/>
                  </a:lnTo>
                  <a:lnTo>
                    <a:pt x="172186" y="183184"/>
                  </a:lnTo>
                  <a:lnTo>
                    <a:pt x="167233" y="176834"/>
                  </a:lnTo>
                  <a:lnTo>
                    <a:pt x="162941" y="173024"/>
                  </a:lnTo>
                  <a:lnTo>
                    <a:pt x="161518" y="171754"/>
                  </a:lnTo>
                  <a:lnTo>
                    <a:pt x="139700" y="147624"/>
                  </a:lnTo>
                  <a:lnTo>
                    <a:pt x="144119" y="147624"/>
                  </a:lnTo>
                  <a:lnTo>
                    <a:pt x="147243" y="150164"/>
                  </a:lnTo>
                  <a:lnTo>
                    <a:pt x="149161" y="151434"/>
                  </a:lnTo>
                  <a:lnTo>
                    <a:pt x="152844" y="155244"/>
                  </a:lnTo>
                  <a:lnTo>
                    <a:pt x="156222" y="159054"/>
                  </a:lnTo>
                  <a:lnTo>
                    <a:pt x="159893" y="150164"/>
                  </a:lnTo>
                  <a:lnTo>
                    <a:pt x="161569" y="147624"/>
                  </a:lnTo>
                  <a:lnTo>
                    <a:pt x="164096" y="143814"/>
                  </a:lnTo>
                  <a:lnTo>
                    <a:pt x="168948" y="136194"/>
                  </a:lnTo>
                  <a:lnTo>
                    <a:pt x="174599" y="129844"/>
                  </a:lnTo>
                  <a:lnTo>
                    <a:pt x="176682" y="127304"/>
                  </a:lnTo>
                  <a:lnTo>
                    <a:pt x="177685" y="126034"/>
                  </a:lnTo>
                  <a:lnTo>
                    <a:pt x="174777" y="127304"/>
                  </a:lnTo>
                  <a:lnTo>
                    <a:pt x="170154" y="127304"/>
                  </a:lnTo>
                  <a:lnTo>
                    <a:pt x="167678" y="129844"/>
                  </a:lnTo>
                  <a:lnTo>
                    <a:pt x="167678" y="120954"/>
                  </a:lnTo>
                  <a:lnTo>
                    <a:pt x="164338" y="117144"/>
                  </a:lnTo>
                  <a:lnTo>
                    <a:pt x="164617" y="112064"/>
                  </a:lnTo>
                  <a:lnTo>
                    <a:pt x="162864" y="105714"/>
                  </a:lnTo>
                  <a:lnTo>
                    <a:pt x="160858" y="103174"/>
                  </a:lnTo>
                  <a:lnTo>
                    <a:pt x="157873" y="99364"/>
                  </a:lnTo>
                  <a:lnTo>
                    <a:pt x="148463" y="91744"/>
                  </a:lnTo>
                  <a:lnTo>
                    <a:pt x="156654" y="94284"/>
                  </a:lnTo>
                  <a:lnTo>
                    <a:pt x="161404" y="100634"/>
                  </a:lnTo>
                  <a:lnTo>
                    <a:pt x="167678" y="95554"/>
                  </a:lnTo>
                  <a:lnTo>
                    <a:pt x="164160" y="93014"/>
                  </a:lnTo>
                  <a:lnTo>
                    <a:pt x="163182" y="91744"/>
                  </a:lnTo>
                  <a:lnTo>
                    <a:pt x="160274" y="87934"/>
                  </a:lnTo>
                  <a:lnTo>
                    <a:pt x="153619" y="81584"/>
                  </a:lnTo>
                  <a:lnTo>
                    <a:pt x="141795" y="73964"/>
                  </a:lnTo>
                  <a:lnTo>
                    <a:pt x="147332" y="75234"/>
                  </a:lnTo>
                  <a:lnTo>
                    <a:pt x="152666" y="79044"/>
                  </a:lnTo>
                  <a:lnTo>
                    <a:pt x="158229" y="80314"/>
                  </a:lnTo>
                  <a:lnTo>
                    <a:pt x="164477" y="79044"/>
                  </a:lnTo>
                  <a:lnTo>
                    <a:pt x="158902" y="75234"/>
                  </a:lnTo>
                  <a:lnTo>
                    <a:pt x="157619" y="73964"/>
                  </a:lnTo>
                  <a:lnTo>
                    <a:pt x="156337" y="72694"/>
                  </a:lnTo>
                  <a:lnTo>
                    <a:pt x="149948" y="66344"/>
                  </a:lnTo>
                  <a:lnTo>
                    <a:pt x="147408" y="63804"/>
                  </a:lnTo>
                  <a:lnTo>
                    <a:pt x="145084" y="62534"/>
                  </a:lnTo>
                  <a:lnTo>
                    <a:pt x="138137" y="58724"/>
                  </a:lnTo>
                  <a:lnTo>
                    <a:pt x="143268" y="58724"/>
                  </a:lnTo>
                  <a:lnTo>
                    <a:pt x="148755" y="61264"/>
                  </a:lnTo>
                  <a:lnTo>
                    <a:pt x="151015" y="58724"/>
                  </a:lnTo>
                  <a:lnTo>
                    <a:pt x="153276" y="56184"/>
                  </a:lnTo>
                  <a:lnTo>
                    <a:pt x="148082" y="56184"/>
                  </a:lnTo>
                  <a:lnTo>
                    <a:pt x="144868" y="52374"/>
                  </a:lnTo>
                  <a:lnTo>
                    <a:pt x="139280" y="51104"/>
                  </a:lnTo>
                  <a:lnTo>
                    <a:pt x="140144" y="48564"/>
                  </a:lnTo>
                  <a:lnTo>
                    <a:pt x="141439" y="44754"/>
                  </a:lnTo>
                  <a:lnTo>
                    <a:pt x="140919" y="40944"/>
                  </a:lnTo>
                  <a:lnTo>
                    <a:pt x="138633" y="37134"/>
                  </a:lnTo>
                  <a:lnTo>
                    <a:pt x="134658" y="37134"/>
                  </a:lnTo>
                  <a:lnTo>
                    <a:pt x="130771" y="38404"/>
                  </a:lnTo>
                  <a:lnTo>
                    <a:pt x="127990" y="40741"/>
                  </a:lnTo>
                  <a:lnTo>
                    <a:pt x="127990" y="99364"/>
                  </a:lnTo>
                  <a:lnTo>
                    <a:pt x="122453" y="100634"/>
                  </a:lnTo>
                  <a:lnTo>
                    <a:pt x="117322" y="103174"/>
                  </a:lnTo>
                  <a:lnTo>
                    <a:pt x="113169" y="99364"/>
                  </a:lnTo>
                  <a:lnTo>
                    <a:pt x="112522" y="96824"/>
                  </a:lnTo>
                  <a:lnTo>
                    <a:pt x="112191" y="95554"/>
                  </a:lnTo>
                  <a:lnTo>
                    <a:pt x="111137" y="93014"/>
                  </a:lnTo>
                  <a:lnTo>
                    <a:pt x="110350" y="90474"/>
                  </a:lnTo>
                  <a:lnTo>
                    <a:pt x="113868" y="86664"/>
                  </a:lnTo>
                  <a:lnTo>
                    <a:pt x="114452" y="85394"/>
                  </a:lnTo>
                  <a:lnTo>
                    <a:pt x="113880" y="84124"/>
                  </a:lnTo>
                  <a:lnTo>
                    <a:pt x="112750" y="81584"/>
                  </a:lnTo>
                  <a:lnTo>
                    <a:pt x="111620" y="79044"/>
                  </a:lnTo>
                  <a:lnTo>
                    <a:pt x="108216" y="81584"/>
                  </a:lnTo>
                  <a:lnTo>
                    <a:pt x="104571" y="81584"/>
                  </a:lnTo>
                  <a:lnTo>
                    <a:pt x="106286" y="79044"/>
                  </a:lnTo>
                  <a:lnTo>
                    <a:pt x="106362" y="76504"/>
                  </a:lnTo>
                  <a:lnTo>
                    <a:pt x="104127" y="76504"/>
                  </a:lnTo>
                  <a:lnTo>
                    <a:pt x="101358" y="77774"/>
                  </a:lnTo>
                  <a:lnTo>
                    <a:pt x="101358" y="81584"/>
                  </a:lnTo>
                  <a:lnTo>
                    <a:pt x="99771" y="81584"/>
                  </a:lnTo>
                  <a:lnTo>
                    <a:pt x="98336" y="80314"/>
                  </a:lnTo>
                  <a:lnTo>
                    <a:pt x="99148" y="77774"/>
                  </a:lnTo>
                  <a:lnTo>
                    <a:pt x="99148" y="75234"/>
                  </a:lnTo>
                  <a:lnTo>
                    <a:pt x="100431" y="73964"/>
                  </a:lnTo>
                  <a:lnTo>
                    <a:pt x="102184" y="73964"/>
                  </a:lnTo>
                  <a:lnTo>
                    <a:pt x="108242" y="71424"/>
                  </a:lnTo>
                  <a:lnTo>
                    <a:pt x="117322" y="67614"/>
                  </a:lnTo>
                  <a:lnTo>
                    <a:pt x="119253" y="67614"/>
                  </a:lnTo>
                  <a:lnTo>
                    <a:pt x="120573" y="66344"/>
                  </a:lnTo>
                  <a:lnTo>
                    <a:pt x="121945" y="67614"/>
                  </a:lnTo>
                  <a:lnTo>
                    <a:pt x="122872" y="68884"/>
                  </a:lnTo>
                  <a:lnTo>
                    <a:pt x="125285" y="70154"/>
                  </a:lnTo>
                  <a:lnTo>
                    <a:pt x="124701" y="71424"/>
                  </a:lnTo>
                  <a:lnTo>
                    <a:pt x="123837" y="72694"/>
                  </a:lnTo>
                  <a:lnTo>
                    <a:pt x="120573" y="70154"/>
                  </a:lnTo>
                  <a:lnTo>
                    <a:pt x="116611" y="72694"/>
                  </a:lnTo>
                  <a:lnTo>
                    <a:pt x="118198" y="73964"/>
                  </a:lnTo>
                  <a:lnTo>
                    <a:pt x="121640" y="75234"/>
                  </a:lnTo>
                  <a:lnTo>
                    <a:pt x="118351" y="77774"/>
                  </a:lnTo>
                  <a:lnTo>
                    <a:pt x="114795" y="79044"/>
                  </a:lnTo>
                  <a:lnTo>
                    <a:pt x="115938" y="81584"/>
                  </a:lnTo>
                  <a:lnTo>
                    <a:pt x="116979" y="84124"/>
                  </a:lnTo>
                  <a:lnTo>
                    <a:pt x="118605" y="85394"/>
                  </a:lnTo>
                  <a:lnTo>
                    <a:pt x="123444" y="85394"/>
                  </a:lnTo>
                  <a:lnTo>
                    <a:pt x="124701" y="87934"/>
                  </a:lnTo>
                  <a:lnTo>
                    <a:pt x="126047" y="90474"/>
                  </a:lnTo>
                  <a:lnTo>
                    <a:pt x="127508" y="94284"/>
                  </a:lnTo>
                  <a:lnTo>
                    <a:pt x="127635" y="95554"/>
                  </a:lnTo>
                  <a:lnTo>
                    <a:pt x="127749" y="96824"/>
                  </a:lnTo>
                  <a:lnTo>
                    <a:pt x="127990" y="99364"/>
                  </a:lnTo>
                  <a:lnTo>
                    <a:pt x="127990" y="40741"/>
                  </a:lnTo>
                  <a:lnTo>
                    <a:pt x="127812" y="40881"/>
                  </a:lnTo>
                  <a:lnTo>
                    <a:pt x="127812" y="48564"/>
                  </a:lnTo>
                  <a:lnTo>
                    <a:pt x="123837" y="54914"/>
                  </a:lnTo>
                  <a:lnTo>
                    <a:pt x="126466" y="57454"/>
                  </a:lnTo>
                  <a:lnTo>
                    <a:pt x="123317" y="59994"/>
                  </a:lnTo>
                  <a:lnTo>
                    <a:pt x="119341" y="62534"/>
                  </a:lnTo>
                  <a:lnTo>
                    <a:pt x="113868" y="59994"/>
                  </a:lnTo>
                  <a:lnTo>
                    <a:pt x="111506" y="56184"/>
                  </a:lnTo>
                  <a:lnTo>
                    <a:pt x="123444" y="51104"/>
                  </a:lnTo>
                  <a:lnTo>
                    <a:pt x="127812" y="48564"/>
                  </a:lnTo>
                  <a:lnTo>
                    <a:pt x="127812" y="40881"/>
                  </a:lnTo>
                  <a:lnTo>
                    <a:pt x="127304" y="37134"/>
                  </a:lnTo>
                  <a:lnTo>
                    <a:pt x="120103" y="37134"/>
                  </a:lnTo>
                  <a:lnTo>
                    <a:pt x="120370" y="38404"/>
                  </a:lnTo>
                  <a:lnTo>
                    <a:pt x="121107" y="40944"/>
                  </a:lnTo>
                  <a:lnTo>
                    <a:pt x="116611" y="40944"/>
                  </a:lnTo>
                  <a:lnTo>
                    <a:pt x="107657" y="43484"/>
                  </a:lnTo>
                  <a:lnTo>
                    <a:pt x="100787" y="45999"/>
                  </a:lnTo>
                  <a:lnTo>
                    <a:pt x="100787" y="65074"/>
                  </a:lnTo>
                  <a:lnTo>
                    <a:pt x="98907" y="71424"/>
                  </a:lnTo>
                  <a:lnTo>
                    <a:pt x="89750" y="71424"/>
                  </a:lnTo>
                  <a:lnTo>
                    <a:pt x="89852" y="67614"/>
                  </a:lnTo>
                  <a:lnTo>
                    <a:pt x="82880" y="66344"/>
                  </a:lnTo>
                  <a:lnTo>
                    <a:pt x="87757" y="65074"/>
                  </a:lnTo>
                  <a:lnTo>
                    <a:pt x="99771" y="61264"/>
                  </a:lnTo>
                  <a:lnTo>
                    <a:pt x="100787" y="65074"/>
                  </a:lnTo>
                  <a:lnTo>
                    <a:pt x="100787" y="45999"/>
                  </a:lnTo>
                  <a:lnTo>
                    <a:pt x="93726" y="48564"/>
                  </a:lnTo>
                  <a:lnTo>
                    <a:pt x="85864" y="53644"/>
                  </a:lnTo>
                  <a:lnTo>
                    <a:pt x="82118" y="56184"/>
                  </a:lnTo>
                  <a:lnTo>
                    <a:pt x="80949" y="53644"/>
                  </a:lnTo>
                  <a:lnTo>
                    <a:pt x="80086" y="53644"/>
                  </a:lnTo>
                  <a:lnTo>
                    <a:pt x="77660" y="54914"/>
                  </a:lnTo>
                  <a:lnTo>
                    <a:pt x="75184" y="57454"/>
                  </a:lnTo>
                  <a:lnTo>
                    <a:pt x="77101" y="59994"/>
                  </a:lnTo>
                  <a:lnTo>
                    <a:pt x="73152" y="61264"/>
                  </a:lnTo>
                  <a:lnTo>
                    <a:pt x="68872" y="61264"/>
                  </a:lnTo>
                  <a:lnTo>
                    <a:pt x="65252" y="65074"/>
                  </a:lnTo>
                  <a:lnTo>
                    <a:pt x="65252" y="68884"/>
                  </a:lnTo>
                  <a:lnTo>
                    <a:pt x="69011" y="72694"/>
                  </a:lnTo>
                  <a:lnTo>
                    <a:pt x="74536" y="75234"/>
                  </a:lnTo>
                  <a:lnTo>
                    <a:pt x="70332" y="82854"/>
                  </a:lnTo>
                  <a:lnTo>
                    <a:pt x="69583" y="89204"/>
                  </a:lnTo>
                  <a:lnTo>
                    <a:pt x="69481" y="90474"/>
                  </a:lnTo>
                  <a:lnTo>
                    <a:pt x="69367" y="91744"/>
                  </a:lnTo>
                  <a:lnTo>
                    <a:pt x="69265" y="93014"/>
                  </a:lnTo>
                  <a:lnTo>
                    <a:pt x="69151" y="94284"/>
                  </a:lnTo>
                  <a:lnTo>
                    <a:pt x="69037" y="95554"/>
                  </a:lnTo>
                  <a:lnTo>
                    <a:pt x="65455" y="100634"/>
                  </a:lnTo>
                  <a:lnTo>
                    <a:pt x="71932" y="99364"/>
                  </a:lnTo>
                  <a:lnTo>
                    <a:pt x="75272" y="93014"/>
                  </a:lnTo>
                  <a:lnTo>
                    <a:pt x="77533" y="87934"/>
                  </a:lnTo>
                  <a:lnTo>
                    <a:pt x="80759" y="84124"/>
                  </a:lnTo>
                  <a:lnTo>
                    <a:pt x="79476" y="90474"/>
                  </a:lnTo>
                  <a:lnTo>
                    <a:pt x="77114" y="95554"/>
                  </a:lnTo>
                  <a:lnTo>
                    <a:pt x="74841" y="100634"/>
                  </a:lnTo>
                  <a:lnTo>
                    <a:pt x="73825" y="108254"/>
                  </a:lnTo>
                  <a:lnTo>
                    <a:pt x="73825" y="114604"/>
                  </a:lnTo>
                  <a:lnTo>
                    <a:pt x="77812" y="122224"/>
                  </a:lnTo>
                  <a:lnTo>
                    <a:pt x="74371" y="126034"/>
                  </a:lnTo>
                  <a:lnTo>
                    <a:pt x="79641" y="120954"/>
                  </a:lnTo>
                  <a:lnTo>
                    <a:pt x="82283" y="112064"/>
                  </a:lnTo>
                  <a:lnTo>
                    <a:pt x="84251" y="103174"/>
                  </a:lnTo>
                  <a:lnTo>
                    <a:pt x="87490" y="96824"/>
                  </a:lnTo>
                  <a:lnTo>
                    <a:pt x="88582" y="99364"/>
                  </a:lnTo>
                  <a:lnTo>
                    <a:pt x="87820" y="103174"/>
                  </a:lnTo>
                  <a:lnTo>
                    <a:pt x="86588" y="106984"/>
                  </a:lnTo>
                  <a:lnTo>
                    <a:pt x="85166" y="114604"/>
                  </a:lnTo>
                  <a:lnTo>
                    <a:pt x="85077" y="117144"/>
                  </a:lnTo>
                  <a:lnTo>
                    <a:pt x="85026" y="118414"/>
                  </a:lnTo>
                  <a:lnTo>
                    <a:pt x="84937" y="120954"/>
                  </a:lnTo>
                  <a:lnTo>
                    <a:pt x="84886" y="122224"/>
                  </a:lnTo>
                  <a:lnTo>
                    <a:pt x="84785" y="123494"/>
                  </a:lnTo>
                  <a:lnTo>
                    <a:pt x="84670" y="124764"/>
                  </a:lnTo>
                  <a:lnTo>
                    <a:pt x="84569" y="126034"/>
                  </a:lnTo>
                  <a:lnTo>
                    <a:pt x="84467" y="127304"/>
                  </a:lnTo>
                  <a:lnTo>
                    <a:pt x="84353" y="128574"/>
                  </a:lnTo>
                  <a:lnTo>
                    <a:pt x="84251" y="129844"/>
                  </a:lnTo>
                  <a:lnTo>
                    <a:pt x="81749" y="134924"/>
                  </a:lnTo>
                  <a:lnTo>
                    <a:pt x="87782" y="131114"/>
                  </a:lnTo>
                  <a:lnTo>
                    <a:pt x="91973" y="124764"/>
                  </a:lnTo>
                  <a:lnTo>
                    <a:pt x="95834" y="118414"/>
                  </a:lnTo>
                  <a:lnTo>
                    <a:pt x="100863" y="112064"/>
                  </a:lnTo>
                  <a:lnTo>
                    <a:pt x="95580" y="124764"/>
                  </a:lnTo>
                  <a:lnTo>
                    <a:pt x="89928" y="141274"/>
                  </a:lnTo>
                  <a:lnTo>
                    <a:pt x="83604" y="157784"/>
                  </a:lnTo>
                  <a:lnTo>
                    <a:pt x="54737" y="203504"/>
                  </a:lnTo>
                  <a:lnTo>
                    <a:pt x="34188" y="220014"/>
                  </a:lnTo>
                  <a:lnTo>
                    <a:pt x="27292" y="220014"/>
                  </a:lnTo>
                  <a:lnTo>
                    <a:pt x="22275" y="216204"/>
                  </a:lnTo>
                  <a:lnTo>
                    <a:pt x="22275" y="207314"/>
                  </a:lnTo>
                  <a:lnTo>
                    <a:pt x="29210" y="189534"/>
                  </a:lnTo>
                  <a:lnTo>
                    <a:pt x="59677" y="156514"/>
                  </a:lnTo>
                  <a:lnTo>
                    <a:pt x="66611" y="137464"/>
                  </a:lnTo>
                  <a:lnTo>
                    <a:pt x="66611" y="126034"/>
                  </a:lnTo>
                  <a:lnTo>
                    <a:pt x="56540" y="122224"/>
                  </a:lnTo>
                  <a:lnTo>
                    <a:pt x="46024" y="122224"/>
                  </a:lnTo>
                  <a:lnTo>
                    <a:pt x="41008" y="123494"/>
                  </a:lnTo>
                  <a:lnTo>
                    <a:pt x="36728" y="127304"/>
                  </a:lnTo>
                  <a:lnTo>
                    <a:pt x="34886" y="126034"/>
                  </a:lnTo>
                  <a:lnTo>
                    <a:pt x="31457" y="126034"/>
                  </a:lnTo>
                  <a:lnTo>
                    <a:pt x="22860" y="129844"/>
                  </a:lnTo>
                  <a:lnTo>
                    <a:pt x="18186" y="140004"/>
                  </a:lnTo>
                  <a:lnTo>
                    <a:pt x="13868" y="148894"/>
                  </a:lnTo>
                  <a:lnTo>
                    <a:pt x="6350" y="152704"/>
                  </a:lnTo>
                  <a:lnTo>
                    <a:pt x="11036" y="153974"/>
                  </a:lnTo>
                  <a:lnTo>
                    <a:pt x="16459" y="151434"/>
                  </a:lnTo>
                  <a:lnTo>
                    <a:pt x="21882" y="147624"/>
                  </a:lnTo>
                  <a:lnTo>
                    <a:pt x="26606" y="142544"/>
                  </a:lnTo>
                  <a:lnTo>
                    <a:pt x="21170" y="152704"/>
                  </a:lnTo>
                  <a:lnTo>
                    <a:pt x="11671" y="159054"/>
                  </a:lnTo>
                  <a:lnTo>
                    <a:pt x="2984" y="165404"/>
                  </a:lnTo>
                  <a:lnTo>
                    <a:pt x="0" y="176834"/>
                  </a:lnTo>
                  <a:lnTo>
                    <a:pt x="8699" y="167944"/>
                  </a:lnTo>
                  <a:lnTo>
                    <a:pt x="24218" y="160324"/>
                  </a:lnTo>
                  <a:lnTo>
                    <a:pt x="39052" y="151434"/>
                  </a:lnTo>
                  <a:lnTo>
                    <a:pt x="43256" y="142544"/>
                  </a:lnTo>
                  <a:lnTo>
                    <a:pt x="45656" y="137464"/>
                  </a:lnTo>
                  <a:lnTo>
                    <a:pt x="45656" y="134924"/>
                  </a:lnTo>
                  <a:lnTo>
                    <a:pt x="44043" y="132384"/>
                  </a:lnTo>
                  <a:lnTo>
                    <a:pt x="42037" y="129844"/>
                  </a:lnTo>
                  <a:lnTo>
                    <a:pt x="45161" y="128574"/>
                  </a:lnTo>
                  <a:lnTo>
                    <a:pt x="48094" y="127304"/>
                  </a:lnTo>
                  <a:lnTo>
                    <a:pt x="55829" y="127304"/>
                  </a:lnTo>
                  <a:lnTo>
                    <a:pt x="60401" y="131114"/>
                  </a:lnTo>
                  <a:lnTo>
                    <a:pt x="60401" y="138734"/>
                  </a:lnTo>
                  <a:lnTo>
                    <a:pt x="53543" y="155244"/>
                  </a:lnTo>
                  <a:lnTo>
                    <a:pt x="23368" y="188264"/>
                  </a:lnTo>
                  <a:lnTo>
                    <a:pt x="16510" y="207314"/>
                  </a:lnTo>
                  <a:lnTo>
                    <a:pt x="16510" y="212394"/>
                  </a:lnTo>
                  <a:lnTo>
                    <a:pt x="17830" y="216204"/>
                  </a:lnTo>
                  <a:lnTo>
                    <a:pt x="20078" y="218744"/>
                  </a:lnTo>
                  <a:lnTo>
                    <a:pt x="16992" y="220014"/>
                  </a:lnTo>
                  <a:lnTo>
                    <a:pt x="13716" y="220014"/>
                  </a:lnTo>
                  <a:lnTo>
                    <a:pt x="11137" y="217474"/>
                  </a:lnTo>
                  <a:lnTo>
                    <a:pt x="11036" y="220014"/>
                  </a:lnTo>
                  <a:lnTo>
                    <a:pt x="10947" y="222554"/>
                  </a:lnTo>
                  <a:lnTo>
                    <a:pt x="10896" y="223824"/>
                  </a:lnTo>
                  <a:lnTo>
                    <a:pt x="21221" y="228904"/>
                  </a:lnTo>
                  <a:lnTo>
                    <a:pt x="27800" y="225094"/>
                  </a:lnTo>
                  <a:lnTo>
                    <a:pt x="29210" y="225094"/>
                  </a:lnTo>
                  <a:lnTo>
                    <a:pt x="30848" y="226364"/>
                  </a:lnTo>
                  <a:lnTo>
                    <a:pt x="32397" y="226364"/>
                  </a:lnTo>
                  <a:lnTo>
                    <a:pt x="30403" y="231444"/>
                  </a:lnTo>
                  <a:lnTo>
                    <a:pt x="23749" y="232714"/>
                  </a:lnTo>
                  <a:lnTo>
                    <a:pt x="20078" y="232714"/>
                  </a:lnTo>
                  <a:lnTo>
                    <a:pt x="29337" y="235254"/>
                  </a:lnTo>
                  <a:lnTo>
                    <a:pt x="38938" y="232714"/>
                  </a:lnTo>
                  <a:lnTo>
                    <a:pt x="46266" y="227634"/>
                  </a:lnTo>
                  <a:lnTo>
                    <a:pt x="47091" y="225094"/>
                  </a:lnTo>
                  <a:lnTo>
                    <a:pt x="48755" y="220014"/>
                  </a:lnTo>
                  <a:lnTo>
                    <a:pt x="54610" y="214934"/>
                  </a:lnTo>
                  <a:lnTo>
                    <a:pt x="59690" y="207314"/>
                  </a:lnTo>
                  <a:lnTo>
                    <a:pt x="69011" y="194614"/>
                  </a:lnTo>
                  <a:lnTo>
                    <a:pt x="68592" y="195884"/>
                  </a:lnTo>
                  <a:lnTo>
                    <a:pt x="67957" y="199694"/>
                  </a:lnTo>
                  <a:lnTo>
                    <a:pt x="63398" y="208584"/>
                  </a:lnTo>
                  <a:lnTo>
                    <a:pt x="59321" y="216204"/>
                  </a:lnTo>
                  <a:lnTo>
                    <a:pt x="56083" y="225094"/>
                  </a:lnTo>
                  <a:lnTo>
                    <a:pt x="54038" y="236524"/>
                  </a:lnTo>
                  <a:lnTo>
                    <a:pt x="52171" y="245414"/>
                  </a:lnTo>
                  <a:lnTo>
                    <a:pt x="48602" y="251764"/>
                  </a:lnTo>
                  <a:lnTo>
                    <a:pt x="43611" y="258114"/>
                  </a:lnTo>
                  <a:lnTo>
                    <a:pt x="37465" y="259384"/>
                  </a:lnTo>
                  <a:lnTo>
                    <a:pt x="35496" y="259384"/>
                  </a:lnTo>
                  <a:lnTo>
                    <a:pt x="32232" y="256844"/>
                  </a:lnTo>
                  <a:lnTo>
                    <a:pt x="30746" y="258114"/>
                  </a:lnTo>
                  <a:lnTo>
                    <a:pt x="27901" y="260654"/>
                  </a:lnTo>
                  <a:lnTo>
                    <a:pt x="30543" y="263194"/>
                  </a:lnTo>
                  <a:lnTo>
                    <a:pt x="30543" y="268274"/>
                  </a:lnTo>
                  <a:lnTo>
                    <a:pt x="23749" y="272084"/>
                  </a:lnTo>
                  <a:lnTo>
                    <a:pt x="23749" y="288594"/>
                  </a:lnTo>
                  <a:lnTo>
                    <a:pt x="26606" y="293674"/>
                  </a:lnTo>
                  <a:lnTo>
                    <a:pt x="25463" y="297484"/>
                  </a:lnTo>
                  <a:lnTo>
                    <a:pt x="28359" y="296214"/>
                  </a:lnTo>
                  <a:lnTo>
                    <a:pt x="32156" y="291134"/>
                  </a:lnTo>
                  <a:lnTo>
                    <a:pt x="33616" y="284784"/>
                  </a:lnTo>
                  <a:lnTo>
                    <a:pt x="33667" y="286054"/>
                  </a:lnTo>
                  <a:lnTo>
                    <a:pt x="33782" y="288594"/>
                  </a:lnTo>
                  <a:lnTo>
                    <a:pt x="33896" y="291134"/>
                  </a:lnTo>
                  <a:lnTo>
                    <a:pt x="34010" y="293674"/>
                  </a:lnTo>
                  <a:lnTo>
                    <a:pt x="32435" y="298754"/>
                  </a:lnTo>
                  <a:lnTo>
                    <a:pt x="31559" y="303834"/>
                  </a:lnTo>
                  <a:lnTo>
                    <a:pt x="34061" y="311454"/>
                  </a:lnTo>
                  <a:lnTo>
                    <a:pt x="34886" y="307644"/>
                  </a:lnTo>
                  <a:lnTo>
                    <a:pt x="39166" y="305104"/>
                  </a:lnTo>
                  <a:lnTo>
                    <a:pt x="41821" y="307644"/>
                  </a:lnTo>
                  <a:lnTo>
                    <a:pt x="44538" y="308914"/>
                  </a:lnTo>
                  <a:lnTo>
                    <a:pt x="43256" y="310184"/>
                  </a:lnTo>
                  <a:lnTo>
                    <a:pt x="41325" y="312724"/>
                  </a:lnTo>
                  <a:lnTo>
                    <a:pt x="39331" y="313994"/>
                  </a:lnTo>
                  <a:lnTo>
                    <a:pt x="37553" y="324154"/>
                  </a:lnTo>
                  <a:lnTo>
                    <a:pt x="46456" y="322884"/>
                  </a:lnTo>
                  <a:lnTo>
                    <a:pt x="44729" y="321614"/>
                  </a:lnTo>
                  <a:lnTo>
                    <a:pt x="44615" y="319074"/>
                  </a:lnTo>
                  <a:lnTo>
                    <a:pt x="49085" y="319074"/>
                  </a:lnTo>
                  <a:lnTo>
                    <a:pt x="55181" y="317804"/>
                  </a:lnTo>
                  <a:lnTo>
                    <a:pt x="57010" y="320344"/>
                  </a:lnTo>
                  <a:lnTo>
                    <a:pt x="67665" y="320344"/>
                  </a:lnTo>
                  <a:lnTo>
                    <a:pt x="68122" y="317804"/>
                  </a:lnTo>
                  <a:lnTo>
                    <a:pt x="68592" y="315264"/>
                  </a:lnTo>
                  <a:lnTo>
                    <a:pt x="75107" y="315264"/>
                  </a:lnTo>
                  <a:lnTo>
                    <a:pt x="75107" y="317804"/>
                  </a:lnTo>
                  <a:lnTo>
                    <a:pt x="73964" y="319074"/>
                  </a:lnTo>
                  <a:lnTo>
                    <a:pt x="79070" y="317804"/>
                  </a:lnTo>
                  <a:lnTo>
                    <a:pt x="80035" y="315264"/>
                  </a:lnTo>
                  <a:lnTo>
                    <a:pt x="80035" y="310184"/>
                  </a:lnTo>
                  <a:lnTo>
                    <a:pt x="77660" y="307644"/>
                  </a:lnTo>
                  <a:lnTo>
                    <a:pt x="79451" y="306374"/>
                  </a:lnTo>
                  <a:lnTo>
                    <a:pt x="81305" y="305104"/>
                  </a:lnTo>
                  <a:lnTo>
                    <a:pt x="87312" y="306374"/>
                  </a:lnTo>
                  <a:lnTo>
                    <a:pt x="84874" y="311454"/>
                  </a:lnTo>
                  <a:lnTo>
                    <a:pt x="87934" y="311454"/>
                  </a:lnTo>
                  <a:lnTo>
                    <a:pt x="89611" y="308914"/>
                  </a:lnTo>
                  <a:lnTo>
                    <a:pt x="89611" y="305104"/>
                  </a:lnTo>
                  <a:lnTo>
                    <a:pt x="89611" y="302564"/>
                  </a:lnTo>
                  <a:lnTo>
                    <a:pt x="89611" y="301294"/>
                  </a:lnTo>
                  <a:lnTo>
                    <a:pt x="87490" y="300024"/>
                  </a:lnTo>
                  <a:lnTo>
                    <a:pt x="85369" y="298754"/>
                  </a:lnTo>
                  <a:lnTo>
                    <a:pt x="81305" y="300024"/>
                  </a:lnTo>
                  <a:lnTo>
                    <a:pt x="80645" y="297484"/>
                  </a:lnTo>
                  <a:lnTo>
                    <a:pt x="77177" y="296214"/>
                  </a:lnTo>
                  <a:lnTo>
                    <a:pt x="66738" y="296214"/>
                  </a:lnTo>
                  <a:lnTo>
                    <a:pt x="67792" y="302564"/>
                  </a:lnTo>
                  <a:lnTo>
                    <a:pt x="62826" y="302564"/>
                  </a:lnTo>
                  <a:lnTo>
                    <a:pt x="47180" y="274624"/>
                  </a:lnTo>
                  <a:lnTo>
                    <a:pt x="47180" y="265734"/>
                  </a:lnTo>
                  <a:lnTo>
                    <a:pt x="57175" y="263194"/>
                  </a:lnTo>
                  <a:lnTo>
                    <a:pt x="64363" y="260654"/>
                  </a:lnTo>
                  <a:lnTo>
                    <a:pt x="66408" y="259384"/>
                  </a:lnTo>
                  <a:lnTo>
                    <a:pt x="70510" y="256844"/>
                  </a:lnTo>
                  <a:lnTo>
                    <a:pt x="77673" y="253034"/>
                  </a:lnTo>
                  <a:lnTo>
                    <a:pt x="84912" y="246684"/>
                  </a:lnTo>
                  <a:lnTo>
                    <a:pt x="91262" y="237794"/>
                  </a:lnTo>
                  <a:lnTo>
                    <a:pt x="94653" y="230174"/>
                  </a:lnTo>
                  <a:lnTo>
                    <a:pt x="96367" y="222554"/>
                  </a:lnTo>
                  <a:lnTo>
                    <a:pt x="96443" y="221284"/>
                  </a:lnTo>
                  <a:lnTo>
                    <a:pt x="96532" y="220014"/>
                  </a:lnTo>
                  <a:lnTo>
                    <a:pt x="96596" y="206044"/>
                  </a:lnTo>
                  <a:lnTo>
                    <a:pt x="106603" y="211124"/>
                  </a:lnTo>
                  <a:lnTo>
                    <a:pt x="107657" y="218744"/>
                  </a:lnTo>
                  <a:lnTo>
                    <a:pt x="107657" y="232714"/>
                  </a:lnTo>
                  <a:lnTo>
                    <a:pt x="103619" y="235254"/>
                  </a:lnTo>
                  <a:lnTo>
                    <a:pt x="100457" y="236524"/>
                  </a:lnTo>
                  <a:lnTo>
                    <a:pt x="97840" y="237794"/>
                  </a:lnTo>
                  <a:lnTo>
                    <a:pt x="96926" y="237794"/>
                  </a:lnTo>
                  <a:lnTo>
                    <a:pt x="96685" y="239064"/>
                  </a:lnTo>
                  <a:lnTo>
                    <a:pt x="96278" y="241604"/>
                  </a:lnTo>
                  <a:lnTo>
                    <a:pt x="97612" y="242874"/>
                  </a:lnTo>
                  <a:lnTo>
                    <a:pt x="98793" y="242874"/>
                  </a:lnTo>
                  <a:lnTo>
                    <a:pt x="102425" y="245414"/>
                  </a:lnTo>
                  <a:lnTo>
                    <a:pt x="101536" y="247954"/>
                  </a:lnTo>
                  <a:lnTo>
                    <a:pt x="102679" y="251764"/>
                  </a:lnTo>
                  <a:lnTo>
                    <a:pt x="103619" y="255574"/>
                  </a:lnTo>
                  <a:lnTo>
                    <a:pt x="107010" y="260654"/>
                  </a:lnTo>
                  <a:lnTo>
                    <a:pt x="112610" y="265734"/>
                  </a:lnTo>
                  <a:lnTo>
                    <a:pt x="113144" y="263194"/>
                  </a:lnTo>
                  <a:lnTo>
                    <a:pt x="113017" y="259384"/>
                  </a:lnTo>
                  <a:lnTo>
                    <a:pt x="112915" y="258114"/>
                  </a:lnTo>
                  <a:lnTo>
                    <a:pt x="112814" y="256844"/>
                  </a:lnTo>
                  <a:lnTo>
                    <a:pt x="112712" y="255574"/>
                  </a:lnTo>
                  <a:lnTo>
                    <a:pt x="112610" y="254304"/>
                  </a:lnTo>
                  <a:lnTo>
                    <a:pt x="116344" y="259384"/>
                  </a:lnTo>
                  <a:lnTo>
                    <a:pt x="118135" y="265734"/>
                  </a:lnTo>
                  <a:lnTo>
                    <a:pt x="121272" y="270814"/>
                  </a:lnTo>
                  <a:lnTo>
                    <a:pt x="129095" y="273354"/>
                  </a:lnTo>
                  <a:lnTo>
                    <a:pt x="126403" y="272084"/>
                  </a:lnTo>
                  <a:lnTo>
                    <a:pt x="127088" y="268274"/>
                  </a:lnTo>
                  <a:lnTo>
                    <a:pt x="128651" y="268274"/>
                  </a:lnTo>
                  <a:lnTo>
                    <a:pt x="130251" y="267004"/>
                  </a:lnTo>
                  <a:lnTo>
                    <a:pt x="132194" y="268274"/>
                  </a:lnTo>
                  <a:lnTo>
                    <a:pt x="135178" y="272084"/>
                  </a:lnTo>
                  <a:lnTo>
                    <a:pt x="138023" y="275894"/>
                  </a:lnTo>
                  <a:lnTo>
                    <a:pt x="151409" y="275894"/>
                  </a:lnTo>
                  <a:lnTo>
                    <a:pt x="148082" y="273354"/>
                  </a:lnTo>
                  <a:lnTo>
                    <a:pt x="155600" y="273354"/>
                  </a:lnTo>
                  <a:lnTo>
                    <a:pt x="155498" y="275894"/>
                  </a:lnTo>
                  <a:lnTo>
                    <a:pt x="155397" y="278434"/>
                  </a:lnTo>
                  <a:lnTo>
                    <a:pt x="153352" y="280974"/>
                  </a:lnTo>
                  <a:lnTo>
                    <a:pt x="159702" y="279704"/>
                  </a:lnTo>
                  <a:lnTo>
                    <a:pt x="161594" y="274624"/>
                  </a:lnTo>
                  <a:lnTo>
                    <a:pt x="161061" y="273354"/>
                  </a:lnTo>
                  <a:lnTo>
                    <a:pt x="159461" y="269544"/>
                  </a:lnTo>
                  <a:lnTo>
                    <a:pt x="164973" y="267004"/>
                  </a:lnTo>
                  <a:lnTo>
                    <a:pt x="167970" y="270814"/>
                  </a:lnTo>
                  <a:lnTo>
                    <a:pt x="168694" y="273354"/>
                  </a:lnTo>
                  <a:lnTo>
                    <a:pt x="174205" y="268274"/>
                  </a:lnTo>
                  <a:lnTo>
                    <a:pt x="173101" y="267004"/>
                  </a:lnTo>
                  <a:lnTo>
                    <a:pt x="168694" y="261924"/>
                  </a:lnTo>
                  <a:lnTo>
                    <a:pt x="164477" y="261924"/>
                  </a:lnTo>
                  <a:lnTo>
                    <a:pt x="164477" y="260654"/>
                  </a:lnTo>
                  <a:lnTo>
                    <a:pt x="164477" y="259384"/>
                  </a:lnTo>
                  <a:lnTo>
                    <a:pt x="162674" y="258114"/>
                  </a:lnTo>
                  <a:lnTo>
                    <a:pt x="158038" y="256844"/>
                  </a:lnTo>
                  <a:lnTo>
                    <a:pt x="150787" y="256844"/>
                  </a:lnTo>
                  <a:lnTo>
                    <a:pt x="149288" y="260654"/>
                  </a:lnTo>
                  <a:lnTo>
                    <a:pt x="146304" y="260654"/>
                  </a:lnTo>
                  <a:lnTo>
                    <a:pt x="118516" y="237794"/>
                  </a:lnTo>
                  <a:lnTo>
                    <a:pt x="121272" y="232714"/>
                  </a:lnTo>
                  <a:lnTo>
                    <a:pt x="127317" y="227634"/>
                  </a:lnTo>
                  <a:lnTo>
                    <a:pt x="133362" y="221284"/>
                  </a:lnTo>
                  <a:lnTo>
                    <a:pt x="136105" y="214934"/>
                  </a:lnTo>
                  <a:lnTo>
                    <a:pt x="133959" y="206044"/>
                  </a:lnTo>
                  <a:lnTo>
                    <a:pt x="133654" y="204774"/>
                  </a:lnTo>
                  <a:lnTo>
                    <a:pt x="127330" y="198424"/>
                  </a:lnTo>
                  <a:lnTo>
                    <a:pt x="122161" y="194614"/>
                  </a:lnTo>
                  <a:lnTo>
                    <a:pt x="118706" y="192074"/>
                  </a:lnTo>
                  <a:lnTo>
                    <a:pt x="109321" y="185724"/>
                  </a:lnTo>
                  <a:lnTo>
                    <a:pt x="113931" y="183184"/>
                  </a:lnTo>
                  <a:lnTo>
                    <a:pt x="120421" y="181914"/>
                  </a:lnTo>
                  <a:lnTo>
                    <a:pt x="127457" y="181914"/>
                  </a:lnTo>
                  <a:lnTo>
                    <a:pt x="133756" y="183184"/>
                  </a:lnTo>
                  <a:lnTo>
                    <a:pt x="133985" y="181914"/>
                  </a:lnTo>
                  <a:lnTo>
                    <a:pt x="134442" y="179374"/>
                  </a:lnTo>
                  <a:lnTo>
                    <a:pt x="137185" y="180644"/>
                  </a:lnTo>
                  <a:lnTo>
                    <a:pt x="137350" y="179374"/>
                  </a:lnTo>
                  <a:lnTo>
                    <a:pt x="138137" y="173024"/>
                  </a:lnTo>
                  <a:lnTo>
                    <a:pt x="140690" y="179374"/>
                  </a:lnTo>
                  <a:lnTo>
                    <a:pt x="138023" y="184454"/>
                  </a:lnTo>
                  <a:lnTo>
                    <a:pt x="140690" y="186994"/>
                  </a:lnTo>
                  <a:lnTo>
                    <a:pt x="142824" y="184454"/>
                  </a:lnTo>
                  <a:lnTo>
                    <a:pt x="148082" y="184454"/>
                  </a:lnTo>
                  <a:lnTo>
                    <a:pt x="148018" y="183184"/>
                  </a:lnTo>
                  <a:lnTo>
                    <a:pt x="147942" y="181914"/>
                  </a:lnTo>
                  <a:lnTo>
                    <a:pt x="147878" y="180644"/>
                  </a:lnTo>
                  <a:lnTo>
                    <a:pt x="147815" y="179374"/>
                  </a:lnTo>
                  <a:lnTo>
                    <a:pt x="147688" y="176834"/>
                  </a:lnTo>
                  <a:lnTo>
                    <a:pt x="149288" y="181914"/>
                  </a:lnTo>
                  <a:lnTo>
                    <a:pt x="145732" y="189534"/>
                  </a:lnTo>
                  <a:lnTo>
                    <a:pt x="149288" y="192074"/>
                  </a:lnTo>
                  <a:lnTo>
                    <a:pt x="149948" y="188264"/>
                  </a:lnTo>
                  <a:lnTo>
                    <a:pt x="155397" y="188264"/>
                  </a:lnTo>
                  <a:lnTo>
                    <a:pt x="156654" y="189534"/>
                  </a:lnTo>
                  <a:lnTo>
                    <a:pt x="156654" y="197154"/>
                  </a:lnTo>
                  <a:lnTo>
                    <a:pt x="149428" y="194614"/>
                  </a:lnTo>
                  <a:lnTo>
                    <a:pt x="149428" y="203504"/>
                  </a:lnTo>
                  <a:lnTo>
                    <a:pt x="152920" y="204774"/>
                  </a:lnTo>
                  <a:lnTo>
                    <a:pt x="152920" y="208584"/>
                  </a:lnTo>
                  <a:lnTo>
                    <a:pt x="150025" y="211124"/>
                  </a:lnTo>
                  <a:lnTo>
                    <a:pt x="146532" y="208584"/>
                  </a:lnTo>
                  <a:lnTo>
                    <a:pt x="147586" y="211124"/>
                  </a:lnTo>
                  <a:lnTo>
                    <a:pt x="149948" y="213664"/>
                  </a:lnTo>
                  <a:lnTo>
                    <a:pt x="156222" y="213664"/>
                  </a:lnTo>
                  <a:lnTo>
                    <a:pt x="159702" y="211124"/>
                  </a:lnTo>
                  <a:lnTo>
                    <a:pt x="161112" y="207314"/>
                  </a:lnTo>
                  <a:lnTo>
                    <a:pt x="162674" y="212394"/>
                  </a:lnTo>
                  <a:lnTo>
                    <a:pt x="161404" y="216204"/>
                  </a:lnTo>
                  <a:lnTo>
                    <a:pt x="158419" y="217474"/>
                  </a:lnTo>
                  <a:lnTo>
                    <a:pt x="161645" y="218744"/>
                  </a:lnTo>
                  <a:lnTo>
                    <a:pt x="169303" y="217474"/>
                  </a:lnTo>
                  <a:lnTo>
                    <a:pt x="169202" y="216204"/>
                  </a:lnTo>
                  <a:lnTo>
                    <a:pt x="169100" y="214934"/>
                  </a:lnTo>
                  <a:lnTo>
                    <a:pt x="168998" y="213664"/>
                  </a:lnTo>
                  <a:lnTo>
                    <a:pt x="168897" y="212394"/>
                  </a:lnTo>
                  <a:lnTo>
                    <a:pt x="168795" y="211124"/>
                  </a:lnTo>
                  <a:lnTo>
                    <a:pt x="168490" y="207314"/>
                  </a:lnTo>
                  <a:lnTo>
                    <a:pt x="172745" y="208584"/>
                  </a:lnTo>
                  <a:lnTo>
                    <a:pt x="175107" y="211124"/>
                  </a:lnTo>
                  <a:lnTo>
                    <a:pt x="172478" y="216204"/>
                  </a:lnTo>
                  <a:lnTo>
                    <a:pt x="176034" y="214934"/>
                  </a:lnTo>
                  <a:lnTo>
                    <a:pt x="179311" y="213664"/>
                  </a:lnTo>
                  <a:lnTo>
                    <a:pt x="179311" y="207314"/>
                  </a:lnTo>
                  <a:close/>
                </a:path>
                <a:path w="492759" h="325119">
                  <a:moveTo>
                    <a:pt x="351866" y="173456"/>
                  </a:moveTo>
                  <a:lnTo>
                    <a:pt x="351332" y="171704"/>
                  </a:lnTo>
                  <a:lnTo>
                    <a:pt x="350418" y="169164"/>
                  </a:lnTo>
                  <a:lnTo>
                    <a:pt x="348843" y="167652"/>
                  </a:lnTo>
                  <a:lnTo>
                    <a:pt x="348843" y="174574"/>
                  </a:lnTo>
                  <a:lnTo>
                    <a:pt x="348145" y="175653"/>
                  </a:lnTo>
                  <a:lnTo>
                    <a:pt x="347700" y="176771"/>
                  </a:lnTo>
                  <a:lnTo>
                    <a:pt x="346570" y="177380"/>
                  </a:lnTo>
                  <a:lnTo>
                    <a:pt x="344220" y="178257"/>
                  </a:lnTo>
                  <a:lnTo>
                    <a:pt x="342074" y="178079"/>
                  </a:lnTo>
                  <a:lnTo>
                    <a:pt x="340004" y="177050"/>
                  </a:lnTo>
                  <a:lnTo>
                    <a:pt x="337032" y="175653"/>
                  </a:lnTo>
                  <a:lnTo>
                    <a:pt x="336943" y="175488"/>
                  </a:lnTo>
                  <a:lnTo>
                    <a:pt x="335330" y="172554"/>
                  </a:lnTo>
                  <a:lnTo>
                    <a:pt x="336499" y="170218"/>
                  </a:lnTo>
                  <a:lnTo>
                    <a:pt x="337032" y="169011"/>
                  </a:lnTo>
                  <a:lnTo>
                    <a:pt x="338061" y="168389"/>
                  </a:lnTo>
                  <a:lnTo>
                    <a:pt x="338759" y="168249"/>
                  </a:lnTo>
                  <a:lnTo>
                    <a:pt x="340410" y="167627"/>
                  </a:lnTo>
                  <a:lnTo>
                    <a:pt x="342531" y="167830"/>
                  </a:lnTo>
                  <a:lnTo>
                    <a:pt x="346265" y="169519"/>
                  </a:lnTo>
                  <a:lnTo>
                    <a:pt x="347700" y="171145"/>
                  </a:lnTo>
                  <a:lnTo>
                    <a:pt x="348259" y="172707"/>
                  </a:lnTo>
                  <a:lnTo>
                    <a:pt x="348576" y="173456"/>
                  </a:lnTo>
                  <a:lnTo>
                    <a:pt x="348843" y="174574"/>
                  </a:lnTo>
                  <a:lnTo>
                    <a:pt x="348843" y="167652"/>
                  </a:lnTo>
                  <a:lnTo>
                    <a:pt x="348399" y="167233"/>
                  </a:lnTo>
                  <a:lnTo>
                    <a:pt x="345757" y="165989"/>
                  </a:lnTo>
                  <a:lnTo>
                    <a:pt x="343179" y="164680"/>
                  </a:lnTo>
                  <a:lnTo>
                    <a:pt x="331622" y="172707"/>
                  </a:lnTo>
                  <a:lnTo>
                    <a:pt x="334048" y="177711"/>
                  </a:lnTo>
                  <a:lnTo>
                    <a:pt x="338696" y="179946"/>
                  </a:lnTo>
                  <a:lnTo>
                    <a:pt x="341477" y="181203"/>
                  </a:lnTo>
                  <a:lnTo>
                    <a:pt x="344398" y="181483"/>
                  </a:lnTo>
                  <a:lnTo>
                    <a:pt x="346989" y="180555"/>
                  </a:lnTo>
                  <a:lnTo>
                    <a:pt x="348843" y="179946"/>
                  </a:lnTo>
                  <a:lnTo>
                    <a:pt x="350418" y="178689"/>
                  </a:lnTo>
                  <a:lnTo>
                    <a:pt x="350583" y="178257"/>
                  </a:lnTo>
                  <a:lnTo>
                    <a:pt x="350659" y="178079"/>
                  </a:lnTo>
                  <a:lnTo>
                    <a:pt x="351066" y="177050"/>
                  </a:lnTo>
                  <a:lnTo>
                    <a:pt x="351815" y="175653"/>
                  </a:lnTo>
                  <a:lnTo>
                    <a:pt x="351866" y="173456"/>
                  </a:lnTo>
                  <a:close/>
                </a:path>
                <a:path w="492759" h="325119">
                  <a:moveTo>
                    <a:pt x="357720" y="116687"/>
                  </a:moveTo>
                  <a:lnTo>
                    <a:pt x="357682" y="116166"/>
                  </a:lnTo>
                  <a:lnTo>
                    <a:pt x="357593" y="115912"/>
                  </a:lnTo>
                  <a:lnTo>
                    <a:pt x="357212" y="114719"/>
                  </a:lnTo>
                  <a:lnTo>
                    <a:pt x="356565" y="113868"/>
                  </a:lnTo>
                  <a:lnTo>
                    <a:pt x="355180" y="112064"/>
                  </a:lnTo>
                  <a:lnTo>
                    <a:pt x="354393" y="111607"/>
                  </a:lnTo>
                  <a:lnTo>
                    <a:pt x="354393" y="116166"/>
                  </a:lnTo>
                  <a:lnTo>
                    <a:pt x="354317" y="118237"/>
                  </a:lnTo>
                  <a:lnTo>
                    <a:pt x="354253" y="118579"/>
                  </a:lnTo>
                  <a:lnTo>
                    <a:pt x="354126" y="119329"/>
                  </a:lnTo>
                  <a:lnTo>
                    <a:pt x="353199" y="120853"/>
                  </a:lnTo>
                  <a:lnTo>
                    <a:pt x="349351" y="123799"/>
                  </a:lnTo>
                  <a:lnTo>
                    <a:pt x="346049" y="123799"/>
                  </a:lnTo>
                  <a:lnTo>
                    <a:pt x="344779" y="122135"/>
                  </a:lnTo>
                  <a:lnTo>
                    <a:pt x="344258" y="121551"/>
                  </a:lnTo>
                  <a:lnTo>
                    <a:pt x="344106" y="120853"/>
                  </a:lnTo>
                  <a:lnTo>
                    <a:pt x="344106" y="118579"/>
                  </a:lnTo>
                  <a:lnTo>
                    <a:pt x="345046" y="116687"/>
                  </a:lnTo>
                  <a:lnTo>
                    <a:pt x="346684" y="115493"/>
                  </a:lnTo>
                  <a:lnTo>
                    <a:pt x="348157" y="114376"/>
                  </a:lnTo>
                  <a:lnTo>
                    <a:pt x="349910" y="113868"/>
                  </a:lnTo>
                  <a:lnTo>
                    <a:pt x="351091" y="113868"/>
                  </a:lnTo>
                  <a:lnTo>
                    <a:pt x="352069" y="114147"/>
                  </a:lnTo>
                  <a:lnTo>
                    <a:pt x="352793" y="114376"/>
                  </a:lnTo>
                  <a:lnTo>
                    <a:pt x="352971" y="114376"/>
                  </a:lnTo>
                  <a:lnTo>
                    <a:pt x="354393" y="116166"/>
                  </a:lnTo>
                  <a:lnTo>
                    <a:pt x="354393" y="111607"/>
                  </a:lnTo>
                  <a:lnTo>
                    <a:pt x="353745" y="111213"/>
                  </a:lnTo>
                  <a:lnTo>
                    <a:pt x="351853" y="110947"/>
                  </a:lnTo>
                  <a:lnTo>
                    <a:pt x="349351" y="110642"/>
                  </a:lnTo>
                  <a:lnTo>
                    <a:pt x="346887" y="111417"/>
                  </a:lnTo>
                  <a:lnTo>
                    <a:pt x="344779" y="113106"/>
                  </a:lnTo>
                  <a:lnTo>
                    <a:pt x="340868" y="115912"/>
                  </a:lnTo>
                  <a:lnTo>
                    <a:pt x="340753" y="116433"/>
                  </a:lnTo>
                  <a:lnTo>
                    <a:pt x="340690" y="116687"/>
                  </a:lnTo>
                  <a:lnTo>
                    <a:pt x="339750" y="120853"/>
                  </a:lnTo>
                  <a:lnTo>
                    <a:pt x="340207" y="121551"/>
                  </a:lnTo>
                  <a:lnTo>
                    <a:pt x="342188" y="124028"/>
                  </a:lnTo>
                  <a:lnTo>
                    <a:pt x="344779" y="127152"/>
                  </a:lnTo>
                  <a:lnTo>
                    <a:pt x="349770" y="127355"/>
                  </a:lnTo>
                  <a:lnTo>
                    <a:pt x="353745" y="124383"/>
                  </a:lnTo>
                  <a:lnTo>
                    <a:pt x="354495" y="123799"/>
                  </a:lnTo>
                  <a:lnTo>
                    <a:pt x="355828" y="122758"/>
                  </a:lnTo>
                  <a:lnTo>
                    <a:pt x="357212" y="120586"/>
                  </a:lnTo>
                  <a:lnTo>
                    <a:pt x="357263" y="120091"/>
                  </a:lnTo>
                  <a:lnTo>
                    <a:pt x="357365" y="119329"/>
                  </a:lnTo>
                  <a:lnTo>
                    <a:pt x="357454" y="118579"/>
                  </a:lnTo>
                  <a:lnTo>
                    <a:pt x="357555" y="117805"/>
                  </a:lnTo>
                  <a:lnTo>
                    <a:pt x="357720" y="116687"/>
                  </a:lnTo>
                  <a:close/>
                </a:path>
                <a:path w="492759" h="325119">
                  <a:moveTo>
                    <a:pt x="411416" y="274193"/>
                  </a:moveTo>
                  <a:lnTo>
                    <a:pt x="411353" y="268147"/>
                  </a:lnTo>
                  <a:lnTo>
                    <a:pt x="411264" y="267804"/>
                  </a:lnTo>
                  <a:lnTo>
                    <a:pt x="410921" y="266509"/>
                  </a:lnTo>
                  <a:lnTo>
                    <a:pt x="409473" y="264642"/>
                  </a:lnTo>
                  <a:lnTo>
                    <a:pt x="408432" y="263271"/>
                  </a:lnTo>
                  <a:lnTo>
                    <a:pt x="408432" y="267804"/>
                  </a:lnTo>
                  <a:lnTo>
                    <a:pt x="408393" y="273164"/>
                  </a:lnTo>
                  <a:lnTo>
                    <a:pt x="408012" y="274193"/>
                  </a:lnTo>
                  <a:lnTo>
                    <a:pt x="407657" y="275056"/>
                  </a:lnTo>
                  <a:lnTo>
                    <a:pt x="405765" y="276860"/>
                  </a:lnTo>
                  <a:lnTo>
                    <a:pt x="404761" y="277533"/>
                  </a:lnTo>
                  <a:lnTo>
                    <a:pt x="402107" y="277533"/>
                  </a:lnTo>
                  <a:lnTo>
                    <a:pt x="401269" y="276860"/>
                  </a:lnTo>
                  <a:lnTo>
                    <a:pt x="400685" y="276263"/>
                  </a:lnTo>
                  <a:lnTo>
                    <a:pt x="399554" y="275056"/>
                  </a:lnTo>
                  <a:lnTo>
                    <a:pt x="398767" y="273164"/>
                  </a:lnTo>
                  <a:lnTo>
                    <a:pt x="398830" y="268909"/>
                  </a:lnTo>
                  <a:lnTo>
                    <a:pt x="408432" y="267804"/>
                  </a:lnTo>
                  <a:lnTo>
                    <a:pt x="408432" y="263271"/>
                  </a:lnTo>
                  <a:lnTo>
                    <a:pt x="408051" y="262763"/>
                  </a:lnTo>
                  <a:lnTo>
                    <a:pt x="405574" y="261569"/>
                  </a:lnTo>
                  <a:lnTo>
                    <a:pt x="401942" y="261569"/>
                  </a:lnTo>
                  <a:lnTo>
                    <a:pt x="400138" y="262356"/>
                  </a:lnTo>
                  <a:lnTo>
                    <a:pt x="398703" y="263702"/>
                  </a:lnTo>
                  <a:lnTo>
                    <a:pt x="396824" y="265417"/>
                  </a:lnTo>
                  <a:lnTo>
                    <a:pt x="395719" y="268147"/>
                  </a:lnTo>
                  <a:lnTo>
                    <a:pt x="395681" y="274193"/>
                  </a:lnTo>
                  <a:lnTo>
                    <a:pt x="396621" y="276593"/>
                  </a:lnTo>
                  <a:lnTo>
                    <a:pt x="398424" y="278396"/>
                  </a:lnTo>
                  <a:lnTo>
                    <a:pt x="399783" y="279844"/>
                  </a:lnTo>
                  <a:lnTo>
                    <a:pt x="401637" y="280606"/>
                  </a:lnTo>
                  <a:lnTo>
                    <a:pt x="405472" y="280606"/>
                  </a:lnTo>
                  <a:lnTo>
                    <a:pt x="407136" y="279984"/>
                  </a:lnTo>
                  <a:lnTo>
                    <a:pt x="409778" y="277533"/>
                  </a:lnTo>
                  <a:lnTo>
                    <a:pt x="410514" y="276860"/>
                  </a:lnTo>
                  <a:lnTo>
                    <a:pt x="410603" y="276593"/>
                  </a:lnTo>
                  <a:lnTo>
                    <a:pt x="410718" y="276263"/>
                  </a:lnTo>
                  <a:lnTo>
                    <a:pt x="411416" y="274193"/>
                  </a:lnTo>
                  <a:close/>
                </a:path>
                <a:path w="492759" h="325119">
                  <a:moveTo>
                    <a:pt x="430123" y="287591"/>
                  </a:moveTo>
                  <a:lnTo>
                    <a:pt x="428066" y="285229"/>
                  </a:lnTo>
                  <a:lnTo>
                    <a:pt x="426478" y="283413"/>
                  </a:lnTo>
                  <a:lnTo>
                    <a:pt x="426262" y="283375"/>
                  </a:lnTo>
                  <a:lnTo>
                    <a:pt x="426262" y="288366"/>
                  </a:lnTo>
                  <a:lnTo>
                    <a:pt x="426161" y="291312"/>
                  </a:lnTo>
                  <a:lnTo>
                    <a:pt x="426046" y="291884"/>
                  </a:lnTo>
                  <a:lnTo>
                    <a:pt x="425627" y="293827"/>
                  </a:lnTo>
                  <a:lnTo>
                    <a:pt x="422427" y="295465"/>
                  </a:lnTo>
                  <a:lnTo>
                    <a:pt x="418896" y="294805"/>
                  </a:lnTo>
                  <a:lnTo>
                    <a:pt x="415340" y="294170"/>
                  </a:lnTo>
                  <a:lnTo>
                    <a:pt x="412915" y="291528"/>
                  </a:lnTo>
                  <a:lnTo>
                    <a:pt x="412953" y="291312"/>
                  </a:lnTo>
                  <a:lnTo>
                    <a:pt x="413054" y="290677"/>
                  </a:lnTo>
                  <a:lnTo>
                    <a:pt x="413321" y="289064"/>
                  </a:lnTo>
                  <a:lnTo>
                    <a:pt x="413626" y="287769"/>
                  </a:lnTo>
                  <a:lnTo>
                    <a:pt x="414350" y="286893"/>
                  </a:lnTo>
                  <a:lnTo>
                    <a:pt x="415112" y="286575"/>
                  </a:lnTo>
                  <a:lnTo>
                    <a:pt x="416623" y="285572"/>
                  </a:lnTo>
                  <a:lnTo>
                    <a:pt x="418553" y="285229"/>
                  </a:lnTo>
                  <a:lnTo>
                    <a:pt x="423900" y="286118"/>
                  </a:lnTo>
                  <a:lnTo>
                    <a:pt x="426262" y="288366"/>
                  </a:lnTo>
                  <a:lnTo>
                    <a:pt x="426262" y="283375"/>
                  </a:lnTo>
                  <a:lnTo>
                    <a:pt x="421208" y="282422"/>
                  </a:lnTo>
                  <a:lnTo>
                    <a:pt x="418249" y="281952"/>
                  </a:lnTo>
                  <a:lnTo>
                    <a:pt x="415340" y="282422"/>
                  </a:lnTo>
                  <a:lnTo>
                    <a:pt x="413321" y="284035"/>
                  </a:lnTo>
                  <a:lnTo>
                    <a:pt x="411556" y="285038"/>
                  </a:lnTo>
                  <a:lnTo>
                    <a:pt x="411441" y="285229"/>
                  </a:lnTo>
                  <a:lnTo>
                    <a:pt x="410578" y="286575"/>
                  </a:lnTo>
                  <a:lnTo>
                    <a:pt x="410476" y="286893"/>
                  </a:lnTo>
                  <a:lnTo>
                    <a:pt x="409765" y="290677"/>
                  </a:lnTo>
                  <a:lnTo>
                    <a:pt x="410527" y="292798"/>
                  </a:lnTo>
                  <a:lnTo>
                    <a:pt x="412127" y="294525"/>
                  </a:lnTo>
                  <a:lnTo>
                    <a:pt x="413626" y="296316"/>
                  </a:lnTo>
                  <a:lnTo>
                    <a:pt x="415937" y="297421"/>
                  </a:lnTo>
                  <a:lnTo>
                    <a:pt x="418249" y="297865"/>
                  </a:lnTo>
                  <a:lnTo>
                    <a:pt x="420916" y="298284"/>
                  </a:lnTo>
                  <a:lnTo>
                    <a:pt x="423964" y="297865"/>
                  </a:lnTo>
                  <a:lnTo>
                    <a:pt x="423545" y="297865"/>
                  </a:lnTo>
                  <a:lnTo>
                    <a:pt x="425348" y="296913"/>
                  </a:lnTo>
                  <a:lnTo>
                    <a:pt x="429285" y="291884"/>
                  </a:lnTo>
                  <a:lnTo>
                    <a:pt x="429399" y="291312"/>
                  </a:lnTo>
                  <a:lnTo>
                    <a:pt x="429526" y="290677"/>
                  </a:lnTo>
                  <a:lnTo>
                    <a:pt x="430123" y="287591"/>
                  </a:lnTo>
                  <a:close/>
                </a:path>
                <a:path w="492759" h="325119">
                  <a:moveTo>
                    <a:pt x="484619" y="266001"/>
                  </a:moveTo>
                  <a:lnTo>
                    <a:pt x="482269" y="263702"/>
                  </a:lnTo>
                  <a:lnTo>
                    <a:pt x="481469" y="262928"/>
                  </a:lnTo>
                  <a:lnTo>
                    <a:pt x="481469" y="267804"/>
                  </a:lnTo>
                  <a:lnTo>
                    <a:pt x="481469" y="277698"/>
                  </a:lnTo>
                  <a:lnTo>
                    <a:pt x="477342" y="281800"/>
                  </a:lnTo>
                  <a:lnTo>
                    <a:pt x="466966" y="281800"/>
                  </a:lnTo>
                  <a:lnTo>
                    <a:pt x="462940" y="277698"/>
                  </a:lnTo>
                  <a:lnTo>
                    <a:pt x="462940" y="267804"/>
                  </a:lnTo>
                  <a:lnTo>
                    <a:pt x="466966" y="263702"/>
                  </a:lnTo>
                  <a:lnTo>
                    <a:pt x="477342" y="263702"/>
                  </a:lnTo>
                  <a:lnTo>
                    <a:pt x="481469" y="267804"/>
                  </a:lnTo>
                  <a:lnTo>
                    <a:pt x="481469" y="262928"/>
                  </a:lnTo>
                  <a:lnTo>
                    <a:pt x="479031" y="260540"/>
                  </a:lnTo>
                  <a:lnTo>
                    <a:pt x="465429" y="260540"/>
                  </a:lnTo>
                  <a:lnTo>
                    <a:pt x="459765" y="266001"/>
                  </a:lnTo>
                  <a:lnTo>
                    <a:pt x="459765" y="279412"/>
                  </a:lnTo>
                  <a:lnTo>
                    <a:pt x="465429" y="284886"/>
                  </a:lnTo>
                  <a:lnTo>
                    <a:pt x="479031" y="284886"/>
                  </a:lnTo>
                  <a:lnTo>
                    <a:pt x="482180" y="281800"/>
                  </a:lnTo>
                  <a:lnTo>
                    <a:pt x="484619" y="279412"/>
                  </a:lnTo>
                  <a:lnTo>
                    <a:pt x="484619" y="266001"/>
                  </a:lnTo>
                  <a:close/>
                </a:path>
                <a:path w="492759" h="325119">
                  <a:moveTo>
                    <a:pt x="492290" y="184150"/>
                  </a:moveTo>
                  <a:lnTo>
                    <a:pt x="490448" y="175260"/>
                  </a:lnTo>
                  <a:lnTo>
                    <a:pt x="482346" y="170180"/>
                  </a:lnTo>
                  <a:lnTo>
                    <a:pt x="473278" y="163830"/>
                  </a:lnTo>
                  <a:lnTo>
                    <a:pt x="472706" y="162560"/>
                  </a:lnTo>
                  <a:lnTo>
                    <a:pt x="468541" y="152400"/>
                  </a:lnTo>
                  <a:lnTo>
                    <a:pt x="472757" y="162560"/>
                  </a:lnTo>
                  <a:lnTo>
                    <a:pt x="480745" y="166370"/>
                  </a:lnTo>
                  <a:lnTo>
                    <a:pt x="486765" y="163830"/>
                  </a:lnTo>
                  <a:lnTo>
                    <a:pt x="480288" y="160020"/>
                  </a:lnTo>
                  <a:lnTo>
                    <a:pt x="478434" y="152400"/>
                  </a:lnTo>
                  <a:lnTo>
                    <a:pt x="478129" y="151130"/>
                  </a:lnTo>
                  <a:lnTo>
                    <a:pt x="475221" y="143510"/>
                  </a:lnTo>
                  <a:lnTo>
                    <a:pt x="469404" y="140970"/>
                  </a:lnTo>
                  <a:lnTo>
                    <a:pt x="466496" y="139700"/>
                  </a:lnTo>
                  <a:lnTo>
                    <a:pt x="463778" y="139700"/>
                  </a:lnTo>
                  <a:lnTo>
                    <a:pt x="460679" y="137160"/>
                  </a:lnTo>
                  <a:lnTo>
                    <a:pt x="457301" y="135890"/>
                  </a:lnTo>
                  <a:lnTo>
                    <a:pt x="452170" y="135890"/>
                  </a:lnTo>
                  <a:lnTo>
                    <a:pt x="445808" y="137160"/>
                  </a:lnTo>
                  <a:lnTo>
                    <a:pt x="439178" y="140970"/>
                  </a:lnTo>
                  <a:lnTo>
                    <a:pt x="433959" y="147320"/>
                  </a:lnTo>
                  <a:lnTo>
                    <a:pt x="431838" y="157480"/>
                  </a:lnTo>
                  <a:lnTo>
                    <a:pt x="437680" y="176530"/>
                  </a:lnTo>
                  <a:lnTo>
                    <a:pt x="463359" y="201930"/>
                  </a:lnTo>
                  <a:lnTo>
                    <a:pt x="469201" y="219710"/>
                  </a:lnTo>
                  <a:lnTo>
                    <a:pt x="469201" y="227330"/>
                  </a:lnTo>
                  <a:lnTo>
                    <a:pt x="462864" y="232410"/>
                  </a:lnTo>
                  <a:lnTo>
                    <a:pt x="449491" y="232410"/>
                  </a:lnTo>
                  <a:lnTo>
                    <a:pt x="444500" y="224790"/>
                  </a:lnTo>
                  <a:lnTo>
                    <a:pt x="440537" y="217170"/>
                  </a:lnTo>
                  <a:lnTo>
                    <a:pt x="439216" y="214630"/>
                  </a:lnTo>
                  <a:lnTo>
                    <a:pt x="437349" y="210820"/>
                  </a:lnTo>
                  <a:lnTo>
                    <a:pt x="436727" y="209550"/>
                  </a:lnTo>
                  <a:lnTo>
                    <a:pt x="431253" y="201930"/>
                  </a:lnTo>
                  <a:lnTo>
                    <a:pt x="429983" y="200507"/>
                  </a:lnTo>
                  <a:lnTo>
                    <a:pt x="429983" y="217170"/>
                  </a:lnTo>
                  <a:lnTo>
                    <a:pt x="425983" y="222250"/>
                  </a:lnTo>
                  <a:lnTo>
                    <a:pt x="422414" y="223520"/>
                  </a:lnTo>
                  <a:lnTo>
                    <a:pt x="417893" y="220980"/>
                  </a:lnTo>
                  <a:lnTo>
                    <a:pt x="417830" y="219710"/>
                  </a:lnTo>
                  <a:lnTo>
                    <a:pt x="417703" y="217170"/>
                  </a:lnTo>
                  <a:lnTo>
                    <a:pt x="421906" y="212090"/>
                  </a:lnTo>
                  <a:lnTo>
                    <a:pt x="425196" y="210820"/>
                  </a:lnTo>
                  <a:lnTo>
                    <a:pt x="427583" y="212090"/>
                  </a:lnTo>
                  <a:lnTo>
                    <a:pt x="429895" y="213360"/>
                  </a:lnTo>
                  <a:lnTo>
                    <a:pt x="429983" y="217170"/>
                  </a:lnTo>
                  <a:lnTo>
                    <a:pt x="429983" y="200507"/>
                  </a:lnTo>
                  <a:lnTo>
                    <a:pt x="425627" y="195580"/>
                  </a:lnTo>
                  <a:lnTo>
                    <a:pt x="427202" y="196850"/>
                  </a:lnTo>
                  <a:lnTo>
                    <a:pt x="434835" y="196850"/>
                  </a:lnTo>
                  <a:lnTo>
                    <a:pt x="436270" y="195580"/>
                  </a:lnTo>
                  <a:lnTo>
                    <a:pt x="437692" y="194310"/>
                  </a:lnTo>
                  <a:lnTo>
                    <a:pt x="438391" y="191770"/>
                  </a:lnTo>
                  <a:lnTo>
                    <a:pt x="438518" y="187960"/>
                  </a:lnTo>
                  <a:lnTo>
                    <a:pt x="437299" y="185420"/>
                  </a:lnTo>
                  <a:lnTo>
                    <a:pt x="435508" y="182880"/>
                  </a:lnTo>
                  <a:lnTo>
                    <a:pt x="435292" y="182626"/>
                  </a:lnTo>
                  <a:lnTo>
                    <a:pt x="435292" y="187960"/>
                  </a:lnTo>
                  <a:lnTo>
                    <a:pt x="435229" y="190500"/>
                  </a:lnTo>
                  <a:lnTo>
                    <a:pt x="435038" y="191770"/>
                  </a:lnTo>
                  <a:lnTo>
                    <a:pt x="434035" y="193040"/>
                  </a:lnTo>
                  <a:lnTo>
                    <a:pt x="433108" y="194310"/>
                  </a:lnTo>
                  <a:lnTo>
                    <a:pt x="429450" y="194310"/>
                  </a:lnTo>
                  <a:lnTo>
                    <a:pt x="427443" y="193040"/>
                  </a:lnTo>
                  <a:lnTo>
                    <a:pt x="424751" y="190500"/>
                  </a:lnTo>
                  <a:lnTo>
                    <a:pt x="424332" y="189230"/>
                  </a:lnTo>
                  <a:lnTo>
                    <a:pt x="423913" y="187960"/>
                  </a:lnTo>
                  <a:lnTo>
                    <a:pt x="423989" y="186690"/>
                  </a:lnTo>
                  <a:lnTo>
                    <a:pt x="424116" y="184150"/>
                  </a:lnTo>
                  <a:lnTo>
                    <a:pt x="425170" y="184150"/>
                  </a:lnTo>
                  <a:lnTo>
                    <a:pt x="425996" y="182880"/>
                  </a:lnTo>
                  <a:lnTo>
                    <a:pt x="429793" y="182880"/>
                  </a:lnTo>
                  <a:lnTo>
                    <a:pt x="431685" y="184150"/>
                  </a:lnTo>
                  <a:lnTo>
                    <a:pt x="433108" y="185420"/>
                  </a:lnTo>
                  <a:lnTo>
                    <a:pt x="434479" y="186690"/>
                  </a:lnTo>
                  <a:lnTo>
                    <a:pt x="435292" y="187960"/>
                  </a:lnTo>
                  <a:lnTo>
                    <a:pt x="435292" y="182626"/>
                  </a:lnTo>
                  <a:lnTo>
                    <a:pt x="433425" y="180340"/>
                  </a:lnTo>
                  <a:lnTo>
                    <a:pt x="430631" y="179070"/>
                  </a:lnTo>
                  <a:lnTo>
                    <a:pt x="426173" y="179070"/>
                  </a:lnTo>
                  <a:lnTo>
                    <a:pt x="424205" y="180340"/>
                  </a:lnTo>
                  <a:lnTo>
                    <a:pt x="422960" y="181610"/>
                  </a:lnTo>
                  <a:lnTo>
                    <a:pt x="421614" y="182880"/>
                  </a:lnTo>
                  <a:lnTo>
                    <a:pt x="420916" y="184150"/>
                  </a:lnTo>
                  <a:lnTo>
                    <a:pt x="420839" y="188506"/>
                  </a:lnTo>
                  <a:lnTo>
                    <a:pt x="415556" y="181610"/>
                  </a:lnTo>
                  <a:lnTo>
                    <a:pt x="415340" y="181343"/>
                  </a:lnTo>
                  <a:lnTo>
                    <a:pt x="415340" y="240030"/>
                  </a:lnTo>
                  <a:lnTo>
                    <a:pt x="413334" y="242570"/>
                  </a:lnTo>
                  <a:lnTo>
                    <a:pt x="411175" y="245110"/>
                  </a:lnTo>
                  <a:lnTo>
                    <a:pt x="407771" y="246380"/>
                  </a:lnTo>
                  <a:lnTo>
                    <a:pt x="403326" y="243840"/>
                  </a:lnTo>
                  <a:lnTo>
                    <a:pt x="403237" y="242570"/>
                  </a:lnTo>
                  <a:lnTo>
                    <a:pt x="403161" y="241300"/>
                  </a:lnTo>
                  <a:lnTo>
                    <a:pt x="403072" y="240030"/>
                  </a:lnTo>
                  <a:lnTo>
                    <a:pt x="405117" y="237490"/>
                  </a:lnTo>
                  <a:lnTo>
                    <a:pt x="407123" y="233680"/>
                  </a:lnTo>
                  <a:lnTo>
                    <a:pt x="410603" y="233680"/>
                  </a:lnTo>
                  <a:lnTo>
                    <a:pt x="412915" y="234950"/>
                  </a:lnTo>
                  <a:lnTo>
                    <a:pt x="415150" y="236220"/>
                  </a:lnTo>
                  <a:lnTo>
                    <a:pt x="415277" y="238760"/>
                  </a:lnTo>
                  <a:lnTo>
                    <a:pt x="415340" y="240030"/>
                  </a:lnTo>
                  <a:lnTo>
                    <a:pt x="415340" y="181343"/>
                  </a:lnTo>
                  <a:lnTo>
                    <a:pt x="410591" y="175260"/>
                  </a:lnTo>
                  <a:lnTo>
                    <a:pt x="407136" y="168910"/>
                  </a:lnTo>
                  <a:lnTo>
                    <a:pt x="405841" y="163830"/>
                  </a:lnTo>
                  <a:lnTo>
                    <a:pt x="405841" y="158750"/>
                  </a:lnTo>
                  <a:lnTo>
                    <a:pt x="409321" y="154940"/>
                  </a:lnTo>
                  <a:lnTo>
                    <a:pt x="411429" y="152400"/>
                  </a:lnTo>
                  <a:lnTo>
                    <a:pt x="413537" y="149860"/>
                  </a:lnTo>
                  <a:lnTo>
                    <a:pt x="414972" y="149860"/>
                  </a:lnTo>
                  <a:lnTo>
                    <a:pt x="416052" y="148590"/>
                  </a:lnTo>
                  <a:lnTo>
                    <a:pt x="417576" y="147320"/>
                  </a:lnTo>
                  <a:lnTo>
                    <a:pt x="420776" y="144780"/>
                  </a:lnTo>
                  <a:lnTo>
                    <a:pt x="427202" y="137160"/>
                  </a:lnTo>
                  <a:lnTo>
                    <a:pt x="427443" y="137160"/>
                  </a:lnTo>
                  <a:lnTo>
                    <a:pt x="429209" y="135890"/>
                  </a:lnTo>
                  <a:lnTo>
                    <a:pt x="425996" y="132956"/>
                  </a:lnTo>
                  <a:lnTo>
                    <a:pt x="425996" y="135890"/>
                  </a:lnTo>
                  <a:lnTo>
                    <a:pt x="418261" y="143510"/>
                  </a:lnTo>
                  <a:lnTo>
                    <a:pt x="414566" y="147320"/>
                  </a:lnTo>
                  <a:lnTo>
                    <a:pt x="410083" y="144780"/>
                  </a:lnTo>
                  <a:lnTo>
                    <a:pt x="362991" y="118110"/>
                  </a:lnTo>
                  <a:lnTo>
                    <a:pt x="368033" y="102870"/>
                  </a:lnTo>
                  <a:lnTo>
                    <a:pt x="373672" y="105410"/>
                  </a:lnTo>
                  <a:lnTo>
                    <a:pt x="372059" y="105410"/>
                  </a:lnTo>
                  <a:lnTo>
                    <a:pt x="370001" y="106680"/>
                  </a:lnTo>
                  <a:lnTo>
                    <a:pt x="368211" y="109220"/>
                  </a:lnTo>
                  <a:lnTo>
                    <a:pt x="371894" y="109220"/>
                  </a:lnTo>
                  <a:lnTo>
                    <a:pt x="373405" y="107950"/>
                  </a:lnTo>
                  <a:lnTo>
                    <a:pt x="371182" y="114300"/>
                  </a:lnTo>
                  <a:lnTo>
                    <a:pt x="370611" y="113030"/>
                  </a:lnTo>
                  <a:lnTo>
                    <a:pt x="368973" y="111760"/>
                  </a:lnTo>
                  <a:lnTo>
                    <a:pt x="367385" y="110490"/>
                  </a:lnTo>
                  <a:lnTo>
                    <a:pt x="366268" y="115570"/>
                  </a:lnTo>
                  <a:lnTo>
                    <a:pt x="369189" y="116840"/>
                  </a:lnTo>
                  <a:lnTo>
                    <a:pt x="371182" y="118110"/>
                  </a:lnTo>
                  <a:lnTo>
                    <a:pt x="374700" y="119380"/>
                  </a:lnTo>
                  <a:lnTo>
                    <a:pt x="376859" y="119380"/>
                  </a:lnTo>
                  <a:lnTo>
                    <a:pt x="377825" y="118110"/>
                  </a:lnTo>
                  <a:lnTo>
                    <a:pt x="378917" y="116840"/>
                  </a:lnTo>
                  <a:lnTo>
                    <a:pt x="377799" y="115570"/>
                  </a:lnTo>
                  <a:lnTo>
                    <a:pt x="376694" y="114300"/>
                  </a:lnTo>
                  <a:lnTo>
                    <a:pt x="373773" y="115570"/>
                  </a:lnTo>
                  <a:lnTo>
                    <a:pt x="373646" y="114300"/>
                  </a:lnTo>
                  <a:lnTo>
                    <a:pt x="373519" y="113030"/>
                  </a:lnTo>
                  <a:lnTo>
                    <a:pt x="373405" y="111760"/>
                  </a:lnTo>
                  <a:lnTo>
                    <a:pt x="375069" y="110490"/>
                  </a:lnTo>
                  <a:lnTo>
                    <a:pt x="378625" y="110490"/>
                  </a:lnTo>
                  <a:lnTo>
                    <a:pt x="379857" y="111760"/>
                  </a:lnTo>
                  <a:lnTo>
                    <a:pt x="380326" y="114300"/>
                  </a:lnTo>
                  <a:lnTo>
                    <a:pt x="380263" y="113030"/>
                  </a:lnTo>
                  <a:lnTo>
                    <a:pt x="380149" y="110490"/>
                  </a:lnTo>
                  <a:lnTo>
                    <a:pt x="380085" y="109220"/>
                  </a:lnTo>
                  <a:lnTo>
                    <a:pt x="380834" y="107950"/>
                  </a:lnTo>
                  <a:lnTo>
                    <a:pt x="382320" y="105410"/>
                  </a:lnTo>
                  <a:lnTo>
                    <a:pt x="386626" y="104140"/>
                  </a:lnTo>
                  <a:lnTo>
                    <a:pt x="388315" y="109220"/>
                  </a:lnTo>
                  <a:lnTo>
                    <a:pt x="386981" y="111760"/>
                  </a:lnTo>
                  <a:lnTo>
                    <a:pt x="383514" y="115570"/>
                  </a:lnTo>
                  <a:lnTo>
                    <a:pt x="385419" y="114300"/>
                  </a:lnTo>
                  <a:lnTo>
                    <a:pt x="387464" y="114300"/>
                  </a:lnTo>
                  <a:lnTo>
                    <a:pt x="388200" y="115570"/>
                  </a:lnTo>
                  <a:lnTo>
                    <a:pt x="389394" y="116840"/>
                  </a:lnTo>
                  <a:lnTo>
                    <a:pt x="388988" y="119380"/>
                  </a:lnTo>
                  <a:lnTo>
                    <a:pt x="386334" y="120650"/>
                  </a:lnTo>
                  <a:lnTo>
                    <a:pt x="385762" y="118110"/>
                  </a:lnTo>
                  <a:lnTo>
                    <a:pt x="382193" y="118110"/>
                  </a:lnTo>
                  <a:lnTo>
                    <a:pt x="381190" y="119380"/>
                  </a:lnTo>
                  <a:lnTo>
                    <a:pt x="380085" y="121920"/>
                  </a:lnTo>
                  <a:lnTo>
                    <a:pt x="381762" y="123190"/>
                  </a:lnTo>
                  <a:lnTo>
                    <a:pt x="384835" y="125730"/>
                  </a:lnTo>
                  <a:lnTo>
                    <a:pt x="388493" y="127000"/>
                  </a:lnTo>
                  <a:lnTo>
                    <a:pt x="391490" y="125730"/>
                  </a:lnTo>
                  <a:lnTo>
                    <a:pt x="392480" y="124460"/>
                  </a:lnTo>
                  <a:lnTo>
                    <a:pt x="393484" y="123190"/>
                  </a:lnTo>
                  <a:lnTo>
                    <a:pt x="392277" y="121920"/>
                  </a:lnTo>
                  <a:lnTo>
                    <a:pt x="390169" y="123190"/>
                  </a:lnTo>
                  <a:lnTo>
                    <a:pt x="388175" y="124460"/>
                  </a:lnTo>
                  <a:lnTo>
                    <a:pt x="390042" y="120650"/>
                  </a:lnTo>
                  <a:lnTo>
                    <a:pt x="391909" y="116840"/>
                  </a:lnTo>
                  <a:lnTo>
                    <a:pt x="392137" y="118110"/>
                  </a:lnTo>
                  <a:lnTo>
                    <a:pt x="392696" y="119380"/>
                  </a:lnTo>
                  <a:lnTo>
                    <a:pt x="394398" y="120650"/>
                  </a:lnTo>
                  <a:lnTo>
                    <a:pt x="395706" y="116840"/>
                  </a:lnTo>
                  <a:lnTo>
                    <a:pt x="394614" y="114300"/>
                  </a:lnTo>
                  <a:lnTo>
                    <a:pt x="402628" y="119380"/>
                  </a:lnTo>
                  <a:lnTo>
                    <a:pt x="399910" y="119380"/>
                  </a:lnTo>
                  <a:lnTo>
                    <a:pt x="396963" y="121920"/>
                  </a:lnTo>
                  <a:lnTo>
                    <a:pt x="398780" y="123190"/>
                  </a:lnTo>
                  <a:lnTo>
                    <a:pt x="400685" y="123190"/>
                  </a:lnTo>
                  <a:lnTo>
                    <a:pt x="401726" y="121920"/>
                  </a:lnTo>
                  <a:lnTo>
                    <a:pt x="397535" y="129540"/>
                  </a:lnTo>
                  <a:lnTo>
                    <a:pt x="397535" y="127000"/>
                  </a:lnTo>
                  <a:lnTo>
                    <a:pt x="396608" y="124460"/>
                  </a:lnTo>
                  <a:lnTo>
                    <a:pt x="395706" y="124460"/>
                  </a:lnTo>
                  <a:lnTo>
                    <a:pt x="393954" y="127000"/>
                  </a:lnTo>
                  <a:lnTo>
                    <a:pt x="394398" y="130810"/>
                  </a:lnTo>
                  <a:lnTo>
                    <a:pt x="398043" y="132080"/>
                  </a:lnTo>
                  <a:lnTo>
                    <a:pt x="401104" y="134620"/>
                  </a:lnTo>
                  <a:lnTo>
                    <a:pt x="403466" y="134620"/>
                  </a:lnTo>
                  <a:lnTo>
                    <a:pt x="404698" y="133350"/>
                  </a:lnTo>
                  <a:lnTo>
                    <a:pt x="405917" y="130810"/>
                  </a:lnTo>
                  <a:lnTo>
                    <a:pt x="404914" y="129540"/>
                  </a:lnTo>
                  <a:lnTo>
                    <a:pt x="403910" y="128270"/>
                  </a:lnTo>
                  <a:lnTo>
                    <a:pt x="400900" y="129540"/>
                  </a:lnTo>
                  <a:lnTo>
                    <a:pt x="400799" y="125730"/>
                  </a:lnTo>
                  <a:lnTo>
                    <a:pt x="402551" y="124460"/>
                  </a:lnTo>
                  <a:lnTo>
                    <a:pt x="406069" y="124460"/>
                  </a:lnTo>
                  <a:lnTo>
                    <a:pt x="407250" y="127000"/>
                  </a:lnTo>
                  <a:lnTo>
                    <a:pt x="407504" y="128270"/>
                  </a:lnTo>
                  <a:lnTo>
                    <a:pt x="408660" y="124460"/>
                  </a:lnTo>
                  <a:lnTo>
                    <a:pt x="410730" y="121920"/>
                  </a:lnTo>
                  <a:lnTo>
                    <a:pt x="415582" y="120650"/>
                  </a:lnTo>
                  <a:lnTo>
                    <a:pt x="416623" y="124460"/>
                  </a:lnTo>
                  <a:lnTo>
                    <a:pt x="414439" y="128270"/>
                  </a:lnTo>
                  <a:lnTo>
                    <a:pt x="412305" y="129540"/>
                  </a:lnTo>
                  <a:lnTo>
                    <a:pt x="412076" y="129540"/>
                  </a:lnTo>
                  <a:lnTo>
                    <a:pt x="410184" y="130810"/>
                  </a:lnTo>
                  <a:lnTo>
                    <a:pt x="412178" y="129616"/>
                  </a:lnTo>
                  <a:lnTo>
                    <a:pt x="414058" y="130810"/>
                  </a:lnTo>
                  <a:lnTo>
                    <a:pt x="414769" y="132080"/>
                  </a:lnTo>
                  <a:lnTo>
                    <a:pt x="415798" y="133350"/>
                  </a:lnTo>
                  <a:lnTo>
                    <a:pt x="415150" y="135890"/>
                  </a:lnTo>
                  <a:lnTo>
                    <a:pt x="412483" y="137160"/>
                  </a:lnTo>
                  <a:lnTo>
                    <a:pt x="411975" y="133350"/>
                  </a:lnTo>
                  <a:lnTo>
                    <a:pt x="408571" y="133350"/>
                  </a:lnTo>
                  <a:lnTo>
                    <a:pt x="406476" y="137160"/>
                  </a:lnTo>
                  <a:lnTo>
                    <a:pt x="407873" y="138430"/>
                  </a:lnTo>
                  <a:lnTo>
                    <a:pt x="411111" y="140970"/>
                  </a:lnTo>
                  <a:lnTo>
                    <a:pt x="413105" y="142240"/>
                  </a:lnTo>
                  <a:lnTo>
                    <a:pt x="416026" y="143510"/>
                  </a:lnTo>
                  <a:lnTo>
                    <a:pt x="419328" y="139700"/>
                  </a:lnTo>
                  <a:lnTo>
                    <a:pt x="418261" y="138430"/>
                  </a:lnTo>
                  <a:lnTo>
                    <a:pt x="414680" y="138430"/>
                  </a:lnTo>
                  <a:lnTo>
                    <a:pt x="415607" y="137160"/>
                  </a:lnTo>
                  <a:lnTo>
                    <a:pt x="418414" y="133350"/>
                  </a:lnTo>
                  <a:lnTo>
                    <a:pt x="418338" y="134620"/>
                  </a:lnTo>
                  <a:lnTo>
                    <a:pt x="418261" y="135890"/>
                  </a:lnTo>
                  <a:lnTo>
                    <a:pt x="419557" y="137160"/>
                  </a:lnTo>
                  <a:lnTo>
                    <a:pt x="420687" y="138430"/>
                  </a:lnTo>
                  <a:lnTo>
                    <a:pt x="421297" y="135890"/>
                  </a:lnTo>
                  <a:lnTo>
                    <a:pt x="421398" y="134620"/>
                  </a:lnTo>
                  <a:lnTo>
                    <a:pt x="421500" y="133350"/>
                  </a:lnTo>
                  <a:lnTo>
                    <a:pt x="421297" y="132080"/>
                  </a:lnTo>
                  <a:lnTo>
                    <a:pt x="425996" y="135890"/>
                  </a:lnTo>
                  <a:lnTo>
                    <a:pt x="425996" y="132956"/>
                  </a:lnTo>
                  <a:lnTo>
                    <a:pt x="425043" y="132080"/>
                  </a:lnTo>
                  <a:lnTo>
                    <a:pt x="426173" y="129540"/>
                  </a:lnTo>
                  <a:lnTo>
                    <a:pt x="427062" y="127000"/>
                  </a:lnTo>
                  <a:lnTo>
                    <a:pt x="427685" y="124460"/>
                  </a:lnTo>
                  <a:lnTo>
                    <a:pt x="428993" y="129540"/>
                  </a:lnTo>
                  <a:lnTo>
                    <a:pt x="431685" y="133350"/>
                  </a:lnTo>
                  <a:lnTo>
                    <a:pt x="435292" y="132080"/>
                  </a:lnTo>
                  <a:lnTo>
                    <a:pt x="434594" y="127000"/>
                  </a:lnTo>
                  <a:lnTo>
                    <a:pt x="434898" y="124460"/>
                  </a:lnTo>
                  <a:lnTo>
                    <a:pt x="435216" y="121920"/>
                  </a:lnTo>
                  <a:lnTo>
                    <a:pt x="435305" y="120650"/>
                  </a:lnTo>
                  <a:lnTo>
                    <a:pt x="435406" y="119380"/>
                  </a:lnTo>
                  <a:lnTo>
                    <a:pt x="435521" y="114300"/>
                  </a:lnTo>
                  <a:lnTo>
                    <a:pt x="434568" y="106680"/>
                  </a:lnTo>
                  <a:lnTo>
                    <a:pt x="437692" y="111760"/>
                  </a:lnTo>
                  <a:lnTo>
                    <a:pt x="441985" y="114300"/>
                  </a:lnTo>
                  <a:lnTo>
                    <a:pt x="445135" y="113030"/>
                  </a:lnTo>
                  <a:lnTo>
                    <a:pt x="441909" y="107950"/>
                  </a:lnTo>
                  <a:lnTo>
                    <a:pt x="441921" y="106680"/>
                  </a:lnTo>
                  <a:lnTo>
                    <a:pt x="441871" y="97790"/>
                  </a:lnTo>
                  <a:lnTo>
                    <a:pt x="441756" y="95250"/>
                  </a:lnTo>
                  <a:lnTo>
                    <a:pt x="441706" y="93980"/>
                  </a:lnTo>
                  <a:lnTo>
                    <a:pt x="441591" y="91440"/>
                  </a:lnTo>
                  <a:lnTo>
                    <a:pt x="436968" y="81280"/>
                  </a:lnTo>
                  <a:lnTo>
                    <a:pt x="440359" y="82550"/>
                  </a:lnTo>
                  <a:lnTo>
                    <a:pt x="442785" y="81280"/>
                  </a:lnTo>
                  <a:lnTo>
                    <a:pt x="444207" y="80010"/>
                  </a:lnTo>
                  <a:lnTo>
                    <a:pt x="439000" y="77470"/>
                  </a:lnTo>
                  <a:lnTo>
                    <a:pt x="435749" y="72390"/>
                  </a:lnTo>
                  <a:lnTo>
                    <a:pt x="431101" y="66040"/>
                  </a:lnTo>
                  <a:lnTo>
                    <a:pt x="421741" y="60960"/>
                  </a:lnTo>
                  <a:lnTo>
                    <a:pt x="425996" y="60960"/>
                  </a:lnTo>
                  <a:lnTo>
                    <a:pt x="428498" y="58420"/>
                  </a:lnTo>
                  <a:lnTo>
                    <a:pt x="428218" y="57150"/>
                  </a:lnTo>
                  <a:lnTo>
                    <a:pt x="427926" y="55880"/>
                  </a:lnTo>
                  <a:lnTo>
                    <a:pt x="424446" y="57150"/>
                  </a:lnTo>
                  <a:lnTo>
                    <a:pt x="420065" y="54610"/>
                  </a:lnTo>
                  <a:lnTo>
                    <a:pt x="413753" y="52070"/>
                  </a:lnTo>
                  <a:lnTo>
                    <a:pt x="404418" y="50800"/>
                  </a:lnTo>
                  <a:lnTo>
                    <a:pt x="404037" y="48260"/>
                  </a:lnTo>
                  <a:lnTo>
                    <a:pt x="403466" y="44450"/>
                  </a:lnTo>
                  <a:lnTo>
                    <a:pt x="398322" y="39370"/>
                  </a:lnTo>
                  <a:lnTo>
                    <a:pt x="392404" y="36830"/>
                  </a:lnTo>
                  <a:lnTo>
                    <a:pt x="393496" y="40640"/>
                  </a:lnTo>
                  <a:lnTo>
                    <a:pt x="392557" y="44450"/>
                  </a:lnTo>
                  <a:lnTo>
                    <a:pt x="391464" y="48260"/>
                  </a:lnTo>
                  <a:lnTo>
                    <a:pt x="388200" y="45110"/>
                  </a:lnTo>
                  <a:lnTo>
                    <a:pt x="388200" y="64770"/>
                  </a:lnTo>
                  <a:lnTo>
                    <a:pt x="382524" y="66040"/>
                  </a:lnTo>
                  <a:lnTo>
                    <a:pt x="377151" y="67310"/>
                  </a:lnTo>
                  <a:lnTo>
                    <a:pt x="373011" y="69850"/>
                  </a:lnTo>
                  <a:lnTo>
                    <a:pt x="374700" y="66040"/>
                  </a:lnTo>
                  <a:lnTo>
                    <a:pt x="373011" y="60960"/>
                  </a:lnTo>
                  <a:lnTo>
                    <a:pt x="382143" y="60960"/>
                  </a:lnTo>
                  <a:lnTo>
                    <a:pt x="384708" y="64770"/>
                  </a:lnTo>
                  <a:lnTo>
                    <a:pt x="388200" y="64770"/>
                  </a:lnTo>
                  <a:lnTo>
                    <a:pt x="388200" y="45110"/>
                  </a:lnTo>
                  <a:lnTo>
                    <a:pt x="342785" y="1270"/>
                  </a:lnTo>
                  <a:lnTo>
                    <a:pt x="341261" y="0"/>
                  </a:lnTo>
                  <a:lnTo>
                    <a:pt x="339813" y="0"/>
                  </a:lnTo>
                  <a:lnTo>
                    <a:pt x="339813" y="1270"/>
                  </a:lnTo>
                  <a:lnTo>
                    <a:pt x="340626" y="2540"/>
                  </a:lnTo>
                  <a:lnTo>
                    <a:pt x="382524" y="53340"/>
                  </a:lnTo>
                  <a:lnTo>
                    <a:pt x="379323" y="54610"/>
                  </a:lnTo>
                  <a:lnTo>
                    <a:pt x="376212" y="55880"/>
                  </a:lnTo>
                  <a:lnTo>
                    <a:pt x="370916" y="57150"/>
                  </a:lnTo>
                  <a:lnTo>
                    <a:pt x="369354" y="59690"/>
                  </a:lnTo>
                  <a:lnTo>
                    <a:pt x="369354" y="62230"/>
                  </a:lnTo>
                  <a:lnTo>
                    <a:pt x="361581" y="66040"/>
                  </a:lnTo>
                  <a:lnTo>
                    <a:pt x="354990" y="71005"/>
                  </a:lnTo>
                  <a:lnTo>
                    <a:pt x="348843" y="76200"/>
                  </a:lnTo>
                  <a:lnTo>
                    <a:pt x="346748" y="76200"/>
                  </a:lnTo>
                  <a:lnTo>
                    <a:pt x="349072" y="81280"/>
                  </a:lnTo>
                  <a:lnTo>
                    <a:pt x="349910" y="83820"/>
                  </a:lnTo>
                  <a:lnTo>
                    <a:pt x="347179" y="88900"/>
                  </a:lnTo>
                  <a:lnTo>
                    <a:pt x="357212" y="82550"/>
                  </a:lnTo>
                  <a:lnTo>
                    <a:pt x="366268" y="77470"/>
                  </a:lnTo>
                  <a:lnTo>
                    <a:pt x="367614" y="81280"/>
                  </a:lnTo>
                  <a:lnTo>
                    <a:pt x="368338" y="82550"/>
                  </a:lnTo>
                  <a:lnTo>
                    <a:pt x="363918" y="83820"/>
                  </a:lnTo>
                  <a:lnTo>
                    <a:pt x="360781" y="85090"/>
                  </a:lnTo>
                  <a:lnTo>
                    <a:pt x="357759" y="86360"/>
                  </a:lnTo>
                  <a:lnTo>
                    <a:pt x="354418" y="88900"/>
                  </a:lnTo>
                  <a:lnTo>
                    <a:pt x="355396" y="91440"/>
                  </a:lnTo>
                  <a:lnTo>
                    <a:pt x="357886" y="90170"/>
                  </a:lnTo>
                  <a:lnTo>
                    <a:pt x="357962" y="91440"/>
                  </a:lnTo>
                  <a:lnTo>
                    <a:pt x="358178" y="92710"/>
                  </a:lnTo>
                  <a:lnTo>
                    <a:pt x="359092" y="93980"/>
                  </a:lnTo>
                  <a:lnTo>
                    <a:pt x="361581" y="93980"/>
                  </a:lnTo>
                  <a:lnTo>
                    <a:pt x="363143" y="91440"/>
                  </a:lnTo>
                  <a:lnTo>
                    <a:pt x="364058" y="92710"/>
                  </a:lnTo>
                  <a:lnTo>
                    <a:pt x="365112" y="92710"/>
                  </a:lnTo>
                  <a:lnTo>
                    <a:pt x="363677" y="99060"/>
                  </a:lnTo>
                  <a:lnTo>
                    <a:pt x="362623" y="100330"/>
                  </a:lnTo>
                  <a:lnTo>
                    <a:pt x="367385" y="99060"/>
                  </a:lnTo>
                  <a:lnTo>
                    <a:pt x="370344" y="95250"/>
                  </a:lnTo>
                  <a:lnTo>
                    <a:pt x="370408" y="93980"/>
                  </a:lnTo>
                  <a:lnTo>
                    <a:pt x="370535" y="91440"/>
                  </a:lnTo>
                  <a:lnTo>
                    <a:pt x="370560" y="90170"/>
                  </a:lnTo>
                  <a:lnTo>
                    <a:pt x="370611" y="87630"/>
                  </a:lnTo>
                  <a:lnTo>
                    <a:pt x="371627" y="87630"/>
                  </a:lnTo>
                  <a:lnTo>
                    <a:pt x="372338" y="86360"/>
                  </a:lnTo>
                  <a:lnTo>
                    <a:pt x="373100" y="86360"/>
                  </a:lnTo>
                  <a:lnTo>
                    <a:pt x="373913" y="90170"/>
                  </a:lnTo>
                  <a:lnTo>
                    <a:pt x="373011" y="92710"/>
                  </a:lnTo>
                  <a:lnTo>
                    <a:pt x="375475" y="92710"/>
                  </a:lnTo>
                  <a:lnTo>
                    <a:pt x="378079" y="88900"/>
                  </a:lnTo>
                  <a:lnTo>
                    <a:pt x="377977" y="87630"/>
                  </a:lnTo>
                  <a:lnTo>
                    <a:pt x="377888" y="86360"/>
                  </a:lnTo>
                  <a:lnTo>
                    <a:pt x="377799" y="85090"/>
                  </a:lnTo>
                  <a:lnTo>
                    <a:pt x="377710" y="83820"/>
                  </a:lnTo>
                  <a:lnTo>
                    <a:pt x="378917" y="82550"/>
                  </a:lnTo>
                  <a:lnTo>
                    <a:pt x="380263" y="81280"/>
                  </a:lnTo>
                  <a:lnTo>
                    <a:pt x="382739" y="81280"/>
                  </a:lnTo>
                  <a:lnTo>
                    <a:pt x="385991" y="86360"/>
                  </a:lnTo>
                  <a:lnTo>
                    <a:pt x="398703" y="86360"/>
                  </a:lnTo>
                  <a:lnTo>
                    <a:pt x="402399" y="81280"/>
                  </a:lnTo>
                  <a:lnTo>
                    <a:pt x="403326" y="80010"/>
                  </a:lnTo>
                  <a:lnTo>
                    <a:pt x="403669" y="77470"/>
                  </a:lnTo>
                  <a:lnTo>
                    <a:pt x="404177" y="73660"/>
                  </a:lnTo>
                  <a:lnTo>
                    <a:pt x="404075" y="72390"/>
                  </a:lnTo>
                  <a:lnTo>
                    <a:pt x="403860" y="71005"/>
                  </a:lnTo>
                  <a:lnTo>
                    <a:pt x="402628" y="69850"/>
                  </a:lnTo>
                  <a:lnTo>
                    <a:pt x="405561" y="72390"/>
                  </a:lnTo>
                  <a:lnTo>
                    <a:pt x="406476" y="74930"/>
                  </a:lnTo>
                  <a:lnTo>
                    <a:pt x="406476" y="78740"/>
                  </a:lnTo>
                  <a:lnTo>
                    <a:pt x="403123" y="86360"/>
                  </a:lnTo>
                  <a:lnTo>
                    <a:pt x="395097" y="91440"/>
                  </a:lnTo>
                  <a:lnTo>
                    <a:pt x="385483" y="97790"/>
                  </a:lnTo>
                  <a:lnTo>
                    <a:pt x="377329" y="102870"/>
                  </a:lnTo>
                  <a:lnTo>
                    <a:pt x="376936" y="102870"/>
                  </a:lnTo>
                  <a:lnTo>
                    <a:pt x="376694" y="104140"/>
                  </a:lnTo>
                  <a:lnTo>
                    <a:pt x="376389" y="104140"/>
                  </a:lnTo>
                  <a:lnTo>
                    <a:pt x="373164" y="102870"/>
                  </a:lnTo>
                  <a:lnTo>
                    <a:pt x="366687" y="100330"/>
                  </a:lnTo>
                  <a:lnTo>
                    <a:pt x="365912" y="102870"/>
                  </a:lnTo>
                  <a:lnTo>
                    <a:pt x="365467" y="104140"/>
                  </a:lnTo>
                  <a:lnTo>
                    <a:pt x="364401" y="107950"/>
                  </a:lnTo>
                  <a:lnTo>
                    <a:pt x="362356" y="114300"/>
                  </a:lnTo>
                  <a:lnTo>
                    <a:pt x="360972" y="118110"/>
                  </a:lnTo>
                  <a:lnTo>
                    <a:pt x="360451" y="119380"/>
                  </a:lnTo>
                  <a:lnTo>
                    <a:pt x="361327" y="120650"/>
                  </a:lnTo>
                  <a:lnTo>
                    <a:pt x="357263" y="125730"/>
                  </a:lnTo>
                  <a:lnTo>
                    <a:pt x="353860" y="132080"/>
                  </a:lnTo>
                  <a:lnTo>
                    <a:pt x="351345" y="138430"/>
                  </a:lnTo>
                  <a:lnTo>
                    <a:pt x="349910" y="144780"/>
                  </a:lnTo>
                  <a:lnTo>
                    <a:pt x="347560" y="142240"/>
                  </a:lnTo>
                  <a:lnTo>
                    <a:pt x="345998" y="140970"/>
                  </a:lnTo>
                  <a:lnTo>
                    <a:pt x="342849" y="138430"/>
                  </a:lnTo>
                  <a:lnTo>
                    <a:pt x="343115" y="137160"/>
                  </a:lnTo>
                  <a:lnTo>
                    <a:pt x="343255" y="137160"/>
                  </a:lnTo>
                  <a:lnTo>
                    <a:pt x="343344" y="135890"/>
                  </a:lnTo>
                  <a:lnTo>
                    <a:pt x="343433" y="134620"/>
                  </a:lnTo>
                  <a:lnTo>
                    <a:pt x="343535" y="133350"/>
                  </a:lnTo>
                  <a:lnTo>
                    <a:pt x="342709" y="130810"/>
                  </a:lnTo>
                  <a:lnTo>
                    <a:pt x="341071" y="129540"/>
                  </a:lnTo>
                  <a:lnTo>
                    <a:pt x="340283" y="128651"/>
                  </a:lnTo>
                  <a:lnTo>
                    <a:pt x="340283" y="133350"/>
                  </a:lnTo>
                  <a:lnTo>
                    <a:pt x="340169" y="134620"/>
                  </a:lnTo>
                  <a:lnTo>
                    <a:pt x="340042" y="137160"/>
                  </a:lnTo>
                  <a:lnTo>
                    <a:pt x="339242" y="138430"/>
                  </a:lnTo>
                  <a:lnTo>
                    <a:pt x="338289" y="139700"/>
                  </a:lnTo>
                  <a:lnTo>
                    <a:pt x="337769" y="139700"/>
                  </a:lnTo>
                  <a:lnTo>
                    <a:pt x="336931" y="140970"/>
                  </a:lnTo>
                  <a:lnTo>
                    <a:pt x="333756" y="140970"/>
                  </a:lnTo>
                  <a:lnTo>
                    <a:pt x="332130" y="138430"/>
                  </a:lnTo>
                  <a:lnTo>
                    <a:pt x="332244" y="133350"/>
                  </a:lnTo>
                  <a:lnTo>
                    <a:pt x="332892" y="132080"/>
                  </a:lnTo>
                  <a:lnTo>
                    <a:pt x="334556" y="130810"/>
                  </a:lnTo>
                  <a:lnTo>
                    <a:pt x="335470" y="129540"/>
                  </a:lnTo>
                  <a:lnTo>
                    <a:pt x="337464" y="129540"/>
                  </a:lnTo>
                  <a:lnTo>
                    <a:pt x="338340" y="130810"/>
                  </a:lnTo>
                  <a:lnTo>
                    <a:pt x="338759" y="130810"/>
                  </a:lnTo>
                  <a:lnTo>
                    <a:pt x="339813" y="132080"/>
                  </a:lnTo>
                  <a:lnTo>
                    <a:pt x="340283" y="133350"/>
                  </a:lnTo>
                  <a:lnTo>
                    <a:pt x="340283" y="128651"/>
                  </a:lnTo>
                  <a:lnTo>
                    <a:pt x="339953" y="128270"/>
                  </a:lnTo>
                  <a:lnTo>
                    <a:pt x="338340" y="127000"/>
                  </a:lnTo>
                  <a:lnTo>
                    <a:pt x="333248" y="127000"/>
                  </a:lnTo>
                  <a:lnTo>
                    <a:pt x="331546" y="128270"/>
                  </a:lnTo>
                  <a:lnTo>
                    <a:pt x="330987" y="129540"/>
                  </a:lnTo>
                  <a:lnTo>
                    <a:pt x="330352" y="128270"/>
                  </a:lnTo>
                  <a:lnTo>
                    <a:pt x="330085" y="128270"/>
                  </a:lnTo>
                  <a:lnTo>
                    <a:pt x="326758" y="125730"/>
                  </a:lnTo>
                  <a:lnTo>
                    <a:pt x="322948" y="123190"/>
                  </a:lnTo>
                  <a:lnTo>
                    <a:pt x="320459" y="120650"/>
                  </a:lnTo>
                  <a:lnTo>
                    <a:pt x="319417" y="119380"/>
                  </a:lnTo>
                  <a:lnTo>
                    <a:pt x="309676" y="119380"/>
                  </a:lnTo>
                  <a:lnTo>
                    <a:pt x="308051" y="121920"/>
                  </a:lnTo>
                  <a:lnTo>
                    <a:pt x="307073" y="121920"/>
                  </a:lnTo>
                  <a:lnTo>
                    <a:pt x="304977" y="124460"/>
                  </a:lnTo>
                  <a:lnTo>
                    <a:pt x="302539" y="125730"/>
                  </a:lnTo>
                  <a:lnTo>
                    <a:pt x="303682" y="127000"/>
                  </a:lnTo>
                  <a:lnTo>
                    <a:pt x="304761" y="128270"/>
                  </a:lnTo>
                  <a:lnTo>
                    <a:pt x="305917" y="129540"/>
                  </a:lnTo>
                  <a:lnTo>
                    <a:pt x="306628" y="129540"/>
                  </a:lnTo>
                  <a:lnTo>
                    <a:pt x="307822" y="130810"/>
                  </a:lnTo>
                  <a:lnTo>
                    <a:pt x="309486" y="130810"/>
                  </a:lnTo>
                  <a:lnTo>
                    <a:pt x="310553" y="129540"/>
                  </a:lnTo>
                  <a:lnTo>
                    <a:pt x="316103" y="129540"/>
                  </a:lnTo>
                  <a:lnTo>
                    <a:pt x="317347" y="132080"/>
                  </a:lnTo>
                  <a:lnTo>
                    <a:pt x="318185" y="133350"/>
                  </a:lnTo>
                  <a:lnTo>
                    <a:pt x="326174" y="143510"/>
                  </a:lnTo>
                  <a:lnTo>
                    <a:pt x="332574" y="149860"/>
                  </a:lnTo>
                  <a:lnTo>
                    <a:pt x="331876" y="151130"/>
                  </a:lnTo>
                  <a:lnTo>
                    <a:pt x="330479" y="151130"/>
                  </a:lnTo>
                  <a:lnTo>
                    <a:pt x="327837" y="152400"/>
                  </a:lnTo>
                  <a:lnTo>
                    <a:pt x="318655" y="152400"/>
                  </a:lnTo>
                  <a:lnTo>
                    <a:pt x="315899" y="151130"/>
                  </a:lnTo>
                  <a:lnTo>
                    <a:pt x="315328" y="151130"/>
                  </a:lnTo>
                  <a:lnTo>
                    <a:pt x="311848" y="156210"/>
                  </a:lnTo>
                  <a:lnTo>
                    <a:pt x="310819" y="157480"/>
                  </a:lnTo>
                  <a:lnTo>
                    <a:pt x="309841" y="158750"/>
                  </a:lnTo>
                  <a:lnTo>
                    <a:pt x="309206" y="160020"/>
                  </a:lnTo>
                  <a:lnTo>
                    <a:pt x="313931" y="167640"/>
                  </a:lnTo>
                  <a:lnTo>
                    <a:pt x="317512" y="173990"/>
                  </a:lnTo>
                  <a:lnTo>
                    <a:pt x="321005" y="180340"/>
                  </a:lnTo>
                  <a:lnTo>
                    <a:pt x="323545" y="185420"/>
                  </a:lnTo>
                  <a:lnTo>
                    <a:pt x="325793" y="191770"/>
                  </a:lnTo>
                  <a:lnTo>
                    <a:pt x="328752" y="193040"/>
                  </a:lnTo>
                  <a:lnTo>
                    <a:pt x="337769" y="195580"/>
                  </a:lnTo>
                  <a:lnTo>
                    <a:pt x="345617" y="200660"/>
                  </a:lnTo>
                  <a:lnTo>
                    <a:pt x="346468" y="201930"/>
                  </a:lnTo>
                  <a:lnTo>
                    <a:pt x="346583" y="199390"/>
                  </a:lnTo>
                  <a:lnTo>
                    <a:pt x="346684" y="196850"/>
                  </a:lnTo>
                  <a:lnTo>
                    <a:pt x="345465" y="195580"/>
                  </a:lnTo>
                  <a:lnTo>
                    <a:pt x="341071" y="194310"/>
                  </a:lnTo>
                  <a:lnTo>
                    <a:pt x="339407" y="193040"/>
                  </a:lnTo>
                  <a:lnTo>
                    <a:pt x="341223" y="193040"/>
                  </a:lnTo>
                  <a:lnTo>
                    <a:pt x="346684" y="194310"/>
                  </a:lnTo>
                  <a:lnTo>
                    <a:pt x="350608" y="195580"/>
                  </a:lnTo>
                  <a:lnTo>
                    <a:pt x="349770" y="193040"/>
                  </a:lnTo>
                  <a:lnTo>
                    <a:pt x="349351" y="191770"/>
                  </a:lnTo>
                  <a:lnTo>
                    <a:pt x="345313" y="186690"/>
                  </a:lnTo>
                  <a:lnTo>
                    <a:pt x="342849" y="184150"/>
                  </a:lnTo>
                  <a:lnTo>
                    <a:pt x="339509" y="182880"/>
                  </a:lnTo>
                  <a:lnTo>
                    <a:pt x="336245" y="182880"/>
                  </a:lnTo>
                  <a:lnTo>
                    <a:pt x="334848" y="184150"/>
                  </a:lnTo>
                  <a:lnTo>
                    <a:pt x="335064" y="185420"/>
                  </a:lnTo>
                  <a:lnTo>
                    <a:pt x="334340" y="186690"/>
                  </a:lnTo>
                  <a:lnTo>
                    <a:pt x="331749" y="186690"/>
                  </a:lnTo>
                  <a:lnTo>
                    <a:pt x="330898" y="185420"/>
                  </a:lnTo>
                  <a:lnTo>
                    <a:pt x="331749" y="182880"/>
                  </a:lnTo>
                  <a:lnTo>
                    <a:pt x="333616" y="182880"/>
                  </a:lnTo>
                  <a:lnTo>
                    <a:pt x="333248" y="180340"/>
                  </a:lnTo>
                  <a:lnTo>
                    <a:pt x="332828" y="177800"/>
                  </a:lnTo>
                  <a:lnTo>
                    <a:pt x="329666" y="177800"/>
                  </a:lnTo>
                  <a:lnTo>
                    <a:pt x="327837" y="176530"/>
                  </a:lnTo>
                  <a:lnTo>
                    <a:pt x="324878" y="172720"/>
                  </a:lnTo>
                  <a:lnTo>
                    <a:pt x="321818" y="167640"/>
                  </a:lnTo>
                  <a:lnTo>
                    <a:pt x="320255" y="165100"/>
                  </a:lnTo>
                  <a:lnTo>
                    <a:pt x="318858" y="162560"/>
                  </a:lnTo>
                  <a:lnTo>
                    <a:pt x="320776" y="160020"/>
                  </a:lnTo>
                  <a:lnTo>
                    <a:pt x="323126" y="158750"/>
                  </a:lnTo>
                  <a:lnTo>
                    <a:pt x="328142" y="161290"/>
                  </a:lnTo>
                  <a:lnTo>
                    <a:pt x="337921" y="162560"/>
                  </a:lnTo>
                  <a:lnTo>
                    <a:pt x="350177" y="162560"/>
                  </a:lnTo>
                  <a:lnTo>
                    <a:pt x="351904" y="171450"/>
                  </a:lnTo>
                  <a:lnTo>
                    <a:pt x="355638" y="179070"/>
                  </a:lnTo>
                  <a:lnTo>
                    <a:pt x="362140" y="184150"/>
                  </a:lnTo>
                  <a:lnTo>
                    <a:pt x="372186" y="187960"/>
                  </a:lnTo>
                  <a:lnTo>
                    <a:pt x="379857" y="190500"/>
                  </a:lnTo>
                  <a:lnTo>
                    <a:pt x="387934" y="195580"/>
                  </a:lnTo>
                  <a:lnTo>
                    <a:pt x="390728" y="203200"/>
                  </a:lnTo>
                  <a:lnTo>
                    <a:pt x="371500" y="205740"/>
                  </a:lnTo>
                  <a:lnTo>
                    <a:pt x="360311" y="210820"/>
                  </a:lnTo>
                  <a:lnTo>
                    <a:pt x="355104" y="218440"/>
                  </a:lnTo>
                  <a:lnTo>
                    <a:pt x="353822" y="226060"/>
                  </a:lnTo>
                  <a:lnTo>
                    <a:pt x="355574" y="233680"/>
                  </a:lnTo>
                  <a:lnTo>
                    <a:pt x="359435" y="238760"/>
                  </a:lnTo>
                  <a:lnTo>
                    <a:pt x="363296" y="242570"/>
                  </a:lnTo>
                  <a:lnTo>
                    <a:pt x="365048" y="248920"/>
                  </a:lnTo>
                  <a:lnTo>
                    <a:pt x="360730" y="254000"/>
                  </a:lnTo>
                  <a:lnTo>
                    <a:pt x="350647" y="257810"/>
                  </a:lnTo>
                  <a:lnTo>
                    <a:pt x="339013" y="260350"/>
                  </a:lnTo>
                  <a:lnTo>
                    <a:pt x="330085" y="261620"/>
                  </a:lnTo>
                  <a:lnTo>
                    <a:pt x="323126" y="262890"/>
                  </a:lnTo>
                  <a:lnTo>
                    <a:pt x="319354" y="264160"/>
                  </a:lnTo>
                  <a:lnTo>
                    <a:pt x="315937" y="267970"/>
                  </a:lnTo>
                  <a:lnTo>
                    <a:pt x="312686" y="270510"/>
                  </a:lnTo>
                  <a:lnTo>
                    <a:pt x="303352" y="279400"/>
                  </a:lnTo>
                  <a:lnTo>
                    <a:pt x="305917" y="280670"/>
                  </a:lnTo>
                  <a:lnTo>
                    <a:pt x="308483" y="280670"/>
                  </a:lnTo>
                  <a:lnTo>
                    <a:pt x="313067" y="274320"/>
                  </a:lnTo>
                  <a:lnTo>
                    <a:pt x="314350" y="273050"/>
                  </a:lnTo>
                  <a:lnTo>
                    <a:pt x="315328" y="270510"/>
                  </a:lnTo>
                  <a:lnTo>
                    <a:pt x="316166" y="271780"/>
                  </a:lnTo>
                  <a:lnTo>
                    <a:pt x="317119" y="271780"/>
                  </a:lnTo>
                  <a:lnTo>
                    <a:pt x="315429" y="274320"/>
                  </a:lnTo>
                  <a:lnTo>
                    <a:pt x="311670" y="280670"/>
                  </a:lnTo>
                  <a:lnTo>
                    <a:pt x="327406" y="281940"/>
                  </a:lnTo>
                  <a:lnTo>
                    <a:pt x="328422" y="276860"/>
                  </a:lnTo>
                  <a:lnTo>
                    <a:pt x="328422" y="271780"/>
                  </a:lnTo>
                  <a:lnTo>
                    <a:pt x="324472" y="270510"/>
                  </a:lnTo>
                  <a:lnTo>
                    <a:pt x="326758" y="267970"/>
                  </a:lnTo>
                  <a:lnTo>
                    <a:pt x="329120" y="266700"/>
                  </a:lnTo>
                  <a:lnTo>
                    <a:pt x="330987" y="267970"/>
                  </a:lnTo>
                  <a:lnTo>
                    <a:pt x="334632" y="271780"/>
                  </a:lnTo>
                  <a:lnTo>
                    <a:pt x="335203" y="274320"/>
                  </a:lnTo>
                  <a:lnTo>
                    <a:pt x="339598" y="271780"/>
                  </a:lnTo>
                  <a:lnTo>
                    <a:pt x="353187" y="266700"/>
                  </a:lnTo>
                  <a:lnTo>
                    <a:pt x="370166" y="260350"/>
                  </a:lnTo>
                  <a:lnTo>
                    <a:pt x="375221" y="257810"/>
                  </a:lnTo>
                  <a:lnTo>
                    <a:pt x="378282" y="256540"/>
                  </a:lnTo>
                  <a:lnTo>
                    <a:pt x="382143" y="255270"/>
                  </a:lnTo>
                  <a:lnTo>
                    <a:pt x="381000" y="252730"/>
                  </a:lnTo>
                  <a:lnTo>
                    <a:pt x="378625" y="251460"/>
                  </a:lnTo>
                  <a:lnTo>
                    <a:pt x="376212" y="248920"/>
                  </a:lnTo>
                  <a:lnTo>
                    <a:pt x="375666" y="246380"/>
                  </a:lnTo>
                  <a:lnTo>
                    <a:pt x="375666" y="232410"/>
                  </a:lnTo>
                  <a:lnTo>
                    <a:pt x="381927" y="228600"/>
                  </a:lnTo>
                  <a:lnTo>
                    <a:pt x="393192" y="228600"/>
                  </a:lnTo>
                  <a:lnTo>
                    <a:pt x="392696" y="232410"/>
                  </a:lnTo>
                  <a:lnTo>
                    <a:pt x="392696" y="233680"/>
                  </a:lnTo>
                  <a:lnTo>
                    <a:pt x="396659" y="245110"/>
                  </a:lnTo>
                  <a:lnTo>
                    <a:pt x="405841" y="255270"/>
                  </a:lnTo>
                  <a:lnTo>
                    <a:pt x="416255" y="262890"/>
                  </a:lnTo>
                  <a:lnTo>
                    <a:pt x="423913" y="265430"/>
                  </a:lnTo>
                  <a:lnTo>
                    <a:pt x="426872" y="265430"/>
                  </a:lnTo>
                  <a:lnTo>
                    <a:pt x="430911" y="262890"/>
                  </a:lnTo>
                  <a:lnTo>
                    <a:pt x="431025" y="267970"/>
                  </a:lnTo>
                  <a:lnTo>
                    <a:pt x="431139" y="273050"/>
                  </a:lnTo>
                  <a:lnTo>
                    <a:pt x="431253" y="279400"/>
                  </a:lnTo>
                  <a:lnTo>
                    <a:pt x="432803" y="284480"/>
                  </a:lnTo>
                  <a:lnTo>
                    <a:pt x="430110" y="300990"/>
                  </a:lnTo>
                  <a:lnTo>
                    <a:pt x="427685" y="302260"/>
                  </a:lnTo>
                  <a:lnTo>
                    <a:pt x="417766" y="309880"/>
                  </a:lnTo>
                  <a:lnTo>
                    <a:pt x="413105" y="320040"/>
                  </a:lnTo>
                  <a:lnTo>
                    <a:pt x="411048" y="322580"/>
                  </a:lnTo>
                  <a:lnTo>
                    <a:pt x="413207" y="323850"/>
                  </a:lnTo>
                  <a:lnTo>
                    <a:pt x="415505" y="323850"/>
                  </a:lnTo>
                  <a:lnTo>
                    <a:pt x="417347" y="318770"/>
                  </a:lnTo>
                  <a:lnTo>
                    <a:pt x="419049" y="313690"/>
                  </a:lnTo>
                  <a:lnTo>
                    <a:pt x="420776" y="311150"/>
                  </a:lnTo>
                  <a:lnTo>
                    <a:pt x="422656" y="309880"/>
                  </a:lnTo>
                  <a:lnTo>
                    <a:pt x="420687" y="314960"/>
                  </a:lnTo>
                  <a:lnTo>
                    <a:pt x="419328" y="321310"/>
                  </a:lnTo>
                  <a:lnTo>
                    <a:pt x="418261" y="323850"/>
                  </a:lnTo>
                  <a:lnTo>
                    <a:pt x="424751" y="325120"/>
                  </a:lnTo>
                  <a:lnTo>
                    <a:pt x="434784" y="320040"/>
                  </a:lnTo>
                  <a:lnTo>
                    <a:pt x="434784" y="311150"/>
                  </a:lnTo>
                  <a:lnTo>
                    <a:pt x="431253" y="311150"/>
                  </a:lnTo>
                  <a:lnTo>
                    <a:pt x="431253" y="309880"/>
                  </a:lnTo>
                  <a:lnTo>
                    <a:pt x="431253" y="307340"/>
                  </a:lnTo>
                  <a:lnTo>
                    <a:pt x="432841" y="306070"/>
                  </a:lnTo>
                  <a:lnTo>
                    <a:pt x="437273" y="306070"/>
                  </a:lnTo>
                  <a:lnTo>
                    <a:pt x="439216" y="307340"/>
                  </a:lnTo>
                  <a:lnTo>
                    <a:pt x="439331" y="308610"/>
                  </a:lnTo>
                  <a:lnTo>
                    <a:pt x="441998" y="307340"/>
                  </a:lnTo>
                  <a:lnTo>
                    <a:pt x="442925" y="306070"/>
                  </a:lnTo>
                  <a:lnTo>
                    <a:pt x="443839" y="304800"/>
                  </a:lnTo>
                  <a:lnTo>
                    <a:pt x="443814" y="302260"/>
                  </a:lnTo>
                  <a:lnTo>
                    <a:pt x="443699" y="290830"/>
                  </a:lnTo>
                  <a:lnTo>
                    <a:pt x="444119" y="290830"/>
                  </a:lnTo>
                  <a:lnTo>
                    <a:pt x="445274" y="293370"/>
                  </a:lnTo>
                  <a:lnTo>
                    <a:pt x="447344" y="294640"/>
                  </a:lnTo>
                  <a:lnTo>
                    <a:pt x="454558" y="294640"/>
                  </a:lnTo>
                  <a:lnTo>
                    <a:pt x="456590" y="292100"/>
                  </a:lnTo>
                  <a:lnTo>
                    <a:pt x="458990" y="290830"/>
                  </a:lnTo>
                  <a:lnTo>
                    <a:pt x="460717" y="288290"/>
                  </a:lnTo>
                  <a:lnTo>
                    <a:pt x="461416" y="285750"/>
                  </a:lnTo>
                  <a:lnTo>
                    <a:pt x="461416" y="283210"/>
                  </a:lnTo>
                  <a:lnTo>
                    <a:pt x="461124" y="281940"/>
                  </a:lnTo>
                  <a:lnTo>
                    <a:pt x="460336" y="280670"/>
                  </a:lnTo>
                  <a:lnTo>
                    <a:pt x="459333" y="279400"/>
                  </a:lnTo>
                  <a:lnTo>
                    <a:pt x="458419" y="278714"/>
                  </a:lnTo>
                  <a:lnTo>
                    <a:pt x="458419" y="283210"/>
                  </a:lnTo>
                  <a:lnTo>
                    <a:pt x="458279" y="284480"/>
                  </a:lnTo>
                  <a:lnTo>
                    <a:pt x="458101" y="285750"/>
                  </a:lnTo>
                  <a:lnTo>
                    <a:pt x="457771" y="287020"/>
                  </a:lnTo>
                  <a:lnTo>
                    <a:pt x="456590" y="289560"/>
                  </a:lnTo>
                  <a:lnTo>
                    <a:pt x="454875" y="289560"/>
                  </a:lnTo>
                  <a:lnTo>
                    <a:pt x="451815" y="292100"/>
                  </a:lnTo>
                  <a:lnTo>
                    <a:pt x="448259" y="292100"/>
                  </a:lnTo>
                  <a:lnTo>
                    <a:pt x="447535" y="290830"/>
                  </a:lnTo>
                  <a:lnTo>
                    <a:pt x="446811" y="289560"/>
                  </a:lnTo>
                  <a:lnTo>
                    <a:pt x="445973" y="288290"/>
                  </a:lnTo>
                  <a:lnTo>
                    <a:pt x="446062" y="287020"/>
                  </a:lnTo>
                  <a:lnTo>
                    <a:pt x="446227" y="287020"/>
                  </a:lnTo>
                  <a:lnTo>
                    <a:pt x="446392" y="285750"/>
                  </a:lnTo>
                  <a:lnTo>
                    <a:pt x="446557" y="284480"/>
                  </a:lnTo>
                  <a:lnTo>
                    <a:pt x="447903" y="283210"/>
                  </a:lnTo>
                  <a:lnTo>
                    <a:pt x="449491" y="281940"/>
                  </a:lnTo>
                  <a:lnTo>
                    <a:pt x="451345" y="280670"/>
                  </a:lnTo>
                  <a:lnTo>
                    <a:pt x="455129" y="280670"/>
                  </a:lnTo>
                  <a:lnTo>
                    <a:pt x="457060" y="281940"/>
                  </a:lnTo>
                  <a:lnTo>
                    <a:pt x="457644" y="283210"/>
                  </a:lnTo>
                  <a:lnTo>
                    <a:pt x="458419" y="283210"/>
                  </a:lnTo>
                  <a:lnTo>
                    <a:pt x="458419" y="278714"/>
                  </a:lnTo>
                  <a:lnTo>
                    <a:pt x="457644" y="278130"/>
                  </a:lnTo>
                  <a:lnTo>
                    <a:pt x="455764" y="278130"/>
                  </a:lnTo>
                  <a:lnTo>
                    <a:pt x="453199" y="276860"/>
                  </a:lnTo>
                  <a:lnTo>
                    <a:pt x="450265" y="278130"/>
                  </a:lnTo>
                  <a:lnTo>
                    <a:pt x="445681" y="280670"/>
                  </a:lnTo>
                  <a:lnTo>
                    <a:pt x="443839" y="283210"/>
                  </a:lnTo>
                  <a:lnTo>
                    <a:pt x="443280" y="285750"/>
                  </a:lnTo>
                  <a:lnTo>
                    <a:pt x="443217" y="284480"/>
                  </a:lnTo>
                  <a:lnTo>
                    <a:pt x="443141" y="283210"/>
                  </a:lnTo>
                  <a:lnTo>
                    <a:pt x="443064" y="281940"/>
                  </a:lnTo>
                  <a:lnTo>
                    <a:pt x="443001" y="280670"/>
                  </a:lnTo>
                  <a:lnTo>
                    <a:pt x="442925" y="279400"/>
                  </a:lnTo>
                  <a:lnTo>
                    <a:pt x="442849" y="278130"/>
                  </a:lnTo>
                  <a:lnTo>
                    <a:pt x="442785" y="276860"/>
                  </a:lnTo>
                  <a:lnTo>
                    <a:pt x="441998" y="269240"/>
                  </a:lnTo>
                  <a:lnTo>
                    <a:pt x="442125" y="267970"/>
                  </a:lnTo>
                  <a:lnTo>
                    <a:pt x="442252" y="266700"/>
                  </a:lnTo>
                  <a:lnTo>
                    <a:pt x="442366" y="265430"/>
                  </a:lnTo>
                  <a:lnTo>
                    <a:pt x="442468" y="264160"/>
                  </a:lnTo>
                  <a:lnTo>
                    <a:pt x="442569" y="262890"/>
                  </a:lnTo>
                  <a:lnTo>
                    <a:pt x="442671" y="261620"/>
                  </a:lnTo>
                  <a:lnTo>
                    <a:pt x="442785" y="260350"/>
                  </a:lnTo>
                  <a:lnTo>
                    <a:pt x="442925" y="257810"/>
                  </a:lnTo>
                  <a:lnTo>
                    <a:pt x="441325" y="257810"/>
                  </a:lnTo>
                  <a:lnTo>
                    <a:pt x="439623" y="256540"/>
                  </a:lnTo>
                  <a:lnTo>
                    <a:pt x="437781" y="260350"/>
                  </a:lnTo>
                  <a:lnTo>
                    <a:pt x="432930" y="260350"/>
                  </a:lnTo>
                  <a:lnTo>
                    <a:pt x="425742" y="252730"/>
                  </a:lnTo>
                  <a:lnTo>
                    <a:pt x="425742" y="246380"/>
                  </a:lnTo>
                  <a:lnTo>
                    <a:pt x="426923" y="241300"/>
                  </a:lnTo>
                  <a:lnTo>
                    <a:pt x="429983" y="233680"/>
                  </a:lnTo>
                  <a:lnTo>
                    <a:pt x="431977" y="228600"/>
                  </a:lnTo>
                  <a:lnTo>
                    <a:pt x="432612" y="223520"/>
                  </a:lnTo>
                  <a:lnTo>
                    <a:pt x="432930" y="220980"/>
                  </a:lnTo>
                  <a:lnTo>
                    <a:pt x="432841" y="218440"/>
                  </a:lnTo>
                  <a:lnTo>
                    <a:pt x="434682" y="217170"/>
                  </a:lnTo>
                  <a:lnTo>
                    <a:pt x="437299" y="222250"/>
                  </a:lnTo>
                  <a:lnTo>
                    <a:pt x="439470" y="227330"/>
                  </a:lnTo>
                  <a:lnTo>
                    <a:pt x="442785" y="231140"/>
                  </a:lnTo>
                  <a:lnTo>
                    <a:pt x="443852" y="238760"/>
                  </a:lnTo>
                  <a:lnTo>
                    <a:pt x="448995" y="245110"/>
                  </a:lnTo>
                  <a:lnTo>
                    <a:pt x="456577" y="248920"/>
                  </a:lnTo>
                  <a:lnTo>
                    <a:pt x="462165" y="246380"/>
                  </a:lnTo>
                  <a:lnTo>
                    <a:pt x="464959" y="245110"/>
                  </a:lnTo>
                  <a:lnTo>
                    <a:pt x="459587" y="246380"/>
                  </a:lnTo>
                  <a:lnTo>
                    <a:pt x="455790" y="241300"/>
                  </a:lnTo>
                  <a:lnTo>
                    <a:pt x="453402" y="236220"/>
                  </a:lnTo>
                  <a:lnTo>
                    <a:pt x="454355" y="236220"/>
                  </a:lnTo>
                  <a:lnTo>
                    <a:pt x="457974" y="237490"/>
                  </a:lnTo>
                  <a:lnTo>
                    <a:pt x="461835" y="241300"/>
                  </a:lnTo>
                  <a:lnTo>
                    <a:pt x="474002" y="241300"/>
                  </a:lnTo>
                  <a:lnTo>
                    <a:pt x="475411" y="236220"/>
                  </a:lnTo>
                  <a:lnTo>
                    <a:pt x="476110" y="233680"/>
                  </a:lnTo>
                  <a:lnTo>
                    <a:pt x="477164" y="229870"/>
                  </a:lnTo>
                  <a:lnTo>
                    <a:pt x="475043" y="232410"/>
                  </a:lnTo>
                  <a:lnTo>
                    <a:pt x="470611" y="233680"/>
                  </a:lnTo>
                  <a:lnTo>
                    <a:pt x="467575" y="233680"/>
                  </a:lnTo>
                  <a:lnTo>
                    <a:pt x="469087" y="232410"/>
                  </a:lnTo>
                  <a:lnTo>
                    <a:pt x="472109" y="229870"/>
                  </a:lnTo>
                  <a:lnTo>
                    <a:pt x="474484" y="224790"/>
                  </a:lnTo>
                  <a:lnTo>
                    <a:pt x="474484" y="218440"/>
                  </a:lnTo>
                  <a:lnTo>
                    <a:pt x="468680" y="199390"/>
                  </a:lnTo>
                  <a:lnTo>
                    <a:pt x="443090" y="173990"/>
                  </a:lnTo>
                  <a:lnTo>
                    <a:pt x="437273" y="157480"/>
                  </a:lnTo>
                  <a:lnTo>
                    <a:pt x="437273" y="147320"/>
                  </a:lnTo>
                  <a:lnTo>
                    <a:pt x="446354" y="140970"/>
                  </a:lnTo>
                  <a:lnTo>
                    <a:pt x="455129" y="140970"/>
                  </a:lnTo>
                  <a:lnTo>
                    <a:pt x="456984" y="142240"/>
                  </a:lnTo>
                  <a:lnTo>
                    <a:pt x="458419" y="142240"/>
                  </a:lnTo>
                  <a:lnTo>
                    <a:pt x="456082" y="144780"/>
                  </a:lnTo>
                  <a:lnTo>
                    <a:pt x="454748" y="148590"/>
                  </a:lnTo>
                  <a:lnTo>
                    <a:pt x="454875" y="153670"/>
                  </a:lnTo>
                  <a:lnTo>
                    <a:pt x="461048" y="165100"/>
                  </a:lnTo>
                  <a:lnTo>
                    <a:pt x="473748" y="172720"/>
                  </a:lnTo>
                  <a:lnTo>
                    <a:pt x="486371" y="177800"/>
                  </a:lnTo>
                  <a:lnTo>
                    <a:pt x="492290" y="184150"/>
                  </a:lnTo>
                  <a:close/>
                </a:path>
              </a:pathLst>
            </a:custGeom>
            <a:solidFill>
              <a:srgbClr val="FFFFFF"/>
            </a:solidFill>
          </p:spPr>
          <p:txBody>
            <a:bodyPr wrap="square" lIns="0" tIns="0" rIns="0" bIns="0" rtlCol="0"/>
            <a:lstStyle/>
            <a:p>
              <a:endParaRPr/>
            </a:p>
          </p:txBody>
        </p:sp>
        <p:pic>
          <p:nvPicPr>
            <p:cNvPr id="8" name="object 8"/>
            <p:cNvPicPr>
              <a:picLocks noGrp="1" noRot="1" noMove="1" noResize="1" noEditPoints="1" noAdjustHandles="1" noChangeArrowheads="1" noChangeShapeType="1" noCrop="1"/>
            </p:cNvPicPr>
            <p:nvPr/>
          </p:nvPicPr>
          <p:blipFill>
            <a:blip r:embed="rId5" cstate="print"/>
            <a:stretch>
              <a:fillRect/>
            </a:stretch>
          </p:blipFill>
          <p:spPr>
            <a:xfrm>
              <a:off x="723307" y="1028083"/>
              <a:ext cx="162182" cy="202135"/>
            </a:xfrm>
            <a:prstGeom prst="rect">
              <a:avLst/>
            </a:prstGeom>
          </p:spPr>
        </p:pic>
        <p:pic>
          <p:nvPicPr>
            <p:cNvPr id="9" name="object 9"/>
            <p:cNvPicPr>
              <a:picLocks noGrp="1" noRot="1" noMove="1" noResize="1" noEditPoints="1" noAdjustHandles="1" noChangeArrowheads="1" noChangeShapeType="1" noCrop="1"/>
            </p:cNvPicPr>
            <p:nvPr/>
          </p:nvPicPr>
          <p:blipFill>
            <a:blip r:embed="rId6" cstate="print"/>
            <a:stretch>
              <a:fillRect/>
            </a:stretch>
          </p:blipFill>
          <p:spPr>
            <a:xfrm>
              <a:off x="928447" y="1028087"/>
              <a:ext cx="167248" cy="197425"/>
            </a:xfrm>
            <a:prstGeom prst="rect">
              <a:avLst/>
            </a:prstGeom>
          </p:spPr>
        </p:pic>
        <p:sp>
          <p:nvSpPr>
            <p:cNvPr id="10" name="object 10"/>
            <p:cNvSpPr>
              <a:spLocks noGrp="1" noRot="1" noMove="1" noResize="1" noEditPoints="1" noAdjustHandles="1" noChangeArrowheads="1" noChangeShapeType="1"/>
            </p:cNvSpPr>
            <p:nvPr/>
          </p:nvSpPr>
          <p:spPr>
            <a:xfrm>
              <a:off x="1195451" y="1028089"/>
              <a:ext cx="160020" cy="197485"/>
            </a:xfrm>
            <a:custGeom>
              <a:avLst/>
              <a:gdLst/>
              <a:ahLst/>
              <a:cxnLst/>
              <a:rect l="l" t="t" r="r" b="b"/>
              <a:pathLst>
                <a:path w="160019" h="197484">
                  <a:moveTo>
                    <a:pt x="159918" y="0"/>
                  </a:moveTo>
                  <a:lnTo>
                    <a:pt x="133070" y="0"/>
                  </a:lnTo>
                  <a:lnTo>
                    <a:pt x="133070" y="85432"/>
                  </a:lnTo>
                  <a:lnTo>
                    <a:pt x="26835" y="85432"/>
                  </a:lnTo>
                  <a:lnTo>
                    <a:pt x="26835" y="0"/>
                  </a:lnTo>
                  <a:lnTo>
                    <a:pt x="0" y="0"/>
                  </a:lnTo>
                  <a:lnTo>
                    <a:pt x="0" y="85432"/>
                  </a:lnTo>
                  <a:lnTo>
                    <a:pt x="0" y="106794"/>
                  </a:lnTo>
                  <a:lnTo>
                    <a:pt x="0" y="197243"/>
                  </a:lnTo>
                  <a:lnTo>
                    <a:pt x="26835" y="197243"/>
                  </a:lnTo>
                  <a:lnTo>
                    <a:pt x="26835" y="106794"/>
                  </a:lnTo>
                  <a:lnTo>
                    <a:pt x="133070" y="106794"/>
                  </a:lnTo>
                  <a:lnTo>
                    <a:pt x="133070" y="197243"/>
                  </a:lnTo>
                  <a:lnTo>
                    <a:pt x="159918" y="197243"/>
                  </a:lnTo>
                  <a:lnTo>
                    <a:pt x="159918" y="106794"/>
                  </a:lnTo>
                  <a:lnTo>
                    <a:pt x="159918" y="85432"/>
                  </a:lnTo>
                  <a:lnTo>
                    <a:pt x="159918" y="0"/>
                  </a:lnTo>
                  <a:close/>
                </a:path>
              </a:pathLst>
            </a:custGeom>
            <a:solidFill>
              <a:srgbClr val="FFFFFF"/>
            </a:solidFill>
          </p:spPr>
          <p:txBody>
            <a:bodyPr wrap="square" lIns="0" tIns="0" rIns="0" bIns="0" rtlCol="0"/>
            <a:lstStyle/>
            <a:p>
              <a:endParaRPr/>
            </a:p>
          </p:txBody>
        </p:sp>
        <p:pic>
          <p:nvPicPr>
            <p:cNvPr id="11" name="object 11"/>
            <p:cNvPicPr>
              <a:picLocks noGrp="1" noRot="1" noMove="1" noResize="1" noEditPoints="1" noAdjustHandles="1" noChangeArrowheads="1" noChangeShapeType="1" noCrop="1"/>
            </p:cNvPicPr>
            <p:nvPr/>
          </p:nvPicPr>
          <p:blipFill>
            <a:blip r:embed="rId7" cstate="print"/>
            <a:stretch>
              <a:fillRect/>
            </a:stretch>
          </p:blipFill>
          <p:spPr>
            <a:xfrm>
              <a:off x="1387592" y="1079243"/>
              <a:ext cx="289038" cy="149587"/>
            </a:xfrm>
            <a:prstGeom prst="rect">
              <a:avLst/>
            </a:prstGeom>
          </p:spPr>
        </p:pic>
        <p:sp>
          <p:nvSpPr>
            <p:cNvPr id="12" name="object 12"/>
            <p:cNvSpPr>
              <a:spLocks noGrp="1" noRot="1" noMove="1" noResize="1" noEditPoints="1" noAdjustHandles="1" noChangeArrowheads="1" noChangeShapeType="1"/>
            </p:cNvSpPr>
            <p:nvPr/>
          </p:nvSpPr>
          <p:spPr>
            <a:xfrm>
              <a:off x="1700362" y="1028087"/>
              <a:ext cx="24130" cy="197485"/>
            </a:xfrm>
            <a:custGeom>
              <a:avLst/>
              <a:gdLst/>
              <a:ahLst/>
              <a:cxnLst/>
              <a:rect l="l" t="t" r="r" b="b"/>
              <a:pathLst>
                <a:path w="24130" h="197484">
                  <a:moveTo>
                    <a:pt x="24017" y="197425"/>
                  </a:moveTo>
                  <a:lnTo>
                    <a:pt x="0" y="197425"/>
                  </a:lnTo>
                  <a:lnTo>
                    <a:pt x="0" y="0"/>
                  </a:lnTo>
                  <a:lnTo>
                    <a:pt x="24017" y="0"/>
                  </a:lnTo>
                  <a:lnTo>
                    <a:pt x="24017" y="197425"/>
                  </a:lnTo>
                  <a:close/>
                </a:path>
              </a:pathLst>
            </a:custGeom>
            <a:solidFill>
              <a:srgbClr val="FFFFFF"/>
            </a:solidFill>
          </p:spPr>
          <p:txBody>
            <a:bodyPr wrap="square" lIns="0" tIns="0" rIns="0" bIns="0" rtlCol="0"/>
            <a:lstStyle/>
            <a:p>
              <a:endParaRPr/>
            </a:p>
          </p:txBody>
        </p:sp>
        <p:pic>
          <p:nvPicPr>
            <p:cNvPr id="13" name="object 13"/>
            <p:cNvPicPr>
              <a:picLocks noGrp="1" noRot="1" noMove="1" noResize="1" noEditPoints="1" noAdjustHandles="1" noChangeArrowheads="1" noChangeShapeType="1" noCrop="1"/>
            </p:cNvPicPr>
            <p:nvPr/>
          </p:nvPicPr>
          <p:blipFill>
            <a:blip r:embed="rId8" cstate="print"/>
            <a:stretch>
              <a:fillRect/>
            </a:stretch>
          </p:blipFill>
          <p:spPr>
            <a:xfrm>
              <a:off x="1746146" y="1039702"/>
              <a:ext cx="77972" cy="185820"/>
            </a:xfrm>
            <a:prstGeom prst="rect">
              <a:avLst/>
            </a:prstGeom>
          </p:spPr>
        </p:pic>
        <p:pic>
          <p:nvPicPr>
            <p:cNvPr id="14" name="object 14"/>
            <p:cNvPicPr>
              <a:picLocks noGrp="1" noRot="1" noMove="1" noResize="1" noEditPoints="1" noAdjustHandles="1" noChangeArrowheads="1" noChangeShapeType="1" noCrop="1"/>
            </p:cNvPicPr>
            <p:nvPr/>
          </p:nvPicPr>
          <p:blipFill>
            <a:blip r:embed="rId9" cstate="print"/>
            <a:stretch>
              <a:fillRect/>
            </a:stretch>
          </p:blipFill>
          <p:spPr>
            <a:xfrm>
              <a:off x="1850678" y="1028087"/>
              <a:ext cx="120924" cy="197425"/>
            </a:xfrm>
            <a:prstGeom prst="rect">
              <a:avLst/>
            </a:prstGeom>
          </p:spPr>
        </p:pic>
        <p:pic>
          <p:nvPicPr>
            <p:cNvPr id="15" name="object 15"/>
            <p:cNvPicPr>
              <a:picLocks noGrp="1" noRot="1" noMove="1" noResize="1" noEditPoints="1" noAdjustHandles="1" noChangeArrowheads="1" noChangeShapeType="1" noCrop="1"/>
            </p:cNvPicPr>
            <p:nvPr/>
          </p:nvPicPr>
          <p:blipFill>
            <a:blip r:embed="rId10" cstate="print"/>
            <a:stretch>
              <a:fillRect/>
            </a:stretch>
          </p:blipFill>
          <p:spPr>
            <a:xfrm>
              <a:off x="712861" y="1314126"/>
              <a:ext cx="162182" cy="206814"/>
            </a:xfrm>
            <a:prstGeom prst="rect">
              <a:avLst/>
            </a:prstGeom>
          </p:spPr>
        </p:pic>
        <p:pic>
          <p:nvPicPr>
            <p:cNvPr id="16" name="object 16"/>
            <p:cNvPicPr>
              <a:picLocks noGrp="1" noRot="1" noMove="1" noResize="1" noEditPoints="1" noAdjustHandles="1" noChangeArrowheads="1" noChangeShapeType="1" noCrop="1"/>
            </p:cNvPicPr>
            <p:nvPr/>
          </p:nvPicPr>
          <p:blipFill>
            <a:blip r:embed="rId11" cstate="print"/>
            <a:stretch>
              <a:fillRect/>
            </a:stretch>
          </p:blipFill>
          <p:spPr>
            <a:xfrm>
              <a:off x="895674" y="1369975"/>
              <a:ext cx="284513" cy="149595"/>
            </a:xfrm>
            <a:prstGeom prst="rect">
              <a:avLst/>
            </a:prstGeom>
          </p:spPr>
        </p:pic>
        <p:pic>
          <p:nvPicPr>
            <p:cNvPr id="17" name="object 17"/>
            <p:cNvPicPr>
              <a:picLocks noGrp="1" noRot="1" noMove="1" noResize="1" noEditPoints="1" noAdjustHandles="1" noChangeArrowheads="1" noChangeShapeType="1" noCrop="1"/>
            </p:cNvPicPr>
            <p:nvPr/>
          </p:nvPicPr>
          <p:blipFill>
            <a:blip r:embed="rId12" cstate="print"/>
            <a:stretch>
              <a:fillRect/>
            </a:stretch>
          </p:blipFill>
          <p:spPr>
            <a:xfrm>
              <a:off x="1207038" y="1373286"/>
              <a:ext cx="120924" cy="146279"/>
            </a:xfrm>
            <a:prstGeom prst="rect">
              <a:avLst/>
            </a:prstGeom>
          </p:spPr>
        </p:pic>
        <p:pic>
          <p:nvPicPr>
            <p:cNvPr id="18" name="object 18"/>
            <p:cNvPicPr>
              <a:picLocks noGrp="1" noRot="1" noMove="1" noResize="1" noEditPoints="1" noAdjustHandles="1" noChangeArrowheads="1" noChangeShapeType="1" noCrop="1"/>
            </p:cNvPicPr>
            <p:nvPr/>
          </p:nvPicPr>
          <p:blipFill>
            <a:blip r:embed="rId13" cstate="print"/>
            <a:stretch>
              <a:fillRect/>
            </a:stretch>
          </p:blipFill>
          <p:spPr>
            <a:xfrm>
              <a:off x="1363291" y="1369976"/>
              <a:ext cx="76848" cy="146279"/>
            </a:xfrm>
            <a:prstGeom prst="rect">
              <a:avLst/>
            </a:prstGeom>
          </p:spPr>
        </p:pic>
        <p:sp>
          <p:nvSpPr>
            <p:cNvPr id="19" name="object 19"/>
            <p:cNvSpPr>
              <a:spLocks noGrp="1" noRot="1" noMove="1" noResize="1" noEditPoints="1" noAdjustHandles="1" noChangeArrowheads="1" noChangeShapeType="1"/>
            </p:cNvSpPr>
            <p:nvPr/>
          </p:nvSpPr>
          <p:spPr>
            <a:xfrm>
              <a:off x="1459636" y="1318843"/>
              <a:ext cx="24130" cy="197485"/>
            </a:xfrm>
            <a:custGeom>
              <a:avLst/>
              <a:gdLst/>
              <a:ahLst/>
              <a:cxnLst/>
              <a:rect l="l" t="t" r="r" b="b"/>
              <a:pathLst>
                <a:path w="24130" h="197484">
                  <a:moveTo>
                    <a:pt x="24015" y="54457"/>
                  </a:moveTo>
                  <a:lnTo>
                    <a:pt x="0" y="54457"/>
                  </a:lnTo>
                  <a:lnTo>
                    <a:pt x="0" y="197421"/>
                  </a:lnTo>
                  <a:lnTo>
                    <a:pt x="24015" y="197421"/>
                  </a:lnTo>
                  <a:lnTo>
                    <a:pt x="24015" y="54457"/>
                  </a:lnTo>
                  <a:close/>
                </a:path>
                <a:path w="24130" h="197484">
                  <a:moveTo>
                    <a:pt x="24015" y="0"/>
                  </a:moveTo>
                  <a:lnTo>
                    <a:pt x="0" y="0"/>
                  </a:lnTo>
                  <a:lnTo>
                    <a:pt x="0" y="28752"/>
                  </a:lnTo>
                  <a:lnTo>
                    <a:pt x="24015" y="28752"/>
                  </a:lnTo>
                  <a:lnTo>
                    <a:pt x="24015" y="0"/>
                  </a:lnTo>
                  <a:close/>
                </a:path>
              </a:pathLst>
            </a:custGeom>
            <a:solidFill>
              <a:srgbClr val="FFFFFF"/>
            </a:solidFill>
          </p:spPr>
          <p:txBody>
            <a:bodyPr wrap="square" lIns="0" tIns="0" rIns="0" bIns="0" rtlCol="0"/>
            <a:lstStyle/>
            <a:p>
              <a:endParaRPr/>
            </a:p>
          </p:txBody>
        </p:sp>
        <p:pic>
          <p:nvPicPr>
            <p:cNvPr id="20" name="object 20"/>
            <p:cNvPicPr>
              <a:picLocks noGrp="1" noRot="1" noMove="1" noResize="1" noEditPoints="1" noAdjustHandles="1" noChangeArrowheads="1" noChangeShapeType="1" noCrop="1"/>
            </p:cNvPicPr>
            <p:nvPr/>
          </p:nvPicPr>
          <p:blipFill>
            <a:blip r:embed="rId14" cstate="print"/>
            <a:stretch>
              <a:fillRect/>
            </a:stretch>
          </p:blipFill>
          <p:spPr>
            <a:xfrm>
              <a:off x="1505414" y="1330435"/>
              <a:ext cx="225455" cy="243047"/>
            </a:xfrm>
            <a:prstGeom prst="rect">
              <a:avLst/>
            </a:prstGeom>
          </p:spPr>
        </p:pic>
        <p:pic>
          <p:nvPicPr>
            <p:cNvPr id="21" name="object 21"/>
            <p:cNvPicPr>
              <a:picLocks noGrp="1" noRot="1" noMove="1" noResize="1" noEditPoints="1" noAdjustHandles="1" noChangeArrowheads="1" noChangeShapeType="1" noCrop="1"/>
            </p:cNvPicPr>
            <p:nvPr/>
          </p:nvPicPr>
          <p:blipFill>
            <a:blip r:embed="rId15" cstate="print"/>
            <a:stretch>
              <a:fillRect/>
            </a:stretch>
          </p:blipFill>
          <p:spPr>
            <a:xfrm>
              <a:off x="700430" y="1609553"/>
              <a:ext cx="329161" cy="255481"/>
            </a:xfrm>
            <a:prstGeom prst="rect">
              <a:avLst/>
            </a:prstGeom>
          </p:spPr>
        </p:pic>
        <p:pic>
          <p:nvPicPr>
            <p:cNvPr id="22" name="object 22"/>
            <p:cNvPicPr>
              <a:picLocks noGrp="1" noRot="1" noMove="1" noResize="1" noEditPoints="1" noAdjustHandles="1" noChangeArrowheads="1" noChangeShapeType="1" noCrop="1"/>
            </p:cNvPicPr>
            <p:nvPr/>
          </p:nvPicPr>
          <p:blipFill>
            <a:blip r:embed="rId16" cstate="print"/>
            <a:stretch>
              <a:fillRect/>
            </a:stretch>
          </p:blipFill>
          <p:spPr>
            <a:xfrm>
              <a:off x="1057859" y="1660702"/>
              <a:ext cx="134761" cy="149579"/>
            </a:xfrm>
            <a:prstGeom prst="rect">
              <a:avLst/>
            </a:prstGeom>
          </p:spPr>
        </p:pic>
        <p:pic>
          <p:nvPicPr>
            <p:cNvPr id="23" name="object 23"/>
            <p:cNvPicPr>
              <a:picLocks noGrp="1" noRot="1" noMove="1" noResize="1" noEditPoints="1" noAdjustHandles="1" noChangeArrowheads="1" noChangeShapeType="1" noCrop="1"/>
            </p:cNvPicPr>
            <p:nvPr/>
          </p:nvPicPr>
          <p:blipFill>
            <a:blip r:embed="rId17" cstate="print"/>
            <a:stretch>
              <a:fillRect/>
            </a:stretch>
          </p:blipFill>
          <p:spPr>
            <a:xfrm>
              <a:off x="1217495" y="1660710"/>
              <a:ext cx="120924" cy="146263"/>
            </a:xfrm>
            <a:prstGeom prst="rect">
              <a:avLst/>
            </a:prstGeom>
          </p:spPr>
        </p:pic>
        <p:pic>
          <p:nvPicPr>
            <p:cNvPr id="24" name="object 24"/>
            <p:cNvPicPr>
              <a:picLocks noGrp="1" noRot="1" noMove="1" noResize="1" noEditPoints="1" noAdjustHandles="1" noChangeArrowheads="1" noChangeShapeType="1" noCrop="1"/>
            </p:cNvPicPr>
            <p:nvPr/>
          </p:nvPicPr>
          <p:blipFill>
            <a:blip r:embed="rId18" cstate="print"/>
            <a:stretch>
              <a:fillRect/>
            </a:stretch>
          </p:blipFill>
          <p:spPr>
            <a:xfrm>
              <a:off x="1366679" y="1660701"/>
              <a:ext cx="280563" cy="203500"/>
            </a:xfrm>
            <a:prstGeom prst="rect">
              <a:avLst/>
            </a:prstGeom>
          </p:spPr>
        </p:pic>
        <p:sp>
          <p:nvSpPr>
            <p:cNvPr id="25" name="object 25"/>
            <p:cNvSpPr>
              <a:spLocks noGrp="1" noRot="1" noMove="1" noResize="1" noEditPoints="1" noAdjustHandles="1" noChangeArrowheads="1" noChangeShapeType="1"/>
            </p:cNvSpPr>
            <p:nvPr/>
          </p:nvSpPr>
          <p:spPr>
            <a:xfrm>
              <a:off x="0" y="2362200"/>
              <a:ext cx="17348200" cy="6705600"/>
            </a:xfrm>
            <a:custGeom>
              <a:avLst/>
              <a:gdLst/>
              <a:ahLst/>
              <a:cxnLst/>
              <a:rect l="l" t="t" r="r" b="b"/>
              <a:pathLst>
                <a:path w="17348200" h="6705600">
                  <a:moveTo>
                    <a:pt x="17348200" y="0"/>
                  </a:moveTo>
                  <a:lnTo>
                    <a:pt x="0" y="0"/>
                  </a:lnTo>
                  <a:lnTo>
                    <a:pt x="0" y="6705600"/>
                  </a:lnTo>
                  <a:lnTo>
                    <a:pt x="17348200" y="6705600"/>
                  </a:lnTo>
                  <a:lnTo>
                    <a:pt x="17348200" y="0"/>
                  </a:lnTo>
                  <a:close/>
                </a:path>
              </a:pathLst>
            </a:custGeom>
            <a:solidFill>
              <a:srgbClr val="FFFFFF"/>
            </a:solidFill>
          </p:spPr>
          <p:txBody>
            <a:bodyPr wrap="square" lIns="0" tIns="0" rIns="0" bIns="0" rtlCol="0"/>
            <a:lstStyle/>
            <a:p>
              <a:endParaRPr/>
            </a:p>
          </p:txBody>
        </p:sp>
      </p:grpSp>
      <p:sp>
        <p:nvSpPr>
          <p:cNvPr id="26" name="object 26"/>
          <p:cNvSpPr txBox="1"/>
          <p:nvPr/>
        </p:nvSpPr>
        <p:spPr>
          <a:xfrm>
            <a:off x="2255406" y="3328231"/>
            <a:ext cx="10129373" cy="5283498"/>
          </a:xfrm>
          <a:prstGeom prst="rect">
            <a:avLst/>
          </a:prstGeom>
        </p:spPr>
        <p:txBody>
          <a:bodyPr vert="horz" wrap="square" lIns="0" tIns="177800" rIns="0" bIns="0" rtlCol="0" anchor="t">
            <a:spAutoFit/>
          </a:bodyPr>
          <a:lstStyle/>
          <a:p>
            <a:pPr marL="207645" indent="-194945" algn="l" rtl="0" fontAlgn="base">
              <a:spcBef>
                <a:spcPts val="1400"/>
              </a:spcBef>
              <a:buClr>
                <a:srgbClr val="0F7E90"/>
              </a:buClr>
              <a:buFont typeface="Minion Pro"/>
              <a:buChar char="•"/>
              <a:tabLst>
                <a:tab pos="207645" algn="l"/>
                <a:tab pos="2836545" algn="l"/>
              </a:tabLst>
            </a:pPr>
            <a:r>
              <a:rPr lang="en-US" sz="2500">
                <a:solidFill>
                  <a:schemeClr val="accent5">
                    <a:lumMod val="75000"/>
                  </a:schemeClr>
                </a:solidFill>
                <a:latin typeface="Arial"/>
                <a:cs typeface="Arial"/>
              </a:rPr>
              <a:t>Working with </a:t>
            </a:r>
            <a:r>
              <a:rPr lang="en-US" sz="2500" b="1">
                <a:solidFill>
                  <a:schemeClr val="accent5">
                    <a:lumMod val="75000"/>
                  </a:schemeClr>
                </a:solidFill>
                <a:latin typeface="Arial"/>
                <a:cs typeface="Arial"/>
              </a:rPr>
              <a:t>virologists, academia and wildlife experts</a:t>
            </a:r>
          </a:p>
          <a:p>
            <a:pPr marL="207645" indent="-194945" algn="l">
              <a:spcBef>
                <a:spcPts val="1400"/>
              </a:spcBef>
              <a:buClr>
                <a:srgbClr val="0F7E90"/>
              </a:buClr>
              <a:buFont typeface="Minion Pro"/>
              <a:buChar char="•"/>
              <a:tabLst>
                <a:tab pos="207645" algn="l"/>
                <a:tab pos="2836545" algn="l"/>
              </a:tabLst>
            </a:pPr>
            <a:r>
              <a:rPr lang="en-US" sz="2500" b="1" err="1">
                <a:solidFill>
                  <a:schemeClr val="accent5">
                    <a:lumMod val="75000"/>
                  </a:schemeClr>
                </a:solidFill>
                <a:latin typeface="Arial"/>
                <a:cs typeface="Arial"/>
              </a:rPr>
              <a:t>Sero</a:t>
            </a:r>
            <a:r>
              <a:rPr lang="en-US" sz="2500" b="1">
                <a:solidFill>
                  <a:schemeClr val="accent5">
                    <a:lumMod val="75000"/>
                  </a:schemeClr>
                </a:solidFill>
                <a:latin typeface="Arial"/>
                <a:cs typeface="Arial"/>
              </a:rPr>
              <a:t> survey </a:t>
            </a:r>
            <a:r>
              <a:rPr lang="en-US" sz="2500">
                <a:solidFill>
                  <a:schemeClr val="accent5">
                    <a:lumMod val="75000"/>
                  </a:schemeClr>
                </a:solidFill>
                <a:latin typeface="Arial"/>
                <a:cs typeface="Arial"/>
              </a:rPr>
              <a:t>of wild deer for tick-borne flavivirus​</a:t>
            </a:r>
          </a:p>
          <a:p>
            <a:pPr marL="207645" indent="-194945" algn="l" rtl="0" fontAlgn="base">
              <a:spcBef>
                <a:spcPts val="1400"/>
              </a:spcBef>
              <a:buClr>
                <a:srgbClr val="0F7E90"/>
              </a:buClr>
              <a:buFont typeface="Minion Pro"/>
              <a:buChar char="•"/>
              <a:tabLst>
                <a:tab pos="207645" algn="l"/>
                <a:tab pos="2836545" algn="l"/>
              </a:tabLst>
            </a:pPr>
            <a:r>
              <a:rPr lang="en-US" sz="2500">
                <a:solidFill>
                  <a:schemeClr val="accent5">
                    <a:lumMod val="75000"/>
                  </a:schemeClr>
                </a:solidFill>
                <a:latin typeface="Arial"/>
                <a:cs typeface="Arial"/>
              </a:rPr>
              <a:t>Identification of </a:t>
            </a:r>
            <a:r>
              <a:rPr lang="en-US" sz="2500" b="1">
                <a:solidFill>
                  <a:schemeClr val="accent5">
                    <a:lumMod val="75000"/>
                  </a:schemeClr>
                </a:solidFill>
                <a:latin typeface="Arial"/>
                <a:cs typeface="Arial"/>
              </a:rPr>
              <a:t>hot-spots</a:t>
            </a:r>
            <a:r>
              <a:rPr lang="en-US" sz="2500">
                <a:solidFill>
                  <a:schemeClr val="accent5">
                    <a:lumMod val="75000"/>
                  </a:schemeClr>
                </a:solidFill>
                <a:latin typeface="Arial"/>
                <a:cs typeface="Arial"/>
              </a:rPr>
              <a:t> of seropositivity​</a:t>
            </a:r>
          </a:p>
          <a:p>
            <a:pPr marL="207645" indent="-194945" algn="l" rtl="0" fontAlgn="base">
              <a:spcBef>
                <a:spcPts val="1400"/>
              </a:spcBef>
              <a:buClr>
                <a:srgbClr val="0F7E90"/>
              </a:buClr>
              <a:buFont typeface="Minion Pro"/>
              <a:buChar char="•"/>
              <a:tabLst>
                <a:tab pos="207645" algn="l"/>
                <a:tab pos="2836545" algn="l"/>
              </a:tabLst>
            </a:pPr>
            <a:r>
              <a:rPr lang="en-US" sz="2500">
                <a:solidFill>
                  <a:schemeClr val="accent5">
                    <a:lumMod val="75000"/>
                  </a:schemeClr>
                </a:solidFill>
                <a:latin typeface="Arial"/>
                <a:cs typeface="Arial"/>
              </a:rPr>
              <a:t>Subsequent tick </a:t>
            </a:r>
            <a:r>
              <a:rPr lang="en-US" sz="2500" b="1">
                <a:solidFill>
                  <a:schemeClr val="accent5">
                    <a:lumMod val="75000"/>
                  </a:schemeClr>
                </a:solidFill>
                <a:latin typeface="Arial"/>
                <a:cs typeface="Arial"/>
              </a:rPr>
              <a:t>testing</a:t>
            </a:r>
            <a:r>
              <a:rPr lang="en-US" sz="2500">
                <a:solidFill>
                  <a:schemeClr val="accent5">
                    <a:lumMod val="75000"/>
                  </a:schemeClr>
                </a:solidFill>
                <a:latin typeface="Arial"/>
                <a:cs typeface="Arial"/>
              </a:rPr>
              <a:t> from deer and the environment​</a:t>
            </a:r>
          </a:p>
          <a:p>
            <a:pPr marL="207645" indent="-194945" algn="l" rtl="0" fontAlgn="base">
              <a:spcBef>
                <a:spcPts val="1400"/>
              </a:spcBef>
              <a:buClr>
                <a:srgbClr val="0F7E90"/>
              </a:buClr>
              <a:buFont typeface="Minion Pro"/>
              <a:buChar char="•"/>
              <a:tabLst>
                <a:tab pos="207645" algn="l"/>
                <a:tab pos="2836545" algn="l"/>
              </a:tabLst>
            </a:pPr>
            <a:r>
              <a:rPr lang="en-US" sz="2500" b="1">
                <a:solidFill>
                  <a:schemeClr val="accent5">
                    <a:lumMod val="75000"/>
                  </a:schemeClr>
                </a:solidFill>
                <a:latin typeface="Arial"/>
                <a:cs typeface="Arial"/>
              </a:rPr>
              <a:t>Sequencing </a:t>
            </a:r>
            <a:r>
              <a:rPr lang="en-US" sz="2500">
                <a:solidFill>
                  <a:schemeClr val="accent5">
                    <a:lumMod val="75000"/>
                  </a:schemeClr>
                </a:solidFill>
                <a:latin typeface="Arial"/>
                <a:cs typeface="Arial"/>
              </a:rPr>
              <a:t>TBEV and phylogenetic analysis​</a:t>
            </a:r>
          </a:p>
          <a:p>
            <a:pPr marL="207645" indent="-194945" algn="l" rtl="0" fontAlgn="base">
              <a:spcBef>
                <a:spcPts val="1400"/>
              </a:spcBef>
              <a:buClr>
                <a:srgbClr val="0F7E90"/>
              </a:buClr>
              <a:buFont typeface="Minion Pro"/>
              <a:buChar char="•"/>
              <a:tabLst>
                <a:tab pos="207645" algn="l"/>
                <a:tab pos="2836545" algn="l"/>
              </a:tabLst>
            </a:pPr>
            <a:r>
              <a:rPr lang="en-US" sz="2500" b="1">
                <a:solidFill>
                  <a:schemeClr val="accent5">
                    <a:lumMod val="75000"/>
                  </a:schemeClr>
                </a:solidFill>
                <a:latin typeface="Arial"/>
                <a:cs typeface="Arial"/>
              </a:rPr>
              <a:t>Four probable or confirmed cases </a:t>
            </a:r>
            <a:r>
              <a:rPr lang="en-US" sz="2500">
                <a:solidFill>
                  <a:schemeClr val="accent5">
                    <a:lumMod val="75000"/>
                  </a:schemeClr>
                </a:solidFill>
                <a:latin typeface="Arial"/>
                <a:cs typeface="Arial"/>
              </a:rPr>
              <a:t>(RIPL)</a:t>
            </a:r>
          </a:p>
          <a:p>
            <a:pPr marL="207645" indent="-194945" algn="l" rtl="0" fontAlgn="base">
              <a:spcBef>
                <a:spcPts val="1400"/>
              </a:spcBef>
              <a:buClr>
                <a:srgbClr val="0F7E90"/>
              </a:buClr>
              <a:buFont typeface="Minion Pro"/>
              <a:buChar char="•"/>
              <a:tabLst>
                <a:tab pos="207645" algn="l"/>
                <a:tab pos="2836545" algn="l"/>
              </a:tabLst>
            </a:pPr>
            <a:r>
              <a:rPr lang="en-US" sz="2500">
                <a:solidFill>
                  <a:schemeClr val="accent5">
                    <a:lumMod val="75000"/>
                  </a:schemeClr>
                </a:solidFill>
                <a:latin typeface="Arial"/>
                <a:cs typeface="Arial"/>
              </a:rPr>
              <a:t>Work to </a:t>
            </a:r>
            <a:r>
              <a:rPr lang="en-US" sz="2500" b="1">
                <a:solidFill>
                  <a:schemeClr val="accent5">
                    <a:lumMod val="75000"/>
                  </a:schemeClr>
                </a:solidFill>
                <a:latin typeface="Arial"/>
                <a:cs typeface="Arial"/>
              </a:rPr>
              <a:t>understand </a:t>
            </a:r>
            <a:r>
              <a:rPr lang="en-US" sz="2500">
                <a:solidFill>
                  <a:schemeClr val="accent5">
                    <a:lumMod val="75000"/>
                  </a:schemeClr>
                </a:solidFill>
                <a:latin typeface="Arial"/>
                <a:cs typeface="Arial"/>
              </a:rPr>
              <a:t>TBEV </a:t>
            </a:r>
            <a:r>
              <a:rPr lang="en-US" sz="2500" b="1">
                <a:solidFill>
                  <a:schemeClr val="accent5">
                    <a:lumMod val="75000"/>
                  </a:schemeClr>
                </a:solidFill>
                <a:latin typeface="Arial"/>
                <a:cs typeface="Arial"/>
              </a:rPr>
              <a:t>endemic areas </a:t>
            </a:r>
            <a:r>
              <a:rPr lang="en-US" sz="2500">
                <a:solidFill>
                  <a:schemeClr val="accent5">
                    <a:lumMod val="75000"/>
                  </a:schemeClr>
                </a:solidFill>
                <a:latin typeface="Arial"/>
                <a:cs typeface="Arial"/>
              </a:rPr>
              <a:t>and other potential </a:t>
            </a:r>
            <a:r>
              <a:rPr lang="en-US" sz="2500" b="1">
                <a:solidFill>
                  <a:schemeClr val="accent5">
                    <a:lumMod val="75000"/>
                  </a:schemeClr>
                </a:solidFill>
                <a:latin typeface="Arial"/>
                <a:cs typeface="Arial"/>
              </a:rPr>
              <a:t>hot spots</a:t>
            </a:r>
            <a:r>
              <a:rPr lang="en-US" sz="2500">
                <a:solidFill>
                  <a:schemeClr val="accent5">
                    <a:lumMod val="75000"/>
                  </a:schemeClr>
                </a:solidFill>
                <a:latin typeface="Arial"/>
                <a:cs typeface="Arial"/>
              </a:rPr>
              <a:t>: risk factors are s</a:t>
            </a:r>
            <a:r>
              <a:rPr lang="en-GB" sz="2500" err="1">
                <a:solidFill>
                  <a:schemeClr val="accent5">
                    <a:lumMod val="75000"/>
                  </a:schemeClr>
                </a:solidFill>
                <a:latin typeface="Arial"/>
                <a:cs typeface="Arial"/>
              </a:rPr>
              <a:t>pring</a:t>
            </a:r>
            <a:r>
              <a:rPr lang="en-GB" sz="2500">
                <a:solidFill>
                  <a:schemeClr val="accent5">
                    <a:lumMod val="75000"/>
                  </a:schemeClr>
                </a:solidFill>
                <a:latin typeface="Arial"/>
                <a:cs typeface="Arial"/>
              </a:rPr>
              <a:t> warming</a:t>
            </a:r>
            <a:r>
              <a:rPr lang="en-US" sz="2500">
                <a:solidFill>
                  <a:schemeClr val="accent5">
                    <a:lumMod val="75000"/>
                  </a:schemeClr>
                </a:solidFill>
                <a:latin typeface="Arial"/>
                <a:cs typeface="Arial"/>
              </a:rPr>
              <a:t>​, d</a:t>
            </a:r>
            <a:r>
              <a:rPr lang="en-GB" sz="2500" err="1">
                <a:solidFill>
                  <a:schemeClr val="accent5">
                    <a:lumMod val="75000"/>
                  </a:schemeClr>
                </a:solidFill>
                <a:latin typeface="Arial"/>
                <a:cs typeface="Arial"/>
              </a:rPr>
              <a:t>eer</a:t>
            </a:r>
            <a:r>
              <a:rPr lang="en-GB" sz="2500">
                <a:solidFill>
                  <a:schemeClr val="accent5">
                    <a:lumMod val="75000"/>
                  </a:schemeClr>
                </a:solidFill>
                <a:latin typeface="Arial"/>
                <a:cs typeface="Arial"/>
              </a:rPr>
              <a:t> occupancy</a:t>
            </a:r>
            <a:r>
              <a:rPr lang="en-US" sz="2500">
                <a:solidFill>
                  <a:schemeClr val="accent5">
                    <a:lumMod val="75000"/>
                  </a:schemeClr>
                </a:solidFill>
                <a:latin typeface="Arial"/>
                <a:cs typeface="Arial"/>
              </a:rPr>
              <a:t>​, w</a:t>
            </a:r>
            <a:r>
              <a:rPr lang="en-GB" sz="2500" err="1">
                <a:solidFill>
                  <a:schemeClr val="accent5">
                    <a:lumMod val="75000"/>
                  </a:schemeClr>
                </a:solidFill>
                <a:latin typeface="Arial"/>
                <a:cs typeface="Arial"/>
              </a:rPr>
              <a:t>oodland</a:t>
            </a:r>
            <a:r>
              <a:rPr lang="en-GB" sz="2500">
                <a:solidFill>
                  <a:schemeClr val="accent5">
                    <a:lumMod val="75000"/>
                  </a:schemeClr>
                </a:solidFill>
                <a:latin typeface="Arial"/>
                <a:cs typeface="Arial"/>
              </a:rPr>
              <a:t> connectivity</a:t>
            </a:r>
            <a:r>
              <a:rPr lang="en-US" sz="2500">
                <a:solidFill>
                  <a:schemeClr val="accent5">
                    <a:lumMod val="75000"/>
                  </a:schemeClr>
                </a:solidFill>
                <a:latin typeface="Arial"/>
                <a:cs typeface="Arial"/>
              </a:rPr>
              <a:t>​, t</a:t>
            </a:r>
            <a:r>
              <a:rPr lang="en-GB" sz="2500" err="1">
                <a:solidFill>
                  <a:schemeClr val="accent5">
                    <a:lumMod val="75000"/>
                  </a:schemeClr>
                </a:solidFill>
                <a:latin typeface="Arial"/>
                <a:cs typeface="Arial"/>
              </a:rPr>
              <a:t>emperature</a:t>
            </a:r>
            <a:endParaRPr lang="en-US" sz="2500">
              <a:solidFill>
                <a:schemeClr val="accent5">
                  <a:lumMod val="75000"/>
                </a:schemeClr>
              </a:solidFill>
              <a:latin typeface="Arial"/>
              <a:cs typeface="Arial"/>
            </a:endParaRPr>
          </a:p>
          <a:p>
            <a:pPr marL="207645" indent="-194945" algn="l" rtl="0" fontAlgn="base">
              <a:spcBef>
                <a:spcPts val="1400"/>
              </a:spcBef>
              <a:buClr>
                <a:srgbClr val="0F7E90"/>
              </a:buClr>
              <a:buFont typeface="Minion Pro"/>
              <a:buChar char="•"/>
              <a:tabLst>
                <a:tab pos="207645" algn="l"/>
                <a:tab pos="2836545" algn="l"/>
              </a:tabLst>
            </a:pPr>
            <a:endParaRPr lang="en-US" sz="2500">
              <a:latin typeface="Arial" panose="020B0604020202020204" pitchFamily="34" charset="0"/>
              <a:cs typeface="Arial" panose="020B0604020202020204" pitchFamily="34" charset="0"/>
            </a:endParaRPr>
          </a:p>
        </p:txBody>
      </p:sp>
      <p:sp>
        <p:nvSpPr>
          <p:cNvPr id="27" name="object 27"/>
          <p:cNvSpPr txBox="1">
            <a:spLocks noGrp="1"/>
          </p:cNvSpPr>
          <p:nvPr>
            <p:ph type="title"/>
          </p:nvPr>
        </p:nvSpPr>
        <p:spPr>
          <a:xfrm>
            <a:off x="2251909" y="377548"/>
            <a:ext cx="16540501" cy="1490152"/>
          </a:xfrm>
          <a:prstGeom prst="rect">
            <a:avLst/>
          </a:prstGeom>
        </p:spPr>
        <p:txBody>
          <a:bodyPr vert="horz" wrap="square" lIns="0" tIns="12700" rIns="0" bIns="0" rtlCol="0" anchor="t">
            <a:spAutoFit/>
          </a:bodyPr>
          <a:lstStyle/>
          <a:p>
            <a:pPr marL="12700">
              <a:spcBef>
                <a:spcPts val="100"/>
              </a:spcBef>
              <a:tabLst>
                <a:tab pos="2597150" algn="l"/>
              </a:tabLst>
            </a:pPr>
            <a:r>
              <a:rPr lang="en-GB" sz="4800">
                <a:solidFill>
                  <a:srgbClr val="92D050"/>
                </a:solidFill>
                <a:latin typeface="Arial"/>
              </a:rPr>
              <a:t>T</a:t>
            </a:r>
            <a:r>
              <a:rPr lang="en-GB" sz="4800" b="1" i="0" u="none" strike="noStrike">
                <a:solidFill>
                  <a:srgbClr val="92D050"/>
                </a:solidFill>
                <a:effectLst/>
                <a:latin typeface="Arial"/>
              </a:rPr>
              <a:t>ick-borne encephalitis virus</a:t>
            </a:r>
            <a:r>
              <a:rPr lang="en-GB" sz="4800">
                <a:solidFill>
                  <a:srgbClr val="92D050"/>
                </a:solidFill>
                <a:latin typeface="Arial"/>
              </a:rPr>
              <a:t> research</a:t>
            </a:r>
            <a:r>
              <a:rPr lang="en-GB" sz="4800" b="1" i="0" u="none" strike="noStrike">
                <a:solidFill>
                  <a:srgbClr val="92D050"/>
                </a:solidFill>
                <a:effectLst/>
                <a:latin typeface="Arial"/>
              </a:rPr>
              <a:t>:</a:t>
            </a:r>
            <a:br>
              <a:rPr lang="en-GB" sz="4800">
                <a:solidFill>
                  <a:srgbClr val="92D050"/>
                </a:solidFill>
                <a:latin typeface="Arial"/>
              </a:rPr>
            </a:br>
            <a:r>
              <a:rPr lang="en-GB" sz="4800">
                <a:solidFill>
                  <a:srgbClr val="92D050"/>
                </a:solidFill>
                <a:latin typeface="Arial"/>
              </a:rPr>
              <a:t> </a:t>
            </a:r>
            <a:r>
              <a:rPr lang="en-GB" sz="4800" b="1" i="0" u="none" strike="noStrike">
                <a:solidFill>
                  <a:srgbClr val="92D050"/>
                </a:solidFill>
                <a:effectLst/>
                <a:latin typeface="Arial"/>
              </a:rPr>
              <a:t>first detection in the UK</a:t>
            </a:r>
            <a:endParaRPr lang="en-GB" sz="4800">
              <a:solidFill>
                <a:srgbClr val="92D050"/>
              </a:solidFill>
              <a:latin typeface="Arial"/>
              <a:cs typeface="Arial" panose="020B0604020202020204" pitchFamily="34" charset="0"/>
            </a:endParaRPr>
          </a:p>
        </p:txBody>
      </p:sp>
      <p:pic>
        <p:nvPicPr>
          <p:cNvPr id="28" name="Picture 27" descr="A map of the united kingdom&#10;&#10;Description automatically generated">
            <a:extLst>
              <a:ext uri="{FF2B5EF4-FFF2-40B4-BE49-F238E27FC236}">
                <a16:creationId xmlns:a16="http://schemas.microsoft.com/office/drawing/2014/main" id="{870AFCFF-6301-FE50-4633-5BFA395A2C3E}"/>
              </a:ext>
            </a:extLst>
          </p:cNvPr>
          <p:cNvPicPr>
            <a:picLocks noChangeAspect="1"/>
          </p:cNvPicPr>
          <p:nvPr/>
        </p:nvPicPr>
        <p:blipFill>
          <a:blip r:embed="rId19"/>
          <a:stretch>
            <a:fillRect/>
          </a:stretch>
        </p:blipFill>
        <p:spPr>
          <a:xfrm>
            <a:off x="12176198" y="2369788"/>
            <a:ext cx="5037667" cy="6698012"/>
          </a:xfrm>
          <a:prstGeom prst="rect">
            <a:avLst/>
          </a:prstGeom>
        </p:spPr>
      </p:pic>
      <p:sp>
        <p:nvSpPr>
          <p:cNvPr id="30" name="Rectangle 29">
            <a:extLst>
              <a:ext uri="{FF2B5EF4-FFF2-40B4-BE49-F238E27FC236}">
                <a16:creationId xmlns:a16="http://schemas.microsoft.com/office/drawing/2014/main" id="{B4D204EB-45D0-1993-01BB-C6DB6CB86A55}"/>
              </a:ext>
            </a:extLst>
          </p:cNvPr>
          <p:cNvSpPr/>
          <p:nvPr/>
        </p:nvSpPr>
        <p:spPr>
          <a:xfrm>
            <a:off x="254643" y="2540084"/>
            <a:ext cx="11921555" cy="6185427"/>
          </a:xfrm>
          <a:prstGeom prst="rect">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Graphic 31" descr="Deer with solid fill">
            <a:extLst>
              <a:ext uri="{FF2B5EF4-FFF2-40B4-BE49-F238E27FC236}">
                <a16:creationId xmlns:a16="http://schemas.microsoft.com/office/drawing/2014/main" id="{80774EBA-4D90-A903-6416-4A52CC3D41C4}"/>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409408" y="2883363"/>
            <a:ext cx="1379627" cy="1379627"/>
          </a:xfrm>
          <a:prstGeom prst="rect">
            <a:avLst/>
          </a:prstGeom>
        </p:spPr>
      </p:pic>
      <p:pic>
        <p:nvPicPr>
          <p:cNvPr id="34" name="Graphic 33" descr="Rat with solid fill">
            <a:extLst>
              <a:ext uri="{FF2B5EF4-FFF2-40B4-BE49-F238E27FC236}">
                <a16:creationId xmlns:a16="http://schemas.microsoft.com/office/drawing/2014/main" id="{3B147E3B-EFA0-13E0-F8D3-607E34C9157F}"/>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81199" y="4888442"/>
            <a:ext cx="1504852" cy="1504852"/>
          </a:xfrm>
          <a:prstGeom prst="rect">
            <a:avLst/>
          </a:prstGeom>
        </p:spPr>
      </p:pic>
      <p:pic>
        <p:nvPicPr>
          <p:cNvPr id="36" name="Graphic 35" descr="Bug under magnifying glass with solid fill">
            <a:extLst>
              <a:ext uri="{FF2B5EF4-FFF2-40B4-BE49-F238E27FC236}">
                <a16:creationId xmlns:a16="http://schemas.microsoft.com/office/drawing/2014/main" id="{E33B8C0E-6457-A95E-8125-3DDA6A460607}"/>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460488" y="7018747"/>
            <a:ext cx="1251939" cy="1251939"/>
          </a:xfrm>
          <a:prstGeom prst="rect">
            <a:avLst/>
          </a:prstGeom>
        </p:spPr>
      </p:pic>
    </p:spTree>
    <p:extLst>
      <p:ext uri="{BB962C8B-B14F-4D97-AF65-F5344CB8AC3E}">
        <p14:creationId xmlns:p14="http://schemas.microsoft.com/office/powerpoint/2010/main" val="35602129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a:grpSpLocks noGrp="1" noUngrp="1" noRot="1" noMove="1" noResize="1"/>
          </p:cNvGrpSpPr>
          <p:nvPr/>
        </p:nvGrpSpPr>
        <p:grpSpPr>
          <a:xfrm>
            <a:off x="0" y="0"/>
            <a:ext cx="17348200" cy="9753600"/>
            <a:chOff x="0" y="0"/>
            <a:chExt cx="17348200" cy="9753600"/>
          </a:xfrm>
        </p:grpSpPr>
        <p:sp>
          <p:nvSpPr>
            <p:cNvPr id="3" name="object 3"/>
            <p:cNvSpPr>
              <a:spLocks noGrp="1" noRot="1" noMove="1" noResize="1" noEditPoints="1" noAdjustHandles="1" noChangeArrowheads="1" noChangeShapeType="1"/>
            </p:cNvSpPr>
            <p:nvPr/>
          </p:nvSpPr>
          <p:spPr>
            <a:xfrm>
              <a:off x="580440" y="535698"/>
              <a:ext cx="431165" cy="1273810"/>
            </a:xfrm>
            <a:custGeom>
              <a:avLst/>
              <a:gdLst/>
              <a:ahLst/>
              <a:cxnLst/>
              <a:rect l="l" t="t" r="r" b="b"/>
              <a:pathLst>
                <a:path w="431165" h="1273810">
                  <a:moveTo>
                    <a:pt x="23545" y="0"/>
                  </a:moveTo>
                  <a:lnTo>
                    <a:pt x="0" y="0"/>
                  </a:lnTo>
                  <a:lnTo>
                    <a:pt x="0" y="1273492"/>
                  </a:lnTo>
                  <a:lnTo>
                    <a:pt x="23545" y="1273492"/>
                  </a:lnTo>
                  <a:lnTo>
                    <a:pt x="23545" y="0"/>
                  </a:lnTo>
                  <a:close/>
                </a:path>
                <a:path w="431165" h="1273810">
                  <a:moveTo>
                    <a:pt x="300494" y="65722"/>
                  </a:moveTo>
                  <a:lnTo>
                    <a:pt x="298564" y="63982"/>
                  </a:lnTo>
                  <a:lnTo>
                    <a:pt x="294246" y="63982"/>
                  </a:lnTo>
                  <a:lnTo>
                    <a:pt x="292481" y="65722"/>
                  </a:lnTo>
                  <a:lnTo>
                    <a:pt x="292481" y="70129"/>
                  </a:lnTo>
                  <a:lnTo>
                    <a:pt x="294246" y="71729"/>
                  </a:lnTo>
                  <a:lnTo>
                    <a:pt x="298564" y="71729"/>
                  </a:lnTo>
                  <a:lnTo>
                    <a:pt x="300494" y="70129"/>
                  </a:lnTo>
                  <a:lnTo>
                    <a:pt x="300494" y="67830"/>
                  </a:lnTo>
                  <a:lnTo>
                    <a:pt x="300494" y="65722"/>
                  </a:lnTo>
                  <a:close/>
                </a:path>
                <a:path w="431165" h="1273810">
                  <a:moveTo>
                    <a:pt x="301802" y="56197"/>
                  </a:moveTo>
                  <a:lnTo>
                    <a:pt x="299999" y="54305"/>
                  </a:lnTo>
                  <a:lnTo>
                    <a:pt x="295567" y="54305"/>
                  </a:lnTo>
                  <a:lnTo>
                    <a:pt x="293725" y="56197"/>
                  </a:lnTo>
                  <a:lnTo>
                    <a:pt x="293725" y="60490"/>
                  </a:lnTo>
                  <a:lnTo>
                    <a:pt x="295567" y="62318"/>
                  </a:lnTo>
                  <a:lnTo>
                    <a:pt x="297764" y="62318"/>
                  </a:lnTo>
                  <a:lnTo>
                    <a:pt x="299999" y="62318"/>
                  </a:lnTo>
                  <a:lnTo>
                    <a:pt x="301802" y="60490"/>
                  </a:lnTo>
                  <a:lnTo>
                    <a:pt x="301802" y="56197"/>
                  </a:lnTo>
                  <a:close/>
                </a:path>
                <a:path w="431165" h="1273810">
                  <a:moveTo>
                    <a:pt x="302501" y="75171"/>
                  </a:moveTo>
                  <a:lnTo>
                    <a:pt x="300659" y="73393"/>
                  </a:lnTo>
                  <a:lnTo>
                    <a:pt x="296202" y="73393"/>
                  </a:lnTo>
                  <a:lnTo>
                    <a:pt x="294335" y="75171"/>
                  </a:lnTo>
                  <a:lnTo>
                    <a:pt x="294335" y="79565"/>
                  </a:lnTo>
                  <a:lnTo>
                    <a:pt x="296202" y="81343"/>
                  </a:lnTo>
                  <a:lnTo>
                    <a:pt x="300659" y="81343"/>
                  </a:lnTo>
                  <a:lnTo>
                    <a:pt x="302501" y="79565"/>
                  </a:lnTo>
                  <a:lnTo>
                    <a:pt x="302501" y="77470"/>
                  </a:lnTo>
                  <a:lnTo>
                    <a:pt x="302501" y="75171"/>
                  </a:lnTo>
                  <a:close/>
                </a:path>
                <a:path w="431165" h="1273810">
                  <a:moveTo>
                    <a:pt x="306197" y="47142"/>
                  </a:moveTo>
                  <a:lnTo>
                    <a:pt x="304342" y="45440"/>
                  </a:lnTo>
                  <a:lnTo>
                    <a:pt x="299999" y="45440"/>
                  </a:lnTo>
                  <a:lnTo>
                    <a:pt x="298157" y="47142"/>
                  </a:lnTo>
                  <a:lnTo>
                    <a:pt x="298157" y="51600"/>
                  </a:lnTo>
                  <a:lnTo>
                    <a:pt x="299999" y="53225"/>
                  </a:lnTo>
                  <a:lnTo>
                    <a:pt x="302221" y="53225"/>
                  </a:lnTo>
                  <a:lnTo>
                    <a:pt x="304342" y="53225"/>
                  </a:lnTo>
                  <a:lnTo>
                    <a:pt x="306197" y="51600"/>
                  </a:lnTo>
                  <a:lnTo>
                    <a:pt x="306197" y="47142"/>
                  </a:lnTo>
                  <a:close/>
                </a:path>
                <a:path w="431165" h="1273810">
                  <a:moveTo>
                    <a:pt x="314058" y="40386"/>
                  </a:moveTo>
                  <a:lnTo>
                    <a:pt x="312254" y="38684"/>
                  </a:lnTo>
                  <a:lnTo>
                    <a:pt x="307848" y="38684"/>
                  </a:lnTo>
                  <a:lnTo>
                    <a:pt x="305968" y="40386"/>
                  </a:lnTo>
                  <a:lnTo>
                    <a:pt x="305968" y="44856"/>
                  </a:lnTo>
                  <a:lnTo>
                    <a:pt x="307848" y="46507"/>
                  </a:lnTo>
                  <a:lnTo>
                    <a:pt x="309994" y="46507"/>
                  </a:lnTo>
                  <a:lnTo>
                    <a:pt x="312254" y="46507"/>
                  </a:lnTo>
                  <a:lnTo>
                    <a:pt x="314058" y="44856"/>
                  </a:lnTo>
                  <a:lnTo>
                    <a:pt x="314058" y="40386"/>
                  </a:lnTo>
                  <a:close/>
                </a:path>
                <a:path w="431165" h="1273810">
                  <a:moveTo>
                    <a:pt x="324015" y="37541"/>
                  </a:moveTo>
                  <a:lnTo>
                    <a:pt x="322148" y="35699"/>
                  </a:lnTo>
                  <a:lnTo>
                    <a:pt x="317741" y="35699"/>
                  </a:lnTo>
                  <a:lnTo>
                    <a:pt x="316001" y="37541"/>
                  </a:lnTo>
                  <a:lnTo>
                    <a:pt x="316001" y="41694"/>
                  </a:lnTo>
                  <a:lnTo>
                    <a:pt x="317741" y="43586"/>
                  </a:lnTo>
                  <a:lnTo>
                    <a:pt x="320052" y="43586"/>
                  </a:lnTo>
                  <a:lnTo>
                    <a:pt x="322148" y="43586"/>
                  </a:lnTo>
                  <a:lnTo>
                    <a:pt x="324015" y="41694"/>
                  </a:lnTo>
                  <a:lnTo>
                    <a:pt x="324015" y="37541"/>
                  </a:lnTo>
                  <a:close/>
                </a:path>
                <a:path w="431165" h="1273810">
                  <a:moveTo>
                    <a:pt x="334505" y="38442"/>
                  </a:moveTo>
                  <a:lnTo>
                    <a:pt x="332587" y="36753"/>
                  </a:lnTo>
                  <a:lnTo>
                    <a:pt x="328358" y="36753"/>
                  </a:lnTo>
                  <a:lnTo>
                    <a:pt x="326504" y="38442"/>
                  </a:lnTo>
                  <a:lnTo>
                    <a:pt x="326504" y="42710"/>
                  </a:lnTo>
                  <a:lnTo>
                    <a:pt x="328358" y="44526"/>
                  </a:lnTo>
                  <a:lnTo>
                    <a:pt x="330403" y="44526"/>
                  </a:lnTo>
                  <a:lnTo>
                    <a:pt x="332587" y="44526"/>
                  </a:lnTo>
                  <a:lnTo>
                    <a:pt x="334505" y="42710"/>
                  </a:lnTo>
                  <a:lnTo>
                    <a:pt x="334505" y="38442"/>
                  </a:lnTo>
                  <a:close/>
                </a:path>
                <a:path w="431165" h="1273810">
                  <a:moveTo>
                    <a:pt x="337553" y="77203"/>
                  </a:moveTo>
                  <a:lnTo>
                    <a:pt x="337032" y="71132"/>
                  </a:lnTo>
                  <a:lnTo>
                    <a:pt x="332727" y="66992"/>
                  </a:lnTo>
                  <a:lnTo>
                    <a:pt x="331863" y="64820"/>
                  </a:lnTo>
                  <a:lnTo>
                    <a:pt x="329653" y="69037"/>
                  </a:lnTo>
                  <a:lnTo>
                    <a:pt x="327596" y="71640"/>
                  </a:lnTo>
                  <a:lnTo>
                    <a:pt x="327914" y="74891"/>
                  </a:lnTo>
                  <a:lnTo>
                    <a:pt x="328345" y="78308"/>
                  </a:lnTo>
                  <a:lnTo>
                    <a:pt x="331863" y="80645"/>
                  </a:lnTo>
                  <a:lnTo>
                    <a:pt x="333540" y="84035"/>
                  </a:lnTo>
                  <a:lnTo>
                    <a:pt x="335064" y="80149"/>
                  </a:lnTo>
                  <a:lnTo>
                    <a:pt x="337553" y="77203"/>
                  </a:lnTo>
                  <a:close/>
                </a:path>
                <a:path w="431165" h="1273810">
                  <a:moveTo>
                    <a:pt x="344360" y="41186"/>
                  </a:moveTo>
                  <a:lnTo>
                    <a:pt x="342633" y="39420"/>
                  </a:lnTo>
                  <a:lnTo>
                    <a:pt x="338074" y="39420"/>
                  </a:lnTo>
                  <a:lnTo>
                    <a:pt x="336359" y="41186"/>
                  </a:lnTo>
                  <a:lnTo>
                    <a:pt x="336359" y="45580"/>
                  </a:lnTo>
                  <a:lnTo>
                    <a:pt x="338074" y="47307"/>
                  </a:lnTo>
                  <a:lnTo>
                    <a:pt x="340296" y="47307"/>
                  </a:lnTo>
                  <a:lnTo>
                    <a:pt x="342633" y="47307"/>
                  </a:lnTo>
                  <a:lnTo>
                    <a:pt x="344360" y="45580"/>
                  </a:lnTo>
                  <a:lnTo>
                    <a:pt x="344360" y="41186"/>
                  </a:lnTo>
                  <a:close/>
                </a:path>
                <a:path w="431165" h="1273810">
                  <a:moveTo>
                    <a:pt x="353720" y="45440"/>
                  </a:moveTo>
                  <a:lnTo>
                    <a:pt x="351980" y="43878"/>
                  </a:lnTo>
                  <a:lnTo>
                    <a:pt x="347649" y="43878"/>
                  </a:lnTo>
                  <a:lnTo>
                    <a:pt x="345732" y="45440"/>
                  </a:lnTo>
                  <a:lnTo>
                    <a:pt x="345732" y="49872"/>
                  </a:lnTo>
                  <a:lnTo>
                    <a:pt x="347649" y="51689"/>
                  </a:lnTo>
                  <a:lnTo>
                    <a:pt x="349656" y="51689"/>
                  </a:lnTo>
                  <a:lnTo>
                    <a:pt x="351980" y="51689"/>
                  </a:lnTo>
                  <a:lnTo>
                    <a:pt x="353720" y="49872"/>
                  </a:lnTo>
                  <a:lnTo>
                    <a:pt x="353720" y="45440"/>
                  </a:lnTo>
                  <a:close/>
                </a:path>
                <a:path w="431165" h="1273810">
                  <a:moveTo>
                    <a:pt x="358990" y="22199"/>
                  </a:moveTo>
                  <a:lnTo>
                    <a:pt x="353961" y="23253"/>
                  </a:lnTo>
                  <a:lnTo>
                    <a:pt x="350113" y="27165"/>
                  </a:lnTo>
                  <a:lnTo>
                    <a:pt x="349097" y="32194"/>
                  </a:lnTo>
                  <a:lnTo>
                    <a:pt x="358990" y="32194"/>
                  </a:lnTo>
                  <a:lnTo>
                    <a:pt x="358990" y="22199"/>
                  </a:lnTo>
                  <a:close/>
                </a:path>
                <a:path w="431165" h="1273810">
                  <a:moveTo>
                    <a:pt x="359194" y="52082"/>
                  </a:moveTo>
                  <a:lnTo>
                    <a:pt x="357606" y="51841"/>
                  </a:lnTo>
                  <a:lnTo>
                    <a:pt x="356069" y="51346"/>
                  </a:lnTo>
                  <a:lnTo>
                    <a:pt x="354660" y="50787"/>
                  </a:lnTo>
                  <a:lnTo>
                    <a:pt x="354660" y="68884"/>
                  </a:lnTo>
                  <a:lnTo>
                    <a:pt x="359194" y="68884"/>
                  </a:lnTo>
                  <a:lnTo>
                    <a:pt x="359194" y="52082"/>
                  </a:lnTo>
                  <a:close/>
                </a:path>
                <a:path w="431165" h="1273810">
                  <a:moveTo>
                    <a:pt x="368490" y="50774"/>
                  </a:moveTo>
                  <a:lnTo>
                    <a:pt x="367004" y="51346"/>
                  </a:lnTo>
                  <a:lnTo>
                    <a:pt x="365569" y="51828"/>
                  </a:lnTo>
                  <a:lnTo>
                    <a:pt x="363855" y="52082"/>
                  </a:lnTo>
                  <a:lnTo>
                    <a:pt x="363855" y="68872"/>
                  </a:lnTo>
                  <a:lnTo>
                    <a:pt x="368490" y="68872"/>
                  </a:lnTo>
                  <a:lnTo>
                    <a:pt x="368490" y="50774"/>
                  </a:lnTo>
                  <a:close/>
                </a:path>
                <a:path w="431165" h="1273810">
                  <a:moveTo>
                    <a:pt x="372084" y="4114"/>
                  </a:moveTo>
                  <a:lnTo>
                    <a:pt x="369938" y="6832"/>
                  </a:lnTo>
                  <a:lnTo>
                    <a:pt x="366166" y="9245"/>
                  </a:lnTo>
                  <a:lnTo>
                    <a:pt x="362978" y="9880"/>
                  </a:lnTo>
                  <a:lnTo>
                    <a:pt x="363347" y="6400"/>
                  </a:lnTo>
                  <a:lnTo>
                    <a:pt x="365455" y="3568"/>
                  </a:lnTo>
                  <a:lnTo>
                    <a:pt x="368274" y="0"/>
                  </a:lnTo>
                  <a:lnTo>
                    <a:pt x="354850" y="0"/>
                  </a:lnTo>
                  <a:lnTo>
                    <a:pt x="357619" y="3568"/>
                  </a:lnTo>
                  <a:lnTo>
                    <a:pt x="359740" y="6400"/>
                  </a:lnTo>
                  <a:lnTo>
                    <a:pt x="360172" y="9880"/>
                  </a:lnTo>
                  <a:lnTo>
                    <a:pt x="356920" y="9245"/>
                  </a:lnTo>
                  <a:lnTo>
                    <a:pt x="353174" y="6832"/>
                  </a:lnTo>
                  <a:lnTo>
                    <a:pt x="351015" y="4114"/>
                  </a:lnTo>
                  <a:lnTo>
                    <a:pt x="351015" y="17754"/>
                  </a:lnTo>
                  <a:lnTo>
                    <a:pt x="353174" y="14846"/>
                  </a:lnTo>
                  <a:lnTo>
                    <a:pt x="356844" y="12395"/>
                  </a:lnTo>
                  <a:lnTo>
                    <a:pt x="360172" y="11925"/>
                  </a:lnTo>
                  <a:lnTo>
                    <a:pt x="359702" y="15367"/>
                  </a:lnTo>
                  <a:lnTo>
                    <a:pt x="357352" y="18453"/>
                  </a:lnTo>
                  <a:lnTo>
                    <a:pt x="354571" y="20612"/>
                  </a:lnTo>
                  <a:lnTo>
                    <a:pt x="368490" y="20612"/>
                  </a:lnTo>
                  <a:lnTo>
                    <a:pt x="365645" y="18453"/>
                  </a:lnTo>
                  <a:lnTo>
                    <a:pt x="363448" y="15367"/>
                  </a:lnTo>
                  <a:lnTo>
                    <a:pt x="362978" y="11925"/>
                  </a:lnTo>
                  <a:lnTo>
                    <a:pt x="366293" y="12395"/>
                  </a:lnTo>
                  <a:lnTo>
                    <a:pt x="369938" y="14846"/>
                  </a:lnTo>
                  <a:lnTo>
                    <a:pt x="372084" y="17754"/>
                  </a:lnTo>
                  <a:lnTo>
                    <a:pt x="372084" y="4114"/>
                  </a:lnTo>
                  <a:close/>
                </a:path>
                <a:path w="431165" h="1273810">
                  <a:moveTo>
                    <a:pt x="373849" y="37109"/>
                  </a:moveTo>
                  <a:lnTo>
                    <a:pt x="349224" y="37109"/>
                  </a:lnTo>
                  <a:lnTo>
                    <a:pt x="350507" y="42595"/>
                  </a:lnTo>
                  <a:lnTo>
                    <a:pt x="355485" y="46570"/>
                  </a:lnTo>
                  <a:lnTo>
                    <a:pt x="367588" y="46570"/>
                  </a:lnTo>
                  <a:lnTo>
                    <a:pt x="372643" y="42595"/>
                  </a:lnTo>
                  <a:lnTo>
                    <a:pt x="373849" y="37109"/>
                  </a:lnTo>
                  <a:close/>
                </a:path>
                <a:path w="431165" h="1273810">
                  <a:moveTo>
                    <a:pt x="374015" y="32194"/>
                  </a:moveTo>
                  <a:lnTo>
                    <a:pt x="373087" y="27165"/>
                  </a:lnTo>
                  <a:lnTo>
                    <a:pt x="369163" y="23380"/>
                  </a:lnTo>
                  <a:lnTo>
                    <a:pt x="364197" y="22199"/>
                  </a:lnTo>
                  <a:lnTo>
                    <a:pt x="364197" y="32194"/>
                  </a:lnTo>
                  <a:lnTo>
                    <a:pt x="374015" y="32194"/>
                  </a:lnTo>
                  <a:close/>
                </a:path>
                <a:path w="431165" h="1273810">
                  <a:moveTo>
                    <a:pt x="377444" y="45427"/>
                  </a:moveTo>
                  <a:lnTo>
                    <a:pt x="375589" y="43865"/>
                  </a:lnTo>
                  <a:lnTo>
                    <a:pt x="371144" y="43865"/>
                  </a:lnTo>
                  <a:lnTo>
                    <a:pt x="369366" y="45427"/>
                  </a:lnTo>
                  <a:lnTo>
                    <a:pt x="369366" y="47663"/>
                  </a:lnTo>
                  <a:lnTo>
                    <a:pt x="369366" y="49872"/>
                  </a:lnTo>
                  <a:lnTo>
                    <a:pt x="371144" y="51689"/>
                  </a:lnTo>
                  <a:lnTo>
                    <a:pt x="375589" y="51689"/>
                  </a:lnTo>
                  <a:lnTo>
                    <a:pt x="377444" y="49872"/>
                  </a:lnTo>
                  <a:lnTo>
                    <a:pt x="377444" y="45427"/>
                  </a:lnTo>
                  <a:close/>
                </a:path>
                <a:path w="431165" h="1273810">
                  <a:moveTo>
                    <a:pt x="386740" y="41186"/>
                  </a:moveTo>
                  <a:lnTo>
                    <a:pt x="384873" y="39420"/>
                  </a:lnTo>
                  <a:lnTo>
                    <a:pt x="380593" y="39420"/>
                  </a:lnTo>
                  <a:lnTo>
                    <a:pt x="378726" y="41186"/>
                  </a:lnTo>
                  <a:lnTo>
                    <a:pt x="378726" y="45580"/>
                  </a:lnTo>
                  <a:lnTo>
                    <a:pt x="380593" y="47307"/>
                  </a:lnTo>
                  <a:lnTo>
                    <a:pt x="382701" y="47307"/>
                  </a:lnTo>
                  <a:lnTo>
                    <a:pt x="384873" y="47307"/>
                  </a:lnTo>
                  <a:lnTo>
                    <a:pt x="386740" y="45580"/>
                  </a:lnTo>
                  <a:lnTo>
                    <a:pt x="386740" y="41186"/>
                  </a:lnTo>
                  <a:close/>
                </a:path>
                <a:path w="431165" h="1273810">
                  <a:moveTo>
                    <a:pt x="395592" y="71640"/>
                  </a:moveTo>
                  <a:lnTo>
                    <a:pt x="393585" y="69037"/>
                  </a:lnTo>
                  <a:lnTo>
                    <a:pt x="391363" y="64820"/>
                  </a:lnTo>
                  <a:lnTo>
                    <a:pt x="390550" y="66992"/>
                  </a:lnTo>
                  <a:lnTo>
                    <a:pt x="386181" y="71132"/>
                  </a:lnTo>
                  <a:lnTo>
                    <a:pt x="385559" y="77203"/>
                  </a:lnTo>
                  <a:lnTo>
                    <a:pt x="388239" y="80149"/>
                  </a:lnTo>
                  <a:lnTo>
                    <a:pt x="389712" y="84035"/>
                  </a:lnTo>
                  <a:lnTo>
                    <a:pt x="391363" y="80645"/>
                  </a:lnTo>
                  <a:lnTo>
                    <a:pt x="394995" y="78308"/>
                  </a:lnTo>
                  <a:lnTo>
                    <a:pt x="395592" y="71640"/>
                  </a:lnTo>
                  <a:close/>
                </a:path>
                <a:path w="431165" h="1273810">
                  <a:moveTo>
                    <a:pt x="396595" y="38442"/>
                  </a:moveTo>
                  <a:lnTo>
                    <a:pt x="394919" y="36753"/>
                  </a:lnTo>
                  <a:lnTo>
                    <a:pt x="390410" y="36753"/>
                  </a:lnTo>
                  <a:lnTo>
                    <a:pt x="388632" y="38442"/>
                  </a:lnTo>
                  <a:lnTo>
                    <a:pt x="388632" y="42710"/>
                  </a:lnTo>
                  <a:lnTo>
                    <a:pt x="390410" y="44526"/>
                  </a:lnTo>
                  <a:lnTo>
                    <a:pt x="392633" y="44526"/>
                  </a:lnTo>
                  <a:lnTo>
                    <a:pt x="394919" y="44526"/>
                  </a:lnTo>
                  <a:lnTo>
                    <a:pt x="396595" y="42710"/>
                  </a:lnTo>
                  <a:lnTo>
                    <a:pt x="396595" y="38442"/>
                  </a:lnTo>
                  <a:close/>
                </a:path>
                <a:path w="431165" h="1273810">
                  <a:moveTo>
                    <a:pt x="407123" y="37541"/>
                  </a:moveTo>
                  <a:lnTo>
                    <a:pt x="405218" y="35699"/>
                  </a:lnTo>
                  <a:lnTo>
                    <a:pt x="400888" y="35699"/>
                  </a:lnTo>
                  <a:lnTo>
                    <a:pt x="399161" y="37541"/>
                  </a:lnTo>
                  <a:lnTo>
                    <a:pt x="399161" y="41694"/>
                  </a:lnTo>
                  <a:lnTo>
                    <a:pt x="400888" y="43586"/>
                  </a:lnTo>
                  <a:lnTo>
                    <a:pt x="403199" y="43586"/>
                  </a:lnTo>
                  <a:lnTo>
                    <a:pt x="405218" y="43586"/>
                  </a:lnTo>
                  <a:lnTo>
                    <a:pt x="407123" y="41694"/>
                  </a:lnTo>
                  <a:lnTo>
                    <a:pt x="407123" y="37541"/>
                  </a:lnTo>
                  <a:close/>
                </a:path>
                <a:path w="431165" h="1273810">
                  <a:moveTo>
                    <a:pt x="417156" y="40386"/>
                  </a:moveTo>
                  <a:lnTo>
                    <a:pt x="415315" y="38684"/>
                  </a:lnTo>
                  <a:lnTo>
                    <a:pt x="410819" y="38684"/>
                  </a:lnTo>
                  <a:lnTo>
                    <a:pt x="409079" y="40386"/>
                  </a:lnTo>
                  <a:lnTo>
                    <a:pt x="409079" y="44856"/>
                  </a:lnTo>
                  <a:lnTo>
                    <a:pt x="410819" y="46507"/>
                  </a:lnTo>
                  <a:lnTo>
                    <a:pt x="413131" y="46507"/>
                  </a:lnTo>
                  <a:lnTo>
                    <a:pt x="415315" y="46507"/>
                  </a:lnTo>
                  <a:lnTo>
                    <a:pt x="417156" y="44856"/>
                  </a:lnTo>
                  <a:lnTo>
                    <a:pt x="417156" y="40386"/>
                  </a:lnTo>
                  <a:close/>
                </a:path>
                <a:path w="431165" h="1273810">
                  <a:moveTo>
                    <a:pt x="424954" y="47142"/>
                  </a:moveTo>
                  <a:lnTo>
                    <a:pt x="423075" y="45440"/>
                  </a:lnTo>
                  <a:lnTo>
                    <a:pt x="418706" y="45440"/>
                  </a:lnTo>
                  <a:lnTo>
                    <a:pt x="416941" y="47142"/>
                  </a:lnTo>
                  <a:lnTo>
                    <a:pt x="416941" y="51600"/>
                  </a:lnTo>
                  <a:lnTo>
                    <a:pt x="418706" y="53225"/>
                  </a:lnTo>
                  <a:lnTo>
                    <a:pt x="421005" y="53225"/>
                  </a:lnTo>
                  <a:lnTo>
                    <a:pt x="423075" y="53225"/>
                  </a:lnTo>
                  <a:lnTo>
                    <a:pt x="424954" y="51600"/>
                  </a:lnTo>
                  <a:lnTo>
                    <a:pt x="424954" y="47142"/>
                  </a:lnTo>
                  <a:close/>
                </a:path>
                <a:path w="431165" h="1273810">
                  <a:moveTo>
                    <a:pt x="428637" y="75158"/>
                  </a:moveTo>
                  <a:lnTo>
                    <a:pt x="426923" y="73393"/>
                  </a:lnTo>
                  <a:lnTo>
                    <a:pt x="424726" y="73393"/>
                  </a:lnTo>
                  <a:lnTo>
                    <a:pt x="422478" y="73393"/>
                  </a:lnTo>
                  <a:lnTo>
                    <a:pt x="420598" y="75158"/>
                  </a:lnTo>
                  <a:lnTo>
                    <a:pt x="420598" y="79552"/>
                  </a:lnTo>
                  <a:lnTo>
                    <a:pt x="422478" y="81330"/>
                  </a:lnTo>
                  <a:lnTo>
                    <a:pt x="426923" y="81330"/>
                  </a:lnTo>
                  <a:lnTo>
                    <a:pt x="428637" y="79552"/>
                  </a:lnTo>
                  <a:lnTo>
                    <a:pt x="428637" y="75158"/>
                  </a:lnTo>
                  <a:close/>
                </a:path>
                <a:path w="431165" h="1273810">
                  <a:moveTo>
                    <a:pt x="429285" y="56184"/>
                  </a:moveTo>
                  <a:lnTo>
                    <a:pt x="427507" y="54317"/>
                  </a:lnTo>
                  <a:lnTo>
                    <a:pt x="423075" y="54317"/>
                  </a:lnTo>
                  <a:lnTo>
                    <a:pt x="421360" y="56184"/>
                  </a:lnTo>
                  <a:lnTo>
                    <a:pt x="421360" y="58331"/>
                  </a:lnTo>
                  <a:lnTo>
                    <a:pt x="421360" y="60502"/>
                  </a:lnTo>
                  <a:lnTo>
                    <a:pt x="423075" y="62306"/>
                  </a:lnTo>
                  <a:lnTo>
                    <a:pt x="427507" y="62306"/>
                  </a:lnTo>
                  <a:lnTo>
                    <a:pt x="429285" y="60502"/>
                  </a:lnTo>
                  <a:lnTo>
                    <a:pt x="429285" y="56184"/>
                  </a:lnTo>
                  <a:close/>
                </a:path>
                <a:path w="431165" h="1273810">
                  <a:moveTo>
                    <a:pt x="430644" y="65735"/>
                  </a:moveTo>
                  <a:lnTo>
                    <a:pt x="428879" y="63995"/>
                  </a:lnTo>
                  <a:lnTo>
                    <a:pt x="426631" y="63995"/>
                  </a:lnTo>
                  <a:lnTo>
                    <a:pt x="424510" y="63995"/>
                  </a:lnTo>
                  <a:lnTo>
                    <a:pt x="422579" y="65735"/>
                  </a:lnTo>
                  <a:lnTo>
                    <a:pt x="422579" y="70129"/>
                  </a:lnTo>
                  <a:lnTo>
                    <a:pt x="424510" y="71742"/>
                  </a:lnTo>
                  <a:lnTo>
                    <a:pt x="428879" y="71742"/>
                  </a:lnTo>
                  <a:lnTo>
                    <a:pt x="430644" y="70129"/>
                  </a:lnTo>
                  <a:lnTo>
                    <a:pt x="430644" y="65735"/>
                  </a:lnTo>
                  <a:close/>
                </a:path>
              </a:pathLst>
            </a:custGeom>
            <a:solidFill>
              <a:srgbClr val="FFFFFF"/>
            </a:solidFill>
          </p:spPr>
          <p:txBody>
            <a:bodyPr wrap="square" lIns="0" tIns="0" rIns="0" bIns="0" rtlCol="0"/>
            <a:lstStyle/>
            <a:p>
              <a:endParaRPr/>
            </a:p>
          </p:txBody>
        </p:sp>
        <p:pic>
          <p:nvPicPr>
            <p:cNvPr id="4" name="object 4"/>
            <p:cNvPicPr>
              <a:picLocks noGrp="1" noRot="1" noMove="1" noResize="1" noEditPoints="1" noAdjustHandles="1" noChangeArrowheads="1" noChangeShapeType="1" noCrop="1"/>
            </p:cNvPicPr>
            <p:nvPr/>
          </p:nvPicPr>
          <p:blipFill>
            <a:blip r:embed="rId3" cstate="print"/>
            <a:stretch>
              <a:fillRect/>
            </a:stretch>
          </p:blipFill>
          <p:spPr>
            <a:xfrm>
              <a:off x="859313" y="758855"/>
              <a:ext cx="127684" cy="138549"/>
            </a:xfrm>
            <a:prstGeom prst="rect">
              <a:avLst/>
            </a:prstGeom>
          </p:spPr>
        </p:pic>
        <p:sp>
          <p:nvSpPr>
            <p:cNvPr id="5" name="object 5"/>
            <p:cNvSpPr>
              <a:spLocks noGrp="1" noRot="1" noMove="1" noResize="1" noEditPoints="1" noAdjustHandles="1" noChangeArrowheads="1" noChangeShapeType="1"/>
            </p:cNvSpPr>
            <p:nvPr/>
          </p:nvSpPr>
          <p:spPr>
            <a:xfrm>
              <a:off x="750720" y="833538"/>
              <a:ext cx="382905" cy="100965"/>
            </a:xfrm>
            <a:custGeom>
              <a:avLst/>
              <a:gdLst/>
              <a:ahLst/>
              <a:cxnLst/>
              <a:rect l="l" t="t" r="r" b="b"/>
              <a:pathLst>
                <a:path w="382905" h="100965">
                  <a:moveTo>
                    <a:pt x="191296" y="100680"/>
                  </a:moveTo>
                  <a:lnTo>
                    <a:pt x="141980" y="95797"/>
                  </a:lnTo>
                  <a:lnTo>
                    <a:pt x="116222" y="66004"/>
                  </a:lnTo>
                  <a:lnTo>
                    <a:pt x="108211" y="49550"/>
                  </a:lnTo>
                  <a:lnTo>
                    <a:pt x="108211" y="38518"/>
                  </a:lnTo>
                  <a:lnTo>
                    <a:pt x="119910" y="28106"/>
                  </a:lnTo>
                  <a:lnTo>
                    <a:pt x="109483" y="30361"/>
                  </a:lnTo>
                  <a:lnTo>
                    <a:pt x="98933" y="35024"/>
                  </a:lnTo>
                  <a:lnTo>
                    <a:pt x="88336" y="41244"/>
                  </a:lnTo>
                  <a:lnTo>
                    <a:pt x="61533" y="58575"/>
                  </a:lnTo>
                  <a:lnTo>
                    <a:pt x="47923" y="65679"/>
                  </a:lnTo>
                  <a:lnTo>
                    <a:pt x="41178" y="67616"/>
                  </a:lnTo>
                  <a:lnTo>
                    <a:pt x="28212" y="67616"/>
                  </a:lnTo>
                  <a:lnTo>
                    <a:pt x="6506" y="51161"/>
                  </a:lnTo>
                  <a:lnTo>
                    <a:pt x="348" y="48403"/>
                  </a:lnTo>
                  <a:lnTo>
                    <a:pt x="0" y="47551"/>
                  </a:lnTo>
                  <a:lnTo>
                    <a:pt x="522" y="45924"/>
                  </a:lnTo>
                  <a:lnTo>
                    <a:pt x="1409" y="45521"/>
                  </a:lnTo>
                  <a:lnTo>
                    <a:pt x="2216" y="45769"/>
                  </a:lnTo>
                  <a:lnTo>
                    <a:pt x="16212" y="46242"/>
                  </a:lnTo>
                  <a:lnTo>
                    <a:pt x="31341" y="41314"/>
                  </a:lnTo>
                  <a:lnTo>
                    <a:pt x="47137" y="32831"/>
                  </a:lnTo>
                  <a:lnTo>
                    <a:pt x="76300" y="14203"/>
                  </a:lnTo>
                  <a:lnTo>
                    <a:pt x="88981" y="6966"/>
                  </a:lnTo>
                  <a:lnTo>
                    <a:pt x="101041" y="1905"/>
                  </a:lnTo>
                  <a:lnTo>
                    <a:pt x="112343" y="0"/>
                  </a:lnTo>
                  <a:lnTo>
                    <a:pt x="117662" y="0"/>
                  </a:lnTo>
                  <a:lnTo>
                    <a:pt x="122364" y="1146"/>
                  </a:lnTo>
                  <a:lnTo>
                    <a:pt x="131531" y="5965"/>
                  </a:lnTo>
                  <a:lnTo>
                    <a:pt x="135346" y="10365"/>
                  </a:lnTo>
                  <a:lnTo>
                    <a:pt x="140223" y="21846"/>
                  </a:lnTo>
                  <a:lnTo>
                    <a:pt x="148946" y="35527"/>
                  </a:lnTo>
                  <a:lnTo>
                    <a:pt x="148946" y="41756"/>
                  </a:lnTo>
                  <a:lnTo>
                    <a:pt x="147870" y="44080"/>
                  </a:lnTo>
                  <a:lnTo>
                    <a:pt x="143136" y="48171"/>
                  </a:lnTo>
                  <a:lnTo>
                    <a:pt x="127526" y="56026"/>
                  </a:lnTo>
                  <a:lnTo>
                    <a:pt x="127272" y="58908"/>
                  </a:lnTo>
                  <a:lnTo>
                    <a:pt x="171766" y="68448"/>
                  </a:lnTo>
                  <a:lnTo>
                    <a:pt x="191296" y="69242"/>
                  </a:lnTo>
                  <a:lnTo>
                    <a:pt x="201286" y="69039"/>
                  </a:lnTo>
                  <a:lnTo>
                    <a:pt x="243526" y="63080"/>
                  </a:lnTo>
                  <a:lnTo>
                    <a:pt x="255511" y="59016"/>
                  </a:lnTo>
                  <a:lnTo>
                    <a:pt x="255020" y="57064"/>
                  </a:lnTo>
                  <a:lnTo>
                    <a:pt x="242307" y="50650"/>
                  </a:lnTo>
                  <a:lnTo>
                    <a:pt x="239441" y="48682"/>
                  </a:lnTo>
                  <a:lnTo>
                    <a:pt x="234945" y="44251"/>
                  </a:lnTo>
                  <a:lnTo>
                    <a:pt x="233726" y="41756"/>
                  </a:lnTo>
                  <a:lnTo>
                    <a:pt x="233726" y="35527"/>
                  </a:lnTo>
                  <a:lnTo>
                    <a:pt x="242560" y="21846"/>
                  </a:lnTo>
                  <a:lnTo>
                    <a:pt x="247389" y="10365"/>
                  </a:lnTo>
                  <a:lnTo>
                    <a:pt x="251236" y="5965"/>
                  </a:lnTo>
                  <a:lnTo>
                    <a:pt x="256096" y="3176"/>
                  </a:lnTo>
                  <a:lnTo>
                    <a:pt x="260260" y="1146"/>
                  </a:lnTo>
                  <a:lnTo>
                    <a:pt x="264962" y="0"/>
                  </a:lnTo>
                  <a:lnTo>
                    <a:pt x="270424" y="0"/>
                  </a:lnTo>
                  <a:lnTo>
                    <a:pt x="281660" y="1905"/>
                  </a:lnTo>
                  <a:lnTo>
                    <a:pt x="293697" y="6966"/>
                  </a:lnTo>
                  <a:lnTo>
                    <a:pt x="306376" y="14203"/>
                  </a:lnTo>
                  <a:lnTo>
                    <a:pt x="335500" y="32831"/>
                  </a:lnTo>
                  <a:lnTo>
                    <a:pt x="351306" y="41314"/>
                  </a:lnTo>
                  <a:lnTo>
                    <a:pt x="366475" y="46242"/>
                  </a:lnTo>
                  <a:lnTo>
                    <a:pt x="380535" y="45769"/>
                  </a:lnTo>
                  <a:lnTo>
                    <a:pt x="381311" y="45521"/>
                  </a:lnTo>
                  <a:lnTo>
                    <a:pt x="382182" y="45924"/>
                  </a:lnTo>
                  <a:lnTo>
                    <a:pt x="382467" y="46683"/>
                  </a:lnTo>
                  <a:lnTo>
                    <a:pt x="382688" y="47551"/>
                  </a:lnTo>
                  <a:lnTo>
                    <a:pt x="382324" y="48403"/>
                  </a:lnTo>
                  <a:lnTo>
                    <a:pt x="376166" y="51083"/>
                  </a:lnTo>
                  <a:lnTo>
                    <a:pt x="354460" y="67616"/>
                  </a:lnTo>
                  <a:lnTo>
                    <a:pt x="341510" y="67616"/>
                  </a:lnTo>
                  <a:lnTo>
                    <a:pt x="334860" y="65679"/>
                  </a:lnTo>
                  <a:lnTo>
                    <a:pt x="319456" y="57715"/>
                  </a:lnTo>
                  <a:lnTo>
                    <a:pt x="294434" y="41212"/>
                  </a:lnTo>
                  <a:lnTo>
                    <a:pt x="283777" y="34995"/>
                  </a:lnTo>
                  <a:lnTo>
                    <a:pt x="273188" y="30350"/>
                  </a:lnTo>
                  <a:lnTo>
                    <a:pt x="262746" y="28106"/>
                  </a:lnTo>
                  <a:lnTo>
                    <a:pt x="274968" y="38936"/>
                  </a:lnTo>
                  <a:lnTo>
                    <a:pt x="274968" y="49704"/>
                  </a:lnTo>
                  <a:lnTo>
                    <a:pt x="271216" y="56599"/>
                  </a:lnTo>
                  <a:lnTo>
                    <a:pt x="266593" y="66004"/>
                  </a:lnTo>
                  <a:lnTo>
                    <a:pt x="261099" y="86999"/>
                  </a:lnTo>
                  <a:lnTo>
                    <a:pt x="251078" y="92034"/>
                  </a:lnTo>
                  <a:lnTo>
                    <a:pt x="240766" y="95797"/>
                  </a:lnTo>
                  <a:lnTo>
                    <a:pt x="227326" y="98501"/>
                  </a:lnTo>
                  <a:lnTo>
                    <a:pt x="210816" y="100133"/>
                  </a:lnTo>
                  <a:lnTo>
                    <a:pt x="191296" y="100680"/>
                  </a:lnTo>
                  <a:close/>
                </a:path>
              </a:pathLst>
            </a:custGeom>
            <a:solidFill>
              <a:srgbClr val="FFFFFF"/>
            </a:solidFill>
          </p:spPr>
          <p:txBody>
            <a:bodyPr wrap="square" lIns="0" tIns="0" rIns="0" bIns="0" rtlCol="0"/>
            <a:lstStyle/>
            <a:p>
              <a:endParaRPr/>
            </a:p>
          </p:txBody>
        </p:sp>
        <p:pic>
          <p:nvPicPr>
            <p:cNvPr id="6" name="object 6"/>
            <p:cNvPicPr>
              <a:picLocks noGrp="1" noRot="1" noMove="1" noResize="1" noEditPoints="1" noAdjustHandles="1" noChangeArrowheads="1" noChangeShapeType="1" noCrop="1"/>
            </p:cNvPicPr>
            <p:nvPr/>
          </p:nvPicPr>
          <p:blipFill>
            <a:blip r:embed="rId4" cstate="print"/>
            <a:stretch>
              <a:fillRect/>
            </a:stretch>
          </p:blipFill>
          <p:spPr>
            <a:xfrm>
              <a:off x="864000" y="607992"/>
              <a:ext cx="162906" cy="217170"/>
            </a:xfrm>
            <a:prstGeom prst="rect">
              <a:avLst/>
            </a:prstGeom>
          </p:spPr>
        </p:pic>
        <p:sp>
          <p:nvSpPr>
            <p:cNvPr id="7" name="object 7"/>
            <p:cNvSpPr>
              <a:spLocks noGrp="1" noRot="1" noMove="1" noResize="1" noEditPoints="1" noAdjustHandles="1" noChangeArrowheads="1" noChangeShapeType="1"/>
            </p:cNvSpPr>
            <p:nvPr/>
          </p:nvSpPr>
          <p:spPr>
            <a:xfrm>
              <a:off x="702043" y="546036"/>
              <a:ext cx="492759" cy="325120"/>
            </a:xfrm>
            <a:custGeom>
              <a:avLst/>
              <a:gdLst/>
              <a:ahLst/>
              <a:cxnLst/>
              <a:rect l="l" t="t" r="r" b="b"/>
              <a:pathLst>
                <a:path w="492759" h="325119">
                  <a:moveTo>
                    <a:pt x="71945" y="28511"/>
                  </a:moveTo>
                  <a:lnTo>
                    <a:pt x="70612" y="27266"/>
                  </a:lnTo>
                  <a:lnTo>
                    <a:pt x="67449" y="27266"/>
                  </a:lnTo>
                  <a:lnTo>
                    <a:pt x="66065" y="28511"/>
                  </a:lnTo>
                  <a:lnTo>
                    <a:pt x="66065" y="31661"/>
                  </a:lnTo>
                  <a:lnTo>
                    <a:pt x="67449" y="32893"/>
                  </a:lnTo>
                  <a:lnTo>
                    <a:pt x="70612" y="32893"/>
                  </a:lnTo>
                  <a:lnTo>
                    <a:pt x="71945" y="31661"/>
                  </a:lnTo>
                  <a:lnTo>
                    <a:pt x="71945" y="30048"/>
                  </a:lnTo>
                  <a:lnTo>
                    <a:pt x="71945" y="28511"/>
                  </a:lnTo>
                  <a:close/>
                </a:path>
                <a:path w="492759" h="325119">
                  <a:moveTo>
                    <a:pt x="73012" y="36055"/>
                  </a:moveTo>
                  <a:lnTo>
                    <a:pt x="71653" y="34772"/>
                  </a:lnTo>
                  <a:lnTo>
                    <a:pt x="68478" y="34772"/>
                  </a:lnTo>
                  <a:lnTo>
                    <a:pt x="67106" y="36055"/>
                  </a:lnTo>
                  <a:lnTo>
                    <a:pt x="67106" y="39103"/>
                  </a:lnTo>
                  <a:lnTo>
                    <a:pt x="68478" y="40513"/>
                  </a:lnTo>
                  <a:lnTo>
                    <a:pt x="71653" y="40513"/>
                  </a:lnTo>
                  <a:lnTo>
                    <a:pt x="73012" y="39103"/>
                  </a:lnTo>
                  <a:lnTo>
                    <a:pt x="73012" y="37490"/>
                  </a:lnTo>
                  <a:lnTo>
                    <a:pt x="73012" y="36055"/>
                  </a:lnTo>
                  <a:close/>
                </a:path>
                <a:path w="492759" h="325119">
                  <a:moveTo>
                    <a:pt x="76466" y="22326"/>
                  </a:moveTo>
                  <a:lnTo>
                    <a:pt x="75107" y="21132"/>
                  </a:lnTo>
                  <a:lnTo>
                    <a:pt x="71945" y="21132"/>
                  </a:lnTo>
                  <a:lnTo>
                    <a:pt x="70688" y="22326"/>
                  </a:lnTo>
                  <a:lnTo>
                    <a:pt x="70688" y="25438"/>
                  </a:lnTo>
                  <a:lnTo>
                    <a:pt x="71945" y="26771"/>
                  </a:lnTo>
                  <a:lnTo>
                    <a:pt x="73596" y="26771"/>
                  </a:lnTo>
                  <a:lnTo>
                    <a:pt x="75107" y="26771"/>
                  </a:lnTo>
                  <a:lnTo>
                    <a:pt x="76466" y="25438"/>
                  </a:lnTo>
                  <a:lnTo>
                    <a:pt x="76466" y="22326"/>
                  </a:lnTo>
                  <a:close/>
                </a:path>
                <a:path w="492759" h="325119">
                  <a:moveTo>
                    <a:pt x="84124" y="21856"/>
                  </a:moveTo>
                  <a:lnTo>
                    <a:pt x="82880" y="20637"/>
                  </a:lnTo>
                  <a:lnTo>
                    <a:pt x="79679" y="20637"/>
                  </a:lnTo>
                  <a:lnTo>
                    <a:pt x="78409" y="21856"/>
                  </a:lnTo>
                  <a:lnTo>
                    <a:pt x="78409" y="24993"/>
                  </a:lnTo>
                  <a:lnTo>
                    <a:pt x="79679" y="26327"/>
                  </a:lnTo>
                  <a:lnTo>
                    <a:pt x="81229" y="26327"/>
                  </a:lnTo>
                  <a:lnTo>
                    <a:pt x="82880" y="26327"/>
                  </a:lnTo>
                  <a:lnTo>
                    <a:pt x="84124" y="24993"/>
                  </a:lnTo>
                  <a:lnTo>
                    <a:pt x="84124" y="21856"/>
                  </a:lnTo>
                  <a:close/>
                </a:path>
                <a:path w="492759" h="325119">
                  <a:moveTo>
                    <a:pt x="94157" y="24358"/>
                  </a:moveTo>
                  <a:lnTo>
                    <a:pt x="94043" y="20967"/>
                  </a:lnTo>
                  <a:lnTo>
                    <a:pt x="93319" y="19939"/>
                  </a:lnTo>
                  <a:lnTo>
                    <a:pt x="92087" y="19316"/>
                  </a:lnTo>
                  <a:lnTo>
                    <a:pt x="90779" y="18237"/>
                  </a:lnTo>
                  <a:lnTo>
                    <a:pt x="89103" y="16637"/>
                  </a:lnTo>
                  <a:lnTo>
                    <a:pt x="88595" y="16052"/>
                  </a:lnTo>
                  <a:lnTo>
                    <a:pt x="88112" y="15494"/>
                  </a:lnTo>
                  <a:lnTo>
                    <a:pt x="88163" y="15341"/>
                  </a:lnTo>
                  <a:lnTo>
                    <a:pt x="88265" y="15113"/>
                  </a:lnTo>
                  <a:lnTo>
                    <a:pt x="93243" y="15494"/>
                  </a:lnTo>
                  <a:lnTo>
                    <a:pt x="93179" y="15341"/>
                  </a:lnTo>
                  <a:lnTo>
                    <a:pt x="93091" y="15113"/>
                  </a:lnTo>
                  <a:lnTo>
                    <a:pt x="92456" y="13474"/>
                  </a:lnTo>
                  <a:lnTo>
                    <a:pt x="91262" y="10426"/>
                  </a:lnTo>
                  <a:lnTo>
                    <a:pt x="87731" y="13474"/>
                  </a:lnTo>
                  <a:lnTo>
                    <a:pt x="87363" y="13474"/>
                  </a:lnTo>
                  <a:lnTo>
                    <a:pt x="87083" y="8115"/>
                  </a:lnTo>
                  <a:lnTo>
                    <a:pt x="82042" y="9906"/>
                  </a:lnTo>
                  <a:lnTo>
                    <a:pt x="85382" y="13995"/>
                  </a:lnTo>
                  <a:lnTo>
                    <a:pt x="85242" y="14224"/>
                  </a:lnTo>
                  <a:lnTo>
                    <a:pt x="85242" y="14376"/>
                  </a:lnTo>
                  <a:lnTo>
                    <a:pt x="80759" y="14630"/>
                  </a:lnTo>
                  <a:lnTo>
                    <a:pt x="83185" y="19697"/>
                  </a:lnTo>
                  <a:lnTo>
                    <a:pt x="86080" y="16052"/>
                  </a:lnTo>
                  <a:lnTo>
                    <a:pt x="86220" y="16052"/>
                  </a:lnTo>
                  <a:lnTo>
                    <a:pt x="86347" y="16637"/>
                  </a:lnTo>
                  <a:lnTo>
                    <a:pt x="86588" y="17881"/>
                  </a:lnTo>
                  <a:lnTo>
                    <a:pt x="86715" y="19697"/>
                  </a:lnTo>
                  <a:lnTo>
                    <a:pt x="86791" y="24358"/>
                  </a:lnTo>
                  <a:lnTo>
                    <a:pt x="88392" y="26060"/>
                  </a:lnTo>
                  <a:lnTo>
                    <a:pt x="92506" y="26060"/>
                  </a:lnTo>
                  <a:lnTo>
                    <a:pt x="94157" y="24358"/>
                  </a:lnTo>
                  <a:close/>
                </a:path>
                <a:path w="492759" h="325119">
                  <a:moveTo>
                    <a:pt x="100431" y="15557"/>
                  </a:moveTo>
                  <a:lnTo>
                    <a:pt x="99174" y="14630"/>
                  </a:lnTo>
                  <a:lnTo>
                    <a:pt x="98107" y="13474"/>
                  </a:lnTo>
                  <a:lnTo>
                    <a:pt x="96126" y="13474"/>
                  </a:lnTo>
                  <a:lnTo>
                    <a:pt x="95008" y="14630"/>
                  </a:lnTo>
                  <a:lnTo>
                    <a:pt x="93941" y="15557"/>
                  </a:lnTo>
                  <a:lnTo>
                    <a:pt x="93941" y="17360"/>
                  </a:lnTo>
                  <a:lnTo>
                    <a:pt x="95084" y="18605"/>
                  </a:lnTo>
                  <a:lnTo>
                    <a:pt x="96126" y="19685"/>
                  </a:lnTo>
                  <a:lnTo>
                    <a:pt x="98107" y="19685"/>
                  </a:lnTo>
                  <a:lnTo>
                    <a:pt x="99174" y="18516"/>
                  </a:lnTo>
                  <a:lnTo>
                    <a:pt x="100431" y="17360"/>
                  </a:lnTo>
                  <a:lnTo>
                    <a:pt x="100431" y="15557"/>
                  </a:lnTo>
                  <a:close/>
                </a:path>
                <a:path w="492759" h="325119">
                  <a:moveTo>
                    <a:pt x="106845" y="10795"/>
                  </a:moveTo>
                  <a:lnTo>
                    <a:pt x="105765" y="9817"/>
                  </a:lnTo>
                  <a:lnTo>
                    <a:pt x="104559" y="8572"/>
                  </a:lnTo>
                  <a:lnTo>
                    <a:pt x="102730" y="8572"/>
                  </a:lnTo>
                  <a:lnTo>
                    <a:pt x="101536" y="9817"/>
                  </a:lnTo>
                  <a:lnTo>
                    <a:pt x="100457" y="10795"/>
                  </a:lnTo>
                  <a:lnTo>
                    <a:pt x="100457" y="12661"/>
                  </a:lnTo>
                  <a:lnTo>
                    <a:pt x="101536" y="13906"/>
                  </a:lnTo>
                  <a:lnTo>
                    <a:pt x="102730" y="14859"/>
                  </a:lnTo>
                  <a:lnTo>
                    <a:pt x="104559" y="14859"/>
                  </a:lnTo>
                  <a:lnTo>
                    <a:pt x="105765" y="13906"/>
                  </a:lnTo>
                  <a:lnTo>
                    <a:pt x="106845" y="12661"/>
                  </a:lnTo>
                  <a:lnTo>
                    <a:pt x="106845" y="10795"/>
                  </a:lnTo>
                  <a:close/>
                </a:path>
                <a:path w="492759" h="325119">
                  <a:moveTo>
                    <a:pt x="114452" y="12128"/>
                  </a:moveTo>
                  <a:lnTo>
                    <a:pt x="113347" y="10960"/>
                  </a:lnTo>
                  <a:lnTo>
                    <a:pt x="112191" y="9906"/>
                  </a:lnTo>
                  <a:lnTo>
                    <a:pt x="110337" y="9906"/>
                  </a:lnTo>
                  <a:lnTo>
                    <a:pt x="109321" y="10960"/>
                  </a:lnTo>
                  <a:lnTo>
                    <a:pt x="108089" y="12128"/>
                  </a:lnTo>
                  <a:lnTo>
                    <a:pt x="108216" y="13995"/>
                  </a:lnTo>
                  <a:lnTo>
                    <a:pt x="110464" y="16052"/>
                  </a:lnTo>
                  <a:lnTo>
                    <a:pt x="112318" y="16052"/>
                  </a:lnTo>
                  <a:lnTo>
                    <a:pt x="113347" y="15024"/>
                  </a:lnTo>
                  <a:lnTo>
                    <a:pt x="114452" y="13995"/>
                  </a:lnTo>
                  <a:lnTo>
                    <a:pt x="114452" y="12128"/>
                  </a:lnTo>
                  <a:close/>
                </a:path>
                <a:path w="492759" h="325119">
                  <a:moveTo>
                    <a:pt x="118529" y="23126"/>
                  </a:moveTo>
                  <a:lnTo>
                    <a:pt x="114071" y="23393"/>
                  </a:lnTo>
                  <a:lnTo>
                    <a:pt x="115328" y="25158"/>
                  </a:lnTo>
                  <a:lnTo>
                    <a:pt x="115722" y="25984"/>
                  </a:lnTo>
                  <a:lnTo>
                    <a:pt x="115836" y="27457"/>
                  </a:lnTo>
                  <a:lnTo>
                    <a:pt x="115011" y="27051"/>
                  </a:lnTo>
                  <a:lnTo>
                    <a:pt x="113855" y="26162"/>
                  </a:lnTo>
                  <a:lnTo>
                    <a:pt x="112826" y="24726"/>
                  </a:lnTo>
                  <a:lnTo>
                    <a:pt x="112941" y="26162"/>
                  </a:lnTo>
                  <a:lnTo>
                    <a:pt x="113042" y="27457"/>
                  </a:lnTo>
                  <a:lnTo>
                    <a:pt x="113157" y="28829"/>
                  </a:lnTo>
                  <a:lnTo>
                    <a:pt x="113258" y="30035"/>
                  </a:lnTo>
                  <a:lnTo>
                    <a:pt x="113322" y="30848"/>
                  </a:lnTo>
                  <a:lnTo>
                    <a:pt x="113398" y="31127"/>
                  </a:lnTo>
                  <a:lnTo>
                    <a:pt x="114071" y="30035"/>
                  </a:lnTo>
                  <a:lnTo>
                    <a:pt x="114198" y="29908"/>
                  </a:lnTo>
                  <a:lnTo>
                    <a:pt x="114782" y="29235"/>
                  </a:lnTo>
                  <a:lnTo>
                    <a:pt x="115836" y="28829"/>
                  </a:lnTo>
                  <a:lnTo>
                    <a:pt x="115722" y="31127"/>
                  </a:lnTo>
                  <a:lnTo>
                    <a:pt x="115608" y="33248"/>
                  </a:lnTo>
                  <a:lnTo>
                    <a:pt x="113855" y="34925"/>
                  </a:lnTo>
                  <a:lnTo>
                    <a:pt x="112318" y="35242"/>
                  </a:lnTo>
                  <a:lnTo>
                    <a:pt x="111023" y="35496"/>
                  </a:lnTo>
                  <a:lnTo>
                    <a:pt x="110426" y="35496"/>
                  </a:lnTo>
                  <a:lnTo>
                    <a:pt x="109093" y="34429"/>
                  </a:lnTo>
                  <a:lnTo>
                    <a:pt x="109029" y="34036"/>
                  </a:lnTo>
                  <a:lnTo>
                    <a:pt x="108940" y="33528"/>
                  </a:lnTo>
                  <a:lnTo>
                    <a:pt x="108889" y="33248"/>
                  </a:lnTo>
                  <a:lnTo>
                    <a:pt x="108775" y="32537"/>
                  </a:lnTo>
                  <a:lnTo>
                    <a:pt x="108534" y="31127"/>
                  </a:lnTo>
                  <a:lnTo>
                    <a:pt x="108915" y="30848"/>
                  </a:lnTo>
                  <a:lnTo>
                    <a:pt x="110197" y="29908"/>
                  </a:lnTo>
                  <a:lnTo>
                    <a:pt x="112014" y="31648"/>
                  </a:lnTo>
                  <a:lnTo>
                    <a:pt x="112039" y="31369"/>
                  </a:lnTo>
                  <a:lnTo>
                    <a:pt x="112153" y="29908"/>
                  </a:lnTo>
                  <a:lnTo>
                    <a:pt x="112191" y="29489"/>
                  </a:lnTo>
                  <a:lnTo>
                    <a:pt x="112204" y="29235"/>
                  </a:lnTo>
                  <a:lnTo>
                    <a:pt x="112318" y="27774"/>
                  </a:lnTo>
                  <a:lnTo>
                    <a:pt x="109004" y="27774"/>
                  </a:lnTo>
                  <a:lnTo>
                    <a:pt x="107619" y="29235"/>
                  </a:lnTo>
                  <a:lnTo>
                    <a:pt x="109321" y="25615"/>
                  </a:lnTo>
                  <a:lnTo>
                    <a:pt x="109207" y="25158"/>
                  </a:lnTo>
                  <a:lnTo>
                    <a:pt x="109080" y="24726"/>
                  </a:lnTo>
                  <a:lnTo>
                    <a:pt x="109029" y="24561"/>
                  </a:lnTo>
                  <a:lnTo>
                    <a:pt x="108597" y="22974"/>
                  </a:lnTo>
                  <a:lnTo>
                    <a:pt x="105181" y="21132"/>
                  </a:lnTo>
                  <a:lnTo>
                    <a:pt x="102971" y="24561"/>
                  </a:lnTo>
                  <a:lnTo>
                    <a:pt x="103035" y="24726"/>
                  </a:lnTo>
                  <a:lnTo>
                    <a:pt x="103911" y="27051"/>
                  </a:lnTo>
                  <a:lnTo>
                    <a:pt x="106489" y="29489"/>
                  </a:lnTo>
                  <a:lnTo>
                    <a:pt x="103911" y="28333"/>
                  </a:lnTo>
                  <a:lnTo>
                    <a:pt x="101536" y="30492"/>
                  </a:lnTo>
                  <a:lnTo>
                    <a:pt x="103911" y="33528"/>
                  </a:lnTo>
                  <a:lnTo>
                    <a:pt x="103962" y="33248"/>
                  </a:lnTo>
                  <a:lnTo>
                    <a:pt x="104432" y="30848"/>
                  </a:lnTo>
                  <a:lnTo>
                    <a:pt x="106730" y="31369"/>
                  </a:lnTo>
                  <a:lnTo>
                    <a:pt x="106794" y="31648"/>
                  </a:lnTo>
                  <a:lnTo>
                    <a:pt x="107632" y="35242"/>
                  </a:lnTo>
                  <a:lnTo>
                    <a:pt x="105879" y="37414"/>
                  </a:lnTo>
                  <a:lnTo>
                    <a:pt x="99047" y="39535"/>
                  </a:lnTo>
                  <a:lnTo>
                    <a:pt x="98971" y="39382"/>
                  </a:lnTo>
                  <a:lnTo>
                    <a:pt x="97599" y="36906"/>
                  </a:lnTo>
                  <a:lnTo>
                    <a:pt x="96939" y="35496"/>
                  </a:lnTo>
                  <a:lnTo>
                    <a:pt x="96824" y="35242"/>
                  </a:lnTo>
                  <a:lnTo>
                    <a:pt x="96672" y="34925"/>
                  </a:lnTo>
                  <a:lnTo>
                    <a:pt x="96710" y="34683"/>
                  </a:lnTo>
                  <a:lnTo>
                    <a:pt x="97485" y="34188"/>
                  </a:lnTo>
                  <a:lnTo>
                    <a:pt x="99631" y="34429"/>
                  </a:lnTo>
                  <a:lnTo>
                    <a:pt x="101879" y="35737"/>
                  </a:lnTo>
                  <a:lnTo>
                    <a:pt x="102006" y="35737"/>
                  </a:lnTo>
                  <a:lnTo>
                    <a:pt x="101930" y="35496"/>
                  </a:lnTo>
                  <a:lnTo>
                    <a:pt x="101854" y="35242"/>
                  </a:lnTo>
                  <a:lnTo>
                    <a:pt x="101739" y="34925"/>
                  </a:lnTo>
                  <a:lnTo>
                    <a:pt x="101663" y="34683"/>
                  </a:lnTo>
                  <a:lnTo>
                    <a:pt x="101574" y="34429"/>
                  </a:lnTo>
                  <a:lnTo>
                    <a:pt x="101180" y="33248"/>
                  </a:lnTo>
                  <a:lnTo>
                    <a:pt x="99936" y="29489"/>
                  </a:lnTo>
                  <a:lnTo>
                    <a:pt x="99174" y="31648"/>
                  </a:lnTo>
                  <a:lnTo>
                    <a:pt x="98005" y="32537"/>
                  </a:lnTo>
                  <a:lnTo>
                    <a:pt x="98285" y="32537"/>
                  </a:lnTo>
                  <a:lnTo>
                    <a:pt x="96304" y="33248"/>
                  </a:lnTo>
                  <a:lnTo>
                    <a:pt x="96037" y="33248"/>
                  </a:lnTo>
                  <a:lnTo>
                    <a:pt x="96113" y="30848"/>
                  </a:lnTo>
                  <a:lnTo>
                    <a:pt x="97243" y="27774"/>
                  </a:lnTo>
                  <a:lnTo>
                    <a:pt x="89408" y="30848"/>
                  </a:lnTo>
                  <a:lnTo>
                    <a:pt x="92862" y="32537"/>
                  </a:lnTo>
                  <a:lnTo>
                    <a:pt x="93573" y="33248"/>
                  </a:lnTo>
                  <a:lnTo>
                    <a:pt x="94259" y="34036"/>
                  </a:lnTo>
                  <a:lnTo>
                    <a:pt x="94500" y="34036"/>
                  </a:lnTo>
                  <a:lnTo>
                    <a:pt x="92570" y="34683"/>
                  </a:lnTo>
                  <a:lnTo>
                    <a:pt x="91084" y="34925"/>
                  </a:lnTo>
                  <a:lnTo>
                    <a:pt x="88684" y="34036"/>
                  </a:lnTo>
                  <a:lnTo>
                    <a:pt x="91757" y="39992"/>
                  </a:lnTo>
                  <a:lnTo>
                    <a:pt x="91871" y="39535"/>
                  </a:lnTo>
                  <a:lnTo>
                    <a:pt x="91986" y="39103"/>
                  </a:lnTo>
                  <a:lnTo>
                    <a:pt x="92049" y="38862"/>
                  </a:lnTo>
                  <a:lnTo>
                    <a:pt x="92138" y="38557"/>
                  </a:lnTo>
                  <a:lnTo>
                    <a:pt x="92252" y="38125"/>
                  </a:lnTo>
                  <a:lnTo>
                    <a:pt x="92303" y="37922"/>
                  </a:lnTo>
                  <a:lnTo>
                    <a:pt x="92506" y="37134"/>
                  </a:lnTo>
                  <a:lnTo>
                    <a:pt x="93941" y="35496"/>
                  </a:lnTo>
                  <a:lnTo>
                    <a:pt x="95008" y="35496"/>
                  </a:lnTo>
                  <a:lnTo>
                    <a:pt x="95097" y="35737"/>
                  </a:lnTo>
                  <a:lnTo>
                    <a:pt x="96672" y="40513"/>
                  </a:lnTo>
                  <a:lnTo>
                    <a:pt x="92227" y="42557"/>
                  </a:lnTo>
                  <a:lnTo>
                    <a:pt x="91262" y="43154"/>
                  </a:lnTo>
                  <a:lnTo>
                    <a:pt x="90538" y="43548"/>
                  </a:lnTo>
                  <a:lnTo>
                    <a:pt x="89154" y="43548"/>
                  </a:lnTo>
                  <a:lnTo>
                    <a:pt x="87363" y="43307"/>
                  </a:lnTo>
                  <a:lnTo>
                    <a:pt x="87274" y="43154"/>
                  </a:lnTo>
                  <a:lnTo>
                    <a:pt x="86436" y="41821"/>
                  </a:lnTo>
                  <a:lnTo>
                    <a:pt x="85953" y="41008"/>
                  </a:lnTo>
                  <a:lnTo>
                    <a:pt x="85356" y="39992"/>
                  </a:lnTo>
                  <a:lnTo>
                    <a:pt x="85864" y="39103"/>
                  </a:lnTo>
                  <a:lnTo>
                    <a:pt x="86169" y="38557"/>
                  </a:lnTo>
                  <a:lnTo>
                    <a:pt x="86525" y="37922"/>
                  </a:lnTo>
                  <a:lnTo>
                    <a:pt x="88760" y="39535"/>
                  </a:lnTo>
                  <a:lnTo>
                    <a:pt x="88722" y="39103"/>
                  </a:lnTo>
                  <a:lnTo>
                    <a:pt x="88607" y="37922"/>
                  </a:lnTo>
                  <a:lnTo>
                    <a:pt x="88506" y="36906"/>
                  </a:lnTo>
                  <a:lnTo>
                    <a:pt x="88392" y="35737"/>
                  </a:lnTo>
                  <a:lnTo>
                    <a:pt x="85039" y="35737"/>
                  </a:lnTo>
                  <a:lnTo>
                    <a:pt x="84124" y="38557"/>
                  </a:lnTo>
                  <a:lnTo>
                    <a:pt x="84226" y="34683"/>
                  </a:lnTo>
                  <a:lnTo>
                    <a:pt x="83185" y="32537"/>
                  </a:lnTo>
                  <a:lnTo>
                    <a:pt x="79006" y="31369"/>
                  </a:lnTo>
                  <a:lnTo>
                    <a:pt x="78930" y="31648"/>
                  </a:lnTo>
                  <a:lnTo>
                    <a:pt x="78193" y="34429"/>
                  </a:lnTo>
                  <a:lnTo>
                    <a:pt x="78130" y="35496"/>
                  </a:lnTo>
                  <a:lnTo>
                    <a:pt x="79324" y="37414"/>
                  </a:lnTo>
                  <a:lnTo>
                    <a:pt x="83261" y="39103"/>
                  </a:lnTo>
                  <a:lnTo>
                    <a:pt x="81038" y="38862"/>
                  </a:lnTo>
                  <a:lnTo>
                    <a:pt x="78663" y="41008"/>
                  </a:lnTo>
                  <a:lnTo>
                    <a:pt x="81686" y="43548"/>
                  </a:lnTo>
                  <a:lnTo>
                    <a:pt x="81686" y="41351"/>
                  </a:lnTo>
                  <a:lnTo>
                    <a:pt x="83705" y="41008"/>
                  </a:lnTo>
                  <a:lnTo>
                    <a:pt x="84886" y="42557"/>
                  </a:lnTo>
                  <a:lnTo>
                    <a:pt x="85572" y="43548"/>
                  </a:lnTo>
                  <a:lnTo>
                    <a:pt x="85572" y="44246"/>
                  </a:lnTo>
                  <a:lnTo>
                    <a:pt x="85432" y="45504"/>
                  </a:lnTo>
                  <a:lnTo>
                    <a:pt x="83934" y="46558"/>
                  </a:lnTo>
                  <a:lnTo>
                    <a:pt x="82905" y="47244"/>
                  </a:lnTo>
                  <a:lnTo>
                    <a:pt x="80149" y="47244"/>
                  </a:lnTo>
                  <a:lnTo>
                    <a:pt x="76949" y="44246"/>
                  </a:lnTo>
                  <a:lnTo>
                    <a:pt x="77609" y="43967"/>
                  </a:lnTo>
                  <a:lnTo>
                    <a:pt x="78574" y="43967"/>
                  </a:lnTo>
                  <a:lnTo>
                    <a:pt x="79921" y="44246"/>
                  </a:lnTo>
                  <a:lnTo>
                    <a:pt x="80289" y="44246"/>
                  </a:lnTo>
                  <a:lnTo>
                    <a:pt x="80048" y="43967"/>
                  </a:lnTo>
                  <a:lnTo>
                    <a:pt x="79349" y="43154"/>
                  </a:lnTo>
                  <a:lnTo>
                    <a:pt x="76631" y="39992"/>
                  </a:lnTo>
                  <a:lnTo>
                    <a:pt x="76136" y="39535"/>
                  </a:lnTo>
                  <a:lnTo>
                    <a:pt x="76200" y="42557"/>
                  </a:lnTo>
                  <a:lnTo>
                    <a:pt x="75831" y="43154"/>
                  </a:lnTo>
                  <a:lnTo>
                    <a:pt x="74396" y="39992"/>
                  </a:lnTo>
                  <a:lnTo>
                    <a:pt x="74269" y="39382"/>
                  </a:lnTo>
                  <a:lnTo>
                    <a:pt x="71056" y="42075"/>
                  </a:lnTo>
                  <a:lnTo>
                    <a:pt x="70827" y="42075"/>
                  </a:lnTo>
                  <a:lnTo>
                    <a:pt x="74041" y="43967"/>
                  </a:lnTo>
                  <a:lnTo>
                    <a:pt x="77660" y="46913"/>
                  </a:lnTo>
                  <a:lnTo>
                    <a:pt x="81965" y="52768"/>
                  </a:lnTo>
                  <a:lnTo>
                    <a:pt x="86372" y="49885"/>
                  </a:lnTo>
                  <a:lnTo>
                    <a:pt x="92011" y="47244"/>
                  </a:lnTo>
                  <a:lnTo>
                    <a:pt x="94424" y="46113"/>
                  </a:lnTo>
                  <a:lnTo>
                    <a:pt x="99644" y="43967"/>
                  </a:lnTo>
                  <a:lnTo>
                    <a:pt x="100736" y="43548"/>
                  </a:lnTo>
                  <a:lnTo>
                    <a:pt x="104559" y="42075"/>
                  </a:lnTo>
                  <a:lnTo>
                    <a:pt x="112534" y="39535"/>
                  </a:lnTo>
                  <a:lnTo>
                    <a:pt x="113017" y="39382"/>
                  </a:lnTo>
                  <a:lnTo>
                    <a:pt x="118211" y="38125"/>
                  </a:lnTo>
                  <a:lnTo>
                    <a:pt x="118097" y="37414"/>
                  </a:lnTo>
                  <a:lnTo>
                    <a:pt x="118021" y="36906"/>
                  </a:lnTo>
                  <a:lnTo>
                    <a:pt x="117805" y="35496"/>
                  </a:lnTo>
                  <a:lnTo>
                    <a:pt x="117678" y="34683"/>
                  </a:lnTo>
                  <a:lnTo>
                    <a:pt x="117576" y="34036"/>
                  </a:lnTo>
                  <a:lnTo>
                    <a:pt x="117462" y="33248"/>
                  </a:lnTo>
                  <a:lnTo>
                    <a:pt x="117348" y="32537"/>
                  </a:lnTo>
                  <a:lnTo>
                    <a:pt x="117208" y="31648"/>
                  </a:lnTo>
                  <a:lnTo>
                    <a:pt x="117271" y="30035"/>
                  </a:lnTo>
                  <a:lnTo>
                    <a:pt x="117335" y="29489"/>
                  </a:lnTo>
                  <a:lnTo>
                    <a:pt x="117424" y="28829"/>
                  </a:lnTo>
                  <a:lnTo>
                    <a:pt x="117487" y="28333"/>
                  </a:lnTo>
                  <a:lnTo>
                    <a:pt x="117602" y="27457"/>
                  </a:lnTo>
                  <a:lnTo>
                    <a:pt x="117690" y="26771"/>
                  </a:lnTo>
                  <a:lnTo>
                    <a:pt x="118529" y="23126"/>
                  </a:lnTo>
                  <a:close/>
                </a:path>
                <a:path w="492759" h="325119">
                  <a:moveTo>
                    <a:pt x="119253" y="18161"/>
                  </a:moveTo>
                  <a:lnTo>
                    <a:pt x="118110" y="16916"/>
                  </a:lnTo>
                  <a:lnTo>
                    <a:pt x="116979" y="15887"/>
                  </a:lnTo>
                  <a:lnTo>
                    <a:pt x="115150" y="15887"/>
                  </a:lnTo>
                  <a:lnTo>
                    <a:pt x="113944" y="16916"/>
                  </a:lnTo>
                  <a:lnTo>
                    <a:pt x="112903" y="18161"/>
                  </a:lnTo>
                  <a:lnTo>
                    <a:pt x="112903" y="20040"/>
                  </a:lnTo>
                  <a:lnTo>
                    <a:pt x="113944" y="21145"/>
                  </a:lnTo>
                  <a:lnTo>
                    <a:pt x="115150" y="22085"/>
                  </a:lnTo>
                  <a:lnTo>
                    <a:pt x="116979" y="22085"/>
                  </a:lnTo>
                  <a:lnTo>
                    <a:pt x="118110" y="21031"/>
                  </a:lnTo>
                  <a:lnTo>
                    <a:pt x="119253" y="20040"/>
                  </a:lnTo>
                  <a:lnTo>
                    <a:pt x="119253" y="18161"/>
                  </a:lnTo>
                  <a:close/>
                </a:path>
                <a:path w="492759" h="325119">
                  <a:moveTo>
                    <a:pt x="179311" y="207314"/>
                  </a:moveTo>
                  <a:lnTo>
                    <a:pt x="176161" y="206044"/>
                  </a:lnTo>
                  <a:lnTo>
                    <a:pt x="177507" y="202234"/>
                  </a:lnTo>
                  <a:lnTo>
                    <a:pt x="178765" y="199694"/>
                  </a:lnTo>
                  <a:lnTo>
                    <a:pt x="174840" y="197154"/>
                  </a:lnTo>
                  <a:lnTo>
                    <a:pt x="172885" y="195884"/>
                  </a:lnTo>
                  <a:lnTo>
                    <a:pt x="171792" y="188264"/>
                  </a:lnTo>
                  <a:lnTo>
                    <a:pt x="171602" y="186994"/>
                  </a:lnTo>
                  <a:lnTo>
                    <a:pt x="172186" y="183184"/>
                  </a:lnTo>
                  <a:lnTo>
                    <a:pt x="167233" y="176834"/>
                  </a:lnTo>
                  <a:lnTo>
                    <a:pt x="162941" y="173024"/>
                  </a:lnTo>
                  <a:lnTo>
                    <a:pt x="161518" y="171754"/>
                  </a:lnTo>
                  <a:lnTo>
                    <a:pt x="139700" y="147624"/>
                  </a:lnTo>
                  <a:lnTo>
                    <a:pt x="144119" y="147624"/>
                  </a:lnTo>
                  <a:lnTo>
                    <a:pt x="147243" y="150164"/>
                  </a:lnTo>
                  <a:lnTo>
                    <a:pt x="149161" y="151434"/>
                  </a:lnTo>
                  <a:lnTo>
                    <a:pt x="152844" y="155244"/>
                  </a:lnTo>
                  <a:lnTo>
                    <a:pt x="156222" y="159054"/>
                  </a:lnTo>
                  <a:lnTo>
                    <a:pt x="159893" y="150164"/>
                  </a:lnTo>
                  <a:lnTo>
                    <a:pt x="161569" y="147624"/>
                  </a:lnTo>
                  <a:lnTo>
                    <a:pt x="164096" y="143814"/>
                  </a:lnTo>
                  <a:lnTo>
                    <a:pt x="168948" y="136194"/>
                  </a:lnTo>
                  <a:lnTo>
                    <a:pt x="174599" y="129844"/>
                  </a:lnTo>
                  <a:lnTo>
                    <a:pt x="176682" y="127304"/>
                  </a:lnTo>
                  <a:lnTo>
                    <a:pt x="177685" y="126034"/>
                  </a:lnTo>
                  <a:lnTo>
                    <a:pt x="174777" y="127304"/>
                  </a:lnTo>
                  <a:lnTo>
                    <a:pt x="170154" y="127304"/>
                  </a:lnTo>
                  <a:lnTo>
                    <a:pt x="167678" y="129844"/>
                  </a:lnTo>
                  <a:lnTo>
                    <a:pt x="167678" y="120954"/>
                  </a:lnTo>
                  <a:lnTo>
                    <a:pt x="164338" y="117144"/>
                  </a:lnTo>
                  <a:lnTo>
                    <a:pt x="164617" y="112064"/>
                  </a:lnTo>
                  <a:lnTo>
                    <a:pt x="162864" y="105714"/>
                  </a:lnTo>
                  <a:lnTo>
                    <a:pt x="160858" y="103174"/>
                  </a:lnTo>
                  <a:lnTo>
                    <a:pt x="157873" y="99364"/>
                  </a:lnTo>
                  <a:lnTo>
                    <a:pt x="148463" y="91744"/>
                  </a:lnTo>
                  <a:lnTo>
                    <a:pt x="156654" y="94284"/>
                  </a:lnTo>
                  <a:lnTo>
                    <a:pt x="161404" y="100634"/>
                  </a:lnTo>
                  <a:lnTo>
                    <a:pt x="167678" y="95554"/>
                  </a:lnTo>
                  <a:lnTo>
                    <a:pt x="164160" y="93014"/>
                  </a:lnTo>
                  <a:lnTo>
                    <a:pt x="163182" y="91744"/>
                  </a:lnTo>
                  <a:lnTo>
                    <a:pt x="160274" y="87934"/>
                  </a:lnTo>
                  <a:lnTo>
                    <a:pt x="153619" y="81584"/>
                  </a:lnTo>
                  <a:lnTo>
                    <a:pt x="141795" y="73964"/>
                  </a:lnTo>
                  <a:lnTo>
                    <a:pt x="147332" y="75234"/>
                  </a:lnTo>
                  <a:lnTo>
                    <a:pt x="152666" y="79044"/>
                  </a:lnTo>
                  <a:lnTo>
                    <a:pt x="158229" y="80314"/>
                  </a:lnTo>
                  <a:lnTo>
                    <a:pt x="164477" y="79044"/>
                  </a:lnTo>
                  <a:lnTo>
                    <a:pt x="158902" y="75234"/>
                  </a:lnTo>
                  <a:lnTo>
                    <a:pt x="157619" y="73964"/>
                  </a:lnTo>
                  <a:lnTo>
                    <a:pt x="156337" y="72694"/>
                  </a:lnTo>
                  <a:lnTo>
                    <a:pt x="149948" y="66344"/>
                  </a:lnTo>
                  <a:lnTo>
                    <a:pt x="147408" y="63804"/>
                  </a:lnTo>
                  <a:lnTo>
                    <a:pt x="145084" y="62534"/>
                  </a:lnTo>
                  <a:lnTo>
                    <a:pt x="138137" y="58724"/>
                  </a:lnTo>
                  <a:lnTo>
                    <a:pt x="143268" y="58724"/>
                  </a:lnTo>
                  <a:lnTo>
                    <a:pt x="148755" y="61264"/>
                  </a:lnTo>
                  <a:lnTo>
                    <a:pt x="151015" y="58724"/>
                  </a:lnTo>
                  <a:lnTo>
                    <a:pt x="153276" y="56184"/>
                  </a:lnTo>
                  <a:lnTo>
                    <a:pt x="148082" y="56184"/>
                  </a:lnTo>
                  <a:lnTo>
                    <a:pt x="144868" y="52374"/>
                  </a:lnTo>
                  <a:lnTo>
                    <a:pt x="139280" y="51104"/>
                  </a:lnTo>
                  <a:lnTo>
                    <a:pt x="140144" y="48564"/>
                  </a:lnTo>
                  <a:lnTo>
                    <a:pt x="141439" y="44754"/>
                  </a:lnTo>
                  <a:lnTo>
                    <a:pt x="140919" y="40944"/>
                  </a:lnTo>
                  <a:lnTo>
                    <a:pt x="138633" y="37134"/>
                  </a:lnTo>
                  <a:lnTo>
                    <a:pt x="134658" y="37134"/>
                  </a:lnTo>
                  <a:lnTo>
                    <a:pt x="130771" y="38404"/>
                  </a:lnTo>
                  <a:lnTo>
                    <a:pt x="127990" y="40741"/>
                  </a:lnTo>
                  <a:lnTo>
                    <a:pt x="127990" y="99364"/>
                  </a:lnTo>
                  <a:lnTo>
                    <a:pt x="122453" y="100634"/>
                  </a:lnTo>
                  <a:lnTo>
                    <a:pt x="117322" y="103174"/>
                  </a:lnTo>
                  <a:lnTo>
                    <a:pt x="113169" y="99364"/>
                  </a:lnTo>
                  <a:lnTo>
                    <a:pt x="112522" y="96824"/>
                  </a:lnTo>
                  <a:lnTo>
                    <a:pt x="112191" y="95554"/>
                  </a:lnTo>
                  <a:lnTo>
                    <a:pt x="111137" y="93014"/>
                  </a:lnTo>
                  <a:lnTo>
                    <a:pt x="110350" y="90474"/>
                  </a:lnTo>
                  <a:lnTo>
                    <a:pt x="113868" y="86664"/>
                  </a:lnTo>
                  <a:lnTo>
                    <a:pt x="114452" y="85394"/>
                  </a:lnTo>
                  <a:lnTo>
                    <a:pt x="113880" y="84124"/>
                  </a:lnTo>
                  <a:lnTo>
                    <a:pt x="112750" y="81584"/>
                  </a:lnTo>
                  <a:lnTo>
                    <a:pt x="111620" y="79044"/>
                  </a:lnTo>
                  <a:lnTo>
                    <a:pt x="108216" y="81584"/>
                  </a:lnTo>
                  <a:lnTo>
                    <a:pt x="104571" y="81584"/>
                  </a:lnTo>
                  <a:lnTo>
                    <a:pt x="106286" y="79044"/>
                  </a:lnTo>
                  <a:lnTo>
                    <a:pt x="106362" y="76504"/>
                  </a:lnTo>
                  <a:lnTo>
                    <a:pt x="104127" y="76504"/>
                  </a:lnTo>
                  <a:lnTo>
                    <a:pt x="101358" y="77774"/>
                  </a:lnTo>
                  <a:lnTo>
                    <a:pt x="101358" y="81584"/>
                  </a:lnTo>
                  <a:lnTo>
                    <a:pt x="99771" y="81584"/>
                  </a:lnTo>
                  <a:lnTo>
                    <a:pt x="98336" y="80314"/>
                  </a:lnTo>
                  <a:lnTo>
                    <a:pt x="99148" y="77774"/>
                  </a:lnTo>
                  <a:lnTo>
                    <a:pt x="99148" y="75234"/>
                  </a:lnTo>
                  <a:lnTo>
                    <a:pt x="100431" y="73964"/>
                  </a:lnTo>
                  <a:lnTo>
                    <a:pt x="102184" y="73964"/>
                  </a:lnTo>
                  <a:lnTo>
                    <a:pt x="108242" y="71424"/>
                  </a:lnTo>
                  <a:lnTo>
                    <a:pt x="117322" y="67614"/>
                  </a:lnTo>
                  <a:lnTo>
                    <a:pt x="119253" y="67614"/>
                  </a:lnTo>
                  <a:lnTo>
                    <a:pt x="120573" y="66344"/>
                  </a:lnTo>
                  <a:lnTo>
                    <a:pt x="121945" y="67614"/>
                  </a:lnTo>
                  <a:lnTo>
                    <a:pt x="122872" y="68884"/>
                  </a:lnTo>
                  <a:lnTo>
                    <a:pt x="125285" y="70154"/>
                  </a:lnTo>
                  <a:lnTo>
                    <a:pt x="124701" y="71424"/>
                  </a:lnTo>
                  <a:lnTo>
                    <a:pt x="123837" y="72694"/>
                  </a:lnTo>
                  <a:lnTo>
                    <a:pt x="120573" y="70154"/>
                  </a:lnTo>
                  <a:lnTo>
                    <a:pt x="116611" y="72694"/>
                  </a:lnTo>
                  <a:lnTo>
                    <a:pt x="118198" y="73964"/>
                  </a:lnTo>
                  <a:lnTo>
                    <a:pt x="121640" y="75234"/>
                  </a:lnTo>
                  <a:lnTo>
                    <a:pt x="118351" y="77774"/>
                  </a:lnTo>
                  <a:lnTo>
                    <a:pt x="114795" y="79044"/>
                  </a:lnTo>
                  <a:lnTo>
                    <a:pt x="115938" y="81584"/>
                  </a:lnTo>
                  <a:lnTo>
                    <a:pt x="116979" y="84124"/>
                  </a:lnTo>
                  <a:lnTo>
                    <a:pt x="118605" y="85394"/>
                  </a:lnTo>
                  <a:lnTo>
                    <a:pt x="123444" y="85394"/>
                  </a:lnTo>
                  <a:lnTo>
                    <a:pt x="124701" y="87934"/>
                  </a:lnTo>
                  <a:lnTo>
                    <a:pt x="126047" y="90474"/>
                  </a:lnTo>
                  <a:lnTo>
                    <a:pt x="127508" y="94284"/>
                  </a:lnTo>
                  <a:lnTo>
                    <a:pt x="127635" y="95554"/>
                  </a:lnTo>
                  <a:lnTo>
                    <a:pt x="127749" y="96824"/>
                  </a:lnTo>
                  <a:lnTo>
                    <a:pt x="127990" y="99364"/>
                  </a:lnTo>
                  <a:lnTo>
                    <a:pt x="127990" y="40741"/>
                  </a:lnTo>
                  <a:lnTo>
                    <a:pt x="127812" y="40881"/>
                  </a:lnTo>
                  <a:lnTo>
                    <a:pt x="127812" y="48564"/>
                  </a:lnTo>
                  <a:lnTo>
                    <a:pt x="123837" y="54914"/>
                  </a:lnTo>
                  <a:lnTo>
                    <a:pt x="126466" y="57454"/>
                  </a:lnTo>
                  <a:lnTo>
                    <a:pt x="123317" y="59994"/>
                  </a:lnTo>
                  <a:lnTo>
                    <a:pt x="119341" y="62534"/>
                  </a:lnTo>
                  <a:lnTo>
                    <a:pt x="113868" y="59994"/>
                  </a:lnTo>
                  <a:lnTo>
                    <a:pt x="111506" y="56184"/>
                  </a:lnTo>
                  <a:lnTo>
                    <a:pt x="123444" y="51104"/>
                  </a:lnTo>
                  <a:lnTo>
                    <a:pt x="127812" y="48564"/>
                  </a:lnTo>
                  <a:lnTo>
                    <a:pt x="127812" y="40881"/>
                  </a:lnTo>
                  <a:lnTo>
                    <a:pt x="127304" y="37134"/>
                  </a:lnTo>
                  <a:lnTo>
                    <a:pt x="120103" y="37134"/>
                  </a:lnTo>
                  <a:lnTo>
                    <a:pt x="120370" y="38404"/>
                  </a:lnTo>
                  <a:lnTo>
                    <a:pt x="121107" y="40944"/>
                  </a:lnTo>
                  <a:lnTo>
                    <a:pt x="116611" y="40944"/>
                  </a:lnTo>
                  <a:lnTo>
                    <a:pt x="107657" y="43484"/>
                  </a:lnTo>
                  <a:lnTo>
                    <a:pt x="100787" y="45999"/>
                  </a:lnTo>
                  <a:lnTo>
                    <a:pt x="100787" y="65074"/>
                  </a:lnTo>
                  <a:lnTo>
                    <a:pt x="98907" y="71424"/>
                  </a:lnTo>
                  <a:lnTo>
                    <a:pt x="89750" y="71424"/>
                  </a:lnTo>
                  <a:lnTo>
                    <a:pt x="89852" y="67614"/>
                  </a:lnTo>
                  <a:lnTo>
                    <a:pt x="82880" y="66344"/>
                  </a:lnTo>
                  <a:lnTo>
                    <a:pt x="87757" y="65074"/>
                  </a:lnTo>
                  <a:lnTo>
                    <a:pt x="99771" y="61264"/>
                  </a:lnTo>
                  <a:lnTo>
                    <a:pt x="100787" y="65074"/>
                  </a:lnTo>
                  <a:lnTo>
                    <a:pt x="100787" y="45999"/>
                  </a:lnTo>
                  <a:lnTo>
                    <a:pt x="93726" y="48564"/>
                  </a:lnTo>
                  <a:lnTo>
                    <a:pt x="85864" y="53644"/>
                  </a:lnTo>
                  <a:lnTo>
                    <a:pt x="82118" y="56184"/>
                  </a:lnTo>
                  <a:lnTo>
                    <a:pt x="80949" y="53644"/>
                  </a:lnTo>
                  <a:lnTo>
                    <a:pt x="80086" y="53644"/>
                  </a:lnTo>
                  <a:lnTo>
                    <a:pt x="77660" y="54914"/>
                  </a:lnTo>
                  <a:lnTo>
                    <a:pt x="75184" y="57454"/>
                  </a:lnTo>
                  <a:lnTo>
                    <a:pt x="77101" y="59994"/>
                  </a:lnTo>
                  <a:lnTo>
                    <a:pt x="73152" y="61264"/>
                  </a:lnTo>
                  <a:lnTo>
                    <a:pt x="68872" y="61264"/>
                  </a:lnTo>
                  <a:lnTo>
                    <a:pt x="65252" y="65074"/>
                  </a:lnTo>
                  <a:lnTo>
                    <a:pt x="65252" y="68884"/>
                  </a:lnTo>
                  <a:lnTo>
                    <a:pt x="69011" y="72694"/>
                  </a:lnTo>
                  <a:lnTo>
                    <a:pt x="74536" y="75234"/>
                  </a:lnTo>
                  <a:lnTo>
                    <a:pt x="70332" y="82854"/>
                  </a:lnTo>
                  <a:lnTo>
                    <a:pt x="69583" y="89204"/>
                  </a:lnTo>
                  <a:lnTo>
                    <a:pt x="69481" y="90474"/>
                  </a:lnTo>
                  <a:lnTo>
                    <a:pt x="69367" y="91744"/>
                  </a:lnTo>
                  <a:lnTo>
                    <a:pt x="69265" y="93014"/>
                  </a:lnTo>
                  <a:lnTo>
                    <a:pt x="69151" y="94284"/>
                  </a:lnTo>
                  <a:lnTo>
                    <a:pt x="69037" y="95554"/>
                  </a:lnTo>
                  <a:lnTo>
                    <a:pt x="65455" y="100634"/>
                  </a:lnTo>
                  <a:lnTo>
                    <a:pt x="71932" y="99364"/>
                  </a:lnTo>
                  <a:lnTo>
                    <a:pt x="75272" y="93014"/>
                  </a:lnTo>
                  <a:lnTo>
                    <a:pt x="77533" y="87934"/>
                  </a:lnTo>
                  <a:lnTo>
                    <a:pt x="80759" y="84124"/>
                  </a:lnTo>
                  <a:lnTo>
                    <a:pt x="79476" y="90474"/>
                  </a:lnTo>
                  <a:lnTo>
                    <a:pt x="77114" y="95554"/>
                  </a:lnTo>
                  <a:lnTo>
                    <a:pt x="74841" y="100634"/>
                  </a:lnTo>
                  <a:lnTo>
                    <a:pt x="73825" y="108254"/>
                  </a:lnTo>
                  <a:lnTo>
                    <a:pt x="73825" y="114604"/>
                  </a:lnTo>
                  <a:lnTo>
                    <a:pt x="77812" y="122224"/>
                  </a:lnTo>
                  <a:lnTo>
                    <a:pt x="74371" y="126034"/>
                  </a:lnTo>
                  <a:lnTo>
                    <a:pt x="79641" y="120954"/>
                  </a:lnTo>
                  <a:lnTo>
                    <a:pt x="82283" y="112064"/>
                  </a:lnTo>
                  <a:lnTo>
                    <a:pt x="84251" y="103174"/>
                  </a:lnTo>
                  <a:lnTo>
                    <a:pt x="87490" y="96824"/>
                  </a:lnTo>
                  <a:lnTo>
                    <a:pt x="88582" y="99364"/>
                  </a:lnTo>
                  <a:lnTo>
                    <a:pt x="87820" y="103174"/>
                  </a:lnTo>
                  <a:lnTo>
                    <a:pt x="86588" y="106984"/>
                  </a:lnTo>
                  <a:lnTo>
                    <a:pt x="85166" y="114604"/>
                  </a:lnTo>
                  <a:lnTo>
                    <a:pt x="85077" y="117144"/>
                  </a:lnTo>
                  <a:lnTo>
                    <a:pt x="85026" y="118414"/>
                  </a:lnTo>
                  <a:lnTo>
                    <a:pt x="84937" y="120954"/>
                  </a:lnTo>
                  <a:lnTo>
                    <a:pt x="84886" y="122224"/>
                  </a:lnTo>
                  <a:lnTo>
                    <a:pt x="84785" y="123494"/>
                  </a:lnTo>
                  <a:lnTo>
                    <a:pt x="84670" y="124764"/>
                  </a:lnTo>
                  <a:lnTo>
                    <a:pt x="84569" y="126034"/>
                  </a:lnTo>
                  <a:lnTo>
                    <a:pt x="84467" y="127304"/>
                  </a:lnTo>
                  <a:lnTo>
                    <a:pt x="84353" y="128574"/>
                  </a:lnTo>
                  <a:lnTo>
                    <a:pt x="84251" y="129844"/>
                  </a:lnTo>
                  <a:lnTo>
                    <a:pt x="81749" y="134924"/>
                  </a:lnTo>
                  <a:lnTo>
                    <a:pt x="87782" y="131114"/>
                  </a:lnTo>
                  <a:lnTo>
                    <a:pt x="91973" y="124764"/>
                  </a:lnTo>
                  <a:lnTo>
                    <a:pt x="95834" y="118414"/>
                  </a:lnTo>
                  <a:lnTo>
                    <a:pt x="100863" y="112064"/>
                  </a:lnTo>
                  <a:lnTo>
                    <a:pt x="95580" y="124764"/>
                  </a:lnTo>
                  <a:lnTo>
                    <a:pt x="89928" y="141274"/>
                  </a:lnTo>
                  <a:lnTo>
                    <a:pt x="83604" y="157784"/>
                  </a:lnTo>
                  <a:lnTo>
                    <a:pt x="54737" y="203504"/>
                  </a:lnTo>
                  <a:lnTo>
                    <a:pt x="34188" y="220014"/>
                  </a:lnTo>
                  <a:lnTo>
                    <a:pt x="27292" y="220014"/>
                  </a:lnTo>
                  <a:lnTo>
                    <a:pt x="22275" y="216204"/>
                  </a:lnTo>
                  <a:lnTo>
                    <a:pt x="22275" y="207314"/>
                  </a:lnTo>
                  <a:lnTo>
                    <a:pt x="29210" y="189534"/>
                  </a:lnTo>
                  <a:lnTo>
                    <a:pt x="59677" y="156514"/>
                  </a:lnTo>
                  <a:lnTo>
                    <a:pt x="66611" y="137464"/>
                  </a:lnTo>
                  <a:lnTo>
                    <a:pt x="66611" y="126034"/>
                  </a:lnTo>
                  <a:lnTo>
                    <a:pt x="56540" y="122224"/>
                  </a:lnTo>
                  <a:lnTo>
                    <a:pt x="46024" y="122224"/>
                  </a:lnTo>
                  <a:lnTo>
                    <a:pt x="41008" y="123494"/>
                  </a:lnTo>
                  <a:lnTo>
                    <a:pt x="36728" y="127304"/>
                  </a:lnTo>
                  <a:lnTo>
                    <a:pt x="34886" y="126034"/>
                  </a:lnTo>
                  <a:lnTo>
                    <a:pt x="31457" y="126034"/>
                  </a:lnTo>
                  <a:lnTo>
                    <a:pt x="22860" y="129844"/>
                  </a:lnTo>
                  <a:lnTo>
                    <a:pt x="18186" y="140004"/>
                  </a:lnTo>
                  <a:lnTo>
                    <a:pt x="13868" y="148894"/>
                  </a:lnTo>
                  <a:lnTo>
                    <a:pt x="6350" y="152704"/>
                  </a:lnTo>
                  <a:lnTo>
                    <a:pt x="11036" y="153974"/>
                  </a:lnTo>
                  <a:lnTo>
                    <a:pt x="16459" y="151434"/>
                  </a:lnTo>
                  <a:lnTo>
                    <a:pt x="21882" y="147624"/>
                  </a:lnTo>
                  <a:lnTo>
                    <a:pt x="26606" y="142544"/>
                  </a:lnTo>
                  <a:lnTo>
                    <a:pt x="21170" y="152704"/>
                  </a:lnTo>
                  <a:lnTo>
                    <a:pt x="11671" y="159054"/>
                  </a:lnTo>
                  <a:lnTo>
                    <a:pt x="2984" y="165404"/>
                  </a:lnTo>
                  <a:lnTo>
                    <a:pt x="0" y="176834"/>
                  </a:lnTo>
                  <a:lnTo>
                    <a:pt x="8699" y="167944"/>
                  </a:lnTo>
                  <a:lnTo>
                    <a:pt x="24218" y="160324"/>
                  </a:lnTo>
                  <a:lnTo>
                    <a:pt x="39052" y="151434"/>
                  </a:lnTo>
                  <a:lnTo>
                    <a:pt x="43256" y="142544"/>
                  </a:lnTo>
                  <a:lnTo>
                    <a:pt x="45656" y="137464"/>
                  </a:lnTo>
                  <a:lnTo>
                    <a:pt x="45656" y="134924"/>
                  </a:lnTo>
                  <a:lnTo>
                    <a:pt x="44043" y="132384"/>
                  </a:lnTo>
                  <a:lnTo>
                    <a:pt x="42037" y="129844"/>
                  </a:lnTo>
                  <a:lnTo>
                    <a:pt x="45161" y="128574"/>
                  </a:lnTo>
                  <a:lnTo>
                    <a:pt x="48094" y="127304"/>
                  </a:lnTo>
                  <a:lnTo>
                    <a:pt x="55829" y="127304"/>
                  </a:lnTo>
                  <a:lnTo>
                    <a:pt x="60401" y="131114"/>
                  </a:lnTo>
                  <a:lnTo>
                    <a:pt x="60401" y="138734"/>
                  </a:lnTo>
                  <a:lnTo>
                    <a:pt x="53543" y="155244"/>
                  </a:lnTo>
                  <a:lnTo>
                    <a:pt x="23368" y="188264"/>
                  </a:lnTo>
                  <a:lnTo>
                    <a:pt x="16510" y="207314"/>
                  </a:lnTo>
                  <a:lnTo>
                    <a:pt x="16510" y="212394"/>
                  </a:lnTo>
                  <a:lnTo>
                    <a:pt x="17830" y="216204"/>
                  </a:lnTo>
                  <a:lnTo>
                    <a:pt x="20078" y="218744"/>
                  </a:lnTo>
                  <a:lnTo>
                    <a:pt x="16992" y="220014"/>
                  </a:lnTo>
                  <a:lnTo>
                    <a:pt x="13716" y="220014"/>
                  </a:lnTo>
                  <a:lnTo>
                    <a:pt x="11137" y="217474"/>
                  </a:lnTo>
                  <a:lnTo>
                    <a:pt x="11036" y="220014"/>
                  </a:lnTo>
                  <a:lnTo>
                    <a:pt x="10947" y="222554"/>
                  </a:lnTo>
                  <a:lnTo>
                    <a:pt x="10896" y="223824"/>
                  </a:lnTo>
                  <a:lnTo>
                    <a:pt x="21221" y="228904"/>
                  </a:lnTo>
                  <a:lnTo>
                    <a:pt x="27800" y="225094"/>
                  </a:lnTo>
                  <a:lnTo>
                    <a:pt x="29210" y="225094"/>
                  </a:lnTo>
                  <a:lnTo>
                    <a:pt x="30848" y="226364"/>
                  </a:lnTo>
                  <a:lnTo>
                    <a:pt x="32397" y="226364"/>
                  </a:lnTo>
                  <a:lnTo>
                    <a:pt x="30403" y="231444"/>
                  </a:lnTo>
                  <a:lnTo>
                    <a:pt x="23749" y="232714"/>
                  </a:lnTo>
                  <a:lnTo>
                    <a:pt x="20078" y="232714"/>
                  </a:lnTo>
                  <a:lnTo>
                    <a:pt x="29337" y="235254"/>
                  </a:lnTo>
                  <a:lnTo>
                    <a:pt x="38938" y="232714"/>
                  </a:lnTo>
                  <a:lnTo>
                    <a:pt x="46266" y="227634"/>
                  </a:lnTo>
                  <a:lnTo>
                    <a:pt x="47091" y="225094"/>
                  </a:lnTo>
                  <a:lnTo>
                    <a:pt x="48755" y="220014"/>
                  </a:lnTo>
                  <a:lnTo>
                    <a:pt x="54610" y="214934"/>
                  </a:lnTo>
                  <a:lnTo>
                    <a:pt x="59690" y="207314"/>
                  </a:lnTo>
                  <a:lnTo>
                    <a:pt x="69011" y="194614"/>
                  </a:lnTo>
                  <a:lnTo>
                    <a:pt x="68592" y="195884"/>
                  </a:lnTo>
                  <a:lnTo>
                    <a:pt x="67957" y="199694"/>
                  </a:lnTo>
                  <a:lnTo>
                    <a:pt x="63398" y="208584"/>
                  </a:lnTo>
                  <a:lnTo>
                    <a:pt x="59321" y="216204"/>
                  </a:lnTo>
                  <a:lnTo>
                    <a:pt x="56083" y="225094"/>
                  </a:lnTo>
                  <a:lnTo>
                    <a:pt x="54038" y="236524"/>
                  </a:lnTo>
                  <a:lnTo>
                    <a:pt x="52171" y="245414"/>
                  </a:lnTo>
                  <a:lnTo>
                    <a:pt x="48602" y="251764"/>
                  </a:lnTo>
                  <a:lnTo>
                    <a:pt x="43611" y="258114"/>
                  </a:lnTo>
                  <a:lnTo>
                    <a:pt x="37465" y="259384"/>
                  </a:lnTo>
                  <a:lnTo>
                    <a:pt x="35496" y="259384"/>
                  </a:lnTo>
                  <a:lnTo>
                    <a:pt x="32232" y="256844"/>
                  </a:lnTo>
                  <a:lnTo>
                    <a:pt x="30746" y="258114"/>
                  </a:lnTo>
                  <a:lnTo>
                    <a:pt x="27901" y="260654"/>
                  </a:lnTo>
                  <a:lnTo>
                    <a:pt x="30543" y="263194"/>
                  </a:lnTo>
                  <a:lnTo>
                    <a:pt x="30543" y="268274"/>
                  </a:lnTo>
                  <a:lnTo>
                    <a:pt x="23749" y="272084"/>
                  </a:lnTo>
                  <a:lnTo>
                    <a:pt x="23749" y="288594"/>
                  </a:lnTo>
                  <a:lnTo>
                    <a:pt x="26606" y="293674"/>
                  </a:lnTo>
                  <a:lnTo>
                    <a:pt x="25463" y="297484"/>
                  </a:lnTo>
                  <a:lnTo>
                    <a:pt x="28359" y="296214"/>
                  </a:lnTo>
                  <a:lnTo>
                    <a:pt x="32156" y="291134"/>
                  </a:lnTo>
                  <a:lnTo>
                    <a:pt x="33616" y="284784"/>
                  </a:lnTo>
                  <a:lnTo>
                    <a:pt x="33667" y="286054"/>
                  </a:lnTo>
                  <a:lnTo>
                    <a:pt x="33782" y="288594"/>
                  </a:lnTo>
                  <a:lnTo>
                    <a:pt x="33896" y="291134"/>
                  </a:lnTo>
                  <a:lnTo>
                    <a:pt x="34010" y="293674"/>
                  </a:lnTo>
                  <a:lnTo>
                    <a:pt x="32435" y="298754"/>
                  </a:lnTo>
                  <a:lnTo>
                    <a:pt x="31559" y="303834"/>
                  </a:lnTo>
                  <a:lnTo>
                    <a:pt x="34061" y="311454"/>
                  </a:lnTo>
                  <a:lnTo>
                    <a:pt x="34886" y="307644"/>
                  </a:lnTo>
                  <a:lnTo>
                    <a:pt x="39166" y="305104"/>
                  </a:lnTo>
                  <a:lnTo>
                    <a:pt x="41821" y="307644"/>
                  </a:lnTo>
                  <a:lnTo>
                    <a:pt x="44538" y="308914"/>
                  </a:lnTo>
                  <a:lnTo>
                    <a:pt x="43256" y="310184"/>
                  </a:lnTo>
                  <a:lnTo>
                    <a:pt x="41325" y="312724"/>
                  </a:lnTo>
                  <a:lnTo>
                    <a:pt x="39331" y="313994"/>
                  </a:lnTo>
                  <a:lnTo>
                    <a:pt x="37553" y="324154"/>
                  </a:lnTo>
                  <a:lnTo>
                    <a:pt x="46456" y="322884"/>
                  </a:lnTo>
                  <a:lnTo>
                    <a:pt x="44729" y="321614"/>
                  </a:lnTo>
                  <a:lnTo>
                    <a:pt x="44615" y="319074"/>
                  </a:lnTo>
                  <a:lnTo>
                    <a:pt x="49085" y="319074"/>
                  </a:lnTo>
                  <a:lnTo>
                    <a:pt x="55181" y="317804"/>
                  </a:lnTo>
                  <a:lnTo>
                    <a:pt x="57010" y="320344"/>
                  </a:lnTo>
                  <a:lnTo>
                    <a:pt x="67665" y="320344"/>
                  </a:lnTo>
                  <a:lnTo>
                    <a:pt x="68122" y="317804"/>
                  </a:lnTo>
                  <a:lnTo>
                    <a:pt x="68592" y="315264"/>
                  </a:lnTo>
                  <a:lnTo>
                    <a:pt x="75107" y="315264"/>
                  </a:lnTo>
                  <a:lnTo>
                    <a:pt x="75107" y="317804"/>
                  </a:lnTo>
                  <a:lnTo>
                    <a:pt x="73964" y="319074"/>
                  </a:lnTo>
                  <a:lnTo>
                    <a:pt x="79070" y="317804"/>
                  </a:lnTo>
                  <a:lnTo>
                    <a:pt x="80035" y="315264"/>
                  </a:lnTo>
                  <a:lnTo>
                    <a:pt x="80035" y="310184"/>
                  </a:lnTo>
                  <a:lnTo>
                    <a:pt x="77660" y="307644"/>
                  </a:lnTo>
                  <a:lnTo>
                    <a:pt x="79451" y="306374"/>
                  </a:lnTo>
                  <a:lnTo>
                    <a:pt x="81305" y="305104"/>
                  </a:lnTo>
                  <a:lnTo>
                    <a:pt x="87312" y="306374"/>
                  </a:lnTo>
                  <a:lnTo>
                    <a:pt x="84874" y="311454"/>
                  </a:lnTo>
                  <a:lnTo>
                    <a:pt x="87934" y="311454"/>
                  </a:lnTo>
                  <a:lnTo>
                    <a:pt x="89611" y="308914"/>
                  </a:lnTo>
                  <a:lnTo>
                    <a:pt x="89611" y="305104"/>
                  </a:lnTo>
                  <a:lnTo>
                    <a:pt x="89611" y="302564"/>
                  </a:lnTo>
                  <a:lnTo>
                    <a:pt x="89611" y="301294"/>
                  </a:lnTo>
                  <a:lnTo>
                    <a:pt x="87490" y="300024"/>
                  </a:lnTo>
                  <a:lnTo>
                    <a:pt x="85369" y="298754"/>
                  </a:lnTo>
                  <a:lnTo>
                    <a:pt x="81305" y="300024"/>
                  </a:lnTo>
                  <a:lnTo>
                    <a:pt x="80645" y="297484"/>
                  </a:lnTo>
                  <a:lnTo>
                    <a:pt x="77177" y="296214"/>
                  </a:lnTo>
                  <a:lnTo>
                    <a:pt x="66738" y="296214"/>
                  </a:lnTo>
                  <a:lnTo>
                    <a:pt x="67792" y="302564"/>
                  </a:lnTo>
                  <a:lnTo>
                    <a:pt x="62826" y="302564"/>
                  </a:lnTo>
                  <a:lnTo>
                    <a:pt x="47180" y="274624"/>
                  </a:lnTo>
                  <a:lnTo>
                    <a:pt x="47180" y="265734"/>
                  </a:lnTo>
                  <a:lnTo>
                    <a:pt x="57175" y="263194"/>
                  </a:lnTo>
                  <a:lnTo>
                    <a:pt x="64363" y="260654"/>
                  </a:lnTo>
                  <a:lnTo>
                    <a:pt x="66408" y="259384"/>
                  </a:lnTo>
                  <a:lnTo>
                    <a:pt x="70510" y="256844"/>
                  </a:lnTo>
                  <a:lnTo>
                    <a:pt x="77673" y="253034"/>
                  </a:lnTo>
                  <a:lnTo>
                    <a:pt x="84912" y="246684"/>
                  </a:lnTo>
                  <a:lnTo>
                    <a:pt x="91262" y="237794"/>
                  </a:lnTo>
                  <a:lnTo>
                    <a:pt x="94653" y="230174"/>
                  </a:lnTo>
                  <a:lnTo>
                    <a:pt x="96367" y="222554"/>
                  </a:lnTo>
                  <a:lnTo>
                    <a:pt x="96443" y="221284"/>
                  </a:lnTo>
                  <a:lnTo>
                    <a:pt x="96532" y="220014"/>
                  </a:lnTo>
                  <a:lnTo>
                    <a:pt x="96596" y="206044"/>
                  </a:lnTo>
                  <a:lnTo>
                    <a:pt x="106603" y="211124"/>
                  </a:lnTo>
                  <a:lnTo>
                    <a:pt x="107657" y="218744"/>
                  </a:lnTo>
                  <a:lnTo>
                    <a:pt x="107657" y="232714"/>
                  </a:lnTo>
                  <a:lnTo>
                    <a:pt x="103619" y="235254"/>
                  </a:lnTo>
                  <a:lnTo>
                    <a:pt x="100457" y="236524"/>
                  </a:lnTo>
                  <a:lnTo>
                    <a:pt x="97840" y="237794"/>
                  </a:lnTo>
                  <a:lnTo>
                    <a:pt x="96926" y="237794"/>
                  </a:lnTo>
                  <a:lnTo>
                    <a:pt x="96685" y="239064"/>
                  </a:lnTo>
                  <a:lnTo>
                    <a:pt x="96278" y="241604"/>
                  </a:lnTo>
                  <a:lnTo>
                    <a:pt x="97612" y="242874"/>
                  </a:lnTo>
                  <a:lnTo>
                    <a:pt x="98793" y="242874"/>
                  </a:lnTo>
                  <a:lnTo>
                    <a:pt x="102425" y="245414"/>
                  </a:lnTo>
                  <a:lnTo>
                    <a:pt x="101536" y="247954"/>
                  </a:lnTo>
                  <a:lnTo>
                    <a:pt x="102679" y="251764"/>
                  </a:lnTo>
                  <a:lnTo>
                    <a:pt x="103619" y="255574"/>
                  </a:lnTo>
                  <a:lnTo>
                    <a:pt x="107010" y="260654"/>
                  </a:lnTo>
                  <a:lnTo>
                    <a:pt x="112610" y="265734"/>
                  </a:lnTo>
                  <a:lnTo>
                    <a:pt x="113144" y="263194"/>
                  </a:lnTo>
                  <a:lnTo>
                    <a:pt x="113017" y="259384"/>
                  </a:lnTo>
                  <a:lnTo>
                    <a:pt x="112915" y="258114"/>
                  </a:lnTo>
                  <a:lnTo>
                    <a:pt x="112814" y="256844"/>
                  </a:lnTo>
                  <a:lnTo>
                    <a:pt x="112712" y="255574"/>
                  </a:lnTo>
                  <a:lnTo>
                    <a:pt x="112610" y="254304"/>
                  </a:lnTo>
                  <a:lnTo>
                    <a:pt x="116344" y="259384"/>
                  </a:lnTo>
                  <a:lnTo>
                    <a:pt x="118135" y="265734"/>
                  </a:lnTo>
                  <a:lnTo>
                    <a:pt x="121272" y="270814"/>
                  </a:lnTo>
                  <a:lnTo>
                    <a:pt x="129095" y="273354"/>
                  </a:lnTo>
                  <a:lnTo>
                    <a:pt x="126403" y="272084"/>
                  </a:lnTo>
                  <a:lnTo>
                    <a:pt x="127088" y="268274"/>
                  </a:lnTo>
                  <a:lnTo>
                    <a:pt x="128651" y="268274"/>
                  </a:lnTo>
                  <a:lnTo>
                    <a:pt x="130251" y="267004"/>
                  </a:lnTo>
                  <a:lnTo>
                    <a:pt x="132194" y="268274"/>
                  </a:lnTo>
                  <a:lnTo>
                    <a:pt x="135178" y="272084"/>
                  </a:lnTo>
                  <a:lnTo>
                    <a:pt x="138023" y="275894"/>
                  </a:lnTo>
                  <a:lnTo>
                    <a:pt x="151409" y="275894"/>
                  </a:lnTo>
                  <a:lnTo>
                    <a:pt x="148082" y="273354"/>
                  </a:lnTo>
                  <a:lnTo>
                    <a:pt x="155600" y="273354"/>
                  </a:lnTo>
                  <a:lnTo>
                    <a:pt x="155498" y="275894"/>
                  </a:lnTo>
                  <a:lnTo>
                    <a:pt x="155397" y="278434"/>
                  </a:lnTo>
                  <a:lnTo>
                    <a:pt x="153352" y="280974"/>
                  </a:lnTo>
                  <a:lnTo>
                    <a:pt x="159702" y="279704"/>
                  </a:lnTo>
                  <a:lnTo>
                    <a:pt x="161594" y="274624"/>
                  </a:lnTo>
                  <a:lnTo>
                    <a:pt x="161061" y="273354"/>
                  </a:lnTo>
                  <a:lnTo>
                    <a:pt x="159461" y="269544"/>
                  </a:lnTo>
                  <a:lnTo>
                    <a:pt x="164973" y="267004"/>
                  </a:lnTo>
                  <a:lnTo>
                    <a:pt x="167970" y="270814"/>
                  </a:lnTo>
                  <a:lnTo>
                    <a:pt x="168694" y="273354"/>
                  </a:lnTo>
                  <a:lnTo>
                    <a:pt x="174205" y="268274"/>
                  </a:lnTo>
                  <a:lnTo>
                    <a:pt x="173101" y="267004"/>
                  </a:lnTo>
                  <a:lnTo>
                    <a:pt x="168694" y="261924"/>
                  </a:lnTo>
                  <a:lnTo>
                    <a:pt x="164477" y="261924"/>
                  </a:lnTo>
                  <a:lnTo>
                    <a:pt x="164477" y="260654"/>
                  </a:lnTo>
                  <a:lnTo>
                    <a:pt x="164477" y="259384"/>
                  </a:lnTo>
                  <a:lnTo>
                    <a:pt x="162674" y="258114"/>
                  </a:lnTo>
                  <a:lnTo>
                    <a:pt x="158038" y="256844"/>
                  </a:lnTo>
                  <a:lnTo>
                    <a:pt x="150787" y="256844"/>
                  </a:lnTo>
                  <a:lnTo>
                    <a:pt x="149288" y="260654"/>
                  </a:lnTo>
                  <a:lnTo>
                    <a:pt x="146304" y="260654"/>
                  </a:lnTo>
                  <a:lnTo>
                    <a:pt x="118516" y="237794"/>
                  </a:lnTo>
                  <a:lnTo>
                    <a:pt x="121272" y="232714"/>
                  </a:lnTo>
                  <a:lnTo>
                    <a:pt x="127317" y="227634"/>
                  </a:lnTo>
                  <a:lnTo>
                    <a:pt x="133362" y="221284"/>
                  </a:lnTo>
                  <a:lnTo>
                    <a:pt x="136105" y="214934"/>
                  </a:lnTo>
                  <a:lnTo>
                    <a:pt x="133959" y="206044"/>
                  </a:lnTo>
                  <a:lnTo>
                    <a:pt x="133654" y="204774"/>
                  </a:lnTo>
                  <a:lnTo>
                    <a:pt x="127330" y="198424"/>
                  </a:lnTo>
                  <a:lnTo>
                    <a:pt x="122161" y="194614"/>
                  </a:lnTo>
                  <a:lnTo>
                    <a:pt x="118706" y="192074"/>
                  </a:lnTo>
                  <a:lnTo>
                    <a:pt x="109321" y="185724"/>
                  </a:lnTo>
                  <a:lnTo>
                    <a:pt x="113931" y="183184"/>
                  </a:lnTo>
                  <a:lnTo>
                    <a:pt x="120421" y="181914"/>
                  </a:lnTo>
                  <a:lnTo>
                    <a:pt x="127457" y="181914"/>
                  </a:lnTo>
                  <a:lnTo>
                    <a:pt x="133756" y="183184"/>
                  </a:lnTo>
                  <a:lnTo>
                    <a:pt x="133985" y="181914"/>
                  </a:lnTo>
                  <a:lnTo>
                    <a:pt x="134442" y="179374"/>
                  </a:lnTo>
                  <a:lnTo>
                    <a:pt x="137185" y="180644"/>
                  </a:lnTo>
                  <a:lnTo>
                    <a:pt x="137350" y="179374"/>
                  </a:lnTo>
                  <a:lnTo>
                    <a:pt x="138137" y="173024"/>
                  </a:lnTo>
                  <a:lnTo>
                    <a:pt x="140690" y="179374"/>
                  </a:lnTo>
                  <a:lnTo>
                    <a:pt x="138023" y="184454"/>
                  </a:lnTo>
                  <a:lnTo>
                    <a:pt x="140690" y="186994"/>
                  </a:lnTo>
                  <a:lnTo>
                    <a:pt x="142824" y="184454"/>
                  </a:lnTo>
                  <a:lnTo>
                    <a:pt x="148082" y="184454"/>
                  </a:lnTo>
                  <a:lnTo>
                    <a:pt x="148018" y="183184"/>
                  </a:lnTo>
                  <a:lnTo>
                    <a:pt x="147942" y="181914"/>
                  </a:lnTo>
                  <a:lnTo>
                    <a:pt x="147878" y="180644"/>
                  </a:lnTo>
                  <a:lnTo>
                    <a:pt x="147815" y="179374"/>
                  </a:lnTo>
                  <a:lnTo>
                    <a:pt x="147688" y="176834"/>
                  </a:lnTo>
                  <a:lnTo>
                    <a:pt x="149288" y="181914"/>
                  </a:lnTo>
                  <a:lnTo>
                    <a:pt x="145732" y="189534"/>
                  </a:lnTo>
                  <a:lnTo>
                    <a:pt x="149288" y="192074"/>
                  </a:lnTo>
                  <a:lnTo>
                    <a:pt x="149948" y="188264"/>
                  </a:lnTo>
                  <a:lnTo>
                    <a:pt x="155397" y="188264"/>
                  </a:lnTo>
                  <a:lnTo>
                    <a:pt x="156654" y="189534"/>
                  </a:lnTo>
                  <a:lnTo>
                    <a:pt x="156654" y="197154"/>
                  </a:lnTo>
                  <a:lnTo>
                    <a:pt x="149428" y="194614"/>
                  </a:lnTo>
                  <a:lnTo>
                    <a:pt x="149428" y="203504"/>
                  </a:lnTo>
                  <a:lnTo>
                    <a:pt x="152920" y="204774"/>
                  </a:lnTo>
                  <a:lnTo>
                    <a:pt x="152920" y="208584"/>
                  </a:lnTo>
                  <a:lnTo>
                    <a:pt x="150025" y="211124"/>
                  </a:lnTo>
                  <a:lnTo>
                    <a:pt x="146532" y="208584"/>
                  </a:lnTo>
                  <a:lnTo>
                    <a:pt x="147586" y="211124"/>
                  </a:lnTo>
                  <a:lnTo>
                    <a:pt x="149948" y="213664"/>
                  </a:lnTo>
                  <a:lnTo>
                    <a:pt x="156222" y="213664"/>
                  </a:lnTo>
                  <a:lnTo>
                    <a:pt x="159702" y="211124"/>
                  </a:lnTo>
                  <a:lnTo>
                    <a:pt x="161112" y="207314"/>
                  </a:lnTo>
                  <a:lnTo>
                    <a:pt x="162674" y="212394"/>
                  </a:lnTo>
                  <a:lnTo>
                    <a:pt x="161404" y="216204"/>
                  </a:lnTo>
                  <a:lnTo>
                    <a:pt x="158419" y="217474"/>
                  </a:lnTo>
                  <a:lnTo>
                    <a:pt x="161645" y="218744"/>
                  </a:lnTo>
                  <a:lnTo>
                    <a:pt x="169303" y="217474"/>
                  </a:lnTo>
                  <a:lnTo>
                    <a:pt x="169202" y="216204"/>
                  </a:lnTo>
                  <a:lnTo>
                    <a:pt x="169100" y="214934"/>
                  </a:lnTo>
                  <a:lnTo>
                    <a:pt x="168998" y="213664"/>
                  </a:lnTo>
                  <a:lnTo>
                    <a:pt x="168897" y="212394"/>
                  </a:lnTo>
                  <a:lnTo>
                    <a:pt x="168795" y="211124"/>
                  </a:lnTo>
                  <a:lnTo>
                    <a:pt x="168490" y="207314"/>
                  </a:lnTo>
                  <a:lnTo>
                    <a:pt x="172745" y="208584"/>
                  </a:lnTo>
                  <a:lnTo>
                    <a:pt x="175107" y="211124"/>
                  </a:lnTo>
                  <a:lnTo>
                    <a:pt x="172478" y="216204"/>
                  </a:lnTo>
                  <a:lnTo>
                    <a:pt x="176034" y="214934"/>
                  </a:lnTo>
                  <a:lnTo>
                    <a:pt x="179311" y="213664"/>
                  </a:lnTo>
                  <a:lnTo>
                    <a:pt x="179311" y="207314"/>
                  </a:lnTo>
                  <a:close/>
                </a:path>
                <a:path w="492759" h="325119">
                  <a:moveTo>
                    <a:pt x="351866" y="173456"/>
                  </a:moveTo>
                  <a:lnTo>
                    <a:pt x="351332" y="171704"/>
                  </a:lnTo>
                  <a:lnTo>
                    <a:pt x="350418" y="169164"/>
                  </a:lnTo>
                  <a:lnTo>
                    <a:pt x="348843" y="167652"/>
                  </a:lnTo>
                  <a:lnTo>
                    <a:pt x="348843" y="174574"/>
                  </a:lnTo>
                  <a:lnTo>
                    <a:pt x="348145" y="175653"/>
                  </a:lnTo>
                  <a:lnTo>
                    <a:pt x="347700" y="176771"/>
                  </a:lnTo>
                  <a:lnTo>
                    <a:pt x="346570" y="177380"/>
                  </a:lnTo>
                  <a:lnTo>
                    <a:pt x="344220" y="178257"/>
                  </a:lnTo>
                  <a:lnTo>
                    <a:pt x="342074" y="178079"/>
                  </a:lnTo>
                  <a:lnTo>
                    <a:pt x="340004" y="177050"/>
                  </a:lnTo>
                  <a:lnTo>
                    <a:pt x="337032" y="175653"/>
                  </a:lnTo>
                  <a:lnTo>
                    <a:pt x="336943" y="175488"/>
                  </a:lnTo>
                  <a:lnTo>
                    <a:pt x="335330" y="172554"/>
                  </a:lnTo>
                  <a:lnTo>
                    <a:pt x="336499" y="170218"/>
                  </a:lnTo>
                  <a:lnTo>
                    <a:pt x="337032" y="169011"/>
                  </a:lnTo>
                  <a:lnTo>
                    <a:pt x="338061" y="168389"/>
                  </a:lnTo>
                  <a:lnTo>
                    <a:pt x="338759" y="168249"/>
                  </a:lnTo>
                  <a:lnTo>
                    <a:pt x="340410" y="167627"/>
                  </a:lnTo>
                  <a:lnTo>
                    <a:pt x="342531" y="167830"/>
                  </a:lnTo>
                  <a:lnTo>
                    <a:pt x="346265" y="169519"/>
                  </a:lnTo>
                  <a:lnTo>
                    <a:pt x="347700" y="171145"/>
                  </a:lnTo>
                  <a:lnTo>
                    <a:pt x="348259" y="172707"/>
                  </a:lnTo>
                  <a:lnTo>
                    <a:pt x="348576" y="173456"/>
                  </a:lnTo>
                  <a:lnTo>
                    <a:pt x="348843" y="174574"/>
                  </a:lnTo>
                  <a:lnTo>
                    <a:pt x="348843" y="167652"/>
                  </a:lnTo>
                  <a:lnTo>
                    <a:pt x="348399" y="167233"/>
                  </a:lnTo>
                  <a:lnTo>
                    <a:pt x="345757" y="165989"/>
                  </a:lnTo>
                  <a:lnTo>
                    <a:pt x="343179" y="164680"/>
                  </a:lnTo>
                  <a:lnTo>
                    <a:pt x="331622" y="172707"/>
                  </a:lnTo>
                  <a:lnTo>
                    <a:pt x="334048" y="177711"/>
                  </a:lnTo>
                  <a:lnTo>
                    <a:pt x="338696" y="179946"/>
                  </a:lnTo>
                  <a:lnTo>
                    <a:pt x="341477" y="181203"/>
                  </a:lnTo>
                  <a:lnTo>
                    <a:pt x="344398" y="181483"/>
                  </a:lnTo>
                  <a:lnTo>
                    <a:pt x="346989" y="180555"/>
                  </a:lnTo>
                  <a:lnTo>
                    <a:pt x="348843" y="179946"/>
                  </a:lnTo>
                  <a:lnTo>
                    <a:pt x="350418" y="178689"/>
                  </a:lnTo>
                  <a:lnTo>
                    <a:pt x="350583" y="178257"/>
                  </a:lnTo>
                  <a:lnTo>
                    <a:pt x="350659" y="178079"/>
                  </a:lnTo>
                  <a:lnTo>
                    <a:pt x="351066" y="177050"/>
                  </a:lnTo>
                  <a:lnTo>
                    <a:pt x="351815" y="175653"/>
                  </a:lnTo>
                  <a:lnTo>
                    <a:pt x="351866" y="173456"/>
                  </a:lnTo>
                  <a:close/>
                </a:path>
                <a:path w="492759" h="325119">
                  <a:moveTo>
                    <a:pt x="357720" y="116687"/>
                  </a:moveTo>
                  <a:lnTo>
                    <a:pt x="357682" y="116166"/>
                  </a:lnTo>
                  <a:lnTo>
                    <a:pt x="357593" y="115912"/>
                  </a:lnTo>
                  <a:lnTo>
                    <a:pt x="357212" y="114719"/>
                  </a:lnTo>
                  <a:lnTo>
                    <a:pt x="356565" y="113868"/>
                  </a:lnTo>
                  <a:lnTo>
                    <a:pt x="355180" y="112064"/>
                  </a:lnTo>
                  <a:lnTo>
                    <a:pt x="354393" y="111607"/>
                  </a:lnTo>
                  <a:lnTo>
                    <a:pt x="354393" y="116166"/>
                  </a:lnTo>
                  <a:lnTo>
                    <a:pt x="354317" y="118237"/>
                  </a:lnTo>
                  <a:lnTo>
                    <a:pt x="354253" y="118579"/>
                  </a:lnTo>
                  <a:lnTo>
                    <a:pt x="354126" y="119329"/>
                  </a:lnTo>
                  <a:lnTo>
                    <a:pt x="353199" y="120853"/>
                  </a:lnTo>
                  <a:lnTo>
                    <a:pt x="349351" y="123799"/>
                  </a:lnTo>
                  <a:lnTo>
                    <a:pt x="346049" y="123799"/>
                  </a:lnTo>
                  <a:lnTo>
                    <a:pt x="344779" y="122135"/>
                  </a:lnTo>
                  <a:lnTo>
                    <a:pt x="344258" y="121551"/>
                  </a:lnTo>
                  <a:lnTo>
                    <a:pt x="344106" y="120853"/>
                  </a:lnTo>
                  <a:lnTo>
                    <a:pt x="344106" y="118579"/>
                  </a:lnTo>
                  <a:lnTo>
                    <a:pt x="345046" y="116687"/>
                  </a:lnTo>
                  <a:lnTo>
                    <a:pt x="346684" y="115493"/>
                  </a:lnTo>
                  <a:lnTo>
                    <a:pt x="348157" y="114376"/>
                  </a:lnTo>
                  <a:lnTo>
                    <a:pt x="349910" y="113868"/>
                  </a:lnTo>
                  <a:lnTo>
                    <a:pt x="351091" y="113868"/>
                  </a:lnTo>
                  <a:lnTo>
                    <a:pt x="352069" y="114147"/>
                  </a:lnTo>
                  <a:lnTo>
                    <a:pt x="352793" y="114376"/>
                  </a:lnTo>
                  <a:lnTo>
                    <a:pt x="352971" y="114376"/>
                  </a:lnTo>
                  <a:lnTo>
                    <a:pt x="354393" y="116166"/>
                  </a:lnTo>
                  <a:lnTo>
                    <a:pt x="354393" y="111607"/>
                  </a:lnTo>
                  <a:lnTo>
                    <a:pt x="353745" y="111213"/>
                  </a:lnTo>
                  <a:lnTo>
                    <a:pt x="351853" y="110947"/>
                  </a:lnTo>
                  <a:lnTo>
                    <a:pt x="349351" y="110642"/>
                  </a:lnTo>
                  <a:lnTo>
                    <a:pt x="346887" y="111417"/>
                  </a:lnTo>
                  <a:lnTo>
                    <a:pt x="344779" y="113106"/>
                  </a:lnTo>
                  <a:lnTo>
                    <a:pt x="340868" y="115912"/>
                  </a:lnTo>
                  <a:lnTo>
                    <a:pt x="340753" y="116433"/>
                  </a:lnTo>
                  <a:lnTo>
                    <a:pt x="340690" y="116687"/>
                  </a:lnTo>
                  <a:lnTo>
                    <a:pt x="339750" y="120853"/>
                  </a:lnTo>
                  <a:lnTo>
                    <a:pt x="340207" y="121551"/>
                  </a:lnTo>
                  <a:lnTo>
                    <a:pt x="342188" y="124028"/>
                  </a:lnTo>
                  <a:lnTo>
                    <a:pt x="344779" y="127152"/>
                  </a:lnTo>
                  <a:lnTo>
                    <a:pt x="349770" y="127355"/>
                  </a:lnTo>
                  <a:lnTo>
                    <a:pt x="353745" y="124383"/>
                  </a:lnTo>
                  <a:lnTo>
                    <a:pt x="354495" y="123799"/>
                  </a:lnTo>
                  <a:lnTo>
                    <a:pt x="355828" y="122758"/>
                  </a:lnTo>
                  <a:lnTo>
                    <a:pt x="357212" y="120586"/>
                  </a:lnTo>
                  <a:lnTo>
                    <a:pt x="357263" y="120091"/>
                  </a:lnTo>
                  <a:lnTo>
                    <a:pt x="357365" y="119329"/>
                  </a:lnTo>
                  <a:lnTo>
                    <a:pt x="357454" y="118579"/>
                  </a:lnTo>
                  <a:lnTo>
                    <a:pt x="357555" y="117805"/>
                  </a:lnTo>
                  <a:lnTo>
                    <a:pt x="357720" y="116687"/>
                  </a:lnTo>
                  <a:close/>
                </a:path>
                <a:path w="492759" h="325119">
                  <a:moveTo>
                    <a:pt x="411416" y="274193"/>
                  </a:moveTo>
                  <a:lnTo>
                    <a:pt x="411353" y="268147"/>
                  </a:lnTo>
                  <a:lnTo>
                    <a:pt x="411264" y="267804"/>
                  </a:lnTo>
                  <a:lnTo>
                    <a:pt x="410921" y="266509"/>
                  </a:lnTo>
                  <a:lnTo>
                    <a:pt x="409473" y="264642"/>
                  </a:lnTo>
                  <a:lnTo>
                    <a:pt x="408432" y="263271"/>
                  </a:lnTo>
                  <a:lnTo>
                    <a:pt x="408432" y="267804"/>
                  </a:lnTo>
                  <a:lnTo>
                    <a:pt x="408393" y="273164"/>
                  </a:lnTo>
                  <a:lnTo>
                    <a:pt x="408012" y="274193"/>
                  </a:lnTo>
                  <a:lnTo>
                    <a:pt x="407657" y="275056"/>
                  </a:lnTo>
                  <a:lnTo>
                    <a:pt x="405765" y="276860"/>
                  </a:lnTo>
                  <a:lnTo>
                    <a:pt x="404761" y="277533"/>
                  </a:lnTo>
                  <a:lnTo>
                    <a:pt x="402107" y="277533"/>
                  </a:lnTo>
                  <a:lnTo>
                    <a:pt x="401269" y="276860"/>
                  </a:lnTo>
                  <a:lnTo>
                    <a:pt x="400685" y="276263"/>
                  </a:lnTo>
                  <a:lnTo>
                    <a:pt x="399554" y="275056"/>
                  </a:lnTo>
                  <a:lnTo>
                    <a:pt x="398767" y="273164"/>
                  </a:lnTo>
                  <a:lnTo>
                    <a:pt x="398830" y="268909"/>
                  </a:lnTo>
                  <a:lnTo>
                    <a:pt x="408432" y="267804"/>
                  </a:lnTo>
                  <a:lnTo>
                    <a:pt x="408432" y="263271"/>
                  </a:lnTo>
                  <a:lnTo>
                    <a:pt x="408051" y="262763"/>
                  </a:lnTo>
                  <a:lnTo>
                    <a:pt x="405574" y="261569"/>
                  </a:lnTo>
                  <a:lnTo>
                    <a:pt x="401942" y="261569"/>
                  </a:lnTo>
                  <a:lnTo>
                    <a:pt x="400138" y="262356"/>
                  </a:lnTo>
                  <a:lnTo>
                    <a:pt x="398703" y="263702"/>
                  </a:lnTo>
                  <a:lnTo>
                    <a:pt x="396824" y="265417"/>
                  </a:lnTo>
                  <a:lnTo>
                    <a:pt x="395719" y="268147"/>
                  </a:lnTo>
                  <a:lnTo>
                    <a:pt x="395681" y="274193"/>
                  </a:lnTo>
                  <a:lnTo>
                    <a:pt x="396621" y="276593"/>
                  </a:lnTo>
                  <a:lnTo>
                    <a:pt x="398424" y="278396"/>
                  </a:lnTo>
                  <a:lnTo>
                    <a:pt x="399783" y="279844"/>
                  </a:lnTo>
                  <a:lnTo>
                    <a:pt x="401637" y="280606"/>
                  </a:lnTo>
                  <a:lnTo>
                    <a:pt x="405472" y="280606"/>
                  </a:lnTo>
                  <a:lnTo>
                    <a:pt x="407136" y="279984"/>
                  </a:lnTo>
                  <a:lnTo>
                    <a:pt x="409778" y="277533"/>
                  </a:lnTo>
                  <a:lnTo>
                    <a:pt x="410514" y="276860"/>
                  </a:lnTo>
                  <a:lnTo>
                    <a:pt x="410603" y="276593"/>
                  </a:lnTo>
                  <a:lnTo>
                    <a:pt x="410718" y="276263"/>
                  </a:lnTo>
                  <a:lnTo>
                    <a:pt x="411416" y="274193"/>
                  </a:lnTo>
                  <a:close/>
                </a:path>
                <a:path w="492759" h="325119">
                  <a:moveTo>
                    <a:pt x="430123" y="287591"/>
                  </a:moveTo>
                  <a:lnTo>
                    <a:pt x="428066" y="285229"/>
                  </a:lnTo>
                  <a:lnTo>
                    <a:pt x="426478" y="283413"/>
                  </a:lnTo>
                  <a:lnTo>
                    <a:pt x="426262" y="283375"/>
                  </a:lnTo>
                  <a:lnTo>
                    <a:pt x="426262" y="288366"/>
                  </a:lnTo>
                  <a:lnTo>
                    <a:pt x="426161" y="291312"/>
                  </a:lnTo>
                  <a:lnTo>
                    <a:pt x="426046" y="291884"/>
                  </a:lnTo>
                  <a:lnTo>
                    <a:pt x="425627" y="293827"/>
                  </a:lnTo>
                  <a:lnTo>
                    <a:pt x="422427" y="295465"/>
                  </a:lnTo>
                  <a:lnTo>
                    <a:pt x="418896" y="294805"/>
                  </a:lnTo>
                  <a:lnTo>
                    <a:pt x="415340" y="294170"/>
                  </a:lnTo>
                  <a:lnTo>
                    <a:pt x="412915" y="291528"/>
                  </a:lnTo>
                  <a:lnTo>
                    <a:pt x="412953" y="291312"/>
                  </a:lnTo>
                  <a:lnTo>
                    <a:pt x="413054" y="290677"/>
                  </a:lnTo>
                  <a:lnTo>
                    <a:pt x="413321" y="289064"/>
                  </a:lnTo>
                  <a:lnTo>
                    <a:pt x="413626" y="287769"/>
                  </a:lnTo>
                  <a:lnTo>
                    <a:pt x="414350" y="286893"/>
                  </a:lnTo>
                  <a:lnTo>
                    <a:pt x="415112" y="286575"/>
                  </a:lnTo>
                  <a:lnTo>
                    <a:pt x="416623" y="285572"/>
                  </a:lnTo>
                  <a:lnTo>
                    <a:pt x="418553" y="285229"/>
                  </a:lnTo>
                  <a:lnTo>
                    <a:pt x="423900" y="286118"/>
                  </a:lnTo>
                  <a:lnTo>
                    <a:pt x="426262" y="288366"/>
                  </a:lnTo>
                  <a:lnTo>
                    <a:pt x="426262" y="283375"/>
                  </a:lnTo>
                  <a:lnTo>
                    <a:pt x="421208" y="282422"/>
                  </a:lnTo>
                  <a:lnTo>
                    <a:pt x="418249" y="281952"/>
                  </a:lnTo>
                  <a:lnTo>
                    <a:pt x="415340" y="282422"/>
                  </a:lnTo>
                  <a:lnTo>
                    <a:pt x="413321" y="284035"/>
                  </a:lnTo>
                  <a:lnTo>
                    <a:pt x="411556" y="285038"/>
                  </a:lnTo>
                  <a:lnTo>
                    <a:pt x="411441" y="285229"/>
                  </a:lnTo>
                  <a:lnTo>
                    <a:pt x="410578" y="286575"/>
                  </a:lnTo>
                  <a:lnTo>
                    <a:pt x="410476" y="286893"/>
                  </a:lnTo>
                  <a:lnTo>
                    <a:pt x="409765" y="290677"/>
                  </a:lnTo>
                  <a:lnTo>
                    <a:pt x="410527" y="292798"/>
                  </a:lnTo>
                  <a:lnTo>
                    <a:pt x="412127" y="294525"/>
                  </a:lnTo>
                  <a:lnTo>
                    <a:pt x="413626" y="296316"/>
                  </a:lnTo>
                  <a:lnTo>
                    <a:pt x="415937" y="297421"/>
                  </a:lnTo>
                  <a:lnTo>
                    <a:pt x="418249" y="297865"/>
                  </a:lnTo>
                  <a:lnTo>
                    <a:pt x="420916" y="298284"/>
                  </a:lnTo>
                  <a:lnTo>
                    <a:pt x="423964" y="297865"/>
                  </a:lnTo>
                  <a:lnTo>
                    <a:pt x="423545" y="297865"/>
                  </a:lnTo>
                  <a:lnTo>
                    <a:pt x="425348" y="296913"/>
                  </a:lnTo>
                  <a:lnTo>
                    <a:pt x="429285" y="291884"/>
                  </a:lnTo>
                  <a:lnTo>
                    <a:pt x="429399" y="291312"/>
                  </a:lnTo>
                  <a:lnTo>
                    <a:pt x="429526" y="290677"/>
                  </a:lnTo>
                  <a:lnTo>
                    <a:pt x="430123" y="287591"/>
                  </a:lnTo>
                  <a:close/>
                </a:path>
                <a:path w="492759" h="325119">
                  <a:moveTo>
                    <a:pt x="484619" y="266001"/>
                  </a:moveTo>
                  <a:lnTo>
                    <a:pt x="482269" y="263702"/>
                  </a:lnTo>
                  <a:lnTo>
                    <a:pt x="481469" y="262928"/>
                  </a:lnTo>
                  <a:lnTo>
                    <a:pt x="481469" y="267804"/>
                  </a:lnTo>
                  <a:lnTo>
                    <a:pt x="481469" y="277698"/>
                  </a:lnTo>
                  <a:lnTo>
                    <a:pt x="477342" y="281800"/>
                  </a:lnTo>
                  <a:lnTo>
                    <a:pt x="466966" y="281800"/>
                  </a:lnTo>
                  <a:lnTo>
                    <a:pt x="462940" y="277698"/>
                  </a:lnTo>
                  <a:lnTo>
                    <a:pt x="462940" y="267804"/>
                  </a:lnTo>
                  <a:lnTo>
                    <a:pt x="466966" y="263702"/>
                  </a:lnTo>
                  <a:lnTo>
                    <a:pt x="477342" y="263702"/>
                  </a:lnTo>
                  <a:lnTo>
                    <a:pt x="481469" y="267804"/>
                  </a:lnTo>
                  <a:lnTo>
                    <a:pt x="481469" y="262928"/>
                  </a:lnTo>
                  <a:lnTo>
                    <a:pt x="479031" y="260540"/>
                  </a:lnTo>
                  <a:lnTo>
                    <a:pt x="465429" y="260540"/>
                  </a:lnTo>
                  <a:lnTo>
                    <a:pt x="459765" y="266001"/>
                  </a:lnTo>
                  <a:lnTo>
                    <a:pt x="459765" y="279412"/>
                  </a:lnTo>
                  <a:lnTo>
                    <a:pt x="465429" y="284886"/>
                  </a:lnTo>
                  <a:lnTo>
                    <a:pt x="479031" y="284886"/>
                  </a:lnTo>
                  <a:lnTo>
                    <a:pt x="482180" y="281800"/>
                  </a:lnTo>
                  <a:lnTo>
                    <a:pt x="484619" y="279412"/>
                  </a:lnTo>
                  <a:lnTo>
                    <a:pt x="484619" y="266001"/>
                  </a:lnTo>
                  <a:close/>
                </a:path>
                <a:path w="492759" h="325119">
                  <a:moveTo>
                    <a:pt x="492290" y="184150"/>
                  </a:moveTo>
                  <a:lnTo>
                    <a:pt x="490448" y="175260"/>
                  </a:lnTo>
                  <a:lnTo>
                    <a:pt x="482346" y="170180"/>
                  </a:lnTo>
                  <a:lnTo>
                    <a:pt x="473278" y="163830"/>
                  </a:lnTo>
                  <a:lnTo>
                    <a:pt x="472706" y="162560"/>
                  </a:lnTo>
                  <a:lnTo>
                    <a:pt x="468541" y="152400"/>
                  </a:lnTo>
                  <a:lnTo>
                    <a:pt x="472757" y="162560"/>
                  </a:lnTo>
                  <a:lnTo>
                    <a:pt x="480745" y="166370"/>
                  </a:lnTo>
                  <a:lnTo>
                    <a:pt x="486765" y="163830"/>
                  </a:lnTo>
                  <a:lnTo>
                    <a:pt x="480288" y="160020"/>
                  </a:lnTo>
                  <a:lnTo>
                    <a:pt x="478434" y="152400"/>
                  </a:lnTo>
                  <a:lnTo>
                    <a:pt x="478129" y="151130"/>
                  </a:lnTo>
                  <a:lnTo>
                    <a:pt x="475221" y="143510"/>
                  </a:lnTo>
                  <a:lnTo>
                    <a:pt x="469404" y="140970"/>
                  </a:lnTo>
                  <a:lnTo>
                    <a:pt x="466496" y="139700"/>
                  </a:lnTo>
                  <a:lnTo>
                    <a:pt x="463778" y="139700"/>
                  </a:lnTo>
                  <a:lnTo>
                    <a:pt x="460679" y="137160"/>
                  </a:lnTo>
                  <a:lnTo>
                    <a:pt x="457301" y="135890"/>
                  </a:lnTo>
                  <a:lnTo>
                    <a:pt x="452170" y="135890"/>
                  </a:lnTo>
                  <a:lnTo>
                    <a:pt x="445808" y="137160"/>
                  </a:lnTo>
                  <a:lnTo>
                    <a:pt x="439178" y="140970"/>
                  </a:lnTo>
                  <a:lnTo>
                    <a:pt x="433959" y="147320"/>
                  </a:lnTo>
                  <a:lnTo>
                    <a:pt x="431838" y="157480"/>
                  </a:lnTo>
                  <a:lnTo>
                    <a:pt x="437680" y="176530"/>
                  </a:lnTo>
                  <a:lnTo>
                    <a:pt x="463359" y="201930"/>
                  </a:lnTo>
                  <a:lnTo>
                    <a:pt x="469201" y="219710"/>
                  </a:lnTo>
                  <a:lnTo>
                    <a:pt x="469201" y="227330"/>
                  </a:lnTo>
                  <a:lnTo>
                    <a:pt x="462864" y="232410"/>
                  </a:lnTo>
                  <a:lnTo>
                    <a:pt x="449491" y="232410"/>
                  </a:lnTo>
                  <a:lnTo>
                    <a:pt x="444500" y="224790"/>
                  </a:lnTo>
                  <a:lnTo>
                    <a:pt x="440537" y="217170"/>
                  </a:lnTo>
                  <a:lnTo>
                    <a:pt x="439216" y="214630"/>
                  </a:lnTo>
                  <a:lnTo>
                    <a:pt x="437349" y="210820"/>
                  </a:lnTo>
                  <a:lnTo>
                    <a:pt x="436727" y="209550"/>
                  </a:lnTo>
                  <a:lnTo>
                    <a:pt x="431253" y="201930"/>
                  </a:lnTo>
                  <a:lnTo>
                    <a:pt x="429983" y="200507"/>
                  </a:lnTo>
                  <a:lnTo>
                    <a:pt x="429983" y="217170"/>
                  </a:lnTo>
                  <a:lnTo>
                    <a:pt x="425983" y="222250"/>
                  </a:lnTo>
                  <a:lnTo>
                    <a:pt x="422414" y="223520"/>
                  </a:lnTo>
                  <a:lnTo>
                    <a:pt x="417893" y="220980"/>
                  </a:lnTo>
                  <a:lnTo>
                    <a:pt x="417830" y="219710"/>
                  </a:lnTo>
                  <a:lnTo>
                    <a:pt x="417703" y="217170"/>
                  </a:lnTo>
                  <a:lnTo>
                    <a:pt x="421906" y="212090"/>
                  </a:lnTo>
                  <a:lnTo>
                    <a:pt x="425196" y="210820"/>
                  </a:lnTo>
                  <a:lnTo>
                    <a:pt x="427583" y="212090"/>
                  </a:lnTo>
                  <a:lnTo>
                    <a:pt x="429895" y="213360"/>
                  </a:lnTo>
                  <a:lnTo>
                    <a:pt x="429983" y="217170"/>
                  </a:lnTo>
                  <a:lnTo>
                    <a:pt x="429983" y="200507"/>
                  </a:lnTo>
                  <a:lnTo>
                    <a:pt x="425627" y="195580"/>
                  </a:lnTo>
                  <a:lnTo>
                    <a:pt x="427202" y="196850"/>
                  </a:lnTo>
                  <a:lnTo>
                    <a:pt x="434835" y="196850"/>
                  </a:lnTo>
                  <a:lnTo>
                    <a:pt x="436270" y="195580"/>
                  </a:lnTo>
                  <a:lnTo>
                    <a:pt x="437692" y="194310"/>
                  </a:lnTo>
                  <a:lnTo>
                    <a:pt x="438391" y="191770"/>
                  </a:lnTo>
                  <a:lnTo>
                    <a:pt x="438518" y="187960"/>
                  </a:lnTo>
                  <a:lnTo>
                    <a:pt x="437299" y="185420"/>
                  </a:lnTo>
                  <a:lnTo>
                    <a:pt x="435508" y="182880"/>
                  </a:lnTo>
                  <a:lnTo>
                    <a:pt x="435292" y="182626"/>
                  </a:lnTo>
                  <a:lnTo>
                    <a:pt x="435292" y="187960"/>
                  </a:lnTo>
                  <a:lnTo>
                    <a:pt x="435229" y="190500"/>
                  </a:lnTo>
                  <a:lnTo>
                    <a:pt x="435038" y="191770"/>
                  </a:lnTo>
                  <a:lnTo>
                    <a:pt x="434035" y="193040"/>
                  </a:lnTo>
                  <a:lnTo>
                    <a:pt x="433108" y="194310"/>
                  </a:lnTo>
                  <a:lnTo>
                    <a:pt x="429450" y="194310"/>
                  </a:lnTo>
                  <a:lnTo>
                    <a:pt x="427443" y="193040"/>
                  </a:lnTo>
                  <a:lnTo>
                    <a:pt x="424751" y="190500"/>
                  </a:lnTo>
                  <a:lnTo>
                    <a:pt x="424332" y="189230"/>
                  </a:lnTo>
                  <a:lnTo>
                    <a:pt x="423913" y="187960"/>
                  </a:lnTo>
                  <a:lnTo>
                    <a:pt x="423989" y="186690"/>
                  </a:lnTo>
                  <a:lnTo>
                    <a:pt x="424116" y="184150"/>
                  </a:lnTo>
                  <a:lnTo>
                    <a:pt x="425170" y="184150"/>
                  </a:lnTo>
                  <a:lnTo>
                    <a:pt x="425996" y="182880"/>
                  </a:lnTo>
                  <a:lnTo>
                    <a:pt x="429793" y="182880"/>
                  </a:lnTo>
                  <a:lnTo>
                    <a:pt x="431685" y="184150"/>
                  </a:lnTo>
                  <a:lnTo>
                    <a:pt x="433108" y="185420"/>
                  </a:lnTo>
                  <a:lnTo>
                    <a:pt x="434479" y="186690"/>
                  </a:lnTo>
                  <a:lnTo>
                    <a:pt x="435292" y="187960"/>
                  </a:lnTo>
                  <a:lnTo>
                    <a:pt x="435292" y="182626"/>
                  </a:lnTo>
                  <a:lnTo>
                    <a:pt x="433425" y="180340"/>
                  </a:lnTo>
                  <a:lnTo>
                    <a:pt x="430631" y="179070"/>
                  </a:lnTo>
                  <a:lnTo>
                    <a:pt x="426173" y="179070"/>
                  </a:lnTo>
                  <a:lnTo>
                    <a:pt x="424205" y="180340"/>
                  </a:lnTo>
                  <a:lnTo>
                    <a:pt x="422960" y="181610"/>
                  </a:lnTo>
                  <a:lnTo>
                    <a:pt x="421614" y="182880"/>
                  </a:lnTo>
                  <a:lnTo>
                    <a:pt x="420916" y="184150"/>
                  </a:lnTo>
                  <a:lnTo>
                    <a:pt x="420839" y="188506"/>
                  </a:lnTo>
                  <a:lnTo>
                    <a:pt x="415556" y="181610"/>
                  </a:lnTo>
                  <a:lnTo>
                    <a:pt x="415340" y="181343"/>
                  </a:lnTo>
                  <a:lnTo>
                    <a:pt x="415340" y="240030"/>
                  </a:lnTo>
                  <a:lnTo>
                    <a:pt x="413334" y="242570"/>
                  </a:lnTo>
                  <a:lnTo>
                    <a:pt x="411175" y="245110"/>
                  </a:lnTo>
                  <a:lnTo>
                    <a:pt x="407771" y="246380"/>
                  </a:lnTo>
                  <a:lnTo>
                    <a:pt x="403326" y="243840"/>
                  </a:lnTo>
                  <a:lnTo>
                    <a:pt x="403237" y="242570"/>
                  </a:lnTo>
                  <a:lnTo>
                    <a:pt x="403161" y="241300"/>
                  </a:lnTo>
                  <a:lnTo>
                    <a:pt x="403072" y="240030"/>
                  </a:lnTo>
                  <a:lnTo>
                    <a:pt x="405117" y="237490"/>
                  </a:lnTo>
                  <a:lnTo>
                    <a:pt x="407123" y="233680"/>
                  </a:lnTo>
                  <a:lnTo>
                    <a:pt x="410603" y="233680"/>
                  </a:lnTo>
                  <a:lnTo>
                    <a:pt x="412915" y="234950"/>
                  </a:lnTo>
                  <a:lnTo>
                    <a:pt x="415150" y="236220"/>
                  </a:lnTo>
                  <a:lnTo>
                    <a:pt x="415277" y="238760"/>
                  </a:lnTo>
                  <a:lnTo>
                    <a:pt x="415340" y="240030"/>
                  </a:lnTo>
                  <a:lnTo>
                    <a:pt x="415340" y="181343"/>
                  </a:lnTo>
                  <a:lnTo>
                    <a:pt x="410591" y="175260"/>
                  </a:lnTo>
                  <a:lnTo>
                    <a:pt x="407136" y="168910"/>
                  </a:lnTo>
                  <a:lnTo>
                    <a:pt x="405841" y="163830"/>
                  </a:lnTo>
                  <a:lnTo>
                    <a:pt x="405841" y="158750"/>
                  </a:lnTo>
                  <a:lnTo>
                    <a:pt x="409321" y="154940"/>
                  </a:lnTo>
                  <a:lnTo>
                    <a:pt x="411429" y="152400"/>
                  </a:lnTo>
                  <a:lnTo>
                    <a:pt x="413537" y="149860"/>
                  </a:lnTo>
                  <a:lnTo>
                    <a:pt x="414972" y="149860"/>
                  </a:lnTo>
                  <a:lnTo>
                    <a:pt x="416052" y="148590"/>
                  </a:lnTo>
                  <a:lnTo>
                    <a:pt x="417576" y="147320"/>
                  </a:lnTo>
                  <a:lnTo>
                    <a:pt x="420776" y="144780"/>
                  </a:lnTo>
                  <a:lnTo>
                    <a:pt x="427202" y="137160"/>
                  </a:lnTo>
                  <a:lnTo>
                    <a:pt x="427443" y="137160"/>
                  </a:lnTo>
                  <a:lnTo>
                    <a:pt x="429209" y="135890"/>
                  </a:lnTo>
                  <a:lnTo>
                    <a:pt x="425996" y="132956"/>
                  </a:lnTo>
                  <a:lnTo>
                    <a:pt x="425996" y="135890"/>
                  </a:lnTo>
                  <a:lnTo>
                    <a:pt x="418261" y="143510"/>
                  </a:lnTo>
                  <a:lnTo>
                    <a:pt x="414566" y="147320"/>
                  </a:lnTo>
                  <a:lnTo>
                    <a:pt x="410083" y="144780"/>
                  </a:lnTo>
                  <a:lnTo>
                    <a:pt x="362991" y="118110"/>
                  </a:lnTo>
                  <a:lnTo>
                    <a:pt x="368033" y="102870"/>
                  </a:lnTo>
                  <a:lnTo>
                    <a:pt x="373672" y="105410"/>
                  </a:lnTo>
                  <a:lnTo>
                    <a:pt x="372059" y="105410"/>
                  </a:lnTo>
                  <a:lnTo>
                    <a:pt x="370001" y="106680"/>
                  </a:lnTo>
                  <a:lnTo>
                    <a:pt x="368211" y="109220"/>
                  </a:lnTo>
                  <a:lnTo>
                    <a:pt x="371894" y="109220"/>
                  </a:lnTo>
                  <a:lnTo>
                    <a:pt x="373405" y="107950"/>
                  </a:lnTo>
                  <a:lnTo>
                    <a:pt x="371182" y="114300"/>
                  </a:lnTo>
                  <a:lnTo>
                    <a:pt x="370611" y="113030"/>
                  </a:lnTo>
                  <a:lnTo>
                    <a:pt x="368973" y="111760"/>
                  </a:lnTo>
                  <a:lnTo>
                    <a:pt x="367385" y="110490"/>
                  </a:lnTo>
                  <a:lnTo>
                    <a:pt x="366268" y="115570"/>
                  </a:lnTo>
                  <a:lnTo>
                    <a:pt x="369189" y="116840"/>
                  </a:lnTo>
                  <a:lnTo>
                    <a:pt x="371182" y="118110"/>
                  </a:lnTo>
                  <a:lnTo>
                    <a:pt x="374700" y="119380"/>
                  </a:lnTo>
                  <a:lnTo>
                    <a:pt x="376859" y="119380"/>
                  </a:lnTo>
                  <a:lnTo>
                    <a:pt x="377825" y="118110"/>
                  </a:lnTo>
                  <a:lnTo>
                    <a:pt x="378917" y="116840"/>
                  </a:lnTo>
                  <a:lnTo>
                    <a:pt x="377799" y="115570"/>
                  </a:lnTo>
                  <a:lnTo>
                    <a:pt x="376694" y="114300"/>
                  </a:lnTo>
                  <a:lnTo>
                    <a:pt x="373773" y="115570"/>
                  </a:lnTo>
                  <a:lnTo>
                    <a:pt x="373646" y="114300"/>
                  </a:lnTo>
                  <a:lnTo>
                    <a:pt x="373519" y="113030"/>
                  </a:lnTo>
                  <a:lnTo>
                    <a:pt x="373405" y="111760"/>
                  </a:lnTo>
                  <a:lnTo>
                    <a:pt x="375069" y="110490"/>
                  </a:lnTo>
                  <a:lnTo>
                    <a:pt x="378625" y="110490"/>
                  </a:lnTo>
                  <a:lnTo>
                    <a:pt x="379857" y="111760"/>
                  </a:lnTo>
                  <a:lnTo>
                    <a:pt x="380326" y="114300"/>
                  </a:lnTo>
                  <a:lnTo>
                    <a:pt x="380263" y="113030"/>
                  </a:lnTo>
                  <a:lnTo>
                    <a:pt x="380149" y="110490"/>
                  </a:lnTo>
                  <a:lnTo>
                    <a:pt x="380085" y="109220"/>
                  </a:lnTo>
                  <a:lnTo>
                    <a:pt x="380834" y="107950"/>
                  </a:lnTo>
                  <a:lnTo>
                    <a:pt x="382320" y="105410"/>
                  </a:lnTo>
                  <a:lnTo>
                    <a:pt x="386626" y="104140"/>
                  </a:lnTo>
                  <a:lnTo>
                    <a:pt x="388315" y="109220"/>
                  </a:lnTo>
                  <a:lnTo>
                    <a:pt x="386981" y="111760"/>
                  </a:lnTo>
                  <a:lnTo>
                    <a:pt x="383514" y="115570"/>
                  </a:lnTo>
                  <a:lnTo>
                    <a:pt x="385419" y="114300"/>
                  </a:lnTo>
                  <a:lnTo>
                    <a:pt x="387464" y="114300"/>
                  </a:lnTo>
                  <a:lnTo>
                    <a:pt x="388200" y="115570"/>
                  </a:lnTo>
                  <a:lnTo>
                    <a:pt x="389394" y="116840"/>
                  </a:lnTo>
                  <a:lnTo>
                    <a:pt x="388988" y="119380"/>
                  </a:lnTo>
                  <a:lnTo>
                    <a:pt x="386334" y="120650"/>
                  </a:lnTo>
                  <a:lnTo>
                    <a:pt x="385762" y="118110"/>
                  </a:lnTo>
                  <a:lnTo>
                    <a:pt x="382193" y="118110"/>
                  </a:lnTo>
                  <a:lnTo>
                    <a:pt x="381190" y="119380"/>
                  </a:lnTo>
                  <a:lnTo>
                    <a:pt x="380085" y="121920"/>
                  </a:lnTo>
                  <a:lnTo>
                    <a:pt x="381762" y="123190"/>
                  </a:lnTo>
                  <a:lnTo>
                    <a:pt x="384835" y="125730"/>
                  </a:lnTo>
                  <a:lnTo>
                    <a:pt x="388493" y="127000"/>
                  </a:lnTo>
                  <a:lnTo>
                    <a:pt x="391490" y="125730"/>
                  </a:lnTo>
                  <a:lnTo>
                    <a:pt x="392480" y="124460"/>
                  </a:lnTo>
                  <a:lnTo>
                    <a:pt x="393484" y="123190"/>
                  </a:lnTo>
                  <a:lnTo>
                    <a:pt x="392277" y="121920"/>
                  </a:lnTo>
                  <a:lnTo>
                    <a:pt x="390169" y="123190"/>
                  </a:lnTo>
                  <a:lnTo>
                    <a:pt x="388175" y="124460"/>
                  </a:lnTo>
                  <a:lnTo>
                    <a:pt x="390042" y="120650"/>
                  </a:lnTo>
                  <a:lnTo>
                    <a:pt x="391909" y="116840"/>
                  </a:lnTo>
                  <a:lnTo>
                    <a:pt x="392137" y="118110"/>
                  </a:lnTo>
                  <a:lnTo>
                    <a:pt x="392696" y="119380"/>
                  </a:lnTo>
                  <a:lnTo>
                    <a:pt x="394398" y="120650"/>
                  </a:lnTo>
                  <a:lnTo>
                    <a:pt x="395706" y="116840"/>
                  </a:lnTo>
                  <a:lnTo>
                    <a:pt x="394614" y="114300"/>
                  </a:lnTo>
                  <a:lnTo>
                    <a:pt x="402628" y="119380"/>
                  </a:lnTo>
                  <a:lnTo>
                    <a:pt x="399910" y="119380"/>
                  </a:lnTo>
                  <a:lnTo>
                    <a:pt x="396963" y="121920"/>
                  </a:lnTo>
                  <a:lnTo>
                    <a:pt x="398780" y="123190"/>
                  </a:lnTo>
                  <a:lnTo>
                    <a:pt x="400685" y="123190"/>
                  </a:lnTo>
                  <a:lnTo>
                    <a:pt x="401726" y="121920"/>
                  </a:lnTo>
                  <a:lnTo>
                    <a:pt x="397535" y="129540"/>
                  </a:lnTo>
                  <a:lnTo>
                    <a:pt x="397535" y="127000"/>
                  </a:lnTo>
                  <a:lnTo>
                    <a:pt x="396608" y="124460"/>
                  </a:lnTo>
                  <a:lnTo>
                    <a:pt x="395706" y="124460"/>
                  </a:lnTo>
                  <a:lnTo>
                    <a:pt x="393954" y="127000"/>
                  </a:lnTo>
                  <a:lnTo>
                    <a:pt x="394398" y="130810"/>
                  </a:lnTo>
                  <a:lnTo>
                    <a:pt x="398043" y="132080"/>
                  </a:lnTo>
                  <a:lnTo>
                    <a:pt x="401104" y="134620"/>
                  </a:lnTo>
                  <a:lnTo>
                    <a:pt x="403466" y="134620"/>
                  </a:lnTo>
                  <a:lnTo>
                    <a:pt x="404698" y="133350"/>
                  </a:lnTo>
                  <a:lnTo>
                    <a:pt x="405917" y="130810"/>
                  </a:lnTo>
                  <a:lnTo>
                    <a:pt x="404914" y="129540"/>
                  </a:lnTo>
                  <a:lnTo>
                    <a:pt x="403910" y="128270"/>
                  </a:lnTo>
                  <a:lnTo>
                    <a:pt x="400900" y="129540"/>
                  </a:lnTo>
                  <a:lnTo>
                    <a:pt x="400799" y="125730"/>
                  </a:lnTo>
                  <a:lnTo>
                    <a:pt x="402551" y="124460"/>
                  </a:lnTo>
                  <a:lnTo>
                    <a:pt x="406069" y="124460"/>
                  </a:lnTo>
                  <a:lnTo>
                    <a:pt x="407250" y="127000"/>
                  </a:lnTo>
                  <a:lnTo>
                    <a:pt x="407504" y="128270"/>
                  </a:lnTo>
                  <a:lnTo>
                    <a:pt x="408660" y="124460"/>
                  </a:lnTo>
                  <a:lnTo>
                    <a:pt x="410730" y="121920"/>
                  </a:lnTo>
                  <a:lnTo>
                    <a:pt x="415582" y="120650"/>
                  </a:lnTo>
                  <a:lnTo>
                    <a:pt x="416623" y="124460"/>
                  </a:lnTo>
                  <a:lnTo>
                    <a:pt x="414439" y="128270"/>
                  </a:lnTo>
                  <a:lnTo>
                    <a:pt x="412305" y="129540"/>
                  </a:lnTo>
                  <a:lnTo>
                    <a:pt x="412076" y="129540"/>
                  </a:lnTo>
                  <a:lnTo>
                    <a:pt x="410184" y="130810"/>
                  </a:lnTo>
                  <a:lnTo>
                    <a:pt x="412178" y="129616"/>
                  </a:lnTo>
                  <a:lnTo>
                    <a:pt x="414058" y="130810"/>
                  </a:lnTo>
                  <a:lnTo>
                    <a:pt x="414769" y="132080"/>
                  </a:lnTo>
                  <a:lnTo>
                    <a:pt x="415798" y="133350"/>
                  </a:lnTo>
                  <a:lnTo>
                    <a:pt x="415150" y="135890"/>
                  </a:lnTo>
                  <a:lnTo>
                    <a:pt x="412483" y="137160"/>
                  </a:lnTo>
                  <a:lnTo>
                    <a:pt x="411975" y="133350"/>
                  </a:lnTo>
                  <a:lnTo>
                    <a:pt x="408571" y="133350"/>
                  </a:lnTo>
                  <a:lnTo>
                    <a:pt x="406476" y="137160"/>
                  </a:lnTo>
                  <a:lnTo>
                    <a:pt x="407873" y="138430"/>
                  </a:lnTo>
                  <a:lnTo>
                    <a:pt x="411111" y="140970"/>
                  </a:lnTo>
                  <a:lnTo>
                    <a:pt x="413105" y="142240"/>
                  </a:lnTo>
                  <a:lnTo>
                    <a:pt x="416026" y="143510"/>
                  </a:lnTo>
                  <a:lnTo>
                    <a:pt x="419328" y="139700"/>
                  </a:lnTo>
                  <a:lnTo>
                    <a:pt x="418261" y="138430"/>
                  </a:lnTo>
                  <a:lnTo>
                    <a:pt x="414680" y="138430"/>
                  </a:lnTo>
                  <a:lnTo>
                    <a:pt x="415607" y="137160"/>
                  </a:lnTo>
                  <a:lnTo>
                    <a:pt x="418414" y="133350"/>
                  </a:lnTo>
                  <a:lnTo>
                    <a:pt x="418338" y="134620"/>
                  </a:lnTo>
                  <a:lnTo>
                    <a:pt x="418261" y="135890"/>
                  </a:lnTo>
                  <a:lnTo>
                    <a:pt x="419557" y="137160"/>
                  </a:lnTo>
                  <a:lnTo>
                    <a:pt x="420687" y="138430"/>
                  </a:lnTo>
                  <a:lnTo>
                    <a:pt x="421297" y="135890"/>
                  </a:lnTo>
                  <a:lnTo>
                    <a:pt x="421398" y="134620"/>
                  </a:lnTo>
                  <a:lnTo>
                    <a:pt x="421500" y="133350"/>
                  </a:lnTo>
                  <a:lnTo>
                    <a:pt x="421297" y="132080"/>
                  </a:lnTo>
                  <a:lnTo>
                    <a:pt x="425996" y="135890"/>
                  </a:lnTo>
                  <a:lnTo>
                    <a:pt x="425996" y="132956"/>
                  </a:lnTo>
                  <a:lnTo>
                    <a:pt x="425043" y="132080"/>
                  </a:lnTo>
                  <a:lnTo>
                    <a:pt x="426173" y="129540"/>
                  </a:lnTo>
                  <a:lnTo>
                    <a:pt x="427062" y="127000"/>
                  </a:lnTo>
                  <a:lnTo>
                    <a:pt x="427685" y="124460"/>
                  </a:lnTo>
                  <a:lnTo>
                    <a:pt x="428993" y="129540"/>
                  </a:lnTo>
                  <a:lnTo>
                    <a:pt x="431685" y="133350"/>
                  </a:lnTo>
                  <a:lnTo>
                    <a:pt x="435292" y="132080"/>
                  </a:lnTo>
                  <a:lnTo>
                    <a:pt x="434594" y="127000"/>
                  </a:lnTo>
                  <a:lnTo>
                    <a:pt x="434898" y="124460"/>
                  </a:lnTo>
                  <a:lnTo>
                    <a:pt x="435216" y="121920"/>
                  </a:lnTo>
                  <a:lnTo>
                    <a:pt x="435305" y="120650"/>
                  </a:lnTo>
                  <a:lnTo>
                    <a:pt x="435406" y="119380"/>
                  </a:lnTo>
                  <a:lnTo>
                    <a:pt x="435521" y="114300"/>
                  </a:lnTo>
                  <a:lnTo>
                    <a:pt x="434568" y="106680"/>
                  </a:lnTo>
                  <a:lnTo>
                    <a:pt x="437692" y="111760"/>
                  </a:lnTo>
                  <a:lnTo>
                    <a:pt x="441985" y="114300"/>
                  </a:lnTo>
                  <a:lnTo>
                    <a:pt x="445135" y="113030"/>
                  </a:lnTo>
                  <a:lnTo>
                    <a:pt x="441909" y="107950"/>
                  </a:lnTo>
                  <a:lnTo>
                    <a:pt x="441921" y="106680"/>
                  </a:lnTo>
                  <a:lnTo>
                    <a:pt x="441871" y="97790"/>
                  </a:lnTo>
                  <a:lnTo>
                    <a:pt x="441756" y="95250"/>
                  </a:lnTo>
                  <a:lnTo>
                    <a:pt x="441706" y="93980"/>
                  </a:lnTo>
                  <a:lnTo>
                    <a:pt x="441591" y="91440"/>
                  </a:lnTo>
                  <a:lnTo>
                    <a:pt x="436968" y="81280"/>
                  </a:lnTo>
                  <a:lnTo>
                    <a:pt x="440359" y="82550"/>
                  </a:lnTo>
                  <a:lnTo>
                    <a:pt x="442785" y="81280"/>
                  </a:lnTo>
                  <a:lnTo>
                    <a:pt x="444207" y="80010"/>
                  </a:lnTo>
                  <a:lnTo>
                    <a:pt x="439000" y="77470"/>
                  </a:lnTo>
                  <a:lnTo>
                    <a:pt x="435749" y="72390"/>
                  </a:lnTo>
                  <a:lnTo>
                    <a:pt x="431101" y="66040"/>
                  </a:lnTo>
                  <a:lnTo>
                    <a:pt x="421741" y="60960"/>
                  </a:lnTo>
                  <a:lnTo>
                    <a:pt x="425996" y="60960"/>
                  </a:lnTo>
                  <a:lnTo>
                    <a:pt x="428498" y="58420"/>
                  </a:lnTo>
                  <a:lnTo>
                    <a:pt x="428218" y="57150"/>
                  </a:lnTo>
                  <a:lnTo>
                    <a:pt x="427926" y="55880"/>
                  </a:lnTo>
                  <a:lnTo>
                    <a:pt x="424446" y="57150"/>
                  </a:lnTo>
                  <a:lnTo>
                    <a:pt x="420065" y="54610"/>
                  </a:lnTo>
                  <a:lnTo>
                    <a:pt x="413753" y="52070"/>
                  </a:lnTo>
                  <a:lnTo>
                    <a:pt x="404418" y="50800"/>
                  </a:lnTo>
                  <a:lnTo>
                    <a:pt x="404037" y="48260"/>
                  </a:lnTo>
                  <a:lnTo>
                    <a:pt x="403466" y="44450"/>
                  </a:lnTo>
                  <a:lnTo>
                    <a:pt x="398322" y="39370"/>
                  </a:lnTo>
                  <a:lnTo>
                    <a:pt x="392404" y="36830"/>
                  </a:lnTo>
                  <a:lnTo>
                    <a:pt x="393496" y="40640"/>
                  </a:lnTo>
                  <a:lnTo>
                    <a:pt x="392557" y="44450"/>
                  </a:lnTo>
                  <a:lnTo>
                    <a:pt x="391464" y="48260"/>
                  </a:lnTo>
                  <a:lnTo>
                    <a:pt x="388200" y="45110"/>
                  </a:lnTo>
                  <a:lnTo>
                    <a:pt x="388200" y="64770"/>
                  </a:lnTo>
                  <a:lnTo>
                    <a:pt x="382524" y="66040"/>
                  </a:lnTo>
                  <a:lnTo>
                    <a:pt x="377151" y="67310"/>
                  </a:lnTo>
                  <a:lnTo>
                    <a:pt x="373011" y="69850"/>
                  </a:lnTo>
                  <a:lnTo>
                    <a:pt x="374700" y="66040"/>
                  </a:lnTo>
                  <a:lnTo>
                    <a:pt x="373011" y="60960"/>
                  </a:lnTo>
                  <a:lnTo>
                    <a:pt x="382143" y="60960"/>
                  </a:lnTo>
                  <a:lnTo>
                    <a:pt x="384708" y="64770"/>
                  </a:lnTo>
                  <a:lnTo>
                    <a:pt x="388200" y="64770"/>
                  </a:lnTo>
                  <a:lnTo>
                    <a:pt x="388200" y="45110"/>
                  </a:lnTo>
                  <a:lnTo>
                    <a:pt x="342785" y="1270"/>
                  </a:lnTo>
                  <a:lnTo>
                    <a:pt x="341261" y="0"/>
                  </a:lnTo>
                  <a:lnTo>
                    <a:pt x="339813" y="0"/>
                  </a:lnTo>
                  <a:lnTo>
                    <a:pt x="339813" y="1270"/>
                  </a:lnTo>
                  <a:lnTo>
                    <a:pt x="340626" y="2540"/>
                  </a:lnTo>
                  <a:lnTo>
                    <a:pt x="382524" y="53340"/>
                  </a:lnTo>
                  <a:lnTo>
                    <a:pt x="379323" y="54610"/>
                  </a:lnTo>
                  <a:lnTo>
                    <a:pt x="376212" y="55880"/>
                  </a:lnTo>
                  <a:lnTo>
                    <a:pt x="370916" y="57150"/>
                  </a:lnTo>
                  <a:lnTo>
                    <a:pt x="369354" y="59690"/>
                  </a:lnTo>
                  <a:lnTo>
                    <a:pt x="369354" y="62230"/>
                  </a:lnTo>
                  <a:lnTo>
                    <a:pt x="361581" y="66040"/>
                  </a:lnTo>
                  <a:lnTo>
                    <a:pt x="354990" y="71005"/>
                  </a:lnTo>
                  <a:lnTo>
                    <a:pt x="348843" y="76200"/>
                  </a:lnTo>
                  <a:lnTo>
                    <a:pt x="346748" y="76200"/>
                  </a:lnTo>
                  <a:lnTo>
                    <a:pt x="349072" y="81280"/>
                  </a:lnTo>
                  <a:lnTo>
                    <a:pt x="349910" y="83820"/>
                  </a:lnTo>
                  <a:lnTo>
                    <a:pt x="347179" y="88900"/>
                  </a:lnTo>
                  <a:lnTo>
                    <a:pt x="357212" y="82550"/>
                  </a:lnTo>
                  <a:lnTo>
                    <a:pt x="366268" y="77470"/>
                  </a:lnTo>
                  <a:lnTo>
                    <a:pt x="367614" y="81280"/>
                  </a:lnTo>
                  <a:lnTo>
                    <a:pt x="368338" y="82550"/>
                  </a:lnTo>
                  <a:lnTo>
                    <a:pt x="363918" y="83820"/>
                  </a:lnTo>
                  <a:lnTo>
                    <a:pt x="360781" y="85090"/>
                  </a:lnTo>
                  <a:lnTo>
                    <a:pt x="357759" y="86360"/>
                  </a:lnTo>
                  <a:lnTo>
                    <a:pt x="354418" y="88900"/>
                  </a:lnTo>
                  <a:lnTo>
                    <a:pt x="355396" y="91440"/>
                  </a:lnTo>
                  <a:lnTo>
                    <a:pt x="357886" y="90170"/>
                  </a:lnTo>
                  <a:lnTo>
                    <a:pt x="357962" y="91440"/>
                  </a:lnTo>
                  <a:lnTo>
                    <a:pt x="358178" y="92710"/>
                  </a:lnTo>
                  <a:lnTo>
                    <a:pt x="359092" y="93980"/>
                  </a:lnTo>
                  <a:lnTo>
                    <a:pt x="361581" y="93980"/>
                  </a:lnTo>
                  <a:lnTo>
                    <a:pt x="363143" y="91440"/>
                  </a:lnTo>
                  <a:lnTo>
                    <a:pt x="364058" y="92710"/>
                  </a:lnTo>
                  <a:lnTo>
                    <a:pt x="365112" y="92710"/>
                  </a:lnTo>
                  <a:lnTo>
                    <a:pt x="363677" y="99060"/>
                  </a:lnTo>
                  <a:lnTo>
                    <a:pt x="362623" y="100330"/>
                  </a:lnTo>
                  <a:lnTo>
                    <a:pt x="367385" y="99060"/>
                  </a:lnTo>
                  <a:lnTo>
                    <a:pt x="370344" y="95250"/>
                  </a:lnTo>
                  <a:lnTo>
                    <a:pt x="370408" y="93980"/>
                  </a:lnTo>
                  <a:lnTo>
                    <a:pt x="370535" y="91440"/>
                  </a:lnTo>
                  <a:lnTo>
                    <a:pt x="370560" y="90170"/>
                  </a:lnTo>
                  <a:lnTo>
                    <a:pt x="370611" y="87630"/>
                  </a:lnTo>
                  <a:lnTo>
                    <a:pt x="371627" y="87630"/>
                  </a:lnTo>
                  <a:lnTo>
                    <a:pt x="372338" y="86360"/>
                  </a:lnTo>
                  <a:lnTo>
                    <a:pt x="373100" y="86360"/>
                  </a:lnTo>
                  <a:lnTo>
                    <a:pt x="373913" y="90170"/>
                  </a:lnTo>
                  <a:lnTo>
                    <a:pt x="373011" y="92710"/>
                  </a:lnTo>
                  <a:lnTo>
                    <a:pt x="375475" y="92710"/>
                  </a:lnTo>
                  <a:lnTo>
                    <a:pt x="378079" y="88900"/>
                  </a:lnTo>
                  <a:lnTo>
                    <a:pt x="377977" y="87630"/>
                  </a:lnTo>
                  <a:lnTo>
                    <a:pt x="377888" y="86360"/>
                  </a:lnTo>
                  <a:lnTo>
                    <a:pt x="377799" y="85090"/>
                  </a:lnTo>
                  <a:lnTo>
                    <a:pt x="377710" y="83820"/>
                  </a:lnTo>
                  <a:lnTo>
                    <a:pt x="378917" y="82550"/>
                  </a:lnTo>
                  <a:lnTo>
                    <a:pt x="380263" y="81280"/>
                  </a:lnTo>
                  <a:lnTo>
                    <a:pt x="382739" y="81280"/>
                  </a:lnTo>
                  <a:lnTo>
                    <a:pt x="385991" y="86360"/>
                  </a:lnTo>
                  <a:lnTo>
                    <a:pt x="398703" y="86360"/>
                  </a:lnTo>
                  <a:lnTo>
                    <a:pt x="402399" y="81280"/>
                  </a:lnTo>
                  <a:lnTo>
                    <a:pt x="403326" y="80010"/>
                  </a:lnTo>
                  <a:lnTo>
                    <a:pt x="403669" y="77470"/>
                  </a:lnTo>
                  <a:lnTo>
                    <a:pt x="404177" y="73660"/>
                  </a:lnTo>
                  <a:lnTo>
                    <a:pt x="404075" y="72390"/>
                  </a:lnTo>
                  <a:lnTo>
                    <a:pt x="403860" y="71005"/>
                  </a:lnTo>
                  <a:lnTo>
                    <a:pt x="402628" y="69850"/>
                  </a:lnTo>
                  <a:lnTo>
                    <a:pt x="405561" y="72390"/>
                  </a:lnTo>
                  <a:lnTo>
                    <a:pt x="406476" y="74930"/>
                  </a:lnTo>
                  <a:lnTo>
                    <a:pt x="406476" y="78740"/>
                  </a:lnTo>
                  <a:lnTo>
                    <a:pt x="403123" y="86360"/>
                  </a:lnTo>
                  <a:lnTo>
                    <a:pt x="395097" y="91440"/>
                  </a:lnTo>
                  <a:lnTo>
                    <a:pt x="385483" y="97790"/>
                  </a:lnTo>
                  <a:lnTo>
                    <a:pt x="377329" y="102870"/>
                  </a:lnTo>
                  <a:lnTo>
                    <a:pt x="376936" y="102870"/>
                  </a:lnTo>
                  <a:lnTo>
                    <a:pt x="376694" y="104140"/>
                  </a:lnTo>
                  <a:lnTo>
                    <a:pt x="376389" y="104140"/>
                  </a:lnTo>
                  <a:lnTo>
                    <a:pt x="373164" y="102870"/>
                  </a:lnTo>
                  <a:lnTo>
                    <a:pt x="366687" y="100330"/>
                  </a:lnTo>
                  <a:lnTo>
                    <a:pt x="365912" y="102870"/>
                  </a:lnTo>
                  <a:lnTo>
                    <a:pt x="365467" y="104140"/>
                  </a:lnTo>
                  <a:lnTo>
                    <a:pt x="364401" y="107950"/>
                  </a:lnTo>
                  <a:lnTo>
                    <a:pt x="362356" y="114300"/>
                  </a:lnTo>
                  <a:lnTo>
                    <a:pt x="360972" y="118110"/>
                  </a:lnTo>
                  <a:lnTo>
                    <a:pt x="360451" y="119380"/>
                  </a:lnTo>
                  <a:lnTo>
                    <a:pt x="361327" y="120650"/>
                  </a:lnTo>
                  <a:lnTo>
                    <a:pt x="357263" y="125730"/>
                  </a:lnTo>
                  <a:lnTo>
                    <a:pt x="353860" y="132080"/>
                  </a:lnTo>
                  <a:lnTo>
                    <a:pt x="351345" y="138430"/>
                  </a:lnTo>
                  <a:lnTo>
                    <a:pt x="349910" y="144780"/>
                  </a:lnTo>
                  <a:lnTo>
                    <a:pt x="347560" y="142240"/>
                  </a:lnTo>
                  <a:lnTo>
                    <a:pt x="345998" y="140970"/>
                  </a:lnTo>
                  <a:lnTo>
                    <a:pt x="342849" y="138430"/>
                  </a:lnTo>
                  <a:lnTo>
                    <a:pt x="343115" y="137160"/>
                  </a:lnTo>
                  <a:lnTo>
                    <a:pt x="343255" y="137160"/>
                  </a:lnTo>
                  <a:lnTo>
                    <a:pt x="343344" y="135890"/>
                  </a:lnTo>
                  <a:lnTo>
                    <a:pt x="343433" y="134620"/>
                  </a:lnTo>
                  <a:lnTo>
                    <a:pt x="343535" y="133350"/>
                  </a:lnTo>
                  <a:lnTo>
                    <a:pt x="342709" y="130810"/>
                  </a:lnTo>
                  <a:lnTo>
                    <a:pt x="341071" y="129540"/>
                  </a:lnTo>
                  <a:lnTo>
                    <a:pt x="340283" y="128651"/>
                  </a:lnTo>
                  <a:lnTo>
                    <a:pt x="340283" y="133350"/>
                  </a:lnTo>
                  <a:lnTo>
                    <a:pt x="340169" y="134620"/>
                  </a:lnTo>
                  <a:lnTo>
                    <a:pt x="340042" y="137160"/>
                  </a:lnTo>
                  <a:lnTo>
                    <a:pt x="339242" y="138430"/>
                  </a:lnTo>
                  <a:lnTo>
                    <a:pt x="338289" y="139700"/>
                  </a:lnTo>
                  <a:lnTo>
                    <a:pt x="337769" y="139700"/>
                  </a:lnTo>
                  <a:lnTo>
                    <a:pt x="336931" y="140970"/>
                  </a:lnTo>
                  <a:lnTo>
                    <a:pt x="333756" y="140970"/>
                  </a:lnTo>
                  <a:lnTo>
                    <a:pt x="332130" y="138430"/>
                  </a:lnTo>
                  <a:lnTo>
                    <a:pt x="332244" y="133350"/>
                  </a:lnTo>
                  <a:lnTo>
                    <a:pt x="332892" y="132080"/>
                  </a:lnTo>
                  <a:lnTo>
                    <a:pt x="334556" y="130810"/>
                  </a:lnTo>
                  <a:lnTo>
                    <a:pt x="335470" y="129540"/>
                  </a:lnTo>
                  <a:lnTo>
                    <a:pt x="337464" y="129540"/>
                  </a:lnTo>
                  <a:lnTo>
                    <a:pt x="338340" y="130810"/>
                  </a:lnTo>
                  <a:lnTo>
                    <a:pt x="338759" y="130810"/>
                  </a:lnTo>
                  <a:lnTo>
                    <a:pt x="339813" y="132080"/>
                  </a:lnTo>
                  <a:lnTo>
                    <a:pt x="340283" y="133350"/>
                  </a:lnTo>
                  <a:lnTo>
                    <a:pt x="340283" y="128651"/>
                  </a:lnTo>
                  <a:lnTo>
                    <a:pt x="339953" y="128270"/>
                  </a:lnTo>
                  <a:lnTo>
                    <a:pt x="338340" y="127000"/>
                  </a:lnTo>
                  <a:lnTo>
                    <a:pt x="333248" y="127000"/>
                  </a:lnTo>
                  <a:lnTo>
                    <a:pt x="331546" y="128270"/>
                  </a:lnTo>
                  <a:lnTo>
                    <a:pt x="330987" y="129540"/>
                  </a:lnTo>
                  <a:lnTo>
                    <a:pt x="330352" y="128270"/>
                  </a:lnTo>
                  <a:lnTo>
                    <a:pt x="330085" y="128270"/>
                  </a:lnTo>
                  <a:lnTo>
                    <a:pt x="326758" y="125730"/>
                  </a:lnTo>
                  <a:lnTo>
                    <a:pt x="322948" y="123190"/>
                  </a:lnTo>
                  <a:lnTo>
                    <a:pt x="320459" y="120650"/>
                  </a:lnTo>
                  <a:lnTo>
                    <a:pt x="319417" y="119380"/>
                  </a:lnTo>
                  <a:lnTo>
                    <a:pt x="309676" y="119380"/>
                  </a:lnTo>
                  <a:lnTo>
                    <a:pt x="308051" y="121920"/>
                  </a:lnTo>
                  <a:lnTo>
                    <a:pt x="307073" y="121920"/>
                  </a:lnTo>
                  <a:lnTo>
                    <a:pt x="304977" y="124460"/>
                  </a:lnTo>
                  <a:lnTo>
                    <a:pt x="302539" y="125730"/>
                  </a:lnTo>
                  <a:lnTo>
                    <a:pt x="303682" y="127000"/>
                  </a:lnTo>
                  <a:lnTo>
                    <a:pt x="304761" y="128270"/>
                  </a:lnTo>
                  <a:lnTo>
                    <a:pt x="305917" y="129540"/>
                  </a:lnTo>
                  <a:lnTo>
                    <a:pt x="306628" y="129540"/>
                  </a:lnTo>
                  <a:lnTo>
                    <a:pt x="307822" y="130810"/>
                  </a:lnTo>
                  <a:lnTo>
                    <a:pt x="309486" y="130810"/>
                  </a:lnTo>
                  <a:lnTo>
                    <a:pt x="310553" y="129540"/>
                  </a:lnTo>
                  <a:lnTo>
                    <a:pt x="316103" y="129540"/>
                  </a:lnTo>
                  <a:lnTo>
                    <a:pt x="317347" y="132080"/>
                  </a:lnTo>
                  <a:lnTo>
                    <a:pt x="318185" y="133350"/>
                  </a:lnTo>
                  <a:lnTo>
                    <a:pt x="326174" y="143510"/>
                  </a:lnTo>
                  <a:lnTo>
                    <a:pt x="332574" y="149860"/>
                  </a:lnTo>
                  <a:lnTo>
                    <a:pt x="331876" y="151130"/>
                  </a:lnTo>
                  <a:lnTo>
                    <a:pt x="330479" y="151130"/>
                  </a:lnTo>
                  <a:lnTo>
                    <a:pt x="327837" y="152400"/>
                  </a:lnTo>
                  <a:lnTo>
                    <a:pt x="318655" y="152400"/>
                  </a:lnTo>
                  <a:lnTo>
                    <a:pt x="315899" y="151130"/>
                  </a:lnTo>
                  <a:lnTo>
                    <a:pt x="315328" y="151130"/>
                  </a:lnTo>
                  <a:lnTo>
                    <a:pt x="311848" y="156210"/>
                  </a:lnTo>
                  <a:lnTo>
                    <a:pt x="310819" y="157480"/>
                  </a:lnTo>
                  <a:lnTo>
                    <a:pt x="309841" y="158750"/>
                  </a:lnTo>
                  <a:lnTo>
                    <a:pt x="309206" y="160020"/>
                  </a:lnTo>
                  <a:lnTo>
                    <a:pt x="313931" y="167640"/>
                  </a:lnTo>
                  <a:lnTo>
                    <a:pt x="317512" y="173990"/>
                  </a:lnTo>
                  <a:lnTo>
                    <a:pt x="321005" y="180340"/>
                  </a:lnTo>
                  <a:lnTo>
                    <a:pt x="323545" y="185420"/>
                  </a:lnTo>
                  <a:lnTo>
                    <a:pt x="325793" y="191770"/>
                  </a:lnTo>
                  <a:lnTo>
                    <a:pt x="328752" y="193040"/>
                  </a:lnTo>
                  <a:lnTo>
                    <a:pt x="337769" y="195580"/>
                  </a:lnTo>
                  <a:lnTo>
                    <a:pt x="345617" y="200660"/>
                  </a:lnTo>
                  <a:lnTo>
                    <a:pt x="346468" y="201930"/>
                  </a:lnTo>
                  <a:lnTo>
                    <a:pt x="346583" y="199390"/>
                  </a:lnTo>
                  <a:lnTo>
                    <a:pt x="346684" y="196850"/>
                  </a:lnTo>
                  <a:lnTo>
                    <a:pt x="345465" y="195580"/>
                  </a:lnTo>
                  <a:lnTo>
                    <a:pt x="341071" y="194310"/>
                  </a:lnTo>
                  <a:lnTo>
                    <a:pt x="339407" y="193040"/>
                  </a:lnTo>
                  <a:lnTo>
                    <a:pt x="341223" y="193040"/>
                  </a:lnTo>
                  <a:lnTo>
                    <a:pt x="346684" y="194310"/>
                  </a:lnTo>
                  <a:lnTo>
                    <a:pt x="350608" y="195580"/>
                  </a:lnTo>
                  <a:lnTo>
                    <a:pt x="349770" y="193040"/>
                  </a:lnTo>
                  <a:lnTo>
                    <a:pt x="349351" y="191770"/>
                  </a:lnTo>
                  <a:lnTo>
                    <a:pt x="345313" y="186690"/>
                  </a:lnTo>
                  <a:lnTo>
                    <a:pt x="342849" y="184150"/>
                  </a:lnTo>
                  <a:lnTo>
                    <a:pt x="339509" y="182880"/>
                  </a:lnTo>
                  <a:lnTo>
                    <a:pt x="336245" y="182880"/>
                  </a:lnTo>
                  <a:lnTo>
                    <a:pt x="334848" y="184150"/>
                  </a:lnTo>
                  <a:lnTo>
                    <a:pt x="335064" y="185420"/>
                  </a:lnTo>
                  <a:lnTo>
                    <a:pt x="334340" y="186690"/>
                  </a:lnTo>
                  <a:lnTo>
                    <a:pt x="331749" y="186690"/>
                  </a:lnTo>
                  <a:lnTo>
                    <a:pt x="330898" y="185420"/>
                  </a:lnTo>
                  <a:lnTo>
                    <a:pt x="331749" y="182880"/>
                  </a:lnTo>
                  <a:lnTo>
                    <a:pt x="333616" y="182880"/>
                  </a:lnTo>
                  <a:lnTo>
                    <a:pt x="333248" y="180340"/>
                  </a:lnTo>
                  <a:lnTo>
                    <a:pt x="332828" y="177800"/>
                  </a:lnTo>
                  <a:lnTo>
                    <a:pt x="329666" y="177800"/>
                  </a:lnTo>
                  <a:lnTo>
                    <a:pt x="327837" y="176530"/>
                  </a:lnTo>
                  <a:lnTo>
                    <a:pt x="324878" y="172720"/>
                  </a:lnTo>
                  <a:lnTo>
                    <a:pt x="321818" y="167640"/>
                  </a:lnTo>
                  <a:lnTo>
                    <a:pt x="320255" y="165100"/>
                  </a:lnTo>
                  <a:lnTo>
                    <a:pt x="318858" y="162560"/>
                  </a:lnTo>
                  <a:lnTo>
                    <a:pt x="320776" y="160020"/>
                  </a:lnTo>
                  <a:lnTo>
                    <a:pt x="323126" y="158750"/>
                  </a:lnTo>
                  <a:lnTo>
                    <a:pt x="328142" y="161290"/>
                  </a:lnTo>
                  <a:lnTo>
                    <a:pt x="337921" y="162560"/>
                  </a:lnTo>
                  <a:lnTo>
                    <a:pt x="350177" y="162560"/>
                  </a:lnTo>
                  <a:lnTo>
                    <a:pt x="351904" y="171450"/>
                  </a:lnTo>
                  <a:lnTo>
                    <a:pt x="355638" y="179070"/>
                  </a:lnTo>
                  <a:lnTo>
                    <a:pt x="362140" y="184150"/>
                  </a:lnTo>
                  <a:lnTo>
                    <a:pt x="372186" y="187960"/>
                  </a:lnTo>
                  <a:lnTo>
                    <a:pt x="379857" y="190500"/>
                  </a:lnTo>
                  <a:lnTo>
                    <a:pt x="387934" y="195580"/>
                  </a:lnTo>
                  <a:lnTo>
                    <a:pt x="390728" y="203200"/>
                  </a:lnTo>
                  <a:lnTo>
                    <a:pt x="371500" y="205740"/>
                  </a:lnTo>
                  <a:lnTo>
                    <a:pt x="360311" y="210820"/>
                  </a:lnTo>
                  <a:lnTo>
                    <a:pt x="355104" y="218440"/>
                  </a:lnTo>
                  <a:lnTo>
                    <a:pt x="353822" y="226060"/>
                  </a:lnTo>
                  <a:lnTo>
                    <a:pt x="355574" y="233680"/>
                  </a:lnTo>
                  <a:lnTo>
                    <a:pt x="359435" y="238760"/>
                  </a:lnTo>
                  <a:lnTo>
                    <a:pt x="363296" y="242570"/>
                  </a:lnTo>
                  <a:lnTo>
                    <a:pt x="365048" y="248920"/>
                  </a:lnTo>
                  <a:lnTo>
                    <a:pt x="360730" y="254000"/>
                  </a:lnTo>
                  <a:lnTo>
                    <a:pt x="350647" y="257810"/>
                  </a:lnTo>
                  <a:lnTo>
                    <a:pt x="339013" y="260350"/>
                  </a:lnTo>
                  <a:lnTo>
                    <a:pt x="330085" y="261620"/>
                  </a:lnTo>
                  <a:lnTo>
                    <a:pt x="323126" y="262890"/>
                  </a:lnTo>
                  <a:lnTo>
                    <a:pt x="319354" y="264160"/>
                  </a:lnTo>
                  <a:lnTo>
                    <a:pt x="315937" y="267970"/>
                  </a:lnTo>
                  <a:lnTo>
                    <a:pt x="312686" y="270510"/>
                  </a:lnTo>
                  <a:lnTo>
                    <a:pt x="303352" y="279400"/>
                  </a:lnTo>
                  <a:lnTo>
                    <a:pt x="305917" y="280670"/>
                  </a:lnTo>
                  <a:lnTo>
                    <a:pt x="308483" y="280670"/>
                  </a:lnTo>
                  <a:lnTo>
                    <a:pt x="313067" y="274320"/>
                  </a:lnTo>
                  <a:lnTo>
                    <a:pt x="314350" y="273050"/>
                  </a:lnTo>
                  <a:lnTo>
                    <a:pt x="315328" y="270510"/>
                  </a:lnTo>
                  <a:lnTo>
                    <a:pt x="316166" y="271780"/>
                  </a:lnTo>
                  <a:lnTo>
                    <a:pt x="317119" y="271780"/>
                  </a:lnTo>
                  <a:lnTo>
                    <a:pt x="315429" y="274320"/>
                  </a:lnTo>
                  <a:lnTo>
                    <a:pt x="311670" y="280670"/>
                  </a:lnTo>
                  <a:lnTo>
                    <a:pt x="327406" y="281940"/>
                  </a:lnTo>
                  <a:lnTo>
                    <a:pt x="328422" y="276860"/>
                  </a:lnTo>
                  <a:lnTo>
                    <a:pt x="328422" y="271780"/>
                  </a:lnTo>
                  <a:lnTo>
                    <a:pt x="324472" y="270510"/>
                  </a:lnTo>
                  <a:lnTo>
                    <a:pt x="326758" y="267970"/>
                  </a:lnTo>
                  <a:lnTo>
                    <a:pt x="329120" y="266700"/>
                  </a:lnTo>
                  <a:lnTo>
                    <a:pt x="330987" y="267970"/>
                  </a:lnTo>
                  <a:lnTo>
                    <a:pt x="334632" y="271780"/>
                  </a:lnTo>
                  <a:lnTo>
                    <a:pt x="335203" y="274320"/>
                  </a:lnTo>
                  <a:lnTo>
                    <a:pt x="339598" y="271780"/>
                  </a:lnTo>
                  <a:lnTo>
                    <a:pt x="353187" y="266700"/>
                  </a:lnTo>
                  <a:lnTo>
                    <a:pt x="370166" y="260350"/>
                  </a:lnTo>
                  <a:lnTo>
                    <a:pt x="375221" y="257810"/>
                  </a:lnTo>
                  <a:lnTo>
                    <a:pt x="378282" y="256540"/>
                  </a:lnTo>
                  <a:lnTo>
                    <a:pt x="382143" y="255270"/>
                  </a:lnTo>
                  <a:lnTo>
                    <a:pt x="381000" y="252730"/>
                  </a:lnTo>
                  <a:lnTo>
                    <a:pt x="378625" y="251460"/>
                  </a:lnTo>
                  <a:lnTo>
                    <a:pt x="376212" y="248920"/>
                  </a:lnTo>
                  <a:lnTo>
                    <a:pt x="375666" y="246380"/>
                  </a:lnTo>
                  <a:lnTo>
                    <a:pt x="375666" y="232410"/>
                  </a:lnTo>
                  <a:lnTo>
                    <a:pt x="381927" y="228600"/>
                  </a:lnTo>
                  <a:lnTo>
                    <a:pt x="393192" y="228600"/>
                  </a:lnTo>
                  <a:lnTo>
                    <a:pt x="392696" y="232410"/>
                  </a:lnTo>
                  <a:lnTo>
                    <a:pt x="392696" y="233680"/>
                  </a:lnTo>
                  <a:lnTo>
                    <a:pt x="396659" y="245110"/>
                  </a:lnTo>
                  <a:lnTo>
                    <a:pt x="405841" y="255270"/>
                  </a:lnTo>
                  <a:lnTo>
                    <a:pt x="416255" y="262890"/>
                  </a:lnTo>
                  <a:lnTo>
                    <a:pt x="423913" y="265430"/>
                  </a:lnTo>
                  <a:lnTo>
                    <a:pt x="426872" y="265430"/>
                  </a:lnTo>
                  <a:lnTo>
                    <a:pt x="430911" y="262890"/>
                  </a:lnTo>
                  <a:lnTo>
                    <a:pt x="431025" y="267970"/>
                  </a:lnTo>
                  <a:lnTo>
                    <a:pt x="431139" y="273050"/>
                  </a:lnTo>
                  <a:lnTo>
                    <a:pt x="431253" y="279400"/>
                  </a:lnTo>
                  <a:lnTo>
                    <a:pt x="432803" y="284480"/>
                  </a:lnTo>
                  <a:lnTo>
                    <a:pt x="430110" y="300990"/>
                  </a:lnTo>
                  <a:lnTo>
                    <a:pt x="427685" y="302260"/>
                  </a:lnTo>
                  <a:lnTo>
                    <a:pt x="417766" y="309880"/>
                  </a:lnTo>
                  <a:lnTo>
                    <a:pt x="413105" y="320040"/>
                  </a:lnTo>
                  <a:lnTo>
                    <a:pt x="411048" y="322580"/>
                  </a:lnTo>
                  <a:lnTo>
                    <a:pt x="413207" y="323850"/>
                  </a:lnTo>
                  <a:lnTo>
                    <a:pt x="415505" y="323850"/>
                  </a:lnTo>
                  <a:lnTo>
                    <a:pt x="417347" y="318770"/>
                  </a:lnTo>
                  <a:lnTo>
                    <a:pt x="419049" y="313690"/>
                  </a:lnTo>
                  <a:lnTo>
                    <a:pt x="420776" y="311150"/>
                  </a:lnTo>
                  <a:lnTo>
                    <a:pt x="422656" y="309880"/>
                  </a:lnTo>
                  <a:lnTo>
                    <a:pt x="420687" y="314960"/>
                  </a:lnTo>
                  <a:lnTo>
                    <a:pt x="419328" y="321310"/>
                  </a:lnTo>
                  <a:lnTo>
                    <a:pt x="418261" y="323850"/>
                  </a:lnTo>
                  <a:lnTo>
                    <a:pt x="424751" y="325120"/>
                  </a:lnTo>
                  <a:lnTo>
                    <a:pt x="434784" y="320040"/>
                  </a:lnTo>
                  <a:lnTo>
                    <a:pt x="434784" y="311150"/>
                  </a:lnTo>
                  <a:lnTo>
                    <a:pt x="431253" y="311150"/>
                  </a:lnTo>
                  <a:lnTo>
                    <a:pt x="431253" y="309880"/>
                  </a:lnTo>
                  <a:lnTo>
                    <a:pt x="431253" y="307340"/>
                  </a:lnTo>
                  <a:lnTo>
                    <a:pt x="432841" y="306070"/>
                  </a:lnTo>
                  <a:lnTo>
                    <a:pt x="437273" y="306070"/>
                  </a:lnTo>
                  <a:lnTo>
                    <a:pt x="439216" y="307340"/>
                  </a:lnTo>
                  <a:lnTo>
                    <a:pt x="439331" y="308610"/>
                  </a:lnTo>
                  <a:lnTo>
                    <a:pt x="441998" y="307340"/>
                  </a:lnTo>
                  <a:lnTo>
                    <a:pt x="442925" y="306070"/>
                  </a:lnTo>
                  <a:lnTo>
                    <a:pt x="443839" y="304800"/>
                  </a:lnTo>
                  <a:lnTo>
                    <a:pt x="443814" y="302260"/>
                  </a:lnTo>
                  <a:lnTo>
                    <a:pt x="443699" y="290830"/>
                  </a:lnTo>
                  <a:lnTo>
                    <a:pt x="444119" y="290830"/>
                  </a:lnTo>
                  <a:lnTo>
                    <a:pt x="445274" y="293370"/>
                  </a:lnTo>
                  <a:lnTo>
                    <a:pt x="447344" y="294640"/>
                  </a:lnTo>
                  <a:lnTo>
                    <a:pt x="454558" y="294640"/>
                  </a:lnTo>
                  <a:lnTo>
                    <a:pt x="456590" y="292100"/>
                  </a:lnTo>
                  <a:lnTo>
                    <a:pt x="458990" y="290830"/>
                  </a:lnTo>
                  <a:lnTo>
                    <a:pt x="460717" y="288290"/>
                  </a:lnTo>
                  <a:lnTo>
                    <a:pt x="461416" y="285750"/>
                  </a:lnTo>
                  <a:lnTo>
                    <a:pt x="461416" y="283210"/>
                  </a:lnTo>
                  <a:lnTo>
                    <a:pt x="461124" y="281940"/>
                  </a:lnTo>
                  <a:lnTo>
                    <a:pt x="460336" y="280670"/>
                  </a:lnTo>
                  <a:lnTo>
                    <a:pt x="459333" y="279400"/>
                  </a:lnTo>
                  <a:lnTo>
                    <a:pt x="458419" y="278714"/>
                  </a:lnTo>
                  <a:lnTo>
                    <a:pt x="458419" y="283210"/>
                  </a:lnTo>
                  <a:lnTo>
                    <a:pt x="458279" y="284480"/>
                  </a:lnTo>
                  <a:lnTo>
                    <a:pt x="458101" y="285750"/>
                  </a:lnTo>
                  <a:lnTo>
                    <a:pt x="457771" y="287020"/>
                  </a:lnTo>
                  <a:lnTo>
                    <a:pt x="456590" y="289560"/>
                  </a:lnTo>
                  <a:lnTo>
                    <a:pt x="454875" y="289560"/>
                  </a:lnTo>
                  <a:lnTo>
                    <a:pt x="451815" y="292100"/>
                  </a:lnTo>
                  <a:lnTo>
                    <a:pt x="448259" y="292100"/>
                  </a:lnTo>
                  <a:lnTo>
                    <a:pt x="447535" y="290830"/>
                  </a:lnTo>
                  <a:lnTo>
                    <a:pt x="446811" y="289560"/>
                  </a:lnTo>
                  <a:lnTo>
                    <a:pt x="445973" y="288290"/>
                  </a:lnTo>
                  <a:lnTo>
                    <a:pt x="446062" y="287020"/>
                  </a:lnTo>
                  <a:lnTo>
                    <a:pt x="446227" y="287020"/>
                  </a:lnTo>
                  <a:lnTo>
                    <a:pt x="446392" y="285750"/>
                  </a:lnTo>
                  <a:lnTo>
                    <a:pt x="446557" y="284480"/>
                  </a:lnTo>
                  <a:lnTo>
                    <a:pt x="447903" y="283210"/>
                  </a:lnTo>
                  <a:lnTo>
                    <a:pt x="449491" y="281940"/>
                  </a:lnTo>
                  <a:lnTo>
                    <a:pt x="451345" y="280670"/>
                  </a:lnTo>
                  <a:lnTo>
                    <a:pt x="455129" y="280670"/>
                  </a:lnTo>
                  <a:lnTo>
                    <a:pt x="457060" y="281940"/>
                  </a:lnTo>
                  <a:lnTo>
                    <a:pt x="457644" y="283210"/>
                  </a:lnTo>
                  <a:lnTo>
                    <a:pt x="458419" y="283210"/>
                  </a:lnTo>
                  <a:lnTo>
                    <a:pt x="458419" y="278714"/>
                  </a:lnTo>
                  <a:lnTo>
                    <a:pt x="457644" y="278130"/>
                  </a:lnTo>
                  <a:lnTo>
                    <a:pt x="455764" y="278130"/>
                  </a:lnTo>
                  <a:lnTo>
                    <a:pt x="453199" y="276860"/>
                  </a:lnTo>
                  <a:lnTo>
                    <a:pt x="450265" y="278130"/>
                  </a:lnTo>
                  <a:lnTo>
                    <a:pt x="445681" y="280670"/>
                  </a:lnTo>
                  <a:lnTo>
                    <a:pt x="443839" y="283210"/>
                  </a:lnTo>
                  <a:lnTo>
                    <a:pt x="443280" y="285750"/>
                  </a:lnTo>
                  <a:lnTo>
                    <a:pt x="443217" y="284480"/>
                  </a:lnTo>
                  <a:lnTo>
                    <a:pt x="443141" y="283210"/>
                  </a:lnTo>
                  <a:lnTo>
                    <a:pt x="443064" y="281940"/>
                  </a:lnTo>
                  <a:lnTo>
                    <a:pt x="443001" y="280670"/>
                  </a:lnTo>
                  <a:lnTo>
                    <a:pt x="442925" y="279400"/>
                  </a:lnTo>
                  <a:lnTo>
                    <a:pt x="442849" y="278130"/>
                  </a:lnTo>
                  <a:lnTo>
                    <a:pt x="442785" y="276860"/>
                  </a:lnTo>
                  <a:lnTo>
                    <a:pt x="441998" y="269240"/>
                  </a:lnTo>
                  <a:lnTo>
                    <a:pt x="442125" y="267970"/>
                  </a:lnTo>
                  <a:lnTo>
                    <a:pt x="442252" y="266700"/>
                  </a:lnTo>
                  <a:lnTo>
                    <a:pt x="442366" y="265430"/>
                  </a:lnTo>
                  <a:lnTo>
                    <a:pt x="442468" y="264160"/>
                  </a:lnTo>
                  <a:lnTo>
                    <a:pt x="442569" y="262890"/>
                  </a:lnTo>
                  <a:lnTo>
                    <a:pt x="442671" y="261620"/>
                  </a:lnTo>
                  <a:lnTo>
                    <a:pt x="442785" y="260350"/>
                  </a:lnTo>
                  <a:lnTo>
                    <a:pt x="442925" y="257810"/>
                  </a:lnTo>
                  <a:lnTo>
                    <a:pt x="441325" y="257810"/>
                  </a:lnTo>
                  <a:lnTo>
                    <a:pt x="439623" y="256540"/>
                  </a:lnTo>
                  <a:lnTo>
                    <a:pt x="437781" y="260350"/>
                  </a:lnTo>
                  <a:lnTo>
                    <a:pt x="432930" y="260350"/>
                  </a:lnTo>
                  <a:lnTo>
                    <a:pt x="425742" y="252730"/>
                  </a:lnTo>
                  <a:lnTo>
                    <a:pt x="425742" y="246380"/>
                  </a:lnTo>
                  <a:lnTo>
                    <a:pt x="426923" y="241300"/>
                  </a:lnTo>
                  <a:lnTo>
                    <a:pt x="429983" y="233680"/>
                  </a:lnTo>
                  <a:lnTo>
                    <a:pt x="431977" y="228600"/>
                  </a:lnTo>
                  <a:lnTo>
                    <a:pt x="432612" y="223520"/>
                  </a:lnTo>
                  <a:lnTo>
                    <a:pt x="432930" y="220980"/>
                  </a:lnTo>
                  <a:lnTo>
                    <a:pt x="432841" y="218440"/>
                  </a:lnTo>
                  <a:lnTo>
                    <a:pt x="434682" y="217170"/>
                  </a:lnTo>
                  <a:lnTo>
                    <a:pt x="437299" y="222250"/>
                  </a:lnTo>
                  <a:lnTo>
                    <a:pt x="439470" y="227330"/>
                  </a:lnTo>
                  <a:lnTo>
                    <a:pt x="442785" y="231140"/>
                  </a:lnTo>
                  <a:lnTo>
                    <a:pt x="443852" y="238760"/>
                  </a:lnTo>
                  <a:lnTo>
                    <a:pt x="448995" y="245110"/>
                  </a:lnTo>
                  <a:lnTo>
                    <a:pt x="456577" y="248920"/>
                  </a:lnTo>
                  <a:lnTo>
                    <a:pt x="462165" y="246380"/>
                  </a:lnTo>
                  <a:lnTo>
                    <a:pt x="464959" y="245110"/>
                  </a:lnTo>
                  <a:lnTo>
                    <a:pt x="459587" y="246380"/>
                  </a:lnTo>
                  <a:lnTo>
                    <a:pt x="455790" y="241300"/>
                  </a:lnTo>
                  <a:lnTo>
                    <a:pt x="453402" y="236220"/>
                  </a:lnTo>
                  <a:lnTo>
                    <a:pt x="454355" y="236220"/>
                  </a:lnTo>
                  <a:lnTo>
                    <a:pt x="457974" y="237490"/>
                  </a:lnTo>
                  <a:lnTo>
                    <a:pt x="461835" y="241300"/>
                  </a:lnTo>
                  <a:lnTo>
                    <a:pt x="474002" y="241300"/>
                  </a:lnTo>
                  <a:lnTo>
                    <a:pt x="475411" y="236220"/>
                  </a:lnTo>
                  <a:lnTo>
                    <a:pt x="476110" y="233680"/>
                  </a:lnTo>
                  <a:lnTo>
                    <a:pt x="477164" y="229870"/>
                  </a:lnTo>
                  <a:lnTo>
                    <a:pt x="475043" y="232410"/>
                  </a:lnTo>
                  <a:lnTo>
                    <a:pt x="470611" y="233680"/>
                  </a:lnTo>
                  <a:lnTo>
                    <a:pt x="467575" y="233680"/>
                  </a:lnTo>
                  <a:lnTo>
                    <a:pt x="469087" y="232410"/>
                  </a:lnTo>
                  <a:lnTo>
                    <a:pt x="472109" y="229870"/>
                  </a:lnTo>
                  <a:lnTo>
                    <a:pt x="474484" y="224790"/>
                  </a:lnTo>
                  <a:lnTo>
                    <a:pt x="474484" y="218440"/>
                  </a:lnTo>
                  <a:lnTo>
                    <a:pt x="468680" y="199390"/>
                  </a:lnTo>
                  <a:lnTo>
                    <a:pt x="443090" y="173990"/>
                  </a:lnTo>
                  <a:lnTo>
                    <a:pt x="437273" y="157480"/>
                  </a:lnTo>
                  <a:lnTo>
                    <a:pt x="437273" y="147320"/>
                  </a:lnTo>
                  <a:lnTo>
                    <a:pt x="446354" y="140970"/>
                  </a:lnTo>
                  <a:lnTo>
                    <a:pt x="455129" y="140970"/>
                  </a:lnTo>
                  <a:lnTo>
                    <a:pt x="456984" y="142240"/>
                  </a:lnTo>
                  <a:lnTo>
                    <a:pt x="458419" y="142240"/>
                  </a:lnTo>
                  <a:lnTo>
                    <a:pt x="456082" y="144780"/>
                  </a:lnTo>
                  <a:lnTo>
                    <a:pt x="454748" y="148590"/>
                  </a:lnTo>
                  <a:lnTo>
                    <a:pt x="454875" y="153670"/>
                  </a:lnTo>
                  <a:lnTo>
                    <a:pt x="461048" y="165100"/>
                  </a:lnTo>
                  <a:lnTo>
                    <a:pt x="473748" y="172720"/>
                  </a:lnTo>
                  <a:lnTo>
                    <a:pt x="486371" y="177800"/>
                  </a:lnTo>
                  <a:lnTo>
                    <a:pt x="492290" y="184150"/>
                  </a:lnTo>
                  <a:close/>
                </a:path>
              </a:pathLst>
            </a:custGeom>
            <a:solidFill>
              <a:srgbClr val="FFFFFF"/>
            </a:solidFill>
          </p:spPr>
          <p:txBody>
            <a:bodyPr wrap="square" lIns="0" tIns="0" rIns="0" bIns="0" rtlCol="0"/>
            <a:lstStyle/>
            <a:p>
              <a:endParaRPr/>
            </a:p>
          </p:txBody>
        </p:sp>
        <p:pic>
          <p:nvPicPr>
            <p:cNvPr id="8" name="object 8"/>
            <p:cNvPicPr>
              <a:picLocks noGrp="1" noRot="1" noMove="1" noResize="1" noEditPoints="1" noAdjustHandles="1" noChangeArrowheads="1" noChangeShapeType="1" noCrop="1"/>
            </p:cNvPicPr>
            <p:nvPr/>
          </p:nvPicPr>
          <p:blipFill>
            <a:blip r:embed="rId5" cstate="print"/>
            <a:stretch>
              <a:fillRect/>
            </a:stretch>
          </p:blipFill>
          <p:spPr>
            <a:xfrm>
              <a:off x="723307" y="1028083"/>
              <a:ext cx="162182" cy="202135"/>
            </a:xfrm>
            <a:prstGeom prst="rect">
              <a:avLst/>
            </a:prstGeom>
          </p:spPr>
        </p:pic>
        <p:pic>
          <p:nvPicPr>
            <p:cNvPr id="9" name="object 9"/>
            <p:cNvPicPr>
              <a:picLocks noGrp="1" noRot="1" noMove="1" noResize="1" noEditPoints="1" noAdjustHandles="1" noChangeArrowheads="1" noChangeShapeType="1" noCrop="1"/>
            </p:cNvPicPr>
            <p:nvPr/>
          </p:nvPicPr>
          <p:blipFill>
            <a:blip r:embed="rId6" cstate="print"/>
            <a:stretch>
              <a:fillRect/>
            </a:stretch>
          </p:blipFill>
          <p:spPr>
            <a:xfrm>
              <a:off x="928447" y="1028087"/>
              <a:ext cx="167248" cy="197425"/>
            </a:xfrm>
            <a:prstGeom prst="rect">
              <a:avLst/>
            </a:prstGeom>
          </p:spPr>
        </p:pic>
        <p:sp>
          <p:nvSpPr>
            <p:cNvPr id="10" name="object 10"/>
            <p:cNvSpPr>
              <a:spLocks noGrp="1" noRot="1" noMove="1" noResize="1" noEditPoints="1" noAdjustHandles="1" noChangeArrowheads="1" noChangeShapeType="1"/>
            </p:cNvSpPr>
            <p:nvPr/>
          </p:nvSpPr>
          <p:spPr>
            <a:xfrm>
              <a:off x="1195451" y="1028089"/>
              <a:ext cx="160020" cy="197485"/>
            </a:xfrm>
            <a:custGeom>
              <a:avLst/>
              <a:gdLst/>
              <a:ahLst/>
              <a:cxnLst/>
              <a:rect l="l" t="t" r="r" b="b"/>
              <a:pathLst>
                <a:path w="160019" h="197484">
                  <a:moveTo>
                    <a:pt x="159918" y="0"/>
                  </a:moveTo>
                  <a:lnTo>
                    <a:pt x="133070" y="0"/>
                  </a:lnTo>
                  <a:lnTo>
                    <a:pt x="133070" y="85432"/>
                  </a:lnTo>
                  <a:lnTo>
                    <a:pt x="26835" y="85432"/>
                  </a:lnTo>
                  <a:lnTo>
                    <a:pt x="26835" y="0"/>
                  </a:lnTo>
                  <a:lnTo>
                    <a:pt x="0" y="0"/>
                  </a:lnTo>
                  <a:lnTo>
                    <a:pt x="0" y="85432"/>
                  </a:lnTo>
                  <a:lnTo>
                    <a:pt x="0" y="106794"/>
                  </a:lnTo>
                  <a:lnTo>
                    <a:pt x="0" y="197243"/>
                  </a:lnTo>
                  <a:lnTo>
                    <a:pt x="26835" y="197243"/>
                  </a:lnTo>
                  <a:lnTo>
                    <a:pt x="26835" y="106794"/>
                  </a:lnTo>
                  <a:lnTo>
                    <a:pt x="133070" y="106794"/>
                  </a:lnTo>
                  <a:lnTo>
                    <a:pt x="133070" y="197243"/>
                  </a:lnTo>
                  <a:lnTo>
                    <a:pt x="159918" y="197243"/>
                  </a:lnTo>
                  <a:lnTo>
                    <a:pt x="159918" y="106794"/>
                  </a:lnTo>
                  <a:lnTo>
                    <a:pt x="159918" y="85432"/>
                  </a:lnTo>
                  <a:lnTo>
                    <a:pt x="159918" y="0"/>
                  </a:lnTo>
                  <a:close/>
                </a:path>
              </a:pathLst>
            </a:custGeom>
            <a:solidFill>
              <a:srgbClr val="FFFFFF"/>
            </a:solidFill>
          </p:spPr>
          <p:txBody>
            <a:bodyPr wrap="square" lIns="0" tIns="0" rIns="0" bIns="0" rtlCol="0"/>
            <a:lstStyle/>
            <a:p>
              <a:endParaRPr/>
            </a:p>
          </p:txBody>
        </p:sp>
        <p:pic>
          <p:nvPicPr>
            <p:cNvPr id="11" name="object 11"/>
            <p:cNvPicPr>
              <a:picLocks noGrp="1" noRot="1" noMove="1" noResize="1" noEditPoints="1" noAdjustHandles="1" noChangeArrowheads="1" noChangeShapeType="1" noCrop="1"/>
            </p:cNvPicPr>
            <p:nvPr/>
          </p:nvPicPr>
          <p:blipFill>
            <a:blip r:embed="rId7" cstate="print"/>
            <a:stretch>
              <a:fillRect/>
            </a:stretch>
          </p:blipFill>
          <p:spPr>
            <a:xfrm>
              <a:off x="1387592" y="1079243"/>
              <a:ext cx="289038" cy="149587"/>
            </a:xfrm>
            <a:prstGeom prst="rect">
              <a:avLst/>
            </a:prstGeom>
          </p:spPr>
        </p:pic>
        <p:sp>
          <p:nvSpPr>
            <p:cNvPr id="12" name="object 12"/>
            <p:cNvSpPr>
              <a:spLocks noGrp="1" noRot="1" noMove="1" noResize="1" noEditPoints="1" noAdjustHandles="1" noChangeArrowheads="1" noChangeShapeType="1"/>
            </p:cNvSpPr>
            <p:nvPr/>
          </p:nvSpPr>
          <p:spPr>
            <a:xfrm>
              <a:off x="1700362" y="1028087"/>
              <a:ext cx="24130" cy="197485"/>
            </a:xfrm>
            <a:custGeom>
              <a:avLst/>
              <a:gdLst/>
              <a:ahLst/>
              <a:cxnLst/>
              <a:rect l="l" t="t" r="r" b="b"/>
              <a:pathLst>
                <a:path w="24130" h="197484">
                  <a:moveTo>
                    <a:pt x="24017" y="197425"/>
                  </a:moveTo>
                  <a:lnTo>
                    <a:pt x="0" y="197425"/>
                  </a:lnTo>
                  <a:lnTo>
                    <a:pt x="0" y="0"/>
                  </a:lnTo>
                  <a:lnTo>
                    <a:pt x="24017" y="0"/>
                  </a:lnTo>
                  <a:lnTo>
                    <a:pt x="24017" y="197425"/>
                  </a:lnTo>
                  <a:close/>
                </a:path>
              </a:pathLst>
            </a:custGeom>
            <a:solidFill>
              <a:srgbClr val="FFFFFF"/>
            </a:solidFill>
          </p:spPr>
          <p:txBody>
            <a:bodyPr wrap="square" lIns="0" tIns="0" rIns="0" bIns="0" rtlCol="0"/>
            <a:lstStyle/>
            <a:p>
              <a:endParaRPr/>
            </a:p>
          </p:txBody>
        </p:sp>
        <p:pic>
          <p:nvPicPr>
            <p:cNvPr id="13" name="object 13"/>
            <p:cNvPicPr>
              <a:picLocks noGrp="1" noRot="1" noMove="1" noResize="1" noEditPoints="1" noAdjustHandles="1" noChangeArrowheads="1" noChangeShapeType="1" noCrop="1"/>
            </p:cNvPicPr>
            <p:nvPr/>
          </p:nvPicPr>
          <p:blipFill>
            <a:blip r:embed="rId8" cstate="print"/>
            <a:stretch>
              <a:fillRect/>
            </a:stretch>
          </p:blipFill>
          <p:spPr>
            <a:xfrm>
              <a:off x="1746146" y="1039702"/>
              <a:ext cx="77972" cy="185820"/>
            </a:xfrm>
            <a:prstGeom prst="rect">
              <a:avLst/>
            </a:prstGeom>
          </p:spPr>
        </p:pic>
        <p:pic>
          <p:nvPicPr>
            <p:cNvPr id="14" name="object 14"/>
            <p:cNvPicPr>
              <a:picLocks noGrp="1" noRot="1" noMove="1" noResize="1" noEditPoints="1" noAdjustHandles="1" noChangeArrowheads="1" noChangeShapeType="1" noCrop="1"/>
            </p:cNvPicPr>
            <p:nvPr/>
          </p:nvPicPr>
          <p:blipFill>
            <a:blip r:embed="rId9" cstate="print"/>
            <a:stretch>
              <a:fillRect/>
            </a:stretch>
          </p:blipFill>
          <p:spPr>
            <a:xfrm>
              <a:off x="1850678" y="1028087"/>
              <a:ext cx="120924" cy="197425"/>
            </a:xfrm>
            <a:prstGeom prst="rect">
              <a:avLst/>
            </a:prstGeom>
          </p:spPr>
        </p:pic>
        <p:pic>
          <p:nvPicPr>
            <p:cNvPr id="15" name="object 15"/>
            <p:cNvPicPr>
              <a:picLocks noGrp="1" noRot="1" noMove="1" noResize="1" noEditPoints="1" noAdjustHandles="1" noChangeArrowheads="1" noChangeShapeType="1" noCrop="1"/>
            </p:cNvPicPr>
            <p:nvPr/>
          </p:nvPicPr>
          <p:blipFill>
            <a:blip r:embed="rId10" cstate="print"/>
            <a:stretch>
              <a:fillRect/>
            </a:stretch>
          </p:blipFill>
          <p:spPr>
            <a:xfrm>
              <a:off x="712861" y="1314126"/>
              <a:ext cx="162182" cy="206814"/>
            </a:xfrm>
            <a:prstGeom prst="rect">
              <a:avLst/>
            </a:prstGeom>
          </p:spPr>
        </p:pic>
        <p:pic>
          <p:nvPicPr>
            <p:cNvPr id="16" name="object 16"/>
            <p:cNvPicPr>
              <a:picLocks noGrp="1" noRot="1" noMove="1" noResize="1" noEditPoints="1" noAdjustHandles="1" noChangeArrowheads="1" noChangeShapeType="1" noCrop="1"/>
            </p:cNvPicPr>
            <p:nvPr/>
          </p:nvPicPr>
          <p:blipFill>
            <a:blip r:embed="rId11" cstate="print"/>
            <a:stretch>
              <a:fillRect/>
            </a:stretch>
          </p:blipFill>
          <p:spPr>
            <a:xfrm>
              <a:off x="895674" y="1369975"/>
              <a:ext cx="284513" cy="149595"/>
            </a:xfrm>
            <a:prstGeom prst="rect">
              <a:avLst/>
            </a:prstGeom>
          </p:spPr>
        </p:pic>
        <p:pic>
          <p:nvPicPr>
            <p:cNvPr id="17" name="object 17"/>
            <p:cNvPicPr>
              <a:picLocks noGrp="1" noRot="1" noMove="1" noResize="1" noEditPoints="1" noAdjustHandles="1" noChangeArrowheads="1" noChangeShapeType="1" noCrop="1"/>
            </p:cNvPicPr>
            <p:nvPr/>
          </p:nvPicPr>
          <p:blipFill>
            <a:blip r:embed="rId12" cstate="print"/>
            <a:stretch>
              <a:fillRect/>
            </a:stretch>
          </p:blipFill>
          <p:spPr>
            <a:xfrm>
              <a:off x="1207038" y="1373286"/>
              <a:ext cx="120924" cy="146279"/>
            </a:xfrm>
            <a:prstGeom prst="rect">
              <a:avLst/>
            </a:prstGeom>
          </p:spPr>
        </p:pic>
        <p:pic>
          <p:nvPicPr>
            <p:cNvPr id="18" name="object 18"/>
            <p:cNvPicPr>
              <a:picLocks noGrp="1" noRot="1" noMove="1" noResize="1" noEditPoints="1" noAdjustHandles="1" noChangeArrowheads="1" noChangeShapeType="1" noCrop="1"/>
            </p:cNvPicPr>
            <p:nvPr/>
          </p:nvPicPr>
          <p:blipFill>
            <a:blip r:embed="rId13" cstate="print"/>
            <a:stretch>
              <a:fillRect/>
            </a:stretch>
          </p:blipFill>
          <p:spPr>
            <a:xfrm>
              <a:off x="1363291" y="1369976"/>
              <a:ext cx="76848" cy="146279"/>
            </a:xfrm>
            <a:prstGeom prst="rect">
              <a:avLst/>
            </a:prstGeom>
          </p:spPr>
        </p:pic>
        <p:sp>
          <p:nvSpPr>
            <p:cNvPr id="19" name="object 19"/>
            <p:cNvSpPr>
              <a:spLocks noGrp="1" noRot="1" noMove="1" noResize="1" noEditPoints="1" noAdjustHandles="1" noChangeArrowheads="1" noChangeShapeType="1"/>
            </p:cNvSpPr>
            <p:nvPr/>
          </p:nvSpPr>
          <p:spPr>
            <a:xfrm>
              <a:off x="1459636" y="1318843"/>
              <a:ext cx="24130" cy="197485"/>
            </a:xfrm>
            <a:custGeom>
              <a:avLst/>
              <a:gdLst/>
              <a:ahLst/>
              <a:cxnLst/>
              <a:rect l="l" t="t" r="r" b="b"/>
              <a:pathLst>
                <a:path w="24130" h="197484">
                  <a:moveTo>
                    <a:pt x="24015" y="54457"/>
                  </a:moveTo>
                  <a:lnTo>
                    <a:pt x="0" y="54457"/>
                  </a:lnTo>
                  <a:lnTo>
                    <a:pt x="0" y="197421"/>
                  </a:lnTo>
                  <a:lnTo>
                    <a:pt x="24015" y="197421"/>
                  </a:lnTo>
                  <a:lnTo>
                    <a:pt x="24015" y="54457"/>
                  </a:lnTo>
                  <a:close/>
                </a:path>
                <a:path w="24130" h="197484">
                  <a:moveTo>
                    <a:pt x="24015" y="0"/>
                  </a:moveTo>
                  <a:lnTo>
                    <a:pt x="0" y="0"/>
                  </a:lnTo>
                  <a:lnTo>
                    <a:pt x="0" y="28752"/>
                  </a:lnTo>
                  <a:lnTo>
                    <a:pt x="24015" y="28752"/>
                  </a:lnTo>
                  <a:lnTo>
                    <a:pt x="24015" y="0"/>
                  </a:lnTo>
                  <a:close/>
                </a:path>
              </a:pathLst>
            </a:custGeom>
            <a:solidFill>
              <a:srgbClr val="FFFFFF"/>
            </a:solidFill>
          </p:spPr>
          <p:txBody>
            <a:bodyPr wrap="square" lIns="0" tIns="0" rIns="0" bIns="0" rtlCol="0"/>
            <a:lstStyle/>
            <a:p>
              <a:endParaRPr/>
            </a:p>
          </p:txBody>
        </p:sp>
        <p:pic>
          <p:nvPicPr>
            <p:cNvPr id="20" name="object 20"/>
            <p:cNvPicPr>
              <a:picLocks noGrp="1" noRot="1" noMove="1" noResize="1" noEditPoints="1" noAdjustHandles="1" noChangeArrowheads="1" noChangeShapeType="1" noCrop="1"/>
            </p:cNvPicPr>
            <p:nvPr/>
          </p:nvPicPr>
          <p:blipFill>
            <a:blip r:embed="rId14" cstate="print"/>
            <a:stretch>
              <a:fillRect/>
            </a:stretch>
          </p:blipFill>
          <p:spPr>
            <a:xfrm>
              <a:off x="1505414" y="1330435"/>
              <a:ext cx="225455" cy="243047"/>
            </a:xfrm>
            <a:prstGeom prst="rect">
              <a:avLst/>
            </a:prstGeom>
          </p:spPr>
        </p:pic>
        <p:pic>
          <p:nvPicPr>
            <p:cNvPr id="21" name="object 21"/>
            <p:cNvPicPr>
              <a:picLocks noGrp="1" noRot="1" noMove="1" noResize="1" noEditPoints="1" noAdjustHandles="1" noChangeArrowheads="1" noChangeShapeType="1" noCrop="1"/>
            </p:cNvPicPr>
            <p:nvPr/>
          </p:nvPicPr>
          <p:blipFill>
            <a:blip r:embed="rId15" cstate="print"/>
            <a:stretch>
              <a:fillRect/>
            </a:stretch>
          </p:blipFill>
          <p:spPr>
            <a:xfrm>
              <a:off x="700430" y="1609553"/>
              <a:ext cx="329161" cy="255481"/>
            </a:xfrm>
            <a:prstGeom prst="rect">
              <a:avLst/>
            </a:prstGeom>
          </p:spPr>
        </p:pic>
        <p:pic>
          <p:nvPicPr>
            <p:cNvPr id="22" name="object 22"/>
            <p:cNvPicPr>
              <a:picLocks noGrp="1" noRot="1" noMove="1" noResize="1" noEditPoints="1" noAdjustHandles="1" noChangeArrowheads="1" noChangeShapeType="1" noCrop="1"/>
            </p:cNvPicPr>
            <p:nvPr/>
          </p:nvPicPr>
          <p:blipFill>
            <a:blip r:embed="rId16" cstate="print"/>
            <a:stretch>
              <a:fillRect/>
            </a:stretch>
          </p:blipFill>
          <p:spPr>
            <a:xfrm>
              <a:off x="1057859" y="1660702"/>
              <a:ext cx="134761" cy="149579"/>
            </a:xfrm>
            <a:prstGeom prst="rect">
              <a:avLst/>
            </a:prstGeom>
          </p:spPr>
        </p:pic>
        <p:pic>
          <p:nvPicPr>
            <p:cNvPr id="23" name="object 23"/>
            <p:cNvPicPr>
              <a:picLocks noGrp="1" noRot="1" noMove="1" noResize="1" noEditPoints="1" noAdjustHandles="1" noChangeArrowheads="1" noChangeShapeType="1" noCrop="1"/>
            </p:cNvPicPr>
            <p:nvPr/>
          </p:nvPicPr>
          <p:blipFill>
            <a:blip r:embed="rId17" cstate="print"/>
            <a:stretch>
              <a:fillRect/>
            </a:stretch>
          </p:blipFill>
          <p:spPr>
            <a:xfrm>
              <a:off x="1217495" y="1660710"/>
              <a:ext cx="120924" cy="146263"/>
            </a:xfrm>
            <a:prstGeom prst="rect">
              <a:avLst/>
            </a:prstGeom>
          </p:spPr>
        </p:pic>
        <p:pic>
          <p:nvPicPr>
            <p:cNvPr id="24" name="object 24"/>
            <p:cNvPicPr>
              <a:picLocks noGrp="1" noRot="1" noMove="1" noResize="1" noEditPoints="1" noAdjustHandles="1" noChangeArrowheads="1" noChangeShapeType="1" noCrop="1"/>
            </p:cNvPicPr>
            <p:nvPr/>
          </p:nvPicPr>
          <p:blipFill>
            <a:blip r:embed="rId18" cstate="print"/>
            <a:stretch>
              <a:fillRect/>
            </a:stretch>
          </p:blipFill>
          <p:spPr>
            <a:xfrm>
              <a:off x="1366679" y="1660701"/>
              <a:ext cx="280563" cy="203500"/>
            </a:xfrm>
            <a:prstGeom prst="rect">
              <a:avLst/>
            </a:prstGeom>
          </p:spPr>
        </p:pic>
        <p:sp>
          <p:nvSpPr>
            <p:cNvPr id="25" name="object 25"/>
            <p:cNvSpPr>
              <a:spLocks noGrp="1" noRot="1" noMove="1" noResize="1" noEditPoints="1" noAdjustHandles="1" noChangeArrowheads="1" noChangeShapeType="1"/>
            </p:cNvSpPr>
            <p:nvPr/>
          </p:nvSpPr>
          <p:spPr>
            <a:xfrm>
              <a:off x="0" y="2362200"/>
              <a:ext cx="17348200" cy="6705600"/>
            </a:xfrm>
            <a:custGeom>
              <a:avLst/>
              <a:gdLst/>
              <a:ahLst/>
              <a:cxnLst/>
              <a:rect l="l" t="t" r="r" b="b"/>
              <a:pathLst>
                <a:path w="17348200" h="6705600">
                  <a:moveTo>
                    <a:pt x="17348200" y="0"/>
                  </a:moveTo>
                  <a:lnTo>
                    <a:pt x="0" y="0"/>
                  </a:lnTo>
                  <a:lnTo>
                    <a:pt x="0" y="6705600"/>
                  </a:lnTo>
                  <a:lnTo>
                    <a:pt x="17348200" y="6705600"/>
                  </a:lnTo>
                  <a:lnTo>
                    <a:pt x="17348200" y="0"/>
                  </a:lnTo>
                  <a:close/>
                </a:path>
              </a:pathLst>
            </a:custGeom>
            <a:solidFill>
              <a:srgbClr val="FFFFFF"/>
            </a:solidFill>
          </p:spPr>
          <p:txBody>
            <a:bodyPr wrap="square" lIns="0" tIns="0" rIns="0" bIns="0" rtlCol="0"/>
            <a:lstStyle/>
            <a:p>
              <a:endParaRPr/>
            </a:p>
          </p:txBody>
        </p:sp>
      </p:grpSp>
      <p:sp>
        <p:nvSpPr>
          <p:cNvPr id="29" name="Title 28">
            <a:extLst>
              <a:ext uri="{FF2B5EF4-FFF2-40B4-BE49-F238E27FC236}">
                <a16:creationId xmlns:a16="http://schemas.microsoft.com/office/drawing/2014/main" id="{55E3EF5A-EB8A-28DC-406D-CAF6789AA5B0}"/>
              </a:ext>
            </a:extLst>
          </p:cNvPr>
          <p:cNvSpPr>
            <a:spLocks noGrp="1"/>
          </p:cNvSpPr>
          <p:nvPr>
            <p:ph type="title"/>
          </p:nvPr>
        </p:nvSpPr>
        <p:spPr>
          <a:xfrm>
            <a:off x="2251909" y="461900"/>
            <a:ext cx="13304113" cy="1477328"/>
          </a:xfrm>
        </p:spPr>
        <p:txBody>
          <a:bodyPr wrap="square" lIns="0" tIns="0" rIns="0" bIns="0" anchor="t">
            <a:spAutoFit/>
          </a:bodyPr>
          <a:lstStyle/>
          <a:p>
            <a:r>
              <a:rPr lang="en-GB" sz="4800">
                <a:solidFill>
                  <a:srgbClr val="92D050"/>
                </a:solidFill>
                <a:latin typeface="Arial"/>
                <a:cs typeface="Arial"/>
              </a:rPr>
              <a:t>Surveillance and research on drivers for change in Tick-borne disease risk</a:t>
            </a:r>
            <a:endParaRPr lang="en-US">
              <a:solidFill>
                <a:srgbClr val="92D050"/>
              </a:solidFill>
            </a:endParaRPr>
          </a:p>
        </p:txBody>
      </p:sp>
      <p:pic>
        <p:nvPicPr>
          <p:cNvPr id="33" name="Picture 32">
            <a:extLst>
              <a:ext uri="{FF2B5EF4-FFF2-40B4-BE49-F238E27FC236}">
                <a16:creationId xmlns:a16="http://schemas.microsoft.com/office/drawing/2014/main" id="{AAD44087-2FB1-67A7-25E0-06F9722F04EC}"/>
              </a:ext>
            </a:extLst>
          </p:cNvPr>
          <p:cNvPicPr>
            <a:picLocks noChangeAspect="1"/>
          </p:cNvPicPr>
          <p:nvPr/>
        </p:nvPicPr>
        <p:blipFill>
          <a:blip r:embed="rId19"/>
          <a:stretch>
            <a:fillRect/>
          </a:stretch>
        </p:blipFill>
        <p:spPr>
          <a:xfrm>
            <a:off x="8241324" y="2961468"/>
            <a:ext cx="8102600" cy="4911946"/>
          </a:xfrm>
          <a:prstGeom prst="rect">
            <a:avLst/>
          </a:prstGeom>
        </p:spPr>
      </p:pic>
      <p:pic>
        <p:nvPicPr>
          <p:cNvPr id="34" name="Picture 33" descr="A green field with trees and a river&#10;&#10;Description automatically generated">
            <a:extLst>
              <a:ext uri="{FF2B5EF4-FFF2-40B4-BE49-F238E27FC236}">
                <a16:creationId xmlns:a16="http://schemas.microsoft.com/office/drawing/2014/main" id="{E6237EF7-57B7-26C1-046A-DC1EC707345A}"/>
              </a:ext>
            </a:extLst>
          </p:cNvPr>
          <p:cNvPicPr>
            <a:picLocks noChangeAspect="1"/>
          </p:cNvPicPr>
          <p:nvPr/>
        </p:nvPicPr>
        <p:blipFill>
          <a:blip r:embed="rId20">
            <a:alphaModFix amt="15000"/>
          </a:blip>
          <a:stretch>
            <a:fillRect/>
          </a:stretch>
        </p:blipFill>
        <p:spPr>
          <a:xfrm>
            <a:off x="0" y="2302685"/>
            <a:ext cx="17348200" cy="6786723"/>
          </a:xfrm>
          <a:prstGeom prst="rect">
            <a:avLst/>
          </a:prstGeom>
        </p:spPr>
      </p:pic>
      <p:sp>
        <p:nvSpPr>
          <p:cNvPr id="26" name="Rectangle 25">
            <a:extLst>
              <a:ext uri="{FF2B5EF4-FFF2-40B4-BE49-F238E27FC236}">
                <a16:creationId xmlns:a16="http://schemas.microsoft.com/office/drawing/2014/main" id="{DC45F69B-83BD-137F-AE40-1477B661C9AD}"/>
              </a:ext>
            </a:extLst>
          </p:cNvPr>
          <p:cNvSpPr/>
          <p:nvPr/>
        </p:nvSpPr>
        <p:spPr>
          <a:xfrm>
            <a:off x="189292" y="3772997"/>
            <a:ext cx="7973879" cy="1124475"/>
          </a:xfrm>
          <a:prstGeom prst="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07645" indent="-194945" algn="ctr" rtl="0" fontAlgn="base">
              <a:spcBef>
                <a:spcPts val="1400"/>
              </a:spcBef>
              <a:buClr>
                <a:srgbClr val="0F7E90"/>
              </a:buClr>
              <a:buFont typeface="Minion Pro"/>
              <a:buChar char="•"/>
              <a:tabLst>
                <a:tab pos="207645" algn="l"/>
                <a:tab pos="2836545" algn="l"/>
              </a:tabLst>
            </a:pPr>
            <a:r>
              <a:rPr lang="en-US" sz="2800">
                <a:solidFill>
                  <a:schemeClr val="bg1"/>
                </a:solidFill>
                <a:latin typeface="Arial"/>
                <a:cs typeface="Arial"/>
              </a:rPr>
              <a:t>Working with academia and wildlife experts through UKRI funded research</a:t>
            </a:r>
          </a:p>
        </p:txBody>
      </p:sp>
      <p:sp>
        <p:nvSpPr>
          <p:cNvPr id="27" name="Rectangle 26">
            <a:extLst>
              <a:ext uri="{FF2B5EF4-FFF2-40B4-BE49-F238E27FC236}">
                <a16:creationId xmlns:a16="http://schemas.microsoft.com/office/drawing/2014/main" id="{80A4485A-CFC9-3AC4-F3B8-D2E282722619}"/>
              </a:ext>
            </a:extLst>
          </p:cNvPr>
          <p:cNvSpPr/>
          <p:nvPr/>
        </p:nvSpPr>
        <p:spPr>
          <a:xfrm>
            <a:off x="189292" y="2491147"/>
            <a:ext cx="7973879" cy="1124475"/>
          </a:xfrm>
          <a:prstGeom prst="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07645" indent="-194945" algn="ctr" rtl="0" fontAlgn="base">
              <a:spcBef>
                <a:spcPts val="1400"/>
              </a:spcBef>
              <a:buClr>
                <a:srgbClr val="0F7E90"/>
              </a:buClr>
              <a:buFont typeface="Minion Pro"/>
              <a:buChar char="•"/>
              <a:tabLst>
                <a:tab pos="207645" algn="l"/>
                <a:tab pos="2836545" algn="l"/>
              </a:tabLst>
            </a:pPr>
            <a:r>
              <a:rPr lang="en-US" sz="2800">
                <a:solidFill>
                  <a:schemeClr val="bg1"/>
                </a:solidFill>
                <a:latin typeface="Arial"/>
                <a:cs typeface="Arial"/>
              </a:rPr>
              <a:t>Impact of rewilding on Lyme disease</a:t>
            </a:r>
          </a:p>
        </p:txBody>
      </p:sp>
      <p:sp>
        <p:nvSpPr>
          <p:cNvPr id="28" name="Rectangle 27">
            <a:extLst>
              <a:ext uri="{FF2B5EF4-FFF2-40B4-BE49-F238E27FC236}">
                <a16:creationId xmlns:a16="http://schemas.microsoft.com/office/drawing/2014/main" id="{F7B95FB2-35DB-003A-44D7-41824BB64513}"/>
              </a:ext>
            </a:extLst>
          </p:cNvPr>
          <p:cNvSpPr/>
          <p:nvPr/>
        </p:nvSpPr>
        <p:spPr>
          <a:xfrm>
            <a:off x="189292" y="5078334"/>
            <a:ext cx="7973879" cy="1124475"/>
          </a:xfrm>
          <a:prstGeom prst="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207645" indent="-194945" algn="ctr" rtl="0" fontAlgn="base">
              <a:spcBef>
                <a:spcPts val="1400"/>
              </a:spcBef>
              <a:buClr>
                <a:srgbClr val="0F7E90"/>
              </a:buClr>
              <a:buFont typeface="Minion Pro"/>
              <a:buChar char="•"/>
              <a:tabLst>
                <a:tab pos="207645" algn="l"/>
                <a:tab pos="2836545" algn="l"/>
              </a:tabLst>
            </a:pPr>
            <a:r>
              <a:rPr lang="en-US" sz="2800">
                <a:solidFill>
                  <a:schemeClr val="bg1"/>
                </a:solidFill>
                <a:latin typeface="Arial"/>
                <a:cs typeface="Arial"/>
              </a:rPr>
              <a:t>Role of deer and gamebirds in sustaining ticks and Borrelia infection</a:t>
            </a:r>
          </a:p>
        </p:txBody>
      </p:sp>
      <p:sp>
        <p:nvSpPr>
          <p:cNvPr id="30" name="Rectangle 29">
            <a:extLst>
              <a:ext uri="{FF2B5EF4-FFF2-40B4-BE49-F238E27FC236}">
                <a16:creationId xmlns:a16="http://schemas.microsoft.com/office/drawing/2014/main" id="{7BE1AA66-72DF-3989-6095-9FE9AAC462C9}"/>
              </a:ext>
            </a:extLst>
          </p:cNvPr>
          <p:cNvSpPr/>
          <p:nvPr/>
        </p:nvSpPr>
        <p:spPr>
          <a:xfrm>
            <a:off x="189292" y="6383671"/>
            <a:ext cx="7973879" cy="1124475"/>
          </a:xfrm>
          <a:prstGeom prst="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07645" indent="-194945" algn="ctr" rtl="0" fontAlgn="base">
              <a:spcBef>
                <a:spcPts val="1400"/>
              </a:spcBef>
              <a:buClr>
                <a:srgbClr val="0F7E90"/>
              </a:buClr>
              <a:buFont typeface="Minion Pro"/>
              <a:buChar char="•"/>
              <a:tabLst>
                <a:tab pos="207645" algn="l"/>
                <a:tab pos="2836545" algn="l"/>
              </a:tabLst>
            </a:pPr>
            <a:r>
              <a:rPr lang="en-US" sz="2800">
                <a:solidFill>
                  <a:schemeClr val="bg1"/>
                </a:solidFill>
                <a:latin typeface="Arial"/>
                <a:cs typeface="Arial"/>
              </a:rPr>
              <a:t>Impact of woodland management, connectivity and planting on ticks</a:t>
            </a:r>
          </a:p>
        </p:txBody>
      </p:sp>
      <p:sp>
        <p:nvSpPr>
          <p:cNvPr id="35" name="Rectangle 34">
            <a:extLst>
              <a:ext uri="{FF2B5EF4-FFF2-40B4-BE49-F238E27FC236}">
                <a16:creationId xmlns:a16="http://schemas.microsoft.com/office/drawing/2014/main" id="{5D203AE5-E2A8-8D1C-8AA1-387D69C4D7FF}"/>
              </a:ext>
            </a:extLst>
          </p:cNvPr>
          <p:cNvSpPr/>
          <p:nvPr/>
        </p:nvSpPr>
        <p:spPr>
          <a:xfrm>
            <a:off x="189291" y="7693927"/>
            <a:ext cx="7973879" cy="1124475"/>
          </a:xfrm>
          <a:prstGeom prst="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07645" indent="-194945" algn="ctr" rtl="0" fontAlgn="base">
              <a:spcBef>
                <a:spcPts val="1400"/>
              </a:spcBef>
              <a:buClr>
                <a:srgbClr val="0F7E90"/>
              </a:buClr>
              <a:buFont typeface="Minion Pro"/>
              <a:buChar char="•"/>
              <a:tabLst>
                <a:tab pos="207645" algn="l"/>
                <a:tab pos="2836545" algn="l"/>
              </a:tabLst>
            </a:pPr>
            <a:r>
              <a:rPr lang="en-US" sz="2800">
                <a:solidFill>
                  <a:schemeClr val="bg1"/>
                </a:solidFill>
                <a:latin typeface="Arial"/>
                <a:cs typeface="Arial"/>
              </a:rPr>
              <a:t>Impact of imported ticks on pets</a:t>
            </a:r>
          </a:p>
        </p:txBody>
      </p:sp>
    </p:spTree>
    <p:extLst>
      <p:ext uri="{BB962C8B-B14F-4D97-AF65-F5344CB8AC3E}">
        <p14:creationId xmlns:p14="http://schemas.microsoft.com/office/powerpoint/2010/main" val="20074681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a:grpSpLocks noGrp="1" noUngrp="1" noRot="1" noMove="1" noResize="1"/>
          </p:cNvGrpSpPr>
          <p:nvPr/>
        </p:nvGrpSpPr>
        <p:grpSpPr>
          <a:xfrm>
            <a:off x="0" y="0"/>
            <a:ext cx="17348200" cy="9753600"/>
            <a:chOff x="0" y="0"/>
            <a:chExt cx="17348200" cy="9753600"/>
          </a:xfrm>
        </p:grpSpPr>
        <p:sp>
          <p:nvSpPr>
            <p:cNvPr id="3" name="object 3"/>
            <p:cNvSpPr>
              <a:spLocks noGrp="1" noRot="1" noMove="1" noResize="1" noEditPoints="1" noAdjustHandles="1" noChangeArrowheads="1" noChangeShapeType="1"/>
            </p:cNvSpPr>
            <p:nvPr/>
          </p:nvSpPr>
          <p:spPr>
            <a:xfrm>
              <a:off x="580440" y="535698"/>
              <a:ext cx="431165" cy="1273810"/>
            </a:xfrm>
            <a:custGeom>
              <a:avLst/>
              <a:gdLst/>
              <a:ahLst/>
              <a:cxnLst/>
              <a:rect l="l" t="t" r="r" b="b"/>
              <a:pathLst>
                <a:path w="431165" h="1273810">
                  <a:moveTo>
                    <a:pt x="23545" y="0"/>
                  </a:moveTo>
                  <a:lnTo>
                    <a:pt x="0" y="0"/>
                  </a:lnTo>
                  <a:lnTo>
                    <a:pt x="0" y="1273492"/>
                  </a:lnTo>
                  <a:lnTo>
                    <a:pt x="23545" y="1273492"/>
                  </a:lnTo>
                  <a:lnTo>
                    <a:pt x="23545" y="0"/>
                  </a:lnTo>
                  <a:close/>
                </a:path>
                <a:path w="431165" h="1273810">
                  <a:moveTo>
                    <a:pt x="300494" y="65722"/>
                  </a:moveTo>
                  <a:lnTo>
                    <a:pt x="298564" y="63982"/>
                  </a:lnTo>
                  <a:lnTo>
                    <a:pt x="294246" y="63982"/>
                  </a:lnTo>
                  <a:lnTo>
                    <a:pt x="292481" y="65722"/>
                  </a:lnTo>
                  <a:lnTo>
                    <a:pt x="292481" y="70129"/>
                  </a:lnTo>
                  <a:lnTo>
                    <a:pt x="294246" y="71729"/>
                  </a:lnTo>
                  <a:lnTo>
                    <a:pt x="298564" y="71729"/>
                  </a:lnTo>
                  <a:lnTo>
                    <a:pt x="300494" y="70129"/>
                  </a:lnTo>
                  <a:lnTo>
                    <a:pt x="300494" y="67830"/>
                  </a:lnTo>
                  <a:lnTo>
                    <a:pt x="300494" y="65722"/>
                  </a:lnTo>
                  <a:close/>
                </a:path>
                <a:path w="431165" h="1273810">
                  <a:moveTo>
                    <a:pt x="301802" y="56197"/>
                  </a:moveTo>
                  <a:lnTo>
                    <a:pt x="299999" y="54305"/>
                  </a:lnTo>
                  <a:lnTo>
                    <a:pt x="295567" y="54305"/>
                  </a:lnTo>
                  <a:lnTo>
                    <a:pt x="293725" y="56197"/>
                  </a:lnTo>
                  <a:lnTo>
                    <a:pt x="293725" y="60490"/>
                  </a:lnTo>
                  <a:lnTo>
                    <a:pt x="295567" y="62318"/>
                  </a:lnTo>
                  <a:lnTo>
                    <a:pt x="297764" y="62318"/>
                  </a:lnTo>
                  <a:lnTo>
                    <a:pt x="299999" y="62318"/>
                  </a:lnTo>
                  <a:lnTo>
                    <a:pt x="301802" y="60490"/>
                  </a:lnTo>
                  <a:lnTo>
                    <a:pt x="301802" y="56197"/>
                  </a:lnTo>
                  <a:close/>
                </a:path>
                <a:path w="431165" h="1273810">
                  <a:moveTo>
                    <a:pt x="302501" y="75171"/>
                  </a:moveTo>
                  <a:lnTo>
                    <a:pt x="300659" y="73393"/>
                  </a:lnTo>
                  <a:lnTo>
                    <a:pt x="296202" y="73393"/>
                  </a:lnTo>
                  <a:lnTo>
                    <a:pt x="294335" y="75171"/>
                  </a:lnTo>
                  <a:lnTo>
                    <a:pt x="294335" y="79565"/>
                  </a:lnTo>
                  <a:lnTo>
                    <a:pt x="296202" y="81343"/>
                  </a:lnTo>
                  <a:lnTo>
                    <a:pt x="300659" y="81343"/>
                  </a:lnTo>
                  <a:lnTo>
                    <a:pt x="302501" y="79565"/>
                  </a:lnTo>
                  <a:lnTo>
                    <a:pt x="302501" y="77470"/>
                  </a:lnTo>
                  <a:lnTo>
                    <a:pt x="302501" y="75171"/>
                  </a:lnTo>
                  <a:close/>
                </a:path>
                <a:path w="431165" h="1273810">
                  <a:moveTo>
                    <a:pt x="306197" y="47142"/>
                  </a:moveTo>
                  <a:lnTo>
                    <a:pt x="304342" y="45440"/>
                  </a:lnTo>
                  <a:lnTo>
                    <a:pt x="299999" y="45440"/>
                  </a:lnTo>
                  <a:lnTo>
                    <a:pt x="298157" y="47142"/>
                  </a:lnTo>
                  <a:lnTo>
                    <a:pt x="298157" y="51600"/>
                  </a:lnTo>
                  <a:lnTo>
                    <a:pt x="299999" y="53225"/>
                  </a:lnTo>
                  <a:lnTo>
                    <a:pt x="302221" y="53225"/>
                  </a:lnTo>
                  <a:lnTo>
                    <a:pt x="304342" y="53225"/>
                  </a:lnTo>
                  <a:lnTo>
                    <a:pt x="306197" y="51600"/>
                  </a:lnTo>
                  <a:lnTo>
                    <a:pt x="306197" y="47142"/>
                  </a:lnTo>
                  <a:close/>
                </a:path>
                <a:path w="431165" h="1273810">
                  <a:moveTo>
                    <a:pt x="314058" y="40386"/>
                  </a:moveTo>
                  <a:lnTo>
                    <a:pt x="312254" y="38684"/>
                  </a:lnTo>
                  <a:lnTo>
                    <a:pt x="307848" y="38684"/>
                  </a:lnTo>
                  <a:lnTo>
                    <a:pt x="305968" y="40386"/>
                  </a:lnTo>
                  <a:lnTo>
                    <a:pt x="305968" y="44856"/>
                  </a:lnTo>
                  <a:lnTo>
                    <a:pt x="307848" y="46507"/>
                  </a:lnTo>
                  <a:lnTo>
                    <a:pt x="309994" y="46507"/>
                  </a:lnTo>
                  <a:lnTo>
                    <a:pt x="312254" y="46507"/>
                  </a:lnTo>
                  <a:lnTo>
                    <a:pt x="314058" y="44856"/>
                  </a:lnTo>
                  <a:lnTo>
                    <a:pt x="314058" y="40386"/>
                  </a:lnTo>
                  <a:close/>
                </a:path>
                <a:path w="431165" h="1273810">
                  <a:moveTo>
                    <a:pt x="324015" y="37541"/>
                  </a:moveTo>
                  <a:lnTo>
                    <a:pt x="322148" y="35699"/>
                  </a:lnTo>
                  <a:lnTo>
                    <a:pt x="317741" y="35699"/>
                  </a:lnTo>
                  <a:lnTo>
                    <a:pt x="316001" y="37541"/>
                  </a:lnTo>
                  <a:lnTo>
                    <a:pt x="316001" y="41694"/>
                  </a:lnTo>
                  <a:lnTo>
                    <a:pt x="317741" y="43586"/>
                  </a:lnTo>
                  <a:lnTo>
                    <a:pt x="320052" y="43586"/>
                  </a:lnTo>
                  <a:lnTo>
                    <a:pt x="322148" y="43586"/>
                  </a:lnTo>
                  <a:lnTo>
                    <a:pt x="324015" y="41694"/>
                  </a:lnTo>
                  <a:lnTo>
                    <a:pt x="324015" y="37541"/>
                  </a:lnTo>
                  <a:close/>
                </a:path>
                <a:path w="431165" h="1273810">
                  <a:moveTo>
                    <a:pt x="334505" y="38442"/>
                  </a:moveTo>
                  <a:lnTo>
                    <a:pt x="332587" y="36753"/>
                  </a:lnTo>
                  <a:lnTo>
                    <a:pt x="328358" y="36753"/>
                  </a:lnTo>
                  <a:lnTo>
                    <a:pt x="326504" y="38442"/>
                  </a:lnTo>
                  <a:lnTo>
                    <a:pt x="326504" y="42710"/>
                  </a:lnTo>
                  <a:lnTo>
                    <a:pt x="328358" y="44526"/>
                  </a:lnTo>
                  <a:lnTo>
                    <a:pt x="330403" y="44526"/>
                  </a:lnTo>
                  <a:lnTo>
                    <a:pt x="332587" y="44526"/>
                  </a:lnTo>
                  <a:lnTo>
                    <a:pt x="334505" y="42710"/>
                  </a:lnTo>
                  <a:lnTo>
                    <a:pt x="334505" y="38442"/>
                  </a:lnTo>
                  <a:close/>
                </a:path>
                <a:path w="431165" h="1273810">
                  <a:moveTo>
                    <a:pt x="337553" y="77203"/>
                  </a:moveTo>
                  <a:lnTo>
                    <a:pt x="337032" y="71132"/>
                  </a:lnTo>
                  <a:lnTo>
                    <a:pt x="332727" y="66992"/>
                  </a:lnTo>
                  <a:lnTo>
                    <a:pt x="331863" y="64820"/>
                  </a:lnTo>
                  <a:lnTo>
                    <a:pt x="329653" y="69037"/>
                  </a:lnTo>
                  <a:lnTo>
                    <a:pt x="327596" y="71640"/>
                  </a:lnTo>
                  <a:lnTo>
                    <a:pt x="327914" y="74891"/>
                  </a:lnTo>
                  <a:lnTo>
                    <a:pt x="328345" y="78308"/>
                  </a:lnTo>
                  <a:lnTo>
                    <a:pt x="331863" y="80645"/>
                  </a:lnTo>
                  <a:lnTo>
                    <a:pt x="333540" y="84035"/>
                  </a:lnTo>
                  <a:lnTo>
                    <a:pt x="335064" y="80149"/>
                  </a:lnTo>
                  <a:lnTo>
                    <a:pt x="337553" y="77203"/>
                  </a:lnTo>
                  <a:close/>
                </a:path>
                <a:path w="431165" h="1273810">
                  <a:moveTo>
                    <a:pt x="344360" y="41186"/>
                  </a:moveTo>
                  <a:lnTo>
                    <a:pt x="342633" y="39420"/>
                  </a:lnTo>
                  <a:lnTo>
                    <a:pt x="338074" y="39420"/>
                  </a:lnTo>
                  <a:lnTo>
                    <a:pt x="336359" y="41186"/>
                  </a:lnTo>
                  <a:lnTo>
                    <a:pt x="336359" y="45580"/>
                  </a:lnTo>
                  <a:lnTo>
                    <a:pt x="338074" y="47307"/>
                  </a:lnTo>
                  <a:lnTo>
                    <a:pt x="340296" y="47307"/>
                  </a:lnTo>
                  <a:lnTo>
                    <a:pt x="342633" y="47307"/>
                  </a:lnTo>
                  <a:lnTo>
                    <a:pt x="344360" y="45580"/>
                  </a:lnTo>
                  <a:lnTo>
                    <a:pt x="344360" y="41186"/>
                  </a:lnTo>
                  <a:close/>
                </a:path>
                <a:path w="431165" h="1273810">
                  <a:moveTo>
                    <a:pt x="353720" y="45440"/>
                  </a:moveTo>
                  <a:lnTo>
                    <a:pt x="351980" y="43878"/>
                  </a:lnTo>
                  <a:lnTo>
                    <a:pt x="347649" y="43878"/>
                  </a:lnTo>
                  <a:lnTo>
                    <a:pt x="345732" y="45440"/>
                  </a:lnTo>
                  <a:lnTo>
                    <a:pt x="345732" y="49872"/>
                  </a:lnTo>
                  <a:lnTo>
                    <a:pt x="347649" y="51689"/>
                  </a:lnTo>
                  <a:lnTo>
                    <a:pt x="349656" y="51689"/>
                  </a:lnTo>
                  <a:lnTo>
                    <a:pt x="351980" y="51689"/>
                  </a:lnTo>
                  <a:lnTo>
                    <a:pt x="353720" y="49872"/>
                  </a:lnTo>
                  <a:lnTo>
                    <a:pt x="353720" y="45440"/>
                  </a:lnTo>
                  <a:close/>
                </a:path>
                <a:path w="431165" h="1273810">
                  <a:moveTo>
                    <a:pt x="358990" y="22199"/>
                  </a:moveTo>
                  <a:lnTo>
                    <a:pt x="353961" y="23253"/>
                  </a:lnTo>
                  <a:lnTo>
                    <a:pt x="350113" y="27165"/>
                  </a:lnTo>
                  <a:lnTo>
                    <a:pt x="349097" y="32194"/>
                  </a:lnTo>
                  <a:lnTo>
                    <a:pt x="358990" y="32194"/>
                  </a:lnTo>
                  <a:lnTo>
                    <a:pt x="358990" y="22199"/>
                  </a:lnTo>
                  <a:close/>
                </a:path>
                <a:path w="431165" h="1273810">
                  <a:moveTo>
                    <a:pt x="359194" y="52082"/>
                  </a:moveTo>
                  <a:lnTo>
                    <a:pt x="357606" y="51841"/>
                  </a:lnTo>
                  <a:lnTo>
                    <a:pt x="356069" y="51346"/>
                  </a:lnTo>
                  <a:lnTo>
                    <a:pt x="354660" y="50787"/>
                  </a:lnTo>
                  <a:lnTo>
                    <a:pt x="354660" y="68884"/>
                  </a:lnTo>
                  <a:lnTo>
                    <a:pt x="359194" y="68884"/>
                  </a:lnTo>
                  <a:lnTo>
                    <a:pt x="359194" y="52082"/>
                  </a:lnTo>
                  <a:close/>
                </a:path>
                <a:path w="431165" h="1273810">
                  <a:moveTo>
                    <a:pt x="368490" y="50774"/>
                  </a:moveTo>
                  <a:lnTo>
                    <a:pt x="367004" y="51346"/>
                  </a:lnTo>
                  <a:lnTo>
                    <a:pt x="365569" y="51828"/>
                  </a:lnTo>
                  <a:lnTo>
                    <a:pt x="363855" y="52082"/>
                  </a:lnTo>
                  <a:lnTo>
                    <a:pt x="363855" y="68872"/>
                  </a:lnTo>
                  <a:lnTo>
                    <a:pt x="368490" y="68872"/>
                  </a:lnTo>
                  <a:lnTo>
                    <a:pt x="368490" y="50774"/>
                  </a:lnTo>
                  <a:close/>
                </a:path>
                <a:path w="431165" h="1273810">
                  <a:moveTo>
                    <a:pt x="372084" y="4114"/>
                  </a:moveTo>
                  <a:lnTo>
                    <a:pt x="369938" y="6832"/>
                  </a:lnTo>
                  <a:lnTo>
                    <a:pt x="366166" y="9245"/>
                  </a:lnTo>
                  <a:lnTo>
                    <a:pt x="362978" y="9880"/>
                  </a:lnTo>
                  <a:lnTo>
                    <a:pt x="363347" y="6400"/>
                  </a:lnTo>
                  <a:lnTo>
                    <a:pt x="365455" y="3568"/>
                  </a:lnTo>
                  <a:lnTo>
                    <a:pt x="368274" y="0"/>
                  </a:lnTo>
                  <a:lnTo>
                    <a:pt x="354850" y="0"/>
                  </a:lnTo>
                  <a:lnTo>
                    <a:pt x="357619" y="3568"/>
                  </a:lnTo>
                  <a:lnTo>
                    <a:pt x="359740" y="6400"/>
                  </a:lnTo>
                  <a:lnTo>
                    <a:pt x="360172" y="9880"/>
                  </a:lnTo>
                  <a:lnTo>
                    <a:pt x="356920" y="9245"/>
                  </a:lnTo>
                  <a:lnTo>
                    <a:pt x="353174" y="6832"/>
                  </a:lnTo>
                  <a:lnTo>
                    <a:pt x="351015" y="4114"/>
                  </a:lnTo>
                  <a:lnTo>
                    <a:pt x="351015" y="17754"/>
                  </a:lnTo>
                  <a:lnTo>
                    <a:pt x="353174" y="14846"/>
                  </a:lnTo>
                  <a:lnTo>
                    <a:pt x="356844" y="12395"/>
                  </a:lnTo>
                  <a:lnTo>
                    <a:pt x="360172" y="11925"/>
                  </a:lnTo>
                  <a:lnTo>
                    <a:pt x="359702" y="15367"/>
                  </a:lnTo>
                  <a:lnTo>
                    <a:pt x="357352" y="18453"/>
                  </a:lnTo>
                  <a:lnTo>
                    <a:pt x="354571" y="20612"/>
                  </a:lnTo>
                  <a:lnTo>
                    <a:pt x="368490" y="20612"/>
                  </a:lnTo>
                  <a:lnTo>
                    <a:pt x="365645" y="18453"/>
                  </a:lnTo>
                  <a:lnTo>
                    <a:pt x="363448" y="15367"/>
                  </a:lnTo>
                  <a:lnTo>
                    <a:pt x="362978" y="11925"/>
                  </a:lnTo>
                  <a:lnTo>
                    <a:pt x="366293" y="12395"/>
                  </a:lnTo>
                  <a:lnTo>
                    <a:pt x="369938" y="14846"/>
                  </a:lnTo>
                  <a:lnTo>
                    <a:pt x="372084" y="17754"/>
                  </a:lnTo>
                  <a:lnTo>
                    <a:pt x="372084" y="4114"/>
                  </a:lnTo>
                  <a:close/>
                </a:path>
                <a:path w="431165" h="1273810">
                  <a:moveTo>
                    <a:pt x="373849" y="37109"/>
                  </a:moveTo>
                  <a:lnTo>
                    <a:pt x="349224" y="37109"/>
                  </a:lnTo>
                  <a:lnTo>
                    <a:pt x="350507" y="42595"/>
                  </a:lnTo>
                  <a:lnTo>
                    <a:pt x="355485" y="46570"/>
                  </a:lnTo>
                  <a:lnTo>
                    <a:pt x="367588" y="46570"/>
                  </a:lnTo>
                  <a:lnTo>
                    <a:pt x="372643" y="42595"/>
                  </a:lnTo>
                  <a:lnTo>
                    <a:pt x="373849" y="37109"/>
                  </a:lnTo>
                  <a:close/>
                </a:path>
                <a:path w="431165" h="1273810">
                  <a:moveTo>
                    <a:pt x="374015" y="32194"/>
                  </a:moveTo>
                  <a:lnTo>
                    <a:pt x="373087" y="27165"/>
                  </a:lnTo>
                  <a:lnTo>
                    <a:pt x="369163" y="23380"/>
                  </a:lnTo>
                  <a:lnTo>
                    <a:pt x="364197" y="22199"/>
                  </a:lnTo>
                  <a:lnTo>
                    <a:pt x="364197" y="32194"/>
                  </a:lnTo>
                  <a:lnTo>
                    <a:pt x="374015" y="32194"/>
                  </a:lnTo>
                  <a:close/>
                </a:path>
                <a:path w="431165" h="1273810">
                  <a:moveTo>
                    <a:pt x="377444" y="45427"/>
                  </a:moveTo>
                  <a:lnTo>
                    <a:pt x="375589" y="43865"/>
                  </a:lnTo>
                  <a:lnTo>
                    <a:pt x="371144" y="43865"/>
                  </a:lnTo>
                  <a:lnTo>
                    <a:pt x="369366" y="45427"/>
                  </a:lnTo>
                  <a:lnTo>
                    <a:pt x="369366" y="47663"/>
                  </a:lnTo>
                  <a:lnTo>
                    <a:pt x="369366" y="49872"/>
                  </a:lnTo>
                  <a:lnTo>
                    <a:pt x="371144" y="51689"/>
                  </a:lnTo>
                  <a:lnTo>
                    <a:pt x="375589" y="51689"/>
                  </a:lnTo>
                  <a:lnTo>
                    <a:pt x="377444" y="49872"/>
                  </a:lnTo>
                  <a:lnTo>
                    <a:pt x="377444" y="45427"/>
                  </a:lnTo>
                  <a:close/>
                </a:path>
                <a:path w="431165" h="1273810">
                  <a:moveTo>
                    <a:pt x="386740" y="41186"/>
                  </a:moveTo>
                  <a:lnTo>
                    <a:pt x="384873" y="39420"/>
                  </a:lnTo>
                  <a:lnTo>
                    <a:pt x="380593" y="39420"/>
                  </a:lnTo>
                  <a:lnTo>
                    <a:pt x="378726" y="41186"/>
                  </a:lnTo>
                  <a:lnTo>
                    <a:pt x="378726" y="45580"/>
                  </a:lnTo>
                  <a:lnTo>
                    <a:pt x="380593" y="47307"/>
                  </a:lnTo>
                  <a:lnTo>
                    <a:pt x="382701" y="47307"/>
                  </a:lnTo>
                  <a:lnTo>
                    <a:pt x="384873" y="47307"/>
                  </a:lnTo>
                  <a:lnTo>
                    <a:pt x="386740" y="45580"/>
                  </a:lnTo>
                  <a:lnTo>
                    <a:pt x="386740" y="41186"/>
                  </a:lnTo>
                  <a:close/>
                </a:path>
                <a:path w="431165" h="1273810">
                  <a:moveTo>
                    <a:pt x="395592" y="71640"/>
                  </a:moveTo>
                  <a:lnTo>
                    <a:pt x="393585" y="69037"/>
                  </a:lnTo>
                  <a:lnTo>
                    <a:pt x="391363" y="64820"/>
                  </a:lnTo>
                  <a:lnTo>
                    <a:pt x="390550" y="66992"/>
                  </a:lnTo>
                  <a:lnTo>
                    <a:pt x="386181" y="71132"/>
                  </a:lnTo>
                  <a:lnTo>
                    <a:pt x="385559" y="77203"/>
                  </a:lnTo>
                  <a:lnTo>
                    <a:pt x="388239" y="80149"/>
                  </a:lnTo>
                  <a:lnTo>
                    <a:pt x="389712" y="84035"/>
                  </a:lnTo>
                  <a:lnTo>
                    <a:pt x="391363" y="80645"/>
                  </a:lnTo>
                  <a:lnTo>
                    <a:pt x="394995" y="78308"/>
                  </a:lnTo>
                  <a:lnTo>
                    <a:pt x="395592" y="71640"/>
                  </a:lnTo>
                  <a:close/>
                </a:path>
                <a:path w="431165" h="1273810">
                  <a:moveTo>
                    <a:pt x="396595" y="38442"/>
                  </a:moveTo>
                  <a:lnTo>
                    <a:pt x="394919" y="36753"/>
                  </a:lnTo>
                  <a:lnTo>
                    <a:pt x="390410" y="36753"/>
                  </a:lnTo>
                  <a:lnTo>
                    <a:pt x="388632" y="38442"/>
                  </a:lnTo>
                  <a:lnTo>
                    <a:pt x="388632" y="42710"/>
                  </a:lnTo>
                  <a:lnTo>
                    <a:pt x="390410" y="44526"/>
                  </a:lnTo>
                  <a:lnTo>
                    <a:pt x="392633" y="44526"/>
                  </a:lnTo>
                  <a:lnTo>
                    <a:pt x="394919" y="44526"/>
                  </a:lnTo>
                  <a:lnTo>
                    <a:pt x="396595" y="42710"/>
                  </a:lnTo>
                  <a:lnTo>
                    <a:pt x="396595" y="38442"/>
                  </a:lnTo>
                  <a:close/>
                </a:path>
                <a:path w="431165" h="1273810">
                  <a:moveTo>
                    <a:pt x="407123" y="37541"/>
                  </a:moveTo>
                  <a:lnTo>
                    <a:pt x="405218" y="35699"/>
                  </a:lnTo>
                  <a:lnTo>
                    <a:pt x="400888" y="35699"/>
                  </a:lnTo>
                  <a:lnTo>
                    <a:pt x="399161" y="37541"/>
                  </a:lnTo>
                  <a:lnTo>
                    <a:pt x="399161" y="41694"/>
                  </a:lnTo>
                  <a:lnTo>
                    <a:pt x="400888" y="43586"/>
                  </a:lnTo>
                  <a:lnTo>
                    <a:pt x="403199" y="43586"/>
                  </a:lnTo>
                  <a:lnTo>
                    <a:pt x="405218" y="43586"/>
                  </a:lnTo>
                  <a:lnTo>
                    <a:pt x="407123" y="41694"/>
                  </a:lnTo>
                  <a:lnTo>
                    <a:pt x="407123" y="37541"/>
                  </a:lnTo>
                  <a:close/>
                </a:path>
                <a:path w="431165" h="1273810">
                  <a:moveTo>
                    <a:pt x="417156" y="40386"/>
                  </a:moveTo>
                  <a:lnTo>
                    <a:pt x="415315" y="38684"/>
                  </a:lnTo>
                  <a:lnTo>
                    <a:pt x="410819" y="38684"/>
                  </a:lnTo>
                  <a:lnTo>
                    <a:pt x="409079" y="40386"/>
                  </a:lnTo>
                  <a:lnTo>
                    <a:pt x="409079" y="44856"/>
                  </a:lnTo>
                  <a:lnTo>
                    <a:pt x="410819" y="46507"/>
                  </a:lnTo>
                  <a:lnTo>
                    <a:pt x="413131" y="46507"/>
                  </a:lnTo>
                  <a:lnTo>
                    <a:pt x="415315" y="46507"/>
                  </a:lnTo>
                  <a:lnTo>
                    <a:pt x="417156" y="44856"/>
                  </a:lnTo>
                  <a:lnTo>
                    <a:pt x="417156" y="40386"/>
                  </a:lnTo>
                  <a:close/>
                </a:path>
                <a:path w="431165" h="1273810">
                  <a:moveTo>
                    <a:pt x="424954" y="47142"/>
                  </a:moveTo>
                  <a:lnTo>
                    <a:pt x="423075" y="45440"/>
                  </a:lnTo>
                  <a:lnTo>
                    <a:pt x="418706" y="45440"/>
                  </a:lnTo>
                  <a:lnTo>
                    <a:pt x="416941" y="47142"/>
                  </a:lnTo>
                  <a:lnTo>
                    <a:pt x="416941" y="51600"/>
                  </a:lnTo>
                  <a:lnTo>
                    <a:pt x="418706" y="53225"/>
                  </a:lnTo>
                  <a:lnTo>
                    <a:pt x="421005" y="53225"/>
                  </a:lnTo>
                  <a:lnTo>
                    <a:pt x="423075" y="53225"/>
                  </a:lnTo>
                  <a:lnTo>
                    <a:pt x="424954" y="51600"/>
                  </a:lnTo>
                  <a:lnTo>
                    <a:pt x="424954" y="47142"/>
                  </a:lnTo>
                  <a:close/>
                </a:path>
                <a:path w="431165" h="1273810">
                  <a:moveTo>
                    <a:pt x="428637" y="75158"/>
                  </a:moveTo>
                  <a:lnTo>
                    <a:pt x="426923" y="73393"/>
                  </a:lnTo>
                  <a:lnTo>
                    <a:pt x="424726" y="73393"/>
                  </a:lnTo>
                  <a:lnTo>
                    <a:pt x="422478" y="73393"/>
                  </a:lnTo>
                  <a:lnTo>
                    <a:pt x="420598" y="75158"/>
                  </a:lnTo>
                  <a:lnTo>
                    <a:pt x="420598" y="79552"/>
                  </a:lnTo>
                  <a:lnTo>
                    <a:pt x="422478" y="81330"/>
                  </a:lnTo>
                  <a:lnTo>
                    <a:pt x="426923" y="81330"/>
                  </a:lnTo>
                  <a:lnTo>
                    <a:pt x="428637" y="79552"/>
                  </a:lnTo>
                  <a:lnTo>
                    <a:pt x="428637" y="75158"/>
                  </a:lnTo>
                  <a:close/>
                </a:path>
                <a:path w="431165" h="1273810">
                  <a:moveTo>
                    <a:pt x="429285" y="56184"/>
                  </a:moveTo>
                  <a:lnTo>
                    <a:pt x="427507" y="54317"/>
                  </a:lnTo>
                  <a:lnTo>
                    <a:pt x="423075" y="54317"/>
                  </a:lnTo>
                  <a:lnTo>
                    <a:pt x="421360" y="56184"/>
                  </a:lnTo>
                  <a:lnTo>
                    <a:pt x="421360" y="58331"/>
                  </a:lnTo>
                  <a:lnTo>
                    <a:pt x="421360" y="60502"/>
                  </a:lnTo>
                  <a:lnTo>
                    <a:pt x="423075" y="62306"/>
                  </a:lnTo>
                  <a:lnTo>
                    <a:pt x="427507" y="62306"/>
                  </a:lnTo>
                  <a:lnTo>
                    <a:pt x="429285" y="60502"/>
                  </a:lnTo>
                  <a:lnTo>
                    <a:pt x="429285" y="56184"/>
                  </a:lnTo>
                  <a:close/>
                </a:path>
                <a:path w="431165" h="1273810">
                  <a:moveTo>
                    <a:pt x="430644" y="65735"/>
                  </a:moveTo>
                  <a:lnTo>
                    <a:pt x="428879" y="63995"/>
                  </a:lnTo>
                  <a:lnTo>
                    <a:pt x="426631" y="63995"/>
                  </a:lnTo>
                  <a:lnTo>
                    <a:pt x="424510" y="63995"/>
                  </a:lnTo>
                  <a:lnTo>
                    <a:pt x="422579" y="65735"/>
                  </a:lnTo>
                  <a:lnTo>
                    <a:pt x="422579" y="70129"/>
                  </a:lnTo>
                  <a:lnTo>
                    <a:pt x="424510" y="71742"/>
                  </a:lnTo>
                  <a:lnTo>
                    <a:pt x="428879" y="71742"/>
                  </a:lnTo>
                  <a:lnTo>
                    <a:pt x="430644" y="70129"/>
                  </a:lnTo>
                  <a:lnTo>
                    <a:pt x="430644" y="65735"/>
                  </a:lnTo>
                  <a:close/>
                </a:path>
              </a:pathLst>
            </a:custGeom>
            <a:solidFill>
              <a:srgbClr val="FFFFFF"/>
            </a:solidFill>
          </p:spPr>
          <p:txBody>
            <a:bodyPr wrap="square" lIns="0" tIns="0" rIns="0" bIns="0" rtlCol="0"/>
            <a:lstStyle/>
            <a:p>
              <a:endParaRPr/>
            </a:p>
          </p:txBody>
        </p:sp>
        <p:pic>
          <p:nvPicPr>
            <p:cNvPr id="4" name="object 4"/>
            <p:cNvPicPr>
              <a:picLocks noGrp="1" noRot="1" noMove="1" noResize="1" noEditPoints="1" noAdjustHandles="1" noChangeArrowheads="1" noChangeShapeType="1" noCrop="1"/>
            </p:cNvPicPr>
            <p:nvPr/>
          </p:nvPicPr>
          <p:blipFill>
            <a:blip r:embed="rId3" cstate="print"/>
            <a:stretch>
              <a:fillRect/>
            </a:stretch>
          </p:blipFill>
          <p:spPr>
            <a:xfrm>
              <a:off x="859313" y="758855"/>
              <a:ext cx="127684" cy="138549"/>
            </a:xfrm>
            <a:prstGeom prst="rect">
              <a:avLst/>
            </a:prstGeom>
          </p:spPr>
        </p:pic>
        <p:sp>
          <p:nvSpPr>
            <p:cNvPr id="5" name="object 5"/>
            <p:cNvSpPr>
              <a:spLocks noGrp="1" noRot="1" noMove="1" noResize="1" noEditPoints="1" noAdjustHandles="1" noChangeArrowheads="1" noChangeShapeType="1"/>
            </p:cNvSpPr>
            <p:nvPr/>
          </p:nvSpPr>
          <p:spPr>
            <a:xfrm>
              <a:off x="750720" y="833538"/>
              <a:ext cx="382905" cy="100965"/>
            </a:xfrm>
            <a:custGeom>
              <a:avLst/>
              <a:gdLst/>
              <a:ahLst/>
              <a:cxnLst/>
              <a:rect l="l" t="t" r="r" b="b"/>
              <a:pathLst>
                <a:path w="382905" h="100965">
                  <a:moveTo>
                    <a:pt x="191296" y="100680"/>
                  </a:moveTo>
                  <a:lnTo>
                    <a:pt x="141980" y="95797"/>
                  </a:lnTo>
                  <a:lnTo>
                    <a:pt x="116222" y="66004"/>
                  </a:lnTo>
                  <a:lnTo>
                    <a:pt x="108211" y="49550"/>
                  </a:lnTo>
                  <a:lnTo>
                    <a:pt x="108211" y="38518"/>
                  </a:lnTo>
                  <a:lnTo>
                    <a:pt x="119910" y="28106"/>
                  </a:lnTo>
                  <a:lnTo>
                    <a:pt x="109483" y="30361"/>
                  </a:lnTo>
                  <a:lnTo>
                    <a:pt x="98933" y="35024"/>
                  </a:lnTo>
                  <a:lnTo>
                    <a:pt x="88336" y="41244"/>
                  </a:lnTo>
                  <a:lnTo>
                    <a:pt x="61533" y="58575"/>
                  </a:lnTo>
                  <a:lnTo>
                    <a:pt x="47923" y="65679"/>
                  </a:lnTo>
                  <a:lnTo>
                    <a:pt x="41178" y="67616"/>
                  </a:lnTo>
                  <a:lnTo>
                    <a:pt x="28212" y="67616"/>
                  </a:lnTo>
                  <a:lnTo>
                    <a:pt x="6506" y="51161"/>
                  </a:lnTo>
                  <a:lnTo>
                    <a:pt x="348" y="48403"/>
                  </a:lnTo>
                  <a:lnTo>
                    <a:pt x="0" y="47551"/>
                  </a:lnTo>
                  <a:lnTo>
                    <a:pt x="522" y="45924"/>
                  </a:lnTo>
                  <a:lnTo>
                    <a:pt x="1409" y="45521"/>
                  </a:lnTo>
                  <a:lnTo>
                    <a:pt x="2216" y="45769"/>
                  </a:lnTo>
                  <a:lnTo>
                    <a:pt x="16212" y="46242"/>
                  </a:lnTo>
                  <a:lnTo>
                    <a:pt x="31341" y="41314"/>
                  </a:lnTo>
                  <a:lnTo>
                    <a:pt x="47137" y="32831"/>
                  </a:lnTo>
                  <a:lnTo>
                    <a:pt x="76300" y="14203"/>
                  </a:lnTo>
                  <a:lnTo>
                    <a:pt x="88981" y="6966"/>
                  </a:lnTo>
                  <a:lnTo>
                    <a:pt x="101041" y="1905"/>
                  </a:lnTo>
                  <a:lnTo>
                    <a:pt x="112343" y="0"/>
                  </a:lnTo>
                  <a:lnTo>
                    <a:pt x="117662" y="0"/>
                  </a:lnTo>
                  <a:lnTo>
                    <a:pt x="122364" y="1146"/>
                  </a:lnTo>
                  <a:lnTo>
                    <a:pt x="131531" y="5965"/>
                  </a:lnTo>
                  <a:lnTo>
                    <a:pt x="135346" y="10365"/>
                  </a:lnTo>
                  <a:lnTo>
                    <a:pt x="140223" y="21846"/>
                  </a:lnTo>
                  <a:lnTo>
                    <a:pt x="148946" y="35527"/>
                  </a:lnTo>
                  <a:lnTo>
                    <a:pt x="148946" y="41756"/>
                  </a:lnTo>
                  <a:lnTo>
                    <a:pt x="147870" y="44080"/>
                  </a:lnTo>
                  <a:lnTo>
                    <a:pt x="143136" y="48171"/>
                  </a:lnTo>
                  <a:lnTo>
                    <a:pt x="127526" y="56026"/>
                  </a:lnTo>
                  <a:lnTo>
                    <a:pt x="127272" y="58908"/>
                  </a:lnTo>
                  <a:lnTo>
                    <a:pt x="171766" y="68448"/>
                  </a:lnTo>
                  <a:lnTo>
                    <a:pt x="191296" y="69242"/>
                  </a:lnTo>
                  <a:lnTo>
                    <a:pt x="201286" y="69039"/>
                  </a:lnTo>
                  <a:lnTo>
                    <a:pt x="243526" y="63080"/>
                  </a:lnTo>
                  <a:lnTo>
                    <a:pt x="255511" y="59016"/>
                  </a:lnTo>
                  <a:lnTo>
                    <a:pt x="255020" y="57064"/>
                  </a:lnTo>
                  <a:lnTo>
                    <a:pt x="242307" y="50650"/>
                  </a:lnTo>
                  <a:lnTo>
                    <a:pt x="239441" y="48682"/>
                  </a:lnTo>
                  <a:lnTo>
                    <a:pt x="234945" y="44251"/>
                  </a:lnTo>
                  <a:lnTo>
                    <a:pt x="233726" y="41756"/>
                  </a:lnTo>
                  <a:lnTo>
                    <a:pt x="233726" y="35527"/>
                  </a:lnTo>
                  <a:lnTo>
                    <a:pt x="242560" y="21846"/>
                  </a:lnTo>
                  <a:lnTo>
                    <a:pt x="247389" y="10365"/>
                  </a:lnTo>
                  <a:lnTo>
                    <a:pt x="251236" y="5965"/>
                  </a:lnTo>
                  <a:lnTo>
                    <a:pt x="256096" y="3176"/>
                  </a:lnTo>
                  <a:lnTo>
                    <a:pt x="260260" y="1146"/>
                  </a:lnTo>
                  <a:lnTo>
                    <a:pt x="264962" y="0"/>
                  </a:lnTo>
                  <a:lnTo>
                    <a:pt x="270424" y="0"/>
                  </a:lnTo>
                  <a:lnTo>
                    <a:pt x="281660" y="1905"/>
                  </a:lnTo>
                  <a:lnTo>
                    <a:pt x="293697" y="6966"/>
                  </a:lnTo>
                  <a:lnTo>
                    <a:pt x="306376" y="14203"/>
                  </a:lnTo>
                  <a:lnTo>
                    <a:pt x="335500" y="32831"/>
                  </a:lnTo>
                  <a:lnTo>
                    <a:pt x="351306" y="41314"/>
                  </a:lnTo>
                  <a:lnTo>
                    <a:pt x="366475" y="46242"/>
                  </a:lnTo>
                  <a:lnTo>
                    <a:pt x="380535" y="45769"/>
                  </a:lnTo>
                  <a:lnTo>
                    <a:pt x="381311" y="45521"/>
                  </a:lnTo>
                  <a:lnTo>
                    <a:pt x="382182" y="45924"/>
                  </a:lnTo>
                  <a:lnTo>
                    <a:pt x="382467" y="46683"/>
                  </a:lnTo>
                  <a:lnTo>
                    <a:pt x="382688" y="47551"/>
                  </a:lnTo>
                  <a:lnTo>
                    <a:pt x="382324" y="48403"/>
                  </a:lnTo>
                  <a:lnTo>
                    <a:pt x="376166" y="51083"/>
                  </a:lnTo>
                  <a:lnTo>
                    <a:pt x="354460" y="67616"/>
                  </a:lnTo>
                  <a:lnTo>
                    <a:pt x="341510" y="67616"/>
                  </a:lnTo>
                  <a:lnTo>
                    <a:pt x="334860" y="65679"/>
                  </a:lnTo>
                  <a:lnTo>
                    <a:pt x="319456" y="57715"/>
                  </a:lnTo>
                  <a:lnTo>
                    <a:pt x="294434" y="41212"/>
                  </a:lnTo>
                  <a:lnTo>
                    <a:pt x="283777" y="34995"/>
                  </a:lnTo>
                  <a:lnTo>
                    <a:pt x="273188" y="30350"/>
                  </a:lnTo>
                  <a:lnTo>
                    <a:pt x="262746" y="28106"/>
                  </a:lnTo>
                  <a:lnTo>
                    <a:pt x="274968" y="38936"/>
                  </a:lnTo>
                  <a:lnTo>
                    <a:pt x="274968" y="49704"/>
                  </a:lnTo>
                  <a:lnTo>
                    <a:pt x="271216" y="56599"/>
                  </a:lnTo>
                  <a:lnTo>
                    <a:pt x="266593" y="66004"/>
                  </a:lnTo>
                  <a:lnTo>
                    <a:pt x="261099" y="86999"/>
                  </a:lnTo>
                  <a:lnTo>
                    <a:pt x="251078" y="92034"/>
                  </a:lnTo>
                  <a:lnTo>
                    <a:pt x="240766" y="95797"/>
                  </a:lnTo>
                  <a:lnTo>
                    <a:pt x="227326" y="98501"/>
                  </a:lnTo>
                  <a:lnTo>
                    <a:pt x="210816" y="100133"/>
                  </a:lnTo>
                  <a:lnTo>
                    <a:pt x="191296" y="100680"/>
                  </a:lnTo>
                  <a:close/>
                </a:path>
              </a:pathLst>
            </a:custGeom>
            <a:solidFill>
              <a:srgbClr val="FFFFFF"/>
            </a:solidFill>
          </p:spPr>
          <p:txBody>
            <a:bodyPr wrap="square" lIns="0" tIns="0" rIns="0" bIns="0" rtlCol="0"/>
            <a:lstStyle/>
            <a:p>
              <a:endParaRPr/>
            </a:p>
          </p:txBody>
        </p:sp>
        <p:pic>
          <p:nvPicPr>
            <p:cNvPr id="6" name="object 6"/>
            <p:cNvPicPr>
              <a:picLocks noGrp="1" noRot="1" noMove="1" noResize="1" noEditPoints="1" noAdjustHandles="1" noChangeArrowheads="1" noChangeShapeType="1" noCrop="1"/>
            </p:cNvPicPr>
            <p:nvPr/>
          </p:nvPicPr>
          <p:blipFill>
            <a:blip r:embed="rId4" cstate="print"/>
            <a:stretch>
              <a:fillRect/>
            </a:stretch>
          </p:blipFill>
          <p:spPr>
            <a:xfrm>
              <a:off x="864000" y="607992"/>
              <a:ext cx="162906" cy="217170"/>
            </a:xfrm>
            <a:prstGeom prst="rect">
              <a:avLst/>
            </a:prstGeom>
          </p:spPr>
        </p:pic>
        <p:sp>
          <p:nvSpPr>
            <p:cNvPr id="7" name="object 7"/>
            <p:cNvSpPr>
              <a:spLocks noGrp="1" noRot="1" noMove="1" noResize="1" noEditPoints="1" noAdjustHandles="1" noChangeArrowheads="1" noChangeShapeType="1"/>
            </p:cNvSpPr>
            <p:nvPr/>
          </p:nvSpPr>
          <p:spPr>
            <a:xfrm>
              <a:off x="702043" y="546036"/>
              <a:ext cx="492759" cy="325120"/>
            </a:xfrm>
            <a:custGeom>
              <a:avLst/>
              <a:gdLst/>
              <a:ahLst/>
              <a:cxnLst/>
              <a:rect l="l" t="t" r="r" b="b"/>
              <a:pathLst>
                <a:path w="492759" h="325119">
                  <a:moveTo>
                    <a:pt x="71945" y="28511"/>
                  </a:moveTo>
                  <a:lnTo>
                    <a:pt x="70612" y="27266"/>
                  </a:lnTo>
                  <a:lnTo>
                    <a:pt x="67449" y="27266"/>
                  </a:lnTo>
                  <a:lnTo>
                    <a:pt x="66065" y="28511"/>
                  </a:lnTo>
                  <a:lnTo>
                    <a:pt x="66065" y="31661"/>
                  </a:lnTo>
                  <a:lnTo>
                    <a:pt x="67449" y="32893"/>
                  </a:lnTo>
                  <a:lnTo>
                    <a:pt x="70612" y="32893"/>
                  </a:lnTo>
                  <a:lnTo>
                    <a:pt x="71945" y="31661"/>
                  </a:lnTo>
                  <a:lnTo>
                    <a:pt x="71945" y="30048"/>
                  </a:lnTo>
                  <a:lnTo>
                    <a:pt x="71945" y="28511"/>
                  </a:lnTo>
                  <a:close/>
                </a:path>
                <a:path w="492759" h="325119">
                  <a:moveTo>
                    <a:pt x="73012" y="36055"/>
                  </a:moveTo>
                  <a:lnTo>
                    <a:pt x="71653" y="34772"/>
                  </a:lnTo>
                  <a:lnTo>
                    <a:pt x="68478" y="34772"/>
                  </a:lnTo>
                  <a:lnTo>
                    <a:pt x="67106" y="36055"/>
                  </a:lnTo>
                  <a:lnTo>
                    <a:pt x="67106" y="39103"/>
                  </a:lnTo>
                  <a:lnTo>
                    <a:pt x="68478" y="40513"/>
                  </a:lnTo>
                  <a:lnTo>
                    <a:pt x="71653" y="40513"/>
                  </a:lnTo>
                  <a:lnTo>
                    <a:pt x="73012" y="39103"/>
                  </a:lnTo>
                  <a:lnTo>
                    <a:pt x="73012" y="37490"/>
                  </a:lnTo>
                  <a:lnTo>
                    <a:pt x="73012" y="36055"/>
                  </a:lnTo>
                  <a:close/>
                </a:path>
                <a:path w="492759" h="325119">
                  <a:moveTo>
                    <a:pt x="76466" y="22326"/>
                  </a:moveTo>
                  <a:lnTo>
                    <a:pt x="75107" y="21132"/>
                  </a:lnTo>
                  <a:lnTo>
                    <a:pt x="71945" y="21132"/>
                  </a:lnTo>
                  <a:lnTo>
                    <a:pt x="70688" y="22326"/>
                  </a:lnTo>
                  <a:lnTo>
                    <a:pt x="70688" y="25438"/>
                  </a:lnTo>
                  <a:lnTo>
                    <a:pt x="71945" y="26771"/>
                  </a:lnTo>
                  <a:lnTo>
                    <a:pt x="73596" y="26771"/>
                  </a:lnTo>
                  <a:lnTo>
                    <a:pt x="75107" y="26771"/>
                  </a:lnTo>
                  <a:lnTo>
                    <a:pt x="76466" y="25438"/>
                  </a:lnTo>
                  <a:lnTo>
                    <a:pt x="76466" y="22326"/>
                  </a:lnTo>
                  <a:close/>
                </a:path>
                <a:path w="492759" h="325119">
                  <a:moveTo>
                    <a:pt x="84124" y="21856"/>
                  </a:moveTo>
                  <a:lnTo>
                    <a:pt x="82880" y="20637"/>
                  </a:lnTo>
                  <a:lnTo>
                    <a:pt x="79679" y="20637"/>
                  </a:lnTo>
                  <a:lnTo>
                    <a:pt x="78409" y="21856"/>
                  </a:lnTo>
                  <a:lnTo>
                    <a:pt x="78409" y="24993"/>
                  </a:lnTo>
                  <a:lnTo>
                    <a:pt x="79679" y="26327"/>
                  </a:lnTo>
                  <a:lnTo>
                    <a:pt x="81229" y="26327"/>
                  </a:lnTo>
                  <a:lnTo>
                    <a:pt x="82880" y="26327"/>
                  </a:lnTo>
                  <a:lnTo>
                    <a:pt x="84124" y="24993"/>
                  </a:lnTo>
                  <a:lnTo>
                    <a:pt x="84124" y="21856"/>
                  </a:lnTo>
                  <a:close/>
                </a:path>
                <a:path w="492759" h="325119">
                  <a:moveTo>
                    <a:pt x="94157" y="24358"/>
                  </a:moveTo>
                  <a:lnTo>
                    <a:pt x="94043" y="20967"/>
                  </a:lnTo>
                  <a:lnTo>
                    <a:pt x="93319" y="19939"/>
                  </a:lnTo>
                  <a:lnTo>
                    <a:pt x="92087" y="19316"/>
                  </a:lnTo>
                  <a:lnTo>
                    <a:pt x="90779" y="18237"/>
                  </a:lnTo>
                  <a:lnTo>
                    <a:pt x="89103" y="16637"/>
                  </a:lnTo>
                  <a:lnTo>
                    <a:pt x="88595" y="16052"/>
                  </a:lnTo>
                  <a:lnTo>
                    <a:pt x="88112" y="15494"/>
                  </a:lnTo>
                  <a:lnTo>
                    <a:pt x="88163" y="15341"/>
                  </a:lnTo>
                  <a:lnTo>
                    <a:pt x="88265" y="15113"/>
                  </a:lnTo>
                  <a:lnTo>
                    <a:pt x="93243" y="15494"/>
                  </a:lnTo>
                  <a:lnTo>
                    <a:pt x="93179" y="15341"/>
                  </a:lnTo>
                  <a:lnTo>
                    <a:pt x="93091" y="15113"/>
                  </a:lnTo>
                  <a:lnTo>
                    <a:pt x="92456" y="13474"/>
                  </a:lnTo>
                  <a:lnTo>
                    <a:pt x="91262" y="10426"/>
                  </a:lnTo>
                  <a:lnTo>
                    <a:pt x="87731" y="13474"/>
                  </a:lnTo>
                  <a:lnTo>
                    <a:pt x="87363" y="13474"/>
                  </a:lnTo>
                  <a:lnTo>
                    <a:pt x="87083" y="8115"/>
                  </a:lnTo>
                  <a:lnTo>
                    <a:pt x="82042" y="9906"/>
                  </a:lnTo>
                  <a:lnTo>
                    <a:pt x="85382" y="13995"/>
                  </a:lnTo>
                  <a:lnTo>
                    <a:pt x="85242" y="14224"/>
                  </a:lnTo>
                  <a:lnTo>
                    <a:pt x="85242" y="14376"/>
                  </a:lnTo>
                  <a:lnTo>
                    <a:pt x="80759" y="14630"/>
                  </a:lnTo>
                  <a:lnTo>
                    <a:pt x="83185" y="19697"/>
                  </a:lnTo>
                  <a:lnTo>
                    <a:pt x="86080" y="16052"/>
                  </a:lnTo>
                  <a:lnTo>
                    <a:pt x="86220" y="16052"/>
                  </a:lnTo>
                  <a:lnTo>
                    <a:pt x="86347" y="16637"/>
                  </a:lnTo>
                  <a:lnTo>
                    <a:pt x="86588" y="17881"/>
                  </a:lnTo>
                  <a:lnTo>
                    <a:pt x="86715" y="19697"/>
                  </a:lnTo>
                  <a:lnTo>
                    <a:pt x="86791" y="24358"/>
                  </a:lnTo>
                  <a:lnTo>
                    <a:pt x="88392" y="26060"/>
                  </a:lnTo>
                  <a:lnTo>
                    <a:pt x="92506" y="26060"/>
                  </a:lnTo>
                  <a:lnTo>
                    <a:pt x="94157" y="24358"/>
                  </a:lnTo>
                  <a:close/>
                </a:path>
                <a:path w="492759" h="325119">
                  <a:moveTo>
                    <a:pt x="100431" y="15557"/>
                  </a:moveTo>
                  <a:lnTo>
                    <a:pt x="99174" y="14630"/>
                  </a:lnTo>
                  <a:lnTo>
                    <a:pt x="98107" y="13474"/>
                  </a:lnTo>
                  <a:lnTo>
                    <a:pt x="96126" y="13474"/>
                  </a:lnTo>
                  <a:lnTo>
                    <a:pt x="95008" y="14630"/>
                  </a:lnTo>
                  <a:lnTo>
                    <a:pt x="93941" y="15557"/>
                  </a:lnTo>
                  <a:lnTo>
                    <a:pt x="93941" y="17360"/>
                  </a:lnTo>
                  <a:lnTo>
                    <a:pt x="95084" y="18605"/>
                  </a:lnTo>
                  <a:lnTo>
                    <a:pt x="96126" y="19685"/>
                  </a:lnTo>
                  <a:lnTo>
                    <a:pt x="98107" y="19685"/>
                  </a:lnTo>
                  <a:lnTo>
                    <a:pt x="99174" y="18516"/>
                  </a:lnTo>
                  <a:lnTo>
                    <a:pt x="100431" y="17360"/>
                  </a:lnTo>
                  <a:lnTo>
                    <a:pt x="100431" y="15557"/>
                  </a:lnTo>
                  <a:close/>
                </a:path>
                <a:path w="492759" h="325119">
                  <a:moveTo>
                    <a:pt x="106845" y="10795"/>
                  </a:moveTo>
                  <a:lnTo>
                    <a:pt x="105765" y="9817"/>
                  </a:lnTo>
                  <a:lnTo>
                    <a:pt x="104559" y="8572"/>
                  </a:lnTo>
                  <a:lnTo>
                    <a:pt x="102730" y="8572"/>
                  </a:lnTo>
                  <a:lnTo>
                    <a:pt x="101536" y="9817"/>
                  </a:lnTo>
                  <a:lnTo>
                    <a:pt x="100457" y="10795"/>
                  </a:lnTo>
                  <a:lnTo>
                    <a:pt x="100457" y="12661"/>
                  </a:lnTo>
                  <a:lnTo>
                    <a:pt x="101536" y="13906"/>
                  </a:lnTo>
                  <a:lnTo>
                    <a:pt x="102730" y="14859"/>
                  </a:lnTo>
                  <a:lnTo>
                    <a:pt x="104559" y="14859"/>
                  </a:lnTo>
                  <a:lnTo>
                    <a:pt x="105765" y="13906"/>
                  </a:lnTo>
                  <a:lnTo>
                    <a:pt x="106845" y="12661"/>
                  </a:lnTo>
                  <a:lnTo>
                    <a:pt x="106845" y="10795"/>
                  </a:lnTo>
                  <a:close/>
                </a:path>
                <a:path w="492759" h="325119">
                  <a:moveTo>
                    <a:pt x="114452" y="12128"/>
                  </a:moveTo>
                  <a:lnTo>
                    <a:pt x="113347" y="10960"/>
                  </a:lnTo>
                  <a:lnTo>
                    <a:pt x="112191" y="9906"/>
                  </a:lnTo>
                  <a:lnTo>
                    <a:pt x="110337" y="9906"/>
                  </a:lnTo>
                  <a:lnTo>
                    <a:pt x="109321" y="10960"/>
                  </a:lnTo>
                  <a:lnTo>
                    <a:pt x="108089" y="12128"/>
                  </a:lnTo>
                  <a:lnTo>
                    <a:pt x="108216" y="13995"/>
                  </a:lnTo>
                  <a:lnTo>
                    <a:pt x="110464" y="16052"/>
                  </a:lnTo>
                  <a:lnTo>
                    <a:pt x="112318" y="16052"/>
                  </a:lnTo>
                  <a:lnTo>
                    <a:pt x="113347" y="15024"/>
                  </a:lnTo>
                  <a:lnTo>
                    <a:pt x="114452" y="13995"/>
                  </a:lnTo>
                  <a:lnTo>
                    <a:pt x="114452" y="12128"/>
                  </a:lnTo>
                  <a:close/>
                </a:path>
                <a:path w="492759" h="325119">
                  <a:moveTo>
                    <a:pt x="118529" y="23126"/>
                  </a:moveTo>
                  <a:lnTo>
                    <a:pt x="114071" y="23393"/>
                  </a:lnTo>
                  <a:lnTo>
                    <a:pt x="115328" y="25158"/>
                  </a:lnTo>
                  <a:lnTo>
                    <a:pt x="115722" y="25984"/>
                  </a:lnTo>
                  <a:lnTo>
                    <a:pt x="115836" y="27457"/>
                  </a:lnTo>
                  <a:lnTo>
                    <a:pt x="115011" y="27051"/>
                  </a:lnTo>
                  <a:lnTo>
                    <a:pt x="113855" y="26162"/>
                  </a:lnTo>
                  <a:lnTo>
                    <a:pt x="112826" y="24726"/>
                  </a:lnTo>
                  <a:lnTo>
                    <a:pt x="112941" y="26162"/>
                  </a:lnTo>
                  <a:lnTo>
                    <a:pt x="113042" y="27457"/>
                  </a:lnTo>
                  <a:lnTo>
                    <a:pt x="113157" y="28829"/>
                  </a:lnTo>
                  <a:lnTo>
                    <a:pt x="113258" y="30035"/>
                  </a:lnTo>
                  <a:lnTo>
                    <a:pt x="113322" y="30848"/>
                  </a:lnTo>
                  <a:lnTo>
                    <a:pt x="113398" y="31127"/>
                  </a:lnTo>
                  <a:lnTo>
                    <a:pt x="114071" y="30035"/>
                  </a:lnTo>
                  <a:lnTo>
                    <a:pt x="114198" y="29908"/>
                  </a:lnTo>
                  <a:lnTo>
                    <a:pt x="114782" y="29235"/>
                  </a:lnTo>
                  <a:lnTo>
                    <a:pt x="115836" y="28829"/>
                  </a:lnTo>
                  <a:lnTo>
                    <a:pt x="115722" y="31127"/>
                  </a:lnTo>
                  <a:lnTo>
                    <a:pt x="115608" y="33248"/>
                  </a:lnTo>
                  <a:lnTo>
                    <a:pt x="113855" y="34925"/>
                  </a:lnTo>
                  <a:lnTo>
                    <a:pt x="112318" y="35242"/>
                  </a:lnTo>
                  <a:lnTo>
                    <a:pt x="111023" y="35496"/>
                  </a:lnTo>
                  <a:lnTo>
                    <a:pt x="110426" y="35496"/>
                  </a:lnTo>
                  <a:lnTo>
                    <a:pt x="109093" y="34429"/>
                  </a:lnTo>
                  <a:lnTo>
                    <a:pt x="109029" y="34036"/>
                  </a:lnTo>
                  <a:lnTo>
                    <a:pt x="108940" y="33528"/>
                  </a:lnTo>
                  <a:lnTo>
                    <a:pt x="108889" y="33248"/>
                  </a:lnTo>
                  <a:lnTo>
                    <a:pt x="108775" y="32537"/>
                  </a:lnTo>
                  <a:lnTo>
                    <a:pt x="108534" y="31127"/>
                  </a:lnTo>
                  <a:lnTo>
                    <a:pt x="108915" y="30848"/>
                  </a:lnTo>
                  <a:lnTo>
                    <a:pt x="110197" y="29908"/>
                  </a:lnTo>
                  <a:lnTo>
                    <a:pt x="112014" y="31648"/>
                  </a:lnTo>
                  <a:lnTo>
                    <a:pt x="112039" y="31369"/>
                  </a:lnTo>
                  <a:lnTo>
                    <a:pt x="112153" y="29908"/>
                  </a:lnTo>
                  <a:lnTo>
                    <a:pt x="112191" y="29489"/>
                  </a:lnTo>
                  <a:lnTo>
                    <a:pt x="112204" y="29235"/>
                  </a:lnTo>
                  <a:lnTo>
                    <a:pt x="112318" y="27774"/>
                  </a:lnTo>
                  <a:lnTo>
                    <a:pt x="109004" y="27774"/>
                  </a:lnTo>
                  <a:lnTo>
                    <a:pt x="107619" y="29235"/>
                  </a:lnTo>
                  <a:lnTo>
                    <a:pt x="109321" y="25615"/>
                  </a:lnTo>
                  <a:lnTo>
                    <a:pt x="109207" y="25158"/>
                  </a:lnTo>
                  <a:lnTo>
                    <a:pt x="109080" y="24726"/>
                  </a:lnTo>
                  <a:lnTo>
                    <a:pt x="109029" y="24561"/>
                  </a:lnTo>
                  <a:lnTo>
                    <a:pt x="108597" y="22974"/>
                  </a:lnTo>
                  <a:lnTo>
                    <a:pt x="105181" y="21132"/>
                  </a:lnTo>
                  <a:lnTo>
                    <a:pt x="102971" y="24561"/>
                  </a:lnTo>
                  <a:lnTo>
                    <a:pt x="103035" y="24726"/>
                  </a:lnTo>
                  <a:lnTo>
                    <a:pt x="103911" y="27051"/>
                  </a:lnTo>
                  <a:lnTo>
                    <a:pt x="106489" y="29489"/>
                  </a:lnTo>
                  <a:lnTo>
                    <a:pt x="103911" y="28333"/>
                  </a:lnTo>
                  <a:lnTo>
                    <a:pt x="101536" y="30492"/>
                  </a:lnTo>
                  <a:lnTo>
                    <a:pt x="103911" y="33528"/>
                  </a:lnTo>
                  <a:lnTo>
                    <a:pt x="103962" y="33248"/>
                  </a:lnTo>
                  <a:lnTo>
                    <a:pt x="104432" y="30848"/>
                  </a:lnTo>
                  <a:lnTo>
                    <a:pt x="106730" y="31369"/>
                  </a:lnTo>
                  <a:lnTo>
                    <a:pt x="106794" y="31648"/>
                  </a:lnTo>
                  <a:lnTo>
                    <a:pt x="107632" y="35242"/>
                  </a:lnTo>
                  <a:lnTo>
                    <a:pt x="105879" y="37414"/>
                  </a:lnTo>
                  <a:lnTo>
                    <a:pt x="99047" y="39535"/>
                  </a:lnTo>
                  <a:lnTo>
                    <a:pt x="98971" y="39382"/>
                  </a:lnTo>
                  <a:lnTo>
                    <a:pt x="97599" y="36906"/>
                  </a:lnTo>
                  <a:lnTo>
                    <a:pt x="96939" y="35496"/>
                  </a:lnTo>
                  <a:lnTo>
                    <a:pt x="96824" y="35242"/>
                  </a:lnTo>
                  <a:lnTo>
                    <a:pt x="96672" y="34925"/>
                  </a:lnTo>
                  <a:lnTo>
                    <a:pt x="96710" y="34683"/>
                  </a:lnTo>
                  <a:lnTo>
                    <a:pt x="97485" y="34188"/>
                  </a:lnTo>
                  <a:lnTo>
                    <a:pt x="99631" y="34429"/>
                  </a:lnTo>
                  <a:lnTo>
                    <a:pt x="101879" y="35737"/>
                  </a:lnTo>
                  <a:lnTo>
                    <a:pt x="102006" y="35737"/>
                  </a:lnTo>
                  <a:lnTo>
                    <a:pt x="101930" y="35496"/>
                  </a:lnTo>
                  <a:lnTo>
                    <a:pt x="101854" y="35242"/>
                  </a:lnTo>
                  <a:lnTo>
                    <a:pt x="101739" y="34925"/>
                  </a:lnTo>
                  <a:lnTo>
                    <a:pt x="101663" y="34683"/>
                  </a:lnTo>
                  <a:lnTo>
                    <a:pt x="101574" y="34429"/>
                  </a:lnTo>
                  <a:lnTo>
                    <a:pt x="101180" y="33248"/>
                  </a:lnTo>
                  <a:lnTo>
                    <a:pt x="99936" y="29489"/>
                  </a:lnTo>
                  <a:lnTo>
                    <a:pt x="99174" y="31648"/>
                  </a:lnTo>
                  <a:lnTo>
                    <a:pt x="98005" y="32537"/>
                  </a:lnTo>
                  <a:lnTo>
                    <a:pt x="98285" y="32537"/>
                  </a:lnTo>
                  <a:lnTo>
                    <a:pt x="96304" y="33248"/>
                  </a:lnTo>
                  <a:lnTo>
                    <a:pt x="96037" y="33248"/>
                  </a:lnTo>
                  <a:lnTo>
                    <a:pt x="96113" y="30848"/>
                  </a:lnTo>
                  <a:lnTo>
                    <a:pt x="97243" y="27774"/>
                  </a:lnTo>
                  <a:lnTo>
                    <a:pt x="89408" y="30848"/>
                  </a:lnTo>
                  <a:lnTo>
                    <a:pt x="92862" y="32537"/>
                  </a:lnTo>
                  <a:lnTo>
                    <a:pt x="93573" y="33248"/>
                  </a:lnTo>
                  <a:lnTo>
                    <a:pt x="94259" y="34036"/>
                  </a:lnTo>
                  <a:lnTo>
                    <a:pt x="94500" y="34036"/>
                  </a:lnTo>
                  <a:lnTo>
                    <a:pt x="92570" y="34683"/>
                  </a:lnTo>
                  <a:lnTo>
                    <a:pt x="91084" y="34925"/>
                  </a:lnTo>
                  <a:lnTo>
                    <a:pt x="88684" y="34036"/>
                  </a:lnTo>
                  <a:lnTo>
                    <a:pt x="91757" y="39992"/>
                  </a:lnTo>
                  <a:lnTo>
                    <a:pt x="91871" y="39535"/>
                  </a:lnTo>
                  <a:lnTo>
                    <a:pt x="91986" y="39103"/>
                  </a:lnTo>
                  <a:lnTo>
                    <a:pt x="92049" y="38862"/>
                  </a:lnTo>
                  <a:lnTo>
                    <a:pt x="92138" y="38557"/>
                  </a:lnTo>
                  <a:lnTo>
                    <a:pt x="92252" y="38125"/>
                  </a:lnTo>
                  <a:lnTo>
                    <a:pt x="92303" y="37922"/>
                  </a:lnTo>
                  <a:lnTo>
                    <a:pt x="92506" y="37134"/>
                  </a:lnTo>
                  <a:lnTo>
                    <a:pt x="93941" y="35496"/>
                  </a:lnTo>
                  <a:lnTo>
                    <a:pt x="95008" y="35496"/>
                  </a:lnTo>
                  <a:lnTo>
                    <a:pt x="95097" y="35737"/>
                  </a:lnTo>
                  <a:lnTo>
                    <a:pt x="96672" y="40513"/>
                  </a:lnTo>
                  <a:lnTo>
                    <a:pt x="92227" y="42557"/>
                  </a:lnTo>
                  <a:lnTo>
                    <a:pt x="91262" y="43154"/>
                  </a:lnTo>
                  <a:lnTo>
                    <a:pt x="90538" y="43548"/>
                  </a:lnTo>
                  <a:lnTo>
                    <a:pt x="89154" y="43548"/>
                  </a:lnTo>
                  <a:lnTo>
                    <a:pt x="87363" y="43307"/>
                  </a:lnTo>
                  <a:lnTo>
                    <a:pt x="87274" y="43154"/>
                  </a:lnTo>
                  <a:lnTo>
                    <a:pt x="86436" y="41821"/>
                  </a:lnTo>
                  <a:lnTo>
                    <a:pt x="85953" y="41008"/>
                  </a:lnTo>
                  <a:lnTo>
                    <a:pt x="85356" y="39992"/>
                  </a:lnTo>
                  <a:lnTo>
                    <a:pt x="85864" y="39103"/>
                  </a:lnTo>
                  <a:lnTo>
                    <a:pt x="86169" y="38557"/>
                  </a:lnTo>
                  <a:lnTo>
                    <a:pt x="86525" y="37922"/>
                  </a:lnTo>
                  <a:lnTo>
                    <a:pt x="88760" y="39535"/>
                  </a:lnTo>
                  <a:lnTo>
                    <a:pt x="88722" y="39103"/>
                  </a:lnTo>
                  <a:lnTo>
                    <a:pt x="88607" y="37922"/>
                  </a:lnTo>
                  <a:lnTo>
                    <a:pt x="88506" y="36906"/>
                  </a:lnTo>
                  <a:lnTo>
                    <a:pt x="88392" y="35737"/>
                  </a:lnTo>
                  <a:lnTo>
                    <a:pt x="85039" y="35737"/>
                  </a:lnTo>
                  <a:lnTo>
                    <a:pt x="84124" y="38557"/>
                  </a:lnTo>
                  <a:lnTo>
                    <a:pt x="84226" y="34683"/>
                  </a:lnTo>
                  <a:lnTo>
                    <a:pt x="83185" y="32537"/>
                  </a:lnTo>
                  <a:lnTo>
                    <a:pt x="79006" y="31369"/>
                  </a:lnTo>
                  <a:lnTo>
                    <a:pt x="78930" y="31648"/>
                  </a:lnTo>
                  <a:lnTo>
                    <a:pt x="78193" y="34429"/>
                  </a:lnTo>
                  <a:lnTo>
                    <a:pt x="78130" y="35496"/>
                  </a:lnTo>
                  <a:lnTo>
                    <a:pt x="79324" y="37414"/>
                  </a:lnTo>
                  <a:lnTo>
                    <a:pt x="83261" y="39103"/>
                  </a:lnTo>
                  <a:lnTo>
                    <a:pt x="81038" y="38862"/>
                  </a:lnTo>
                  <a:lnTo>
                    <a:pt x="78663" y="41008"/>
                  </a:lnTo>
                  <a:lnTo>
                    <a:pt x="81686" y="43548"/>
                  </a:lnTo>
                  <a:lnTo>
                    <a:pt x="81686" y="41351"/>
                  </a:lnTo>
                  <a:lnTo>
                    <a:pt x="83705" y="41008"/>
                  </a:lnTo>
                  <a:lnTo>
                    <a:pt x="84886" y="42557"/>
                  </a:lnTo>
                  <a:lnTo>
                    <a:pt x="85572" y="43548"/>
                  </a:lnTo>
                  <a:lnTo>
                    <a:pt x="85572" y="44246"/>
                  </a:lnTo>
                  <a:lnTo>
                    <a:pt x="85432" y="45504"/>
                  </a:lnTo>
                  <a:lnTo>
                    <a:pt x="83934" y="46558"/>
                  </a:lnTo>
                  <a:lnTo>
                    <a:pt x="82905" y="47244"/>
                  </a:lnTo>
                  <a:lnTo>
                    <a:pt x="80149" y="47244"/>
                  </a:lnTo>
                  <a:lnTo>
                    <a:pt x="76949" y="44246"/>
                  </a:lnTo>
                  <a:lnTo>
                    <a:pt x="77609" y="43967"/>
                  </a:lnTo>
                  <a:lnTo>
                    <a:pt x="78574" y="43967"/>
                  </a:lnTo>
                  <a:lnTo>
                    <a:pt x="79921" y="44246"/>
                  </a:lnTo>
                  <a:lnTo>
                    <a:pt x="80289" y="44246"/>
                  </a:lnTo>
                  <a:lnTo>
                    <a:pt x="80048" y="43967"/>
                  </a:lnTo>
                  <a:lnTo>
                    <a:pt x="79349" y="43154"/>
                  </a:lnTo>
                  <a:lnTo>
                    <a:pt x="76631" y="39992"/>
                  </a:lnTo>
                  <a:lnTo>
                    <a:pt x="76136" y="39535"/>
                  </a:lnTo>
                  <a:lnTo>
                    <a:pt x="76200" y="42557"/>
                  </a:lnTo>
                  <a:lnTo>
                    <a:pt x="75831" y="43154"/>
                  </a:lnTo>
                  <a:lnTo>
                    <a:pt x="74396" y="39992"/>
                  </a:lnTo>
                  <a:lnTo>
                    <a:pt x="74269" y="39382"/>
                  </a:lnTo>
                  <a:lnTo>
                    <a:pt x="71056" y="42075"/>
                  </a:lnTo>
                  <a:lnTo>
                    <a:pt x="70827" y="42075"/>
                  </a:lnTo>
                  <a:lnTo>
                    <a:pt x="74041" y="43967"/>
                  </a:lnTo>
                  <a:lnTo>
                    <a:pt x="77660" y="46913"/>
                  </a:lnTo>
                  <a:lnTo>
                    <a:pt x="81965" y="52768"/>
                  </a:lnTo>
                  <a:lnTo>
                    <a:pt x="86372" y="49885"/>
                  </a:lnTo>
                  <a:lnTo>
                    <a:pt x="92011" y="47244"/>
                  </a:lnTo>
                  <a:lnTo>
                    <a:pt x="94424" y="46113"/>
                  </a:lnTo>
                  <a:lnTo>
                    <a:pt x="99644" y="43967"/>
                  </a:lnTo>
                  <a:lnTo>
                    <a:pt x="100736" y="43548"/>
                  </a:lnTo>
                  <a:lnTo>
                    <a:pt x="104559" y="42075"/>
                  </a:lnTo>
                  <a:lnTo>
                    <a:pt x="112534" y="39535"/>
                  </a:lnTo>
                  <a:lnTo>
                    <a:pt x="113017" y="39382"/>
                  </a:lnTo>
                  <a:lnTo>
                    <a:pt x="118211" y="38125"/>
                  </a:lnTo>
                  <a:lnTo>
                    <a:pt x="118097" y="37414"/>
                  </a:lnTo>
                  <a:lnTo>
                    <a:pt x="118021" y="36906"/>
                  </a:lnTo>
                  <a:lnTo>
                    <a:pt x="117805" y="35496"/>
                  </a:lnTo>
                  <a:lnTo>
                    <a:pt x="117678" y="34683"/>
                  </a:lnTo>
                  <a:lnTo>
                    <a:pt x="117576" y="34036"/>
                  </a:lnTo>
                  <a:lnTo>
                    <a:pt x="117462" y="33248"/>
                  </a:lnTo>
                  <a:lnTo>
                    <a:pt x="117348" y="32537"/>
                  </a:lnTo>
                  <a:lnTo>
                    <a:pt x="117208" y="31648"/>
                  </a:lnTo>
                  <a:lnTo>
                    <a:pt x="117271" y="30035"/>
                  </a:lnTo>
                  <a:lnTo>
                    <a:pt x="117335" y="29489"/>
                  </a:lnTo>
                  <a:lnTo>
                    <a:pt x="117424" y="28829"/>
                  </a:lnTo>
                  <a:lnTo>
                    <a:pt x="117487" y="28333"/>
                  </a:lnTo>
                  <a:lnTo>
                    <a:pt x="117602" y="27457"/>
                  </a:lnTo>
                  <a:lnTo>
                    <a:pt x="117690" y="26771"/>
                  </a:lnTo>
                  <a:lnTo>
                    <a:pt x="118529" y="23126"/>
                  </a:lnTo>
                  <a:close/>
                </a:path>
                <a:path w="492759" h="325119">
                  <a:moveTo>
                    <a:pt x="119253" y="18161"/>
                  </a:moveTo>
                  <a:lnTo>
                    <a:pt x="118110" y="16916"/>
                  </a:lnTo>
                  <a:lnTo>
                    <a:pt x="116979" y="15887"/>
                  </a:lnTo>
                  <a:lnTo>
                    <a:pt x="115150" y="15887"/>
                  </a:lnTo>
                  <a:lnTo>
                    <a:pt x="113944" y="16916"/>
                  </a:lnTo>
                  <a:lnTo>
                    <a:pt x="112903" y="18161"/>
                  </a:lnTo>
                  <a:lnTo>
                    <a:pt x="112903" y="20040"/>
                  </a:lnTo>
                  <a:lnTo>
                    <a:pt x="113944" y="21145"/>
                  </a:lnTo>
                  <a:lnTo>
                    <a:pt x="115150" y="22085"/>
                  </a:lnTo>
                  <a:lnTo>
                    <a:pt x="116979" y="22085"/>
                  </a:lnTo>
                  <a:lnTo>
                    <a:pt x="118110" y="21031"/>
                  </a:lnTo>
                  <a:lnTo>
                    <a:pt x="119253" y="20040"/>
                  </a:lnTo>
                  <a:lnTo>
                    <a:pt x="119253" y="18161"/>
                  </a:lnTo>
                  <a:close/>
                </a:path>
                <a:path w="492759" h="325119">
                  <a:moveTo>
                    <a:pt x="179311" y="207314"/>
                  </a:moveTo>
                  <a:lnTo>
                    <a:pt x="176161" y="206044"/>
                  </a:lnTo>
                  <a:lnTo>
                    <a:pt x="177507" y="202234"/>
                  </a:lnTo>
                  <a:lnTo>
                    <a:pt x="178765" y="199694"/>
                  </a:lnTo>
                  <a:lnTo>
                    <a:pt x="174840" y="197154"/>
                  </a:lnTo>
                  <a:lnTo>
                    <a:pt x="172885" y="195884"/>
                  </a:lnTo>
                  <a:lnTo>
                    <a:pt x="171792" y="188264"/>
                  </a:lnTo>
                  <a:lnTo>
                    <a:pt x="171602" y="186994"/>
                  </a:lnTo>
                  <a:lnTo>
                    <a:pt x="172186" y="183184"/>
                  </a:lnTo>
                  <a:lnTo>
                    <a:pt x="167233" y="176834"/>
                  </a:lnTo>
                  <a:lnTo>
                    <a:pt x="162941" y="173024"/>
                  </a:lnTo>
                  <a:lnTo>
                    <a:pt x="161518" y="171754"/>
                  </a:lnTo>
                  <a:lnTo>
                    <a:pt x="139700" y="147624"/>
                  </a:lnTo>
                  <a:lnTo>
                    <a:pt x="144119" y="147624"/>
                  </a:lnTo>
                  <a:lnTo>
                    <a:pt x="147243" y="150164"/>
                  </a:lnTo>
                  <a:lnTo>
                    <a:pt x="149161" y="151434"/>
                  </a:lnTo>
                  <a:lnTo>
                    <a:pt x="152844" y="155244"/>
                  </a:lnTo>
                  <a:lnTo>
                    <a:pt x="156222" y="159054"/>
                  </a:lnTo>
                  <a:lnTo>
                    <a:pt x="159893" y="150164"/>
                  </a:lnTo>
                  <a:lnTo>
                    <a:pt x="161569" y="147624"/>
                  </a:lnTo>
                  <a:lnTo>
                    <a:pt x="164096" y="143814"/>
                  </a:lnTo>
                  <a:lnTo>
                    <a:pt x="168948" y="136194"/>
                  </a:lnTo>
                  <a:lnTo>
                    <a:pt x="174599" y="129844"/>
                  </a:lnTo>
                  <a:lnTo>
                    <a:pt x="176682" y="127304"/>
                  </a:lnTo>
                  <a:lnTo>
                    <a:pt x="177685" y="126034"/>
                  </a:lnTo>
                  <a:lnTo>
                    <a:pt x="174777" y="127304"/>
                  </a:lnTo>
                  <a:lnTo>
                    <a:pt x="170154" y="127304"/>
                  </a:lnTo>
                  <a:lnTo>
                    <a:pt x="167678" y="129844"/>
                  </a:lnTo>
                  <a:lnTo>
                    <a:pt x="167678" y="120954"/>
                  </a:lnTo>
                  <a:lnTo>
                    <a:pt x="164338" y="117144"/>
                  </a:lnTo>
                  <a:lnTo>
                    <a:pt x="164617" y="112064"/>
                  </a:lnTo>
                  <a:lnTo>
                    <a:pt x="162864" y="105714"/>
                  </a:lnTo>
                  <a:lnTo>
                    <a:pt x="160858" y="103174"/>
                  </a:lnTo>
                  <a:lnTo>
                    <a:pt x="157873" y="99364"/>
                  </a:lnTo>
                  <a:lnTo>
                    <a:pt x="148463" y="91744"/>
                  </a:lnTo>
                  <a:lnTo>
                    <a:pt x="156654" y="94284"/>
                  </a:lnTo>
                  <a:lnTo>
                    <a:pt x="161404" y="100634"/>
                  </a:lnTo>
                  <a:lnTo>
                    <a:pt x="167678" y="95554"/>
                  </a:lnTo>
                  <a:lnTo>
                    <a:pt x="164160" y="93014"/>
                  </a:lnTo>
                  <a:lnTo>
                    <a:pt x="163182" y="91744"/>
                  </a:lnTo>
                  <a:lnTo>
                    <a:pt x="160274" y="87934"/>
                  </a:lnTo>
                  <a:lnTo>
                    <a:pt x="153619" y="81584"/>
                  </a:lnTo>
                  <a:lnTo>
                    <a:pt x="141795" y="73964"/>
                  </a:lnTo>
                  <a:lnTo>
                    <a:pt x="147332" y="75234"/>
                  </a:lnTo>
                  <a:lnTo>
                    <a:pt x="152666" y="79044"/>
                  </a:lnTo>
                  <a:lnTo>
                    <a:pt x="158229" y="80314"/>
                  </a:lnTo>
                  <a:lnTo>
                    <a:pt x="164477" y="79044"/>
                  </a:lnTo>
                  <a:lnTo>
                    <a:pt x="158902" y="75234"/>
                  </a:lnTo>
                  <a:lnTo>
                    <a:pt x="157619" y="73964"/>
                  </a:lnTo>
                  <a:lnTo>
                    <a:pt x="156337" y="72694"/>
                  </a:lnTo>
                  <a:lnTo>
                    <a:pt x="149948" y="66344"/>
                  </a:lnTo>
                  <a:lnTo>
                    <a:pt x="147408" y="63804"/>
                  </a:lnTo>
                  <a:lnTo>
                    <a:pt x="145084" y="62534"/>
                  </a:lnTo>
                  <a:lnTo>
                    <a:pt x="138137" y="58724"/>
                  </a:lnTo>
                  <a:lnTo>
                    <a:pt x="143268" y="58724"/>
                  </a:lnTo>
                  <a:lnTo>
                    <a:pt x="148755" y="61264"/>
                  </a:lnTo>
                  <a:lnTo>
                    <a:pt x="151015" y="58724"/>
                  </a:lnTo>
                  <a:lnTo>
                    <a:pt x="153276" y="56184"/>
                  </a:lnTo>
                  <a:lnTo>
                    <a:pt x="148082" y="56184"/>
                  </a:lnTo>
                  <a:lnTo>
                    <a:pt x="144868" y="52374"/>
                  </a:lnTo>
                  <a:lnTo>
                    <a:pt x="139280" y="51104"/>
                  </a:lnTo>
                  <a:lnTo>
                    <a:pt x="140144" y="48564"/>
                  </a:lnTo>
                  <a:lnTo>
                    <a:pt x="141439" y="44754"/>
                  </a:lnTo>
                  <a:lnTo>
                    <a:pt x="140919" y="40944"/>
                  </a:lnTo>
                  <a:lnTo>
                    <a:pt x="138633" y="37134"/>
                  </a:lnTo>
                  <a:lnTo>
                    <a:pt x="134658" y="37134"/>
                  </a:lnTo>
                  <a:lnTo>
                    <a:pt x="130771" y="38404"/>
                  </a:lnTo>
                  <a:lnTo>
                    <a:pt x="127990" y="40741"/>
                  </a:lnTo>
                  <a:lnTo>
                    <a:pt x="127990" y="99364"/>
                  </a:lnTo>
                  <a:lnTo>
                    <a:pt x="122453" y="100634"/>
                  </a:lnTo>
                  <a:lnTo>
                    <a:pt x="117322" y="103174"/>
                  </a:lnTo>
                  <a:lnTo>
                    <a:pt x="113169" y="99364"/>
                  </a:lnTo>
                  <a:lnTo>
                    <a:pt x="112522" y="96824"/>
                  </a:lnTo>
                  <a:lnTo>
                    <a:pt x="112191" y="95554"/>
                  </a:lnTo>
                  <a:lnTo>
                    <a:pt x="111137" y="93014"/>
                  </a:lnTo>
                  <a:lnTo>
                    <a:pt x="110350" y="90474"/>
                  </a:lnTo>
                  <a:lnTo>
                    <a:pt x="113868" y="86664"/>
                  </a:lnTo>
                  <a:lnTo>
                    <a:pt x="114452" y="85394"/>
                  </a:lnTo>
                  <a:lnTo>
                    <a:pt x="113880" y="84124"/>
                  </a:lnTo>
                  <a:lnTo>
                    <a:pt x="112750" y="81584"/>
                  </a:lnTo>
                  <a:lnTo>
                    <a:pt x="111620" y="79044"/>
                  </a:lnTo>
                  <a:lnTo>
                    <a:pt x="108216" y="81584"/>
                  </a:lnTo>
                  <a:lnTo>
                    <a:pt x="104571" y="81584"/>
                  </a:lnTo>
                  <a:lnTo>
                    <a:pt x="106286" y="79044"/>
                  </a:lnTo>
                  <a:lnTo>
                    <a:pt x="106362" y="76504"/>
                  </a:lnTo>
                  <a:lnTo>
                    <a:pt x="104127" y="76504"/>
                  </a:lnTo>
                  <a:lnTo>
                    <a:pt x="101358" y="77774"/>
                  </a:lnTo>
                  <a:lnTo>
                    <a:pt x="101358" y="81584"/>
                  </a:lnTo>
                  <a:lnTo>
                    <a:pt x="99771" y="81584"/>
                  </a:lnTo>
                  <a:lnTo>
                    <a:pt x="98336" y="80314"/>
                  </a:lnTo>
                  <a:lnTo>
                    <a:pt x="99148" y="77774"/>
                  </a:lnTo>
                  <a:lnTo>
                    <a:pt x="99148" y="75234"/>
                  </a:lnTo>
                  <a:lnTo>
                    <a:pt x="100431" y="73964"/>
                  </a:lnTo>
                  <a:lnTo>
                    <a:pt x="102184" y="73964"/>
                  </a:lnTo>
                  <a:lnTo>
                    <a:pt x="108242" y="71424"/>
                  </a:lnTo>
                  <a:lnTo>
                    <a:pt x="117322" y="67614"/>
                  </a:lnTo>
                  <a:lnTo>
                    <a:pt x="119253" y="67614"/>
                  </a:lnTo>
                  <a:lnTo>
                    <a:pt x="120573" y="66344"/>
                  </a:lnTo>
                  <a:lnTo>
                    <a:pt x="121945" y="67614"/>
                  </a:lnTo>
                  <a:lnTo>
                    <a:pt x="122872" y="68884"/>
                  </a:lnTo>
                  <a:lnTo>
                    <a:pt x="125285" y="70154"/>
                  </a:lnTo>
                  <a:lnTo>
                    <a:pt x="124701" y="71424"/>
                  </a:lnTo>
                  <a:lnTo>
                    <a:pt x="123837" y="72694"/>
                  </a:lnTo>
                  <a:lnTo>
                    <a:pt x="120573" y="70154"/>
                  </a:lnTo>
                  <a:lnTo>
                    <a:pt x="116611" y="72694"/>
                  </a:lnTo>
                  <a:lnTo>
                    <a:pt x="118198" y="73964"/>
                  </a:lnTo>
                  <a:lnTo>
                    <a:pt x="121640" y="75234"/>
                  </a:lnTo>
                  <a:lnTo>
                    <a:pt x="118351" y="77774"/>
                  </a:lnTo>
                  <a:lnTo>
                    <a:pt x="114795" y="79044"/>
                  </a:lnTo>
                  <a:lnTo>
                    <a:pt x="115938" y="81584"/>
                  </a:lnTo>
                  <a:lnTo>
                    <a:pt x="116979" y="84124"/>
                  </a:lnTo>
                  <a:lnTo>
                    <a:pt x="118605" y="85394"/>
                  </a:lnTo>
                  <a:lnTo>
                    <a:pt x="123444" y="85394"/>
                  </a:lnTo>
                  <a:lnTo>
                    <a:pt x="124701" y="87934"/>
                  </a:lnTo>
                  <a:lnTo>
                    <a:pt x="126047" y="90474"/>
                  </a:lnTo>
                  <a:lnTo>
                    <a:pt x="127508" y="94284"/>
                  </a:lnTo>
                  <a:lnTo>
                    <a:pt x="127635" y="95554"/>
                  </a:lnTo>
                  <a:lnTo>
                    <a:pt x="127749" y="96824"/>
                  </a:lnTo>
                  <a:lnTo>
                    <a:pt x="127990" y="99364"/>
                  </a:lnTo>
                  <a:lnTo>
                    <a:pt x="127990" y="40741"/>
                  </a:lnTo>
                  <a:lnTo>
                    <a:pt x="127812" y="40881"/>
                  </a:lnTo>
                  <a:lnTo>
                    <a:pt x="127812" y="48564"/>
                  </a:lnTo>
                  <a:lnTo>
                    <a:pt x="123837" y="54914"/>
                  </a:lnTo>
                  <a:lnTo>
                    <a:pt x="126466" y="57454"/>
                  </a:lnTo>
                  <a:lnTo>
                    <a:pt x="123317" y="59994"/>
                  </a:lnTo>
                  <a:lnTo>
                    <a:pt x="119341" y="62534"/>
                  </a:lnTo>
                  <a:lnTo>
                    <a:pt x="113868" y="59994"/>
                  </a:lnTo>
                  <a:lnTo>
                    <a:pt x="111506" y="56184"/>
                  </a:lnTo>
                  <a:lnTo>
                    <a:pt x="123444" y="51104"/>
                  </a:lnTo>
                  <a:lnTo>
                    <a:pt x="127812" y="48564"/>
                  </a:lnTo>
                  <a:lnTo>
                    <a:pt x="127812" y="40881"/>
                  </a:lnTo>
                  <a:lnTo>
                    <a:pt x="127304" y="37134"/>
                  </a:lnTo>
                  <a:lnTo>
                    <a:pt x="120103" y="37134"/>
                  </a:lnTo>
                  <a:lnTo>
                    <a:pt x="120370" y="38404"/>
                  </a:lnTo>
                  <a:lnTo>
                    <a:pt x="121107" y="40944"/>
                  </a:lnTo>
                  <a:lnTo>
                    <a:pt x="116611" y="40944"/>
                  </a:lnTo>
                  <a:lnTo>
                    <a:pt x="107657" y="43484"/>
                  </a:lnTo>
                  <a:lnTo>
                    <a:pt x="100787" y="45999"/>
                  </a:lnTo>
                  <a:lnTo>
                    <a:pt x="100787" y="65074"/>
                  </a:lnTo>
                  <a:lnTo>
                    <a:pt x="98907" y="71424"/>
                  </a:lnTo>
                  <a:lnTo>
                    <a:pt x="89750" y="71424"/>
                  </a:lnTo>
                  <a:lnTo>
                    <a:pt x="89852" y="67614"/>
                  </a:lnTo>
                  <a:lnTo>
                    <a:pt x="82880" y="66344"/>
                  </a:lnTo>
                  <a:lnTo>
                    <a:pt x="87757" y="65074"/>
                  </a:lnTo>
                  <a:lnTo>
                    <a:pt x="99771" y="61264"/>
                  </a:lnTo>
                  <a:lnTo>
                    <a:pt x="100787" y="65074"/>
                  </a:lnTo>
                  <a:lnTo>
                    <a:pt x="100787" y="45999"/>
                  </a:lnTo>
                  <a:lnTo>
                    <a:pt x="93726" y="48564"/>
                  </a:lnTo>
                  <a:lnTo>
                    <a:pt x="85864" y="53644"/>
                  </a:lnTo>
                  <a:lnTo>
                    <a:pt x="82118" y="56184"/>
                  </a:lnTo>
                  <a:lnTo>
                    <a:pt x="80949" y="53644"/>
                  </a:lnTo>
                  <a:lnTo>
                    <a:pt x="80086" y="53644"/>
                  </a:lnTo>
                  <a:lnTo>
                    <a:pt x="77660" y="54914"/>
                  </a:lnTo>
                  <a:lnTo>
                    <a:pt x="75184" y="57454"/>
                  </a:lnTo>
                  <a:lnTo>
                    <a:pt x="77101" y="59994"/>
                  </a:lnTo>
                  <a:lnTo>
                    <a:pt x="73152" y="61264"/>
                  </a:lnTo>
                  <a:lnTo>
                    <a:pt x="68872" y="61264"/>
                  </a:lnTo>
                  <a:lnTo>
                    <a:pt x="65252" y="65074"/>
                  </a:lnTo>
                  <a:lnTo>
                    <a:pt x="65252" y="68884"/>
                  </a:lnTo>
                  <a:lnTo>
                    <a:pt x="69011" y="72694"/>
                  </a:lnTo>
                  <a:lnTo>
                    <a:pt x="74536" y="75234"/>
                  </a:lnTo>
                  <a:lnTo>
                    <a:pt x="70332" y="82854"/>
                  </a:lnTo>
                  <a:lnTo>
                    <a:pt x="69583" y="89204"/>
                  </a:lnTo>
                  <a:lnTo>
                    <a:pt x="69481" y="90474"/>
                  </a:lnTo>
                  <a:lnTo>
                    <a:pt x="69367" y="91744"/>
                  </a:lnTo>
                  <a:lnTo>
                    <a:pt x="69265" y="93014"/>
                  </a:lnTo>
                  <a:lnTo>
                    <a:pt x="69151" y="94284"/>
                  </a:lnTo>
                  <a:lnTo>
                    <a:pt x="69037" y="95554"/>
                  </a:lnTo>
                  <a:lnTo>
                    <a:pt x="65455" y="100634"/>
                  </a:lnTo>
                  <a:lnTo>
                    <a:pt x="71932" y="99364"/>
                  </a:lnTo>
                  <a:lnTo>
                    <a:pt x="75272" y="93014"/>
                  </a:lnTo>
                  <a:lnTo>
                    <a:pt x="77533" y="87934"/>
                  </a:lnTo>
                  <a:lnTo>
                    <a:pt x="80759" y="84124"/>
                  </a:lnTo>
                  <a:lnTo>
                    <a:pt x="79476" y="90474"/>
                  </a:lnTo>
                  <a:lnTo>
                    <a:pt x="77114" y="95554"/>
                  </a:lnTo>
                  <a:lnTo>
                    <a:pt x="74841" y="100634"/>
                  </a:lnTo>
                  <a:lnTo>
                    <a:pt x="73825" y="108254"/>
                  </a:lnTo>
                  <a:lnTo>
                    <a:pt x="73825" y="114604"/>
                  </a:lnTo>
                  <a:lnTo>
                    <a:pt x="77812" y="122224"/>
                  </a:lnTo>
                  <a:lnTo>
                    <a:pt x="74371" y="126034"/>
                  </a:lnTo>
                  <a:lnTo>
                    <a:pt x="79641" y="120954"/>
                  </a:lnTo>
                  <a:lnTo>
                    <a:pt x="82283" y="112064"/>
                  </a:lnTo>
                  <a:lnTo>
                    <a:pt x="84251" y="103174"/>
                  </a:lnTo>
                  <a:lnTo>
                    <a:pt x="87490" y="96824"/>
                  </a:lnTo>
                  <a:lnTo>
                    <a:pt x="88582" y="99364"/>
                  </a:lnTo>
                  <a:lnTo>
                    <a:pt x="87820" y="103174"/>
                  </a:lnTo>
                  <a:lnTo>
                    <a:pt x="86588" y="106984"/>
                  </a:lnTo>
                  <a:lnTo>
                    <a:pt x="85166" y="114604"/>
                  </a:lnTo>
                  <a:lnTo>
                    <a:pt x="85077" y="117144"/>
                  </a:lnTo>
                  <a:lnTo>
                    <a:pt x="85026" y="118414"/>
                  </a:lnTo>
                  <a:lnTo>
                    <a:pt x="84937" y="120954"/>
                  </a:lnTo>
                  <a:lnTo>
                    <a:pt x="84886" y="122224"/>
                  </a:lnTo>
                  <a:lnTo>
                    <a:pt x="84785" y="123494"/>
                  </a:lnTo>
                  <a:lnTo>
                    <a:pt x="84670" y="124764"/>
                  </a:lnTo>
                  <a:lnTo>
                    <a:pt x="84569" y="126034"/>
                  </a:lnTo>
                  <a:lnTo>
                    <a:pt x="84467" y="127304"/>
                  </a:lnTo>
                  <a:lnTo>
                    <a:pt x="84353" y="128574"/>
                  </a:lnTo>
                  <a:lnTo>
                    <a:pt x="84251" y="129844"/>
                  </a:lnTo>
                  <a:lnTo>
                    <a:pt x="81749" y="134924"/>
                  </a:lnTo>
                  <a:lnTo>
                    <a:pt x="87782" y="131114"/>
                  </a:lnTo>
                  <a:lnTo>
                    <a:pt x="91973" y="124764"/>
                  </a:lnTo>
                  <a:lnTo>
                    <a:pt x="95834" y="118414"/>
                  </a:lnTo>
                  <a:lnTo>
                    <a:pt x="100863" y="112064"/>
                  </a:lnTo>
                  <a:lnTo>
                    <a:pt x="95580" y="124764"/>
                  </a:lnTo>
                  <a:lnTo>
                    <a:pt x="89928" y="141274"/>
                  </a:lnTo>
                  <a:lnTo>
                    <a:pt x="83604" y="157784"/>
                  </a:lnTo>
                  <a:lnTo>
                    <a:pt x="54737" y="203504"/>
                  </a:lnTo>
                  <a:lnTo>
                    <a:pt x="34188" y="220014"/>
                  </a:lnTo>
                  <a:lnTo>
                    <a:pt x="27292" y="220014"/>
                  </a:lnTo>
                  <a:lnTo>
                    <a:pt x="22275" y="216204"/>
                  </a:lnTo>
                  <a:lnTo>
                    <a:pt x="22275" y="207314"/>
                  </a:lnTo>
                  <a:lnTo>
                    <a:pt x="29210" y="189534"/>
                  </a:lnTo>
                  <a:lnTo>
                    <a:pt x="59677" y="156514"/>
                  </a:lnTo>
                  <a:lnTo>
                    <a:pt x="66611" y="137464"/>
                  </a:lnTo>
                  <a:lnTo>
                    <a:pt x="66611" y="126034"/>
                  </a:lnTo>
                  <a:lnTo>
                    <a:pt x="56540" y="122224"/>
                  </a:lnTo>
                  <a:lnTo>
                    <a:pt x="46024" y="122224"/>
                  </a:lnTo>
                  <a:lnTo>
                    <a:pt x="41008" y="123494"/>
                  </a:lnTo>
                  <a:lnTo>
                    <a:pt x="36728" y="127304"/>
                  </a:lnTo>
                  <a:lnTo>
                    <a:pt x="34886" y="126034"/>
                  </a:lnTo>
                  <a:lnTo>
                    <a:pt x="31457" y="126034"/>
                  </a:lnTo>
                  <a:lnTo>
                    <a:pt x="22860" y="129844"/>
                  </a:lnTo>
                  <a:lnTo>
                    <a:pt x="18186" y="140004"/>
                  </a:lnTo>
                  <a:lnTo>
                    <a:pt x="13868" y="148894"/>
                  </a:lnTo>
                  <a:lnTo>
                    <a:pt x="6350" y="152704"/>
                  </a:lnTo>
                  <a:lnTo>
                    <a:pt x="11036" y="153974"/>
                  </a:lnTo>
                  <a:lnTo>
                    <a:pt x="16459" y="151434"/>
                  </a:lnTo>
                  <a:lnTo>
                    <a:pt x="21882" y="147624"/>
                  </a:lnTo>
                  <a:lnTo>
                    <a:pt x="26606" y="142544"/>
                  </a:lnTo>
                  <a:lnTo>
                    <a:pt x="21170" y="152704"/>
                  </a:lnTo>
                  <a:lnTo>
                    <a:pt x="11671" y="159054"/>
                  </a:lnTo>
                  <a:lnTo>
                    <a:pt x="2984" y="165404"/>
                  </a:lnTo>
                  <a:lnTo>
                    <a:pt x="0" y="176834"/>
                  </a:lnTo>
                  <a:lnTo>
                    <a:pt x="8699" y="167944"/>
                  </a:lnTo>
                  <a:lnTo>
                    <a:pt x="24218" y="160324"/>
                  </a:lnTo>
                  <a:lnTo>
                    <a:pt x="39052" y="151434"/>
                  </a:lnTo>
                  <a:lnTo>
                    <a:pt x="43256" y="142544"/>
                  </a:lnTo>
                  <a:lnTo>
                    <a:pt x="45656" y="137464"/>
                  </a:lnTo>
                  <a:lnTo>
                    <a:pt x="45656" y="134924"/>
                  </a:lnTo>
                  <a:lnTo>
                    <a:pt x="44043" y="132384"/>
                  </a:lnTo>
                  <a:lnTo>
                    <a:pt x="42037" y="129844"/>
                  </a:lnTo>
                  <a:lnTo>
                    <a:pt x="45161" y="128574"/>
                  </a:lnTo>
                  <a:lnTo>
                    <a:pt x="48094" y="127304"/>
                  </a:lnTo>
                  <a:lnTo>
                    <a:pt x="55829" y="127304"/>
                  </a:lnTo>
                  <a:lnTo>
                    <a:pt x="60401" y="131114"/>
                  </a:lnTo>
                  <a:lnTo>
                    <a:pt x="60401" y="138734"/>
                  </a:lnTo>
                  <a:lnTo>
                    <a:pt x="53543" y="155244"/>
                  </a:lnTo>
                  <a:lnTo>
                    <a:pt x="23368" y="188264"/>
                  </a:lnTo>
                  <a:lnTo>
                    <a:pt x="16510" y="207314"/>
                  </a:lnTo>
                  <a:lnTo>
                    <a:pt x="16510" y="212394"/>
                  </a:lnTo>
                  <a:lnTo>
                    <a:pt x="17830" y="216204"/>
                  </a:lnTo>
                  <a:lnTo>
                    <a:pt x="20078" y="218744"/>
                  </a:lnTo>
                  <a:lnTo>
                    <a:pt x="16992" y="220014"/>
                  </a:lnTo>
                  <a:lnTo>
                    <a:pt x="13716" y="220014"/>
                  </a:lnTo>
                  <a:lnTo>
                    <a:pt x="11137" y="217474"/>
                  </a:lnTo>
                  <a:lnTo>
                    <a:pt x="11036" y="220014"/>
                  </a:lnTo>
                  <a:lnTo>
                    <a:pt x="10947" y="222554"/>
                  </a:lnTo>
                  <a:lnTo>
                    <a:pt x="10896" y="223824"/>
                  </a:lnTo>
                  <a:lnTo>
                    <a:pt x="21221" y="228904"/>
                  </a:lnTo>
                  <a:lnTo>
                    <a:pt x="27800" y="225094"/>
                  </a:lnTo>
                  <a:lnTo>
                    <a:pt x="29210" y="225094"/>
                  </a:lnTo>
                  <a:lnTo>
                    <a:pt x="30848" y="226364"/>
                  </a:lnTo>
                  <a:lnTo>
                    <a:pt x="32397" y="226364"/>
                  </a:lnTo>
                  <a:lnTo>
                    <a:pt x="30403" y="231444"/>
                  </a:lnTo>
                  <a:lnTo>
                    <a:pt x="23749" y="232714"/>
                  </a:lnTo>
                  <a:lnTo>
                    <a:pt x="20078" y="232714"/>
                  </a:lnTo>
                  <a:lnTo>
                    <a:pt x="29337" y="235254"/>
                  </a:lnTo>
                  <a:lnTo>
                    <a:pt x="38938" y="232714"/>
                  </a:lnTo>
                  <a:lnTo>
                    <a:pt x="46266" y="227634"/>
                  </a:lnTo>
                  <a:lnTo>
                    <a:pt x="47091" y="225094"/>
                  </a:lnTo>
                  <a:lnTo>
                    <a:pt x="48755" y="220014"/>
                  </a:lnTo>
                  <a:lnTo>
                    <a:pt x="54610" y="214934"/>
                  </a:lnTo>
                  <a:lnTo>
                    <a:pt x="59690" y="207314"/>
                  </a:lnTo>
                  <a:lnTo>
                    <a:pt x="69011" y="194614"/>
                  </a:lnTo>
                  <a:lnTo>
                    <a:pt x="68592" y="195884"/>
                  </a:lnTo>
                  <a:lnTo>
                    <a:pt x="67957" y="199694"/>
                  </a:lnTo>
                  <a:lnTo>
                    <a:pt x="63398" y="208584"/>
                  </a:lnTo>
                  <a:lnTo>
                    <a:pt x="59321" y="216204"/>
                  </a:lnTo>
                  <a:lnTo>
                    <a:pt x="56083" y="225094"/>
                  </a:lnTo>
                  <a:lnTo>
                    <a:pt x="54038" y="236524"/>
                  </a:lnTo>
                  <a:lnTo>
                    <a:pt x="52171" y="245414"/>
                  </a:lnTo>
                  <a:lnTo>
                    <a:pt x="48602" y="251764"/>
                  </a:lnTo>
                  <a:lnTo>
                    <a:pt x="43611" y="258114"/>
                  </a:lnTo>
                  <a:lnTo>
                    <a:pt x="37465" y="259384"/>
                  </a:lnTo>
                  <a:lnTo>
                    <a:pt x="35496" y="259384"/>
                  </a:lnTo>
                  <a:lnTo>
                    <a:pt x="32232" y="256844"/>
                  </a:lnTo>
                  <a:lnTo>
                    <a:pt x="30746" y="258114"/>
                  </a:lnTo>
                  <a:lnTo>
                    <a:pt x="27901" y="260654"/>
                  </a:lnTo>
                  <a:lnTo>
                    <a:pt x="30543" y="263194"/>
                  </a:lnTo>
                  <a:lnTo>
                    <a:pt x="30543" y="268274"/>
                  </a:lnTo>
                  <a:lnTo>
                    <a:pt x="23749" y="272084"/>
                  </a:lnTo>
                  <a:lnTo>
                    <a:pt x="23749" y="288594"/>
                  </a:lnTo>
                  <a:lnTo>
                    <a:pt x="26606" y="293674"/>
                  </a:lnTo>
                  <a:lnTo>
                    <a:pt x="25463" y="297484"/>
                  </a:lnTo>
                  <a:lnTo>
                    <a:pt x="28359" y="296214"/>
                  </a:lnTo>
                  <a:lnTo>
                    <a:pt x="32156" y="291134"/>
                  </a:lnTo>
                  <a:lnTo>
                    <a:pt x="33616" y="284784"/>
                  </a:lnTo>
                  <a:lnTo>
                    <a:pt x="33667" y="286054"/>
                  </a:lnTo>
                  <a:lnTo>
                    <a:pt x="33782" y="288594"/>
                  </a:lnTo>
                  <a:lnTo>
                    <a:pt x="33896" y="291134"/>
                  </a:lnTo>
                  <a:lnTo>
                    <a:pt x="34010" y="293674"/>
                  </a:lnTo>
                  <a:lnTo>
                    <a:pt x="32435" y="298754"/>
                  </a:lnTo>
                  <a:lnTo>
                    <a:pt x="31559" y="303834"/>
                  </a:lnTo>
                  <a:lnTo>
                    <a:pt x="34061" y="311454"/>
                  </a:lnTo>
                  <a:lnTo>
                    <a:pt x="34886" y="307644"/>
                  </a:lnTo>
                  <a:lnTo>
                    <a:pt x="39166" y="305104"/>
                  </a:lnTo>
                  <a:lnTo>
                    <a:pt x="41821" y="307644"/>
                  </a:lnTo>
                  <a:lnTo>
                    <a:pt x="44538" y="308914"/>
                  </a:lnTo>
                  <a:lnTo>
                    <a:pt x="43256" y="310184"/>
                  </a:lnTo>
                  <a:lnTo>
                    <a:pt x="41325" y="312724"/>
                  </a:lnTo>
                  <a:lnTo>
                    <a:pt x="39331" y="313994"/>
                  </a:lnTo>
                  <a:lnTo>
                    <a:pt x="37553" y="324154"/>
                  </a:lnTo>
                  <a:lnTo>
                    <a:pt x="46456" y="322884"/>
                  </a:lnTo>
                  <a:lnTo>
                    <a:pt x="44729" y="321614"/>
                  </a:lnTo>
                  <a:lnTo>
                    <a:pt x="44615" y="319074"/>
                  </a:lnTo>
                  <a:lnTo>
                    <a:pt x="49085" y="319074"/>
                  </a:lnTo>
                  <a:lnTo>
                    <a:pt x="55181" y="317804"/>
                  </a:lnTo>
                  <a:lnTo>
                    <a:pt x="57010" y="320344"/>
                  </a:lnTo>
                  <a:lnTo>
                    <a:pt x="67665" y="320344"/>
                  </a:lnTo>
                  <a:lnTo>
                    <a:pt x="68122" y="317804"/>
                  </a:lnTo>
                  <a:lnTo>
                    <a:pt x="68592" y="315264"/>
                  </a:lnTo>
                  <a:lnTo>
                    <a:pt x="75107" y="315264"/>
                  </a:lnTo>
                  <a:lnTo>
                    <a:pt x="75107" y="317804"/>
                  </a:lnTo>
                  <a:lnTo>
                    <a:pt x="73964" y="319074"/>
                  </a:lnTo>
                  <a:lnTo>
                    <a:pt x="79070" y="317804"/>
                  </a:lnTo>
                  <a:lnTo>
                    <a:pt x="80035" y="315264"/>
                  </a:lnTo>
                  <a:lnTo>
                    <a:pt x="80035" y="310184"/>
                  </a:lnTo>
                  <a:lnTo>
                    <a:pt x="77660" y="307644"/>
                  </a:lnTo>
                  <a:lnTo>
                    <a:pt x="79451" y="306374"/>
                  </a:lnTo>
                  <a:lnTo>
                    <a:pt x="81305" y="305104"/>
                  </a:lnTo>
                  <a:lnTo>
                    <a:pt x="87312" y="306374"/>
                  </a:lnTo>
                  <a:lnTo>
                    <a:pt x="84874" y="311454"/>
                  </a:lnTo>
                  <a:lnTo>
                    <a:pt x="87934" y="311454"/>
                  </a:lnTo>
                  <a:lnTo>
                    <a:pt x="89611" y="308914"/>
                  </a:lnTo>
                  <a:lnTo>
                    <a:pt x="89611" y="305104"/>
                  </a:lnTo>
                  <a:lnTo>
                    <a:pt x="89611" y="302564"/>
                  </a:lnTo>
                  <a:lnTo>
                    <a:pt x="89611" y="301294"/>
                  </a:lnTo>
                  <a:lnTo>
                    <a:pt x="87490" y="300024"/>
                  </a:lnTo>
                  <a:lnTo>
                    <a:pt x="85369" y="298754"/>
                  </a:lnTo>
                  <a:lnTo>
                    <a:pt x="81305" y="300024"/>
                  </a:lnTo>
                  <a:lnTo>
                    <a:pt x="80645" y="297484"/>
                  </a:lnTo>
                  <a:lnTo>
                    <a:pt x="77177" y="296214"/>
                  </a:lnTo>
                  <a:lnTo>
                    <a:pt x="66738" y="296214"/>
                  </a:lnTo>
                  <a:lnTo>
                    <a:pt x="67792" y="302564"/>
                  </a:lnTo>
                  <a:lnTo>
                    <a:pt x="62826" y="302564"/>
                  </a:lnTo>
                  <a:lnTo>
                    <a:pt x="47180" y="274624"/>
                  </a:lnTo>
                  <a:lnTo>
                    <a:pt x="47180" y="265734"/>
                  </a:lnTo>
                  <a:lnTo>
                    <a:pt x="57175" y="263194"/>
                  </a:lnTo>
                  <a:lnTo>
                    <a:pt x="64363" y="260654"/>
                  </a:lnTo>
                  <a:lnTo>
                    <a:pt x="66408" y="259384"/>
                  </a:lnTo>
                  <a:lnTo>
                    <a:pt x="70510" y="256844"/>
                  </a:lnTo>
                  <a:lnTo>
                    <a:pt x="77673" y="253034"/>
                  </a:lnTo>
                  <a:lnTo>
                    <a:pt x="84912" y="246684"/>
                  </a:lnTo>
                  <a:lnTo>
                    <a:pt x="91262" y="237794"/>
                  </a:lnTo>
                  <a:lnTo>
                    <a:pt x="94653" y="230174"/>
                  </a:lnTo>
                  <a:lnTo>
                    <a:pt x="96367" y="222554"/>
                  </a:lnTo>
                  <a:lnTo>
                    <a:pt x="96443" y="221284"/>
                  </a:lnTo>
                  <a:lnTo>
                    <a:pt x="96532" y="220014"/>
                  </a:lnTo>
                  <a:lnTo>
                    <a:pt x="96596" y="206044"/>
                  </a:lnTo>
                  <a:lnTo>
                    <a:pt x="106603" y="211124"/>
                  </a:lnTo>
                  <a:lnTo>
                    <a:pt x="107657" y="218744"/>
                  </a:lnTo>
                  <a:lnTo>
                    <a:pt x="107657" y="232714"/>
                  </a:lnTo>
                  <a:lnTo>
                    <a:pt x="103619" y="235254"/>
                  </a:lnTo>
                  <a:lnTo>
                    <a:pt x="100457" y="236524"/>
                  </a:lnTo>
                  <a:lnTo>
                    <a:pt x="97840" y="237794"/>
                  </a:lnTo>
                  <a:lnTo>
                    <a:pt x="96926" y="237794"/>
                  </a:lnTo>
                  <a:lnTo>
                    <a:pt x="96685" y="239064"/>
                  </a:lnTo>
                  <a:lnTo>
                    <a:pt x="96278" y="241604"/>
                  </a:lnTo>
                  <a:lnTo>
                    <a:pt x="97612" y="242874"/>
                  </a:lnTo>
                  <a:lnTo>
                    <a:pt x="98793" y="242874"/>
                  </a:lnTo>
                  <a:lnTo>
                    <a:pt x="102425" y="245414"/>
                  </a:lnTo>
                  <a:lnTo>
                    <a:pt x="101536" y="247954"/>
                  </a:lnTo>
                  <a:lnTo>
                    <a:pt x="102679" y="251764"/>
                  </a:lnTo>
                  <a:lnTo>
                    <a:pt x="103619" y="255574"/>
                  </a:lnTo>
                  <a:lnTo>
                    <a:pt x="107010" y="260654"/>
                  </a:lnTo>
                  <a:lnTo>
                    <a:pt x="112610" y="265734"/>
                  </a:lnTo>
                  <a:lnTo>
                    <a:pt x="113144" y="263194"/>
                  </a:lnTo>
                  <a:lnTo>
                    <a:pt x="113017" y="259384"/>
                  </a:lnTo>
                  <a:lnTo>
                    <a:pt x="112915" y="258114"/>
                  </a:lnTo>
                  <a:lnTo>
                    <a:pt x="112814" y="256844"/>
                  </a:lnTo>
                  <a:lnTo>
                    <a:pt x="112712" y="255574"/>
                  </a:lnTo>
                  <a:lnTo>
                    <a:pt x="112610" y="254304"/>
                  </a:lnTo>
                  <a:lnTo>
                    <a:pt x="116344" y="259384"/>
                  </a:lnTo>
                  <a:lnTo>
                    <a:pt x="118135" y="265734"/>
                  </a:lnTo>
                  <a:lnTo>
                    <a:pt x="121272" y="270814"/>
                  </a:lnTo>
                  <a:lnTo>
                    <a:pt x="129095" y="273354"/>
                  </a:lnTo>
                  <a:lnTo>
                    <a:pt x="126403" y="272084"/>
                  </a:lnTo>
                  <a:lnTo>
                    <a:pt x="127088" y="268274"/>
                  </a:lnTo>
                  <a:lnTo>
                    <a:pt x="128651" y="268274"/>
                  </a:lnTo>
                  <a:lnTo>
                    <a:pt x="130251" y="267004"/>
                  </a:lnTo>
                  <a:lnTo>
                    <a:pt x="132194" y="268274"/>
                  </a:lnTo>
                  <a:lnTo>
                    <a:pt x="135178" y="272084"/>
                  </a:lnTo>
                  <a:lnTo>
                    <a:pt x="138023" y="275894"/>
                  </a:lnTo>
                  <a:lnTo>
                    <a:pt x="151409" y="275894"/>
                  </a:lnTo>
                  <a:lnTo>
                    <a:pt x="148082" y="273354"/>
                  </a:lnTo>
                  <a:lnTo>
                    <a:pt x="155600" y="273354"/>
                  </a:lnTo>
                  <a:lnTo>
                    <a:pt x="155498" y="275894"/>
                  </a:lnTo>
                  <a:lnTo>
                    <a:pt x="155397" y="278434"/>
                  </a:lnTo>
                  <a:lnTo>
                    <a:pt x="153352" y="280974"/>
                  </a:lnTo>
                  <a:lnTo>
                    <a:pt x="159702" y="279704"/>
                  </a:lnTo>
                  <a:lnTo>
                    <a:pt x="161594" y="274624"/>
                  </a:lnTo>
                  <a:lnTo>
                    <a:pt x="161061" y="273354"/>
                  </a:lnTo>
                  <a:lnTo>
                    <a:pt x="159461" y="269544"/>
                  </a:lnTo>
                  <a:lnTo>
                    <a:pt x="164973" y="267004"/>
                  </a:lnTo>
                  <a:lnTo>
                    <a:pt x="167970" y="270814"/>
                  </a:lnTo>
                  <a:lnTo>
                    <a:pt x="168694" y="273354"/>
                  </a:lnTo>
                  <a:lnTo>
                    <a:pt x="174205" y="268274"/>
                  </a:lnTo>
                  <a:lnTo>
                    <a:pt x="173101" y="267004"/>
                  </a:lnTo>
                  <a:lnTo>
                    <a:pt x="168694" y="261924"/>
                  </a:lnTo>
                  <a:lnTo>
                    <a:pt x="164477" y="261924"/>
                  </a:lnTo>
                  <a:lnTo>
                    <a:pt x="164477" y="260654"/>
                  </a:lnTo>
                  <a:lnTo>
                    <a:pt x="164477" y="259384"/>
                  </a:lnTo>
                  <a:lnTo>
                    <a:pt x="162674" y="258114"/>
                  </a:lnTo>
                  <a:lnTo>
                    <a:pt x="158038" y="256844"/>
                  </a:lnTo>
                  <a:lnTo>
                    <a:pt x="150787" y="256844"/>
                  </a:lnTo>
                  <a:lnTo>
                    <a:pt x="149288" y="260654"/>
                  </a:lnTo>
                  <a:lnTo>
                    <a:pt x="146304" y="260654"/>
                  </a:lnTo>
                  <a:lnTo>
                    <a:pt x="118516" y="237794"/>
                  </a:lnTo>
                  <a:lnTo>
                    <a:pt x="121272" y="232714"/>
                  </a:lnTo>
                  <a:lnTo>
                    <a:pt x="127317" y="227634"/>
                  </a:lnTo>
                  <a:lnTo>
                    <a:pt x="133362" y="221284"/>
                  </a:lnTo>
                  <a:lnTo>
                    <a:pt x="136105" y="214934"/>
                  </a:lnTo>
                  <a:lnTo>
                    <a:pt x="133959" y="206044"/>
                  </a:lnTo>
                  <a:lnTo>
                    <a:pt x="133654" y="204774"/>
                  </a:lnTo>
                  <a:lnTo>
                    <a:pt x="127330" y="198424"/>
                  </a:lnTo>
                  <a:lnTo>
                    <a:pt x="122161" y="194614"/>
                  </a:lnTo>
                  <a:lnTo>
                    <a:pt x="118706" y="192074"/>
                  </a:lnTo>
                  <a:lnTo>
                    <a:pt x="109321" y="185724"/>
                  </a:lnTo>
                  <a:lnTo>
                    <a:pt x="113931" y="183184"/>
                  </a:lnTo>
                  <a:lnTo>
                    <a:pt x="120421" y="181914"/>
                  </a:lnTo>
                  <a:lnTo>
                    <a:pt x="127457" y="181914"/>
                  </a:lnTo>
                  <a:lnTo>
                    <a:pt x="133756" y="183184"/>
                  </a:lnTo>
                  <a:lnTo>
                    <a:pt x="133985" y="181914"/>
                  </a:lnTo>
                  <a:lnTo>
                    <a:pt x="134442" y="179374"/>
                  </a:lnTo>
                  <a:lnTo>
                    <a:pt x="137185" y="180644"/>
                  </a:lnTo>
                  <a:lnTo>
                    <a:pt x="137350" y="179374"/>
                  </a:lnTo>
                  <a:lnTo>
                    <a:pt x="138137" y="173024"/>
                  </a:lnTo>
                  <a:lnTo>
                    <a:pt x="140690" y="179374"/>
                  </a:lnTo>
                  <a:lnTo>
                    <a:pt x="138023" y="184454"/>
                  </a:lnTo>
                  <a:lnTo>
                    <a:pt x="140690" y="186994"/>
                  </a:lnTo>
                  <a:lnTo>
                    <a:pt x="142824" y="184454"/>
                  </a:lnTo>
                  <a:lnTo>
                    <a:pt x="148082" y="184454"/>
                  </a:lnTo>
                  <a:lnTo>
                    <a:pt x="148018" y="183184"/>
                  </a:lnTo>
                  <a:lnTo>
                    <a:pt x="147942" y="181914"/>
                  </a:lnTo>
                  <a:lnTo>
                    <a:pt x="147878" y="180644"/>
                  </a:lnTo>
                  <a:lnTo>
                    <a:pt x="147815" y="179374"/>
                  </a:lnTo>
                  <a:lnTo>
                    <a:pt x="147688" y="176834"/>
                  </a:lnTo>
                  <a:lnTo>
                    <a:pt x="149288" y="181914"/>
                  </a:lnTo>
                  <a:lnTo>
                    <a:pt x="145732" y="189534"/>
                  </a:lnTo>
                  <a:lnTo>
                    <a:pt x="149288" y="192074"/>
                  </a:lnTo>
                  <a:lnTo>
                    <a:pt x="149948" y="188264"/>
                  </a:lnTo>
                  <a:lnTo>
                    <a:pt x="155397" y="188264"/>
                  </a:lnTo>
                  <a:lnTo>
                    <a:pt x="156654" y="189534"/>
                  </a:lnTo>
                  <a:lnTo>
                    <a:pt x="156654" y="197154"/>
                  </a:lnTo>
                  <a:lnTo>
                    <a:pt x="149428" y="194614"/>
                  </a:lnTo>
                  <a:lnTo>
                    <a:pt x="149428" y="203504"/>
                  </a:lnTo>
                  <a:lnTo>
                    <a:pt x="152920" y="204774"/>
                  </a:lnTo>
                  <a:lnTo>
                    <a:pt x="152920" y="208584"/>
                  </a:lnTo>
                  <a:lnTo>
                    <a:pt x="150025" y="211124"/>
                  </a:lnTo>
                  <a:lnTo>
                    <a:pt x="146532" y="208584"/>
                  </a:lnTo>
                  <a:lnTo>
                    <a:pt x="147586" y="211124"/>
                  </a:lnTo>
                  <a:lnTo>
                    <a:pt x="149948" y="213664"/>
                  </a:lnTo>
                  <a:lnTo>
                    <a:pt x="156222" y="213664"/>
                  </a:lnTo>
                  <a:lnTo>
                    <a:pt x="159702" y="211124"/>
                  </a:lnTo>
                  <a:lnTo>
                    <a:pt x="161112" y="207314"/>
                  </a:lnTo>
                  <a:lnTo>
                    <a:pt x="162674" y="212394"/>
                  </a:lnTo>
                  <a:lnTo>
                    <a:pt x="161404" y="216204"/>
                  </a:lnTo>
                  <a:lnTo>
                    <a:pt x="158419" y="217474"/>
                  </a:lnTo>
                  <a:lnTo>
                    <a:pt x="161645" y="218744"/>
                  </a:lnTo>
                  <a:lnTo>
                    <a:pt x="169303" y="217474"/>
                  </a:lnTo>
                  <a:lnTo>
                    <a:pt x="169202" y="216204"/>
                  </a:lnTo>
                  <a:lnTo>
                    <a:pt x="169100" y="214934"/>
                  </a:lnTo>
                  <a:lnTo>
                    <a:pt x="168998" y="213664"/>
                  </a:lnTo>
                  <a:lnTo>
                    <a:pt x="168897" y="212394"/>
                  </a:lnTo>
                  <a:lnTo>
                    <a:pt x="168795" y="211124"/>
                  </a:lnTo>
                  <a:lnTo>
                    <a:pt x="168490" y="207314"/>
                  </a:lnTo>
                  <a:lnTo>
                    <a:pt x="172745" y="208584"/>
                  </a:lnTo>
                  <a:lnTo>
                    <a:pt x="175107" y="211124"/>
                  </a:lnTo>
                  <a:lnTo>
                    <a:pt x="172478" y="216204"/>
                  </a:lnTo>
                  <a:lnTo>
                    <a:pt x="176034" y="214934"/>
                  </a:lnTo>
                  <a:lnTo>
                    <a:pt x="179311" y="213664"/>
                  </a:lnTo>
                  <a:lnTo>
                    <a:pt x="179311" y="207314"/>
                  </a:lnTo>
                  <a:close/>
                </a:path>
                <a:path w="492759" h="325119">
                  <a:moveTo>
                    <a:pt x="351866" y="173456"/>
                  </a:moveTo>
                  <a:lnTo>
                    <a:pt x="351332" y="171704"/>
                  </a:lnTo>
                  <a:lnTo>
                    <a:pt x="350418" y="169164"/>
                  </a:lnTo>
                  <a:lnTo>
                    <a:pt x="348843" y="167652"/>
                  </a:lnTo>
                  <a:lnTo>
                    <a:pt x="348843" y="174574"/>
                  </a:lnTo>
                  <a:lnTo>
                    <a:pt x="348145" y="175653"/>
                  </a:lnTo>
                  <a:lnTo>
                    <a:pt x="347700" y="176771"/>
                  </a:lnTo>
                  <a:lnTo>
                    <a:pt x="346570" y="177380"/>
                  </a:lnTo>
                  <a:lnTo>
                    <a:pt x="344220" y="178257"/>
                  </a:lnTo>
                  <a:lnTo>
                    <a:pt x="342074" y="178079"/>
                  </a:lnTo>
                  <a:lnTo>
                    <a:pt x="340004" y="177050"/>
                  </a:lnTo>
                  <a:lnTo>
                    <a:pt x="337032" y="175653"/>
                  </a:lnTo>
                  <a:lnTo>
                    <a:pt x="336943" y="175488"/>
                  </a:lnTo>
                  <a:lnTo>
                    <a:pt x="335330" y="172554"/>
                  </a:lnTo>
                  <a:lnTo>
                    <a:pt x="336499" y="170218"/>
                  </a:lnTo>
                  <a:lnTo>
                    <a:pt x="337032" y="169011"/>
                  </a:lnTo>
                  <a:lnTo>
                    <a:pt x="338061" y="168389"/>
                  </a:lnTo>
                  <a:lnTo>
                    <a:pt x="338759" y="168249"/>
                  </a:lnTo>
                  <a:lnTo>
                    <a:pt x="340410" y="167627"/>
                  </a:lnTo>
                  <a:lnTo>
                    <a:pt x="342531" y="167830"/>
                  </a:lnTo>
                  <a:lnTo>
                    <a:pt x="346265" y="169519"/>
                  </a:lnTo>
                  <a:lnTo>
                    <a:pt x="347700" y="171145"/>
                  </a:lnTo>
                  <a:lnTo>
                    <a:pt x="348259" y="172707"/>
                  </a:lnTo>
                  <a:lnTo>
                    <a:pt x="348576" y="173456"/>
                  </a:lnTo>
                  <a:lnTo>
                    <a:pt x="348843" y="174574"/>
                  </a:lnTo>
                  <a:lnTo>
                    <a:pt x="348843" y="167652"/>
                  </a:lnTo>
                  <a:lnTo>
                    <a:pt x="348399" y="167233"/>
                  </a:lnTo>
                  <a:lnTo>
                    <a:pt x="345757" y="165989"/>
                  </a:lnTo>
                  <a:lnTo>
                    <a:pt x="343179" y="164680"/>
                  </a:lnTo>
                  <a:lnTo>
                    <a:pt x="331622" y="172707"/>
                  </a:lnTo>
                  <a:lnTo>
                    <a:pt x="334048" y="177711"/>
                  </a:lnTo>
                  <a:lnTo>
                    <a:pt x="338696" y="179946"/>
                  </a:lnTo>
                  <a:lnTo>
                    <a:pt x="341477" y="181203"/>
                  </a:lnTo>
                  <a:lnTo>
                    <a:pt x="344398" y="181483"/>
                  </a:lnTo>
                  <a:lnTo>
                    <a:pt x="346989" y="180555"/>
                  </a:lnTo>
                  <a:lnTo>
                    <a:pt x="348843" y="179946"/>
                  </a:lnTo>
                  <a:lnTo>
                    <a:pt x="350418" y="178689"/>
                  </a:lnTo>
                  <a:lnTo>
                    <a:pt x="350583" y="178257"/>
                  </a:lnTo>
                  <a:lnTo>
                    <a:pt x="350659" y="178079"/>
                  </a:lnTo>
                  <a:lnTo>
                    <a:pt x="351066" y="177050"/>
                  </a:lnTo>
                  <a:lnTo>
                    <a:pt x="351815" y="175653"/>
                  </a:lnTo>
                  <a:lnTo>
                    <a:pt x="351866" y="173456"/>
                  </a:lnTo>
                  <a:close/>
                </a:path>
                <a:path w="492759" h="325119">
                  <a:moveTo>
                    <a:pt x="357720" y="116687"/>
                  </a:moveTo>
                  <a:lnTo>
                    <a:pt x="357682" y="116166"/>
                  </a:lnTo>
                  <a:lnTo>
                    <a:pt x="357593" y="115912"/>
                  </a:lnTo>
                  <a:lnTo>
                    <a:pt x="357212" y="114719"/>
                  </a:lnTo>
                  <a:lnTo>
                    <a:pt x="356565" y="113868"/>
                  </a:lnTo>
                  <a:lnTo>
                    <a:pt x="355180" y="112064"/>
                  </a:lnTo>
                  <a:lnTo>
                    <a:pt x="354393" y="111607"/>
                  </a:lnTo>
                  <a:lnTo>
                    <a:pt x="354393" y="116166"/>
                  </a:lnTo>
                  <a:lnTo>
                    <a:pt x="354317" y="118237"/>
                  </a:lnTo>
                  <a:lnTo>
                    <a:pt x="354253" y="118579"/>
                  </a:lnTo>
                  <a:lnTo>
                    <a:pt x="354126" y="119329"/>
                  </a:lnTo>
                  <a:lnTo>
                    <a:pt x="353199" y="120853"/>
                  </a:lnTo>
                  <a:lnTo>
                    <a:pt x="349351" y="123799"/>
                  </a:lnTo>
                  <a:lnTo>
                    <a:pt x="346049" y="123799"/>
                  </a:lnTo>
                  <a:lnTo>
                    <a:pt x="344779" y="122135"/>
                  </a:lnTo>
                  <a:lnTo>
                    <a:pt x="344258" y="121551"/>
                  </a:lnTo>
                  <a:lnTo>
                    <a:pt x="344106" y="120853"/>
                  </a:lnTo>
                  <a:lnTo>
                    <a:pt x="344106" y="118579"/>
                  </a:lnTo>
                  <a:lnTo>
                    <a:pt x="345046" y="116687"/>
                  </a:lnTo>
                  <a:lnTo>
                    <a:pt x="346684" y="115493"/>
                  </a:lnTo>
                  <a:lnTo>
                    <a:pt x="348157" y="114376"/>
                  </a:lnTo>
                  <a:lnTo>
                    <a:pt x="349910" y="113868"/>
                  </a:lnTo>
                  <a:lnTo>
                    <a:pt x="351091" y="113868"/>
                  </a:lnTo>
                  <a:lnTo>
                    <a:pt x="352069" y="114147"/>
                  </a:lnTo>
                  <a:lnTo>
                    <a:pt x="352793" y="114376"/>
                  </a:lnTo>
                  <a:lnTo>
                    <a:pt x="352971" y="114376"/>
                  </a:lnTo>
                  <a:lnTo>
                    <a:pt x="354393" y="116166"/>
                  </a:lnTo>
                  <a:lnTo>
                    <a:pt x="354393" y="111607"/>
                  </a:lnTo>
                  <a:lnTo>
                    <a:pt x="353745" y="111213"/>
                  </a:lnTo>
                  <a:lnTo>
                    <a:pt x="351853" y="110947"/>
                  </a:lnTo>
                  <a:lnTo>
                    <a:pt x="349351" y="110642"/>
                  </a:lnTo>
                  <a:lnTo>
                    <a:pt x="346887" y="111417"/>
                  </a:lnTo>
                  <a:lnTo>
                    <a:pt x="344779" y="113106"/>
                  </a:lnTo>
                  <a:lnTo>
                    <a:pt x="340868" y="115912"/>
                  </a:lnTo>
                  <a:lnTo>
                    <a:pt x="340753" y="116433"/>
                  </a:lnTo>
                  <a:lnTo>
                    <a:pt x="340690" y="116687"/>
                  </a:lnTo>
                  <a:lnTo>
                    <a:pt x="339750" y="120853"/>
                  </a:lnTo>
                  <a:lnTo>
                    <a:pt x="340207" y="121551"/>
                  </a:lnTo>
                  <a:lnTo>
                    <a:pt x="342188" y="124028"/>
                  </a:lnTo>
                  <a:lnTo>
                    <a:pt x="344779" y="127152"/>
                  </a:lnTo>
                  <a:lnTo>
                    <a:pt x="349770" y="127355"/>
                  </a:lnTo>
                  <a:lnTo>
                    <a:pt x="353745" y="124383"/>
                  </a:lnTo>
                  <a:lnTo>
                    <a:pt x="354495" y="123799"/>
                  </a:lnTo>
                  <a:lnTo>
                    <a:pt x="355828" y="122758"/>
                  </a:lnTo>
                  <a:lnTo>
                    <a:pt x="357212" y="120586"/>
                  </a:lnTo>
                  <a:lnTo>
                    <a:pt x="357263" y="120091"/>
                  </a:lnTo>
                  <a:lnTo>
                    <a:pt x="357365" y="119329"/>
                  </a:lnTo>
                  <a:lnTo>
                    <a:pt x="357454" y="118579"/>
                  </a:lnTo>
                  <a:lnTo>
                    <a:pt x="357555" y="117805"/>
                  </a:lnTo>
                  <a:lnTo>
                    <a:pt x="357720" y="116687"/>
                  </a:lnTo>
                  <a:close/>
                </a:path>
                <a:path w="492759" h="325119">
                  <a:moveTo>
                    <a:pt x="411416" y="274193"/>
                  </a:moveTo>
                  <a:lnTo>
                    <a:pt x="411353" y="268147"/>
                  </a:lnTo>
                  <a:lnTo>
                    <a:pt x="411264" y="267804"/>
                  </a:lnTo>
                  <a:lnTo>
                    <a:pt x="410921" y="266509"/>
                  </a:lnTo>
                  <a:lnTo>
                    <a:pt x="409473" y="264642"/>
                  </a:lnTo>
                  <a:lnTo>
                    <a:pt x="408432" y="263271"/>
                  </a:lnTo>
                  <a:lnTo>
                    <a:pt x="408432" y="267804"/>
                  </a:lnTo>
                  <a:lnTo>
                    <a:pt x="408393" y="273164"/>
                  </a:lnTo>
                  <a:lnTo>
                    <a:pt x="408012" y="274193"/>
                  </a:lnTo>
                  <a:lnTo>
                    <a:pt x="407657" y="275056"/>
                  </a:lnTo>
                  <a:lnTo>
                    <a:pt x="405765" y="276860"/>
                  </a:lnTo>
                  <a:lnTo>
                    <a:pt x="404761" y="277533"/>
                  </a:lnTo>
                  <a:lnTo>
                    <a:pt x="402107" y="277533"/>
                  </a:lnTo>
                  <a:lnTo>
                    <a:pt x="401269" y="276860"/>
                  </a:lnTo>
                  <a:lnTo>
                    <a:pt x="400685" y="276263"/>
                  </a:lnTo>
                  <a:lnTo>
                    <a:pt x="399554" y="275056"/>
                  </a:lnTo>
                  <a:lnTo>
                    <a:pt x="398767" y="273164"/>
                  </a:lnTo>
                  <a:lnTo>
                    <a:pt x="398830" y="268909"/>
                  </a:lnTo>
                  <a:lnTo>
                    <a:pt x="408432" y="267804"/>
                  </a:lnTo>
                  <a:lnTo>
                    <a:pt x="408432" y="263271"/>
                  </a:lnTo>
                  <a:lnTo>
                    <a:pt x="408051" y="262763"/>
                  </a:lnTo>
                  <a:lnTo>
                    <a:pt x="405574" y="261569"/>
                  </a:lnTo>
                  <a:lnTo>
                    <a:pt x="401942" y="261569"/>
                  </a:lnTo>
                  <a:lnTo>
                    <a:pt x="400138" y="262356"/>
                  </a:lnTo>
                  <a:lnTo>
                    <a:pt x="398703" y="263702"/>
                  </a:lnTo>
                  <a:lnTo>
                    <a:pt x="396824" y="265417"/>
                  </a:lnTo>
                  <a:lnTo>
                    <a:pt x="395719" y="268147"/>
                  </a:lnTo>
                  <a:lnTo>
                    <a:pt x="395681" y="274193"/>
                  </a:lnTo>
                  <a:lnTo>
                    <a:pt x="396621" y="276593"/>
                  </a:lnTo>
                  <a:lnTo>
                    <a:pt x="398424" y="278396"/>
                  </a:lnTo>
                  <a:lnTo>
                    <a:pt x="399783" y="279844"/>
                  </a:lnTo>
                  <a:lnTo>
                    <a:pt x="401637" y="280606"/>
                  </a:lnTo>
                  <a:lnTo>
                    <a:pt x="405472" y="280606"/>
                  </a:lnTo>
                  <a:lnTo>
                    <a:pt x="407136" y="279984"/>
                  </a:lnTo>
                  <a:lnTo>
                    <a:pt x="409778" y="277533"/>
                  </a:lnTo>
                  <a:lnTo>
                    <a:pt x="410514" y="276860"/>
                  </a:lnTo>
                  <a:lnTo>
                    <a:pt x="410603" y="276593"/>
                  </a:lnTo>
                  <a:lnTo>
                    <a:pt x="410718" y="276263"/>
                  </a:lnTo>
                  <a:lnTo>
                    <a:pt x="411416" y="274193"/>
                  </a:lnTo>
                  <a:close/>
                </a:path>
                <a:path w="492759" h="325119">
                  <a:moveTo>
                    <a:pt x="430123" y="287591"/>
                  </a:moveTo>
                  <a:lnTo>
                    <a:pt x="428066" y="285229"/>
                  </a:lnTo>
                  <a:lnTo>
                    <a:pt x="426478" y="283413"/>
                  </a:lnTo>
                  <a:lnTo>
                    <a:pt x="426262" y="283375"/>
                  </a:lnTo>
                  <a:lnTo>
                    <a:pt x="426262" y="288366"/>
                  </a:lnTo>
                  <a:lnTo>
                    <a:pt x="426161" y="291312"/>
                  </a:lnTo>
                  <a:lnTo>
                    <a:pt x="426046" y="291884"/>
                  </a:lnTo>
                  <a:lnTo>
                    <a:pt x="425627" y="293827"/>
                  </a:lnTo>
                  <a:lnTo>
                    <a:pt x="422427" y="295465"/>
                  </a:lnTo>
                  <a:lnTo>
                    <a:pt x="418896" y="294805"/>
                  </a:lnTo>
                  <a:lnTo>
                    <a:pt x="415340" y="294170"/>
                  </a:lnTo>
                  <a:lnTo>
                    <a:pt x="412915" y="291528"/>
                  </a:lnTo>
                  <a:lnTo>
                    <a:pt x="412953" y="291312"/>
                  </a:lnTo>
                  <a:lnTo>
                    <a:pt x="413054" y="290677"/>
                  </a:lnTo>
                  <a:lnTo>
                    <a:pt x="413321" y="289064"/>
                  </a:lnTo>
                  <a:lnTo>
                    <a:pt x="413626" y="287769"/>
                  </a:lnTo>
                  <a:lnTo>
                    <a:pt x="414350" y="286893"/>
                  </a:lnTo>
                  <a:lnTo>
                    <a:pt x="415112" y="286575"/>
                  </a:lnTo>
                  <a:lnTo>
                    <a:pt x="416623" y="285572"/>
                  </a:lnTo>
                  <a:lnTo>
                    <a:pt x="418553" y="285229"/>
                  </a:lnTo>
                  <a:lnTo>
                    <a:pt x="423900" y="286118"/>
                  </a:lnTo>
                  <a:lnTo>
                    <a:pt x="426262" y="288366"/>
                  </a:lnTo>
                  <a:lnTo>
                    <a:pt x="426262" y="283375"/>
                  </a:lnTo>
                  <a:lnTo>
                    <a:pt x="421208" y="282422"/>
                  </a:lnTo>
                  <a:lnTo>
                    <a:pt x="418249" y="281952"/>
                  </a:lnTo>
                  <a:lnTo>
                    <a:pt x="415340" y="282422"/>
                  </a:lnTo>
                  <a:lnTo>
                    <a:pt x="413321" y="284035"/>
                  </a:lnTo>
                  <a:lnTo>
                    <a:pt x="411556" y="285038"/>
                  </a:lnTo>
                  <a:lnTo>
                    <a:pt x="411441" y="285229"/>
                  </a:lnTo>
                  <a:lnTo>
                    <a:pt x="410578" y="286575"/>
                  </a:lnTo>
                  <a:lnTo>
                    <a:pt x="410476" y="286893"/>
                  </a:lnTo>
                  <a:lnTo>
                    <a:pt x="409765" y="290677"/>
                  </a:lnTo>
                  <a:lnTo>
                    <a:pt x="410527" y="292798"/>
                  </a:lnTo>
                  <a:lnTo>
                    <a:pt x="412127" y="294525"/>
                  </a:lnTo>
                  <a:lnTo>
                    <a:pt x="413626" y="296316"/>
                  </a:lnTo>
                  <a:lnTo>
                    <a:pt x="415937" y="297421"/>
                  </a:lnTo>
                  <a:lnTo>
                    <a:pt x="418249" y="297865"/>
                  </a:lnTo>
                  <a:lnTo>
                    <a:pt x="420916" y="298284"/>
                  </a:lnTo>
                  <a:lnTo>
                    <a:pt x="423964" y="297865"/>
                  </a:lnTo>
                  <a:lnTo>
                    <a:pt x="423545" y="297865"/>
                  </a:lnTo>
                  <a:lnTo>
                    <a:pt x="425348" y="296913"/>
                  </a:lnTo>
                  <a:lnTo>
                    <a:pt x="429285" y="291884"/>
                  </a:lnTo>
                  <a:lnTo>
                    <a:pt x="429399" y="291312"/>
                  </a:lnTo>
                  <a:lnTo>
                    <a:pt x="429526" y="290677"/>
                  </a:lnTo>
                  <a:lnTo>
                    <a:pt x="430123" y="287591"/>
                  </a:lnTo>
                  <a:close/>
                </a:path>
                <a:path w="492759" h="325119">
                  <a:moveTo>
                    <a:pt x="484619" y="266001"/>
                  </a:moveTo>
                  <a:lnTo>
                    <a:pt x="482269" y="263702"/>
                  </a:lnTo>
                  <a:lnTo>
                    <a:pt x="481469" y="262928"/>
                  </a:lnTo>
                  <a:lnTo>
                    <a:pt x="481469" y="267804"/>
                  </a:lnTo>
                  <a:lnTo>
                    <a:pt x="481469" y="277698"/>
                  </a:lnTo>
                  <a:lnTo>
                    <a:pt x="477342" y="281800"/>
                  </a:lnTo>
                  <a:lnTo>
                    <a:pt x="466966" y="281800"/>
                  </a:lnTo>
                  <a:lnTo>
                    <a:pt x="462940" y="277698"/>
                  </a:lnTo>
                  <a:lnTo>
                    <a:pt x="462940" y="267804"/>
                  </a:lnTo>
                  <a:lnTo>
                    <a:pt x="466966" y="263702"/>
                  </a:lnTo>
                  <a:lnTo>
                    <a:pt x="477342" y="263702"/>
                  </a:lnTo>
                  <a:lnTo>
                    <a:pt x="481469" y="267804"/>
                  </a:lnTo>
                  <a:lnTo>
                    <a:pt x="481469" y="262928"/>
                  </a:lnTo>
                  <a:lnTo>
                    <a:pt x="479031" y="260540"/>
                  </a:lnTo>
                  <a:lnTo>
                    <a:pt x="465429" y="260540"/>
                  </a:lnTo>
                  <a:lnTo>
                    <a:pt x="459765" y="266001"/>
                  </a:lnTo>
                  <a:lnTo>
                    <a:pt x="459765" y="279412"/>
                  </a:lnTo>
                  <a:lnTo>
                    <a:pt x="465429" y="284886"/>
                  </a:lnTo>
                  <a:lnTo>
                    <a:pt x="479031" y="284886"/>
                  </a:lnTo>
                  <a:lnTo>
                    <a:pt x="482180" y="281800"/>
                  </a:lnTo>
                  <a:lnTo>
                    <a:pt x="484619" y="279412"/>
                  </a:lnTo>
                  <a:lnTo>
                    <a:pt x="484619" y="266001"/>
                  </a:lnTo>
                  <a:close/>
                </a:path>
                <a:path w="492759" h="325119">
                  <a:moveTo>
                    <a:pt x="492290" y="184150"/>
                  </a:moveTo>
                  <a:lnTo>
                    <a:pt x="490448" y="175260"/>
                  </a:lnTo>
                  <a:lnTo>
                    <a:pt x="482346" y="170180"/>
                  </a:lnTo>
                  <a:lnTo>
                    <a:pt x="473278" y="163830"/>
                  </a:lnTo>
                  <a:lnTo>
                    <a:pt x="472706" y="162560"/>
                  </a:lnTo>
                  <a:lnTo>
                    <a:pt x="468541" y="152400"/>
                  </a:lnTo>
                  <a:lnTo>
                    <a:pt x="472757" y="162560"/>
                  </a:lnTo>
                  <a:lnTo>
                    <a:pt x="480745" y="166370"/>
                  </a:lnTo>
                  <a:lnTo>
                    <a:pt x="486765" y="163830"/>
                  </a:lnTo>
                  <a:lnTo>
                    <a:pt x="480288" y="160020"/>
                  </a:lnTo>
                  <a:lnTo>
                    <a:pt x="478434" y="152400"/>
                  </a:lnTo>
                  <a:lnTo>
                    <a:pt x="478129" y="151130"/>
                  </a:lnTo>
                  <a:lnTo>
                    <a:pt x="475221" y="143510"/>
                  </a:lnTo>
                  <a:lnTo>
                    <a:pt x="469404" y="140970"/>
                  </a:lnTo>
                  <a:lnTo>
                    <a:pt x="466496" y="139700"/>
                  </a:lnTo>
                  <a:lnTo>
                    <a:pt x="463778" y="139700"/>
                  </a:lnTo>
                  <a:lnTo>
                    <a:pt x="460679" y="137160"/>
                  </a:lnTo>
                  <a:lnTo>
                    <a:pt x="457301" y="135890"/>
                  </a:lnTo>
                  <a:lnTo>
                    <a:pt x="452170" y="135890"/>
                  </a:lnTo>
                  <a:lnTo>
                    <a:pt x="445808" y="137160"/>
                  </a:lnTo>
                  <a:lnTo>
                    <a:pt x="439178" y="140970"/>
                  </a:lnTo>
                  <a:lnTo>
                    <a:pt x="433959" y="147320"/>
                  </a:lnTo>
                  <a:lnTo>
                    <a:pt x="431838" y="157480"/>
                  </a:lnTo>
                  <a:lnTo>
                    <a:pt x="437680" y="176530"/>
                  </a:lnTo>
                  <a:lnTo>
                    <a:pt x="463359" y="201930"/>
                  </a:lnTo>
                  <a:lnTo>
                    <a:pt x="469201" y="219710"/>
                  </a:lnTo>
                  <a:lnTo>
                    <a:pt x="469201" y="227330"/>
                  </a:lnTo>
                  <a:lnTo>
                    <a:pt x="462864" y="232410"/>
                  </a:lnTo>
                  <a:lnTo>
                    <a:pt x="449491" y="232410"/>
                  </a:lnTo>
                  <a:lnTo>
                    <a:pt x="444500" y="224790"/>
                  </a:lnTo>
                  <a:lnTo>
                    <a:pt x="440537" y="217170"/>
                  </a:lnTo>
                  <a:lnTo>
                    <a:pt x="439216" y="214630"/>
                  </a:lnTo>
                  <a:lnTo>
                    <a:pt x="437349" y="210820"/>
                  </a:lnTo>
                  <a:lnTo>
                    <a:pt x="436727" y="209550"/>
                  </a:lnTo>
                  <a:lnTo>
                    <a:pt x="431253" y="201930"/>
                  </a:lnTo>
                  <a:lnTo>
                    <a:pt x="429983" y="200507"/>
                  </a:lnTo>
                  <a:lnTo>
                    <a:pt x="429983" y="217170"/>
                  </a:lnTo>
                  <a:lnTo>
                    <a:pt x="425983" y="222250"/>
                  </a:lnTo>
                  <a:lnTo>
                    <a:pt x="422414" y="223520"/>
                  </a:lnTo>
                  <a:lnTo>
                    <a:pt x="417893" y="220980"/>
                  </a:lnTo>
                  <a:lnTo>
                    <a:pt x="417830" y="219710"/>
                  </a:lnTo>
                  <a:lnTo>
                    <a:pt x="417703" y="217170"/>
                  </a:lnTo>
                  <a:lnTo>
                    <a:pt x="421906" y="212090"/>
                  </a:lnTo>
                  <a:lnTo>
                    <a:pt x="425196" y="210820"/>
                  </a:lnTo>
                  <a:lnTo>
                    <a:pt x="427583" y="212090"/>
                  </a:lnTo>
                  <a:lnTo>
                    <a:pt x="429895" y="213360"/>
                  </a:lnTo>
                  <a:lnTo>
                    <a:pt x="429983" y="217170"/>
                  </a:lnTo>
                  <a:lnTo>
                    <a:pt x="429983" y="200507"/>
                  </a:lnTo>
                  <a:lnTo>
                    <a:pt x="425627" y="195580"/>
                  </a:lnTo>
                  <a:lnTo>
                    <a:pt x="427202" y="196850"/>
                  </a:lnTo>
                  <a:lnTo>
                    <a:pt x="434835" y="196850"/>
                  </a:lnTo>
                  <a:lnTo>
                    <a:pt x="436270" y="195580"/>
                  </a:lnTo>
                  <a:lnTo>
                    <a:pt x="437692" y="194310"/>
                  </a:lnTo>
                  <a:lnTo>
                    <a:pt x="438391" y="191770"/>
                  </a:lnTo>
                  <a:lnTo>
                    <a:pt x="438518" y="187960"/>
                  </a:lnTo>
                  <a:lnTo>
                    <a:pt x="437299" y="185420"/>
                  </a:lnTo>
                  <a:lnTo>
                    <a:pt x="435508" y="182880"/>
                  </a:lnTo>
                  <a:lnTo>
                    <a:pt x="435292" y="182626"/>
                  </a:lnTo>
                  <a:lnTo>
                    <a:pt x="435292" y="187960"/>
                  </a:lnTo>
                  <a:lnTo>
                    <a:pt x="435229" y="190500"/>
                  </a:lnTo>
                  <a:lnTo>
                    <a:pt x="435038" y="191770"/>
                  </a:lnTo>
                  <a:lnTo>
                    <a:pt x="434035" y="193040"/>
                  </a:lnTo>
                  <a:lnTo>
                    <a:pt x="433108" y="194310"/>
                  </a:lnTo>
                  <a:lnTo>
                    <a:pt x="429450" y="194310"/>
                  </a:lnTo>
                  <a:lnTo>
                    <a:pt x="427443" y="193040"/>
                  </a:lnTo>
                  <a:lnTo>
                    <a:pt x="424751" y="190500"/>
                  </a:lnTo>
                  <a:lnTo>
                    <a:pt x="424332" y="189230"/>
                  </a:lnTo>
                  <a:lnTo>
                    <a:pt x="423913" y="187960"/>
                  </a:lnTo>
                  <a:lnTo>
                    <a:pt x="423989" y="186690"/>
                  </a:lnTo>
                  <a:lnTo>
                    <a:pt x="424116" y="184150"/>
                  </a:lnTo>
                  <a:lnTo>
                    <a:pt x="425170" y="184150"/>
                  </a:lnTo>
                  <a:lnTo>
                    <a:pt x="425996" y="182880"/>
                  </a:lnTo>
                  <a:lnTo>
                    <a:pt x="429793" y="182880"/>
                  </a:lnTo>
                  <a:lnTo>
                    <a:pt x="431685" y="184150"/>
                  </a:lnTo>
                  <a:lnTo>
                    <a:pt x="433108" y="185420"/>
                  </a:lnTo>
                  <a:lnTo>
                    <a:pt x="434479" y="186690"/>
                  </a:lnTo>
                  <a:lnTo>
                    <a:pt x="435292" y="187960"/>
                  </a:lnTo>
                  <a:lnTo>
                    <a:pt x="435292" y="182626"/>
                  </a:lnTo>
                  <a:lnTo>
                    <a:pt x="433425" y="180340"/>
                  </a:lnTo>
                  <a:lnTo>
                    <a:pt x="430631" y="179070"/>
                  </a:lnTo>
                  <a:lnTo>
                    <a:pt x="426173" y="179070"/>
                  </a:lnTo>
                  <a:lnTo>
                    <a:pt x="424205" y="180340"/>
                  </a:lnTo>
                  <a:lnTo>
                    <a:pt x="422960" y="181610"/>
                  </a:lnTo>
                  <a:lnTo>
                    <a:pt x="421614" y="182880"/>
                  </a:lnTo>
                  <a:lnTo>
                    <a:pt x="420916" y="184150"/>
                  </a:lnTo>
                  <a:lnTo>
                    <a:pt x="420839" y="188506"/>
                  </a:lnTo>
                  <a:lnTo>
                    <a:pt x="415556" y="181610"/>
                  </a:lnTo>
                  <a:lnTo>
                    <a:pt x="415340" y="181343"/>
                  </a:lnTo>
                  <a:lnTo>
                    <a:pt x="415340" y="240030"/>
                  </a:lnTo>
                  <a:lnTo>
                    <a:pt x="413334" y="242570"/>
                  </a:lnTo>
                  <a:lnTo>
                    <a:pt x="411175" y="245110"/>
                  </a:lnTo>
                  <a:lnTo>
                    <a:pt x="407771" y="246380"/>
                  </a:lnTo>
                  <a:lnTo>
                    <a:pt x="403326" y="243840"/>
                  </a:lnTo>
                  <a:lnTo>
                    <a:pt x="403237" y="242570"/>
                  </a:lnTo>
                  <a:lnTo>
                    <a:pt x="403161" y="241300"/>
                  </a:lnTo>
                  <a:lnTo>
                    <a:pt x="403072" y="240030"/>
                  </a:lnTo>
                  <a:lnTo>
                    <a:pt x="405117" y="237490"/>
                  </a:lnTo>
                  <a:lnTo>
                    <a:pt x="407123" y="233680"/>
                  </a:lnTo>
                  <a:lnTo>
                    <a:pt x="410603" y="233680"/>
                  </a:lnTo>
                  <a:lnTo>
                    <a:pt x="412915" y="234950"/>
                  </a:lnTo>
                  <a:lnTo>
                    <a:pt x="415150" y="236220"/>
                  </a:lnTo>
                  <a:lnTo>
                    <a:pt x="415277" y="238760"/>
                  </a:lnTo>
                  <a:lnTo>
                    <a:pt x="415340" y="240030"/>
                  </a:lnTo>
                  <a:lnTo>
                    <a:pt x="415340" y="181343"/>
                  </a:lnTo>
                  <a:lnTo>
                    <a:pt x="410591" y="175260"/>
                  </a:lnTo>
                  <a:lnTo>
                    <a:pt x="407136" y="168910"/>
                  </a:lnTo>
                  <a:lnTo>
                    <a:pt x="405841" y="163830"/>
                  </a:lnTo>
                  <a:lnTo>
                    <a:pt x="405841" y="158750"/>
                  </a:lnTo>
                  <a:lnTo>
                    <a:pt x="409321" y="154940"/>
                  </a:lnTo>
                  <a:lnTo>
                    <a:pt x="411429" y="152400"/>
                  </a:lnTo>
                  <a:lnTo>
                    <a:pt x="413537" y="149860"/>
                  </a:lnTo>
                  <a:lnTo>
                    <a:pt x="414972" y="149860"/>
                  </a:lnTo>
                  <a:lnTo>
                    <a:pt x="416052" y="148590"/>
                  </a:lnTo>
                  <a:lnTo>
                    <a:pt x="417576" y="147320"/>
                  </a:lnTo>
                  <a:lnTo>
                    <a:pt x="420776" y="144780"/>
                  </a:lnTo>
                  <a:lnTo>
                    <a:pt x="427202" y="137160"/>
                  </a:lnTo>
                  <a:lnTo>
                    <a:pt x="427443" y="137160"/>
                  </a:lnTo>
                  <a:lnTo>
                    <a:pt x="429209" y="135890"/>
                  </a:lnTo>
                  <a:lnTo>
                    <a:pt x="425996" y="132956"/>
                  </a:lnTo>
                  <a:lnTo>
                    <a:pt x="425996" y="135890"/>
                  </a:lnTo>
                  <a:lnTo>
                    <a:pt x="418261" y="143510"/>
                  </a:lnTo>
                  <a:lnTo>
                    <a:pt x="414566" y="147320"/>
                  </a:lnTo>
                  <a:lnTo>
                    <a:pt x="410083" y="144780"/>
                  </a:lnTo>
                  <a:lnTo>
                    <a:pt x="362991" y="118110"/>
                  </a:lnTo>
                  <a:lnTo>
                    <a:pt x="368033" y="102870"/>
                  </a:lnTo>
                  <a:lnTo>
                    <a:pt x="373672" y="105410"/>
                  </a:lnTo>
                  <a:lnTo>
                    <a:pt x="372059" y="105410"/>
                  </a:lnTo>
                  <a:lnTo>
                    <a:pt x="370001" y="106680"/>
                  </a:lnTo>
                  <a:lnTo>
                    <a:pt x="368211" y="109220"/>
                  </a:lnTo>
                  <a:lnTo>
                    <a:pt x="371894" y="109220"/>
                  </a:lnTo>
                  <a:lnTo>
                    <a:pt x="373405" y="107950"/>
                  </a:lnTo>
                  <a:lnTo>
                    <a:pt x="371182" y="114300"/>
                  </a:lnTo>
                  <a:lnTo>
                    <a:pt x="370611" y="113030"/>
                  </a:lnTo>
                  <a:lnTo>
                    <a:pt x="368973" y="111760"/>
                  </a:lnTo>
                  <a:lnTo>
                    <a:pt x="367385" y="110490"/>
                  </a:lnTo>
                  <a:lnTo>
                    <a:pt x="366268" y="115570"/>
                  </a:lnTo>
                  <a:lnTo>
                    <a:pt x="369189" y="116840"/>
                  </a:lnTo>
                  <a:lnTo>
                    <a:pt x="371182" y="118110"/>
                  </a:lnTo>
                  <a:lnTo>
                    <a:pt x="374700" y="119380"/>
                  </a:lnTo>
                  <a:lnTo>
                    <a:pt x="376859" y="119380"/>
                  </a:lnTo>
                  <a:lnTo>
                    <a:pt x="377825" y="118110"/>
                  </a:lnTo>
                  <a:lnTo>
                    <a:pt x="378917" y="116840"/>
                  </a:lnTo>
                  <a:lnTo>
                    <a:pt x="377799" y="115570"/>
                  </a:lnTo>
                  <a:lnTo>
                    <a:pt x="376694" y="114300"/>
                  </a:lnTo>
                  <a:lnTo>
                    <a:pt x="373773" y="115570"/>
                  </a:lnTo>
                  <a:lnTo>
                    <a:pt x="373646" y="114300"/>
                  </a:lnTo>
                  <a:lnTo>
                    <a:pt x="373519" y="113030"/>
                  </a:lnTo>
                  <a:lnTo>
                    <a:pt x="373405" y="111760"/>
                  </a:lnTo>
                  <a:lnTo>
                    <a:pt x="375069" y="110490"/>
                  </a:lnTo>
                  <a:lnTo>
                    <a:pt x="378625" y="110490"/>
                  </a:lnTo>
                  <a:lnTo>
                    <a:pt x="379857" y="111760"/>
                  </a:lnTo>
                  <a:lnTo>
                    <a:pt x="380326" y="114300"/>
                  </a:lnTo>
                  <a:lnTo>
                    <a:pt x="380263" y="113030"/>
                  </a:lnTo>
                  <a:lnTo>
                    <a:pt x="380149" y="110490"/>
                  </a:lnTo>
                  <a:lnTo>
                    <a:pt x="380085" y="109220"/>
                  </a:lnTo>
                  <a:lnTo>
                    <a:pt x="380834" y="107950"/>
                  </a:lnTo>
                  <a:lnTo>
                    <a:pt x="382320" y="105410"/>
                  </a:lnTo>
                  <a:lnTo>
                    <a:pt x="386626" y="104140"/>
                  </a:lnTo>
                  <a:lnTo>
                    <a:pt x="388315" y="109220"/>
                  </a:lnTo>
                  <a:lnTo>
                    <a:pt x="386981" y="111760"/>
                  </a:lnTo>
                  <a:lnTo>
                    <a:pt x="383514" y="115570"/>
                  </a:lnTo>
                  <a:lnTo>
                    <a:pt x="385419" y="114300"/>
                  </a:lnTo>
                  <a:lnTo>
                    <a:pt x="387464" y="114300"/>
                  </a:lnTo>
                  <a:lnTo>
                    <a:pt x="388200" y="115570"/>
                  </a:lnTo>
                  <a:lnTo>
                    <a:pt x="389394" y="116840"/>
                  </a:lnTo>
                  <a:lnTo>
                    <a:pt x="388988" y="119380"/>
                  </a:lnTo>
                  <a:lnTo>
                    <a:pt x="386334" y="120650"/>
                  </a:lnTo>
                  <a:lnTo>
                    <a:pt x="385762" y="118110"/>
                  </a:lnTo>
                  <a:lnTo>
                    <a:pt x="382193" y="118110"/>
                  </a:lnTo>
                  <a:lnTo>
                    <a:pt x="381190" y="119380"/>
                  </a:lnTo>
                  <a:lnTo>
                    <a:pt x="380085" y="121920"/>
                  </a:lnTo>
                  <a:lnTo>
                    <a:pt x="381762" y="123190"/>
                  </a:lnTo>
                  <a:lnTo>
                    <a:pt x="384835" y="125730"/>
                  </a:lnTo>
                  <a:lnTo>
                    <a:pt x="388493" y="127000"/>
                  </a:lnTo>
                  <a:lnTo>
                    <a:pt x="391490" y="125730"/>
                  </a:lnTo>
                  <a:lnTo>
                    <a:pt x="392480" y="124460"/>
                  </a:lnTo>
                  <a:lnTo>
                    <a:pt x="393484" y="123190"/>
                  </a:lnTo>
                  <a:lnTo>
                    <a:pt x="392277" y="121920"/>
                  </a:lnTo>
                  <a:lnTo>
                    <a:pt x="390169" y="123190"/>
                  </a:lnTo>
                  <a:lnTo>
                    <a:pt x="388175" y="124460"/>
                  </a:lnTo>
                  <a:lnTo>
                    <a:pt x="390042" y="120650"/>
                  </a:lnTo>
                  <a:lnTo>
                    <a:pt x="391909" y="116840"/>
                  </a:lnTo>
                  <a:lnTo>
                    <a:pt x="392137" y="118110"/>
                  </a:lnTo>
                  <a:lnTo>
                    <a:pt x="392696" y="119380"/>
                  </a:lnTo>
                  <a:lnTo>
                    <a:pt x="394398" y="120650"/>
                  </a:lnTo>
                  <a:lnTo>
                    <a:pt x="395706" y="116840"/>
                  </a:lnTo>
                  <a:lnTo>
                    <a:pt x="394614" y="114300"/>
                  </a:lnTo>
                  <a:lnTo>
                    <a:pt x="402628" y="119380"/>
                  </a:lnTo>
                  <a:lnTo>
                    <a:pt x="399910" y="119380"/>
                  </a:lnTo>
                  <a:lnTo>
                    <a:pt x="396963" y="121920"/>
                  </a:lnTo>
                  <a:lnTo>
                    <a:pt x="398780" y="123190"/>
                  </a:lnTo>
                  <a:lnTo>
                    <a:pt x="400685" y="123190"/>
                  </a:lnTo>
                  <a:lnTo>
                    <a:pt x="401726" y="121920"/>
                  </a:lnTo>
                  <a:lnTo>
                    <a:pt x="397535" y="129540"/>
                  </a:lnTo>
                  <a:lnTo>
                    <a:pt x="397535" y="127000"/>
                  </a:lnTo>
                  <a:lnTo>
                    <a:pt x="396608" y="124460"/>
                  </a:lnTo>
                  <a:lnTo>
                    <a:pt x="395706" y="124460"/>
                  </a:lnTo>
                  <a:lnTo>
                    <a:pt x="393954" y="127000"/>
                  </a:lnTo>
                  <a:lnTo>
                    <a:pt x="394398" y="130810"/>
                  </a:lnTo>
                  <a:lnTo>
                    <a:pt x="398043" y="132080"/>
                  </a:lnTo>
                  <a:lnTo>
                    <a:pt x="401104" y="134620"/>
                  </a:lnTo>
                  <a:lnTo>
                    <a:pt x="403466" y="134620"/>
                  </a:lnTo>
                  <a:lnTo>
                    <a:pt x="404698" y="133350"/>
                  </a:lnTo>
                  <a:lnTo>
                    <a:pt x="405917" y="130810"/>
                  </a:lnTo>
                  <a:lnTo>
                    <a:pt x="404914" y="129540"/>
                  </a:lnTo>
                  <a:lnTo>
                    <a:pt x="403910" y="128270"/>
                  </a:lnTo>
                  <a:lnTo>
                    <a:pt x="400900" y="129540"/>
                  </a:lnTo>
                  <a:lnTo>
                    <a:pt x="400799" y="125730"/>
                  </a:lnTo>
                  <a:lnTo>
                    <a:pt x="402551" y="124460"/>
                  </a:lnTo>
                  <a:lnTo>
                    <a:pt x="406069" y="124460"/>
                  </a:lnTo>
                  <a:lnTo>
                    <a:pt x="407250" y="127000"/>
                  </a:lnTo>
                  <a:lnTo>
                    <a:pt x="407504" y="128270"/>
                  </a:lnTo>
                  <a:lnTo>
                    <a:pt x="408660" y="124460"/>
                  </a:lnTo>
                  <a:lnTo>
                    <a:pt x="410730" y="121920"/>
                  </a:lnTo>
                  <a:lnTo>
                    <a:pt x="415582" y="120650"/>
                  </a:lnTo>
                  <a:lnTo>
                    <a:pt x="416623" y="124460"/>
                  </a:lnTo>
                  <a:lnTo>
                    <a:pt x="414439" y="128270"/>
                  </a:lnTo>
                  <a:lnTo>
                    <a:pt x="412305" y="129540"/>
                  </a:lnTo>
                  <a:lnTo>
                    <a:pt x="412076" y="129540"/>
                  </a:lnTo>
                  <a:lnTo>
                    <a:pt x="410184" y="130810"/>
                  </a:lnTo>
                  <a:lnTo>
                    <a:pt x="412178" y="129616"/>
                  </a:lnTo>
                  <a:lnTo>
                    <a:pt x="414058" y="130810"/>
                  </a:lnTo>
                  <a:lnTo>
                    <a:pt x="414769" y="132080"/>
                  </a:lnTo>
                  <a:lnTo>
                    <a:pt x="415798" y="133350"/>
                  </a:lnTo>
                  <a:lnTo>
                    <a:pt x="415150" y="135890"/>
                  </a:lnTo>
                  <a:lnTo>
                    <a:pt x="412483" y="137160"/>
                  </a:lnTo>
                  <a:lnTo>
                    <a:pt x="411975" y="133350"/>
                  </a:lnTo>
                  <a:lnTo>
                    <a:pt x="408571" y="133350"/>
                  </a:lnTo>
                  <a:lnTo>
                    <a:pt x="406476" y="137160"/>
                  </a:lnTo>
                  <a:lnTo>
                    <a:pt x="407873" y="138430"/>
                  </a:lnTo>
                  <a:lnTo>
                    <a:pt x="411111" y="140970"/>
                  </a:lnTo>
                  <a:lnTo>
                    <a:pt x="413105" y="142240"/>
                  </a:lnTo>
                  <a:lnTo>
                    <a:pt x="416026" y="143510"/>
                  </a:lnTo>
                  <a:lnTo>
                    <a:pt x="419328" y="139700"/>
                  </a:lnTo>
                  <a:lnTo>
                    <a:pt x="418261" y="138430"/>
                  </a:lnTo>
                  <a:lnTo>
                    <a:pt x="414680" y="138430"/>
                  </a:lnTo>
                  <a:lnTo>
                    <a:pt x="415607" y="137160"/>
                  </a:lnTo>
                  <a:lnTo>
                    <a:pt x="418414" y="133350"/>
                  </a:lnTo>
                  <a:lnTo>
                    <a:pt x="418338" y="134620"/>
                  </a:lnTo>
                  <a:lnTo>
                    <a:pt x="418261" y="135890"/>
                  </a:lnTo>
                  <a:lnTo>
                    <a:pt x="419557" y="137160"/>
                  </a:lnTo>
                  <a:lnTo>
                    <a:pt x="420687" y="138430"/>
                  </a:lnTo>
                  <a:lnTo>
                    <a:pt x="421297" y="135890"/>
                  </a:lnTo>
                  <a:lnTo>
                    <a:pt x="421398" y="134620"/>
                  </a:lnTo>
                  <a:lnTo>
                    <a:pt x="421500" y="133350"/>
                  </a:lnTo>
                  <a:lnTo>
                    <a:pt x="421297" y="132080"/>
                  </a:lnTo>
                  <a:lnTo>
                    <a:pt x="425996" y="135890"/>
                  </a:lnTo>
                  <a:lnTo>
                    <a:pt x="425996" y="132956"/>
                  </a:lnTo>
                  <a:lnTo>
                    <a:pt x="425043" y="132080"/>
                  </a:lnTo>
                  <a:lnTo>
                    <a:pt x="426173" y="129540"/>
                  </a:lnTo>
                  <a:lnTo>
                    <a:pt x="427062" y="127000"/>
                  </a:lnTo>
                  <a:lnTo>
                    <a:pt x="427685" y="124460"/>
                  </a:lnTo>
                  <a:lnTo>
                    <a:pt x="428993" y="129540"/>
                  </a:lnTo>
                  <a:lnTo>
                    <a:pt x="431685" y="133350"/>
                  </a:lnTo>
                  <a:lnTo>
                    <a:pt x="435292" y="132080"/>
                  </a:lnTo>
                  <a:lnTo>
                    <a:pt x="434594" y="127000"/>
                  </a:lnTo>
                  <a:lnTo>
                    <a:pt x="434898" y="124460"/>
                  </a:lnTo>
                  <a:lnTo>
                    <a:pt x="435216" y="121920"/>
                  </a:lnTo>
                  <a:lnTo>
                    <a:pt x="435305" y="120650"/>
                  </a:lnTo>
                  <a:lnTo>
                    <a:pt x="435406" y="119380"/>
                  </a:lnTo>
                  <a:lnTo>
                    <a:pt x="435521" y="114300"/>
                  </a:lnTo>
                  <a:lnTo>
                    <a:pt x="434568" y="106680"/>
                  </a:lnTo>
                  <a:lnTo>
                    <a:pt x="437692" y="111760"/>
                  </a:lnTo>
                  <a:lnTo>
                    <a:pt x="441985" y="114300"/>
                  </a:lnTo>
                  <a:lnTo>
                    <a:pt x="445135" y="113030"/>
                  </a:lnTo>
                  <a:lnTo>
                    <a:pt x="441909" y="107950"/>
                  </a:lnTo>
                  <a:lnTo>
                    <a:pt x="441921" y="106680"/>
                  </a:lnTo>
                  <a:lnTo>
                    <a:pt x="441871" y="97790"/>
                  </a:lnTo>
                  <a:lnTo>
                    <a:pt x="441756" y="95250"/>
                  </a:lnTo>
                  <a:lnTo>
                    <a:pt x="441706" y="93980"/>
                  </a:lnTo>
                  <a:lnTo>
                    <a:pt x="441591" y="91440"/>
                  </a:lnTo>
                  <a:lnTo>
                    <a:pt x="436968" y="81280"/>
                  </a:lnTo>
                  <a:lnTo>
                    <a:pt x="440359" y="82550"/>
                  </a:lnTo>
                  <a:lnTo>
                    <a:pt x="442785" y="81280"/>
                  </a:lnTo>
                  <a:lnTo>
                    <a:pt x="444207" y="80010"/>
                  </a:lnTo>
                  <a:lnTo>
                    <a:pt x="439000" y="77470"/>
                  </a:lnTo>
                  <a:lnTo>
                    <a:pt x="435749" y="72390"/>
                  </a:lnTo>
                  <a:lnTo>
                    <a:pt x="431101" y="66040"/>
                  </a:lnTo>
                  <a:lnTo>
                    <a:pt x="421741" y="60960"/>
                  </a:lnTo>
                  <a:lnTo>
                    <a:pt x="425996" y="60960"/>
                  </a:lnTo>
                  <a:lnTo>
                    <a:pt x="428498" y="58420"/>
                  </a:lnTo>
                  <a:lnTo>
                    <a:pt x="428218" y="57150"/>
                  </a:lnTo>
                  <a:lnTo>
                    <a:pt x="427926" y="55880"/>
                  </a:lnTo>
                  <a:lnTo>
                    <a:pt x="424446" y="57150"/>
                  </a:lnTo>
                  <a:lnTo>
                    <a:pt x="420065" y="54610"/>
                  </a:lnTo>
                  <a:lnTo>
                    <a:pt x="413753" y="52070"/>
                  </a:lnTo>
                  <a:lnTo>
                    <a:pt x="404418" y="50800"/>
                  </a:lnTo>
                  <a:lnTo>
                    <a:pt x="404037" y="48260"/>
                  </a:lnTo>
                  <a:lnTo>
                    <a:pt x="403466" y="44450"/>
                  </a:lnTo>
                  <a:lnTo>
                    <a:pt x="398322" y="39370"/>
                  </a:lnTo>
                  <a:lnTo>
                    <a:pt x="392404" y="36830"/>
                  </a:lnTo>
                  <a:lnTo>
                    <a:pt x="393496" y="40640"/>
                  </a:lnTo>
                  <a:lnTo>
                    <a:pt x="392557" y="44450"/>
                  </a:lnTo>
                  <a:lnTo>
                    <a:pt x="391464" y="48260"/>
                  </a:lnTo>
                  <a:lnTo>
                    <a:pt x="388200" y="45110"/>
                  </a:lnTo>
                  <a:lnTo>
                    <a:pt x="388200" y="64770"/>
                  </a:lnTo>
                  <a:lnTo>
                    <a:pt x="382524" y="66040"/>
                  </a:lnTo>
                  <a:lnTo>
                    <a:pt x="377151" y="67310"/>
                  </a:lnTo>
                  <a:lnTo>
                    <a:pt x="373011" y="69850"/>
                  </a:lnTo>
                  <a:lnTo>
                    <a:pt x="374700" y="66040"/>
                  </a:lnTo>
                  <a:lnTo>
                    <a:pt x="373011" y="60960"/>
                  </a:lnTo>
                  <a:lnTo>
                    <a:pt x="382143" y="60960"/>
                  </a:lnTo>
                  <a:lnTo>
                    <a:pt x="384708" y="64770"/>
                  </a:lnTo>
                  <a:lnTo>
                    <a:pt x="388200" y="64770"/>
                  </a:lnTo>
                  <a:lnTo>
                    <a:pt x="388200" y="45110"/>
                  </a:lnTo>
                  <a:lnTo>
                    <a:pt x="342785" y="1270"/>
                  </a:lnTo>
                  <a:lnTo>
                    <a:pt x="341261" y="0"/>
                  </a:lnTo>
                  <a:lnTo>
                    <a:pt x="339813" y="0"/>
                  </a:lnTo>
                  <a:lnTo>
                    <a:pt x="339813" y="1270"/>
                  </a:lnTo>
                  <a:lnTo>
                    <a:pt x="340626" y="2540"/>
                  </a:lnTo>
                  <a:lnTo>
                    <a:pt x="382524" y="53340"/>
                  </a:lnTo>
                  <a:lnTo>
                    <a:pt x="379323" y="54610"/>
                  </a:lnTo>
                  <a:lnTo>
                    <a:pt x="376212" y="55880"/>
                  </a:lnTo>
                  <a:lnTo>
                    <a:pt x="370916" y="57150"/>
                  </a:lnTo>
                  <a:lnTo>
                    <a:pt x="369354" y="59690"/>
                  </a:lnTo>
                  <a:lnTo>
                    <a:pt x="369354" y="62230"/>
                  </a:lnTo>
                  <a:lnTo>
                    <a:pt x="361581" y="66040"/>
                  </a:lnTo>
                  <a:lnTo>
                    <a:pt x="354990" y="71005"/>
                  </a:lnTo>
                  <a:lnTo>
                    <a:pt x="348843" y="76200"/>
                  </a:lnTo>
                  <a:lnTo>
                    <a:pt x="346748" y="76200"/>
                  </a:lnTo>
                  <a:lnTo>
                    <a:pt x="349072" y="81280"/>
                  </a:lnTo>
                  <a:lnTo>
                    <a:pt x="349910" y="83820"/>
                  </a:lnTo>
                  <a:lnTo>
                    <a:pt x="347179" y="88900"/>
                  </a:lnTo>
                  <a:lnTo>
                    <a:pt x="357212" y="82550"/>
                  </a:lnTo>
                  <a:lnTo>
                    <a:pt x="366268" y="77470"/>
                  </a:lnTo>
                  <a:lnTo>
                    <a:pt x="367614" y="81280"/>
                  </a:lnTo>
                  <a:lnTo>
                    <a:pt x="368338" y="82550"/>
                  </a:lnTo>
                  <a:lnTo>
                    <a:pt x="363918" y="83820"/>
                  </a:lnTo>
                  <a:lnTo>
                    <a:pt x="360781" y="85090"/>
                  </a:lnTo>
                  <a:lnTo>
                    <a:pt x="357759" y="86360"/>
                  </a:lnTo>
                  <a:lnTo>
                    <a:pt x="354418" y="88900"/>
                  </a:lnTo>
                  <a:lnTo>
                    <a:pt x="355396" y="91440"/>
                  </a:lnTo>
                  <a:lnTo>
                    <a:pt x="357886" y="90170"/>
                  </a:lnTo>
                  <a:lnTo>
                    <a:pt x="357962" y="91440"/>
                  </a:lnTo>
                  <a:lnTo>
                    <a:pt x="358178" y="92710"/>
                  </a:lnTo>
                  <a:lnTo>
                    <a:pt x="359092" y="93980"/>
                  </a:lnTo>
                  <a:lnTo>
                    <a:pt x="361581" y="93980"/>
                  </a:lnTo>
                  <a:lnTo>
                    <a:pt x="363143" y="91440"/>
                  </a:lnTo>
                  <a:lnTo>
                    <a:pt x="364058" y="92710"/>
                  </a:lnTo>
                  <a:lnTo>
                    <a:pt x="365112" y="92710"/>
                  </a:lnTo>
                  <a:lnTo>
                    <a:pt x="363677" y="99060"/>
                  </a:lnTo>
                  <a:lnTo>
                    <a:pt x="362623" y="100330"/>
                  </a:lnTo>
                  <a:lnTo>
                    <a:pt x="367385" y="99060"/>
                  </a:lnTo>
                  <a:lnTo>
                    <a:pt x="370344" y="95250"/>
                  </a:lnTo>
                  <a:lnTo>
                    <a:pt x="370408" y="93980"/>
                  </a:lnTo>
                  <a:lnTo>
                    <a:pt x="370535" y="91440"/>
                  </a:lnTo>
                  <a:lnTo>
                    <a:pt x="370560" y="90170"/>
                  </a:lnTo>
                  <a:lnTo>
                    <a:pt x="370611" y="87630"/>
                  </a:lnTo>
                  <a:lnTo>
                    <a:pt x="371627" y="87630"/>
                  </a:lnTo>
                  <a:lnTo>
                    <a:pt x="372338" y="86360"/>
                  </a:lnTo>
                  <a:lnTo>
                    <a:pt x="373100" y="86360"/>
                  </a:lnTo>
                  <a:lnTo>
                    <a:pt x="373913" y="90170"/>
                  </a:lnTo>
                  <a:lnTo>
                    <a:pt x="373011" y="92710"/>
                  </a:lnTo>
                  <a:lnTo>
                    <a:pt x="375475" y="92710"/>
                  </a:lnTo>
                  <a:lnTo>
                    <a:pt x="378079" y="88900"/>
                  </a:lnTo>
                  <a:lnTo>
                    <a:pt x="377977" y="87630"/>
                  </a:lnTo>
                  <a:lnTo>
                    <a:pt x="377888" y="86360"/>
                  </a:lnTo>
                  <a:lnTo>
                    <a:pt x="377799" y="85090"/>
                  </a:lnTo>
                  <a:lnTo>
                    <a:pt x="377710" y="83820"/>
                  </a:lnTo>
                  <a:lnTo>
                    <a:pt x="378917" y="82550"/>
                  </a:lnTo>
                  <a:lnTo>
                    <a:pt x="380263" y="81280"/>
                  </a:lnTo>
                  <a:lnTo>
                    <a:pt x="382739" y="81280"/>
                  </a:lnTo>
                  <a:lnTo>
                    <a:pt x="385991" y="86360"/>
                  </a:lnTo>
                  <a:lnTo>
                    <a:pt x="398703" y="86360"/>
                  </a:lnTo>
                  <a:lnTo>
                    <a:pt x="402399" y="81280"/>
                  </a:lnTo>
                  <a:lnTo>
                    <a:pt x="403326" y="80010"/>
                  </a:lnTo>
                  <a:lnTo>
                    <a:pt x="403669" y="77470"/>
                  </a:lnTo>
                  <a:lnTo>
                    <a:pt x="404177" y="73660"/>
                  </a:lnTo>
                  <a:lnTo>
                    <a:pt x="404075" y="72390"/>
                  </a:lnTo>
                  <a:lnTo>
                    <a:pt x="403860" y="71005"/>
                  </a:lnTo>
                  <a:lnTo>
                    <a:pt x="402628" y="69850"/>
                  </a:lnTo>
                  <a:lnTo>
                    <a:pt x="405561" y="72390"/>
                  </a:lnTo>
                  <a:lnTo>
                    <a:pt x="406476" y="74930"/>
                  </a:lnTo>
                  <a:lnTo>
                    <a:pt x="406476" y="78740"/>
                  </a:lnTo>
                  <a:lnTo>
                    <a:pt x="403123" y="86360"/>
                  </a:lnTo>
                  <a:lnTo>
                    <a:pt x="395097" y="91440"/>
                  </a:lnTo>
                  <a:lnTo>
                    <a:pt x="385483" y="97790"/>
                  </a:lnTo>
                  <a:lnTo>
                    <a:pt x="377329" y="102870"/>
                  </a:lnTo>
                  <a:lnTo>
                    <a:pt x="376936" y="102870"/>
                  </a:lnTo>
                  <a:lnTo>
                    <a:pt x="376694" y="104140"/>
                  </a:lnTo>
                  <a:lnTo>
                    <a:pt x="376389" y="104140"/>
                  </a:lnTo>
                  <a:lnTo>
                    <a:pt x="373164" y="102870"/>
                  </a:lnTo>
                  <a:lnTo>
                    <a:pt x="366687" y="100330"/>
                  </a:lnTo>
                  <a:lnTo>
                    <a:pt x="365912" y="102870"/>
                  </a:lnTo>
                  <a:lnTo>
                    <a:pt x="365467" y="104140"/>
                  </a:lnTo>
                  <a:lnTo>
                    <a:pt x="364401" y="107950"/>
                  </a:lnTo>
                  <a:lnTo>
                    <a:pt x="362356" y="114300"/>
                  </a:lnTo>
                  <a:lnTo>
                    <a:pt x="360972" y="118110"/>
                  </a:lnTo>
                  <a:lnTo>
                    <a:pt x="360451" y="119380"/>
                  </a:lnTo>
                  <a:lnTo>
                    <a:pt x="361327" y="120650"/>
                  </a:lnTo>
                  <a:lnTo>
                    <a:pt x="357263" y="125730"/>
                  </a:lnTo>
                  <a:lnTo>
                    <a:pt x="353860" y="132080"/>
                  </a:lnTo>
                  <a:lnTo>
                    <a:pt x="351345" y="138430"/>
                  </a:lnTo>
                  <a:lnTo>
                    <a:pt x="349910" y="144780"/>
                  </a:lnTo>
                  <a:lnTo>
                    <a:pt x="347560" y="142240"/>
                  </a:lnTo>
                  <a:lnTo>
                    <a:pt x="345998" y="140970"/>
                  </a:lnTo>
                  <a:lnTo>
                    <a:pt x="342849" y="138430"/>
                  </a:lnTo>
                  <a:lnTo>
                    <a:pt x="343115" y="137160"/>
                  </a:lnTo>
                  <a:lnTo>
                    <a:pt x="343255" y="137160"/>
                  </a:lnTo>
                  <a:lnTo>
                    <a:pt x="343344" y="135890"/>
                  </a:lnTo>
                  <a:lnTo>
                    <a:pt x="343433" y="134620"/>
                  </a:lnTo>
                  <a:lnTo>
                    <a:pt x="343535" y="133350"/>
                  </a:lnTo>
                  <a:lnTo>
                    <a:pt x="342709" y="130810"/>
                  </a:lnTo>
                  <a:lnTo>
                    <a:pt x="341071" y="129540"/>
                  </a:lnTo>
                  <a:lnTo>
                    <a:pt x="340283" y="128651"/>
                  </a:lnTo>
                  <a:lnTo>
                    <a:pt x="340283" y="133350"/>
                  </a:lnTo>
                  <a:lnTo>
                    <a:pt x="340169" y="134620"/>
                  </a:lnTo>
                  <a:lnTo>
                    <a:pt x="340042" y="137160"/>
                  </a:lnTo>
                  <a:lnTo>
                    <a:pt x="339242" y="138430"/>
                  </a:lnTo>
                  <a:lnTo>
                    <a:pt x="338289" y="139700"/>
                  </a:lnTo>
                  <a:lnTo>
                    <a:pt x="337769" y="139700"/>
                  </a:lnTo>
                  <a:lnTo>
                    <a:pt x="336931" y="140970"/>
                  </a:lnTo>
                  <a:lnTo>
                    <a:pt x="333756" y="140970"/>
                  </a:lnTo>
                  <a:lnTo>
                    <a:pt x="332130" y="138430"/>
                  </a:lnTo>
                  <a:lnTo>
                    <a:pt x="332244" y="133350"/>
                  </a:lnTo>
                  <a:lnTo>
                    <a:pt x="332892" y="132080"/>
                  </a:lnTo>
                  <a:lnTo>
                    <a:pt x="334556" y="130810"/>
                  </a:lnTo>
                  <a:lnTo>
                    <a:pt x="335470" y="129540"/>
                  </a:lnTo>
                  <a:lnTo>
                    <a:pt x="337464" y="129540"/>
                  </a:lnTo>
                  <a:lnTo>
                    <a:pt x="338340" y="130810"/>
                  </a:lnTo>
                  <a:lnTo>
                    <a:pt x="338759" y="130810"/>
                  </a:lnTo>
                  <a:lnTo>
                    <a:pt x="339813" y="132080"/>
                  </a:lnTo>
                  <a:lnTo>
                    <a:pt x="340283" y="133350"/>
                  </a:lnTo>
                  <a:lnTo>
                    <a:pt x="340283" y="128651"/>
                  </a:lnTo>
                  <a:lnTo>
                    <a:pt x="339953" y="128270"/>
                  </a:lnTo>
                  <a:lnTo>
                    <a:pt x="338340" y="127000"/>
                  </a:lnTo>
                  <a:lnTo>
                    <a:pt x="333248" y="127000"/>
                  </a:lnTo>
                  <a:lnTo>
                    <a:pt x="331546" y="128270"/>
                  </a:lnTo>
                  <a:lnTo>
                    <a:pt x="330987" y="129540"/>
                  </a:lnTo>
                  <a:lnTo>
                    <a:pt x="330352" y="128270"/>
                  </a:lnTo>
                  <a:lnTo>
                    <a:pt x="330085" y="128270"/>
                  </a:lnTo>
                  <a:lnTo>
                    <a:pt x="326758" y="125730"/>
                  </a:lnTo>
                  <a:lnTo>
                    <a:pt x="322948" y="123190"/>
                  </a:lnTo>
                  <a:lnTo>
                    <a:pt x="320459" y="120650"/>
                  </a:lnTo>
                  <a:lnTo>
                    <a:pt x="319417" y="119380"/>
                  </a:lnTo>
                  <a:lnTo>
                    <a:pt x="309676" y="119380"/>
                  </a:lnTo>
                  <a:lnTo>
                    <a:pt x="308051" y="121920"/>
                  </a:lnTo>
                  <a:lnTo>
                    <a:pt x="307073" y="121920"/>
                  </a:lnTo>
                  <a:lnTo>
                    <a:pt x="304977" y="124460"/>
                  </a:lnTo>
                  <a:lnTo>
                    <a:pt x="302539" y="125730"/>
                  </a:lnTo>
                  <a:lnTo>
                    <a:pt x="303682" y="127000"/>
                  </a:lnTo>
                  <a:lnTo>
                    <a:pt x="304761" y="128270"/>
                  </a:lnTo>
                  <a:lnTo>
                    <a:pt x="305917" y="129540"/>
                  </a:lnTo>
                  <a:lnTo>
                    <a:pt x="306628" y="129540"/>
                  </a:lnTo>
                  <a:lnTo>
                    <a:pt x="307822" y="130810"/>
                  </a:lnTo>
                  <a:lnTo>
                    <a:pt x="309486" y="130810"/>
                  </a:lnTo>
                  <a:lnTo>
                    <a:pt x="310553" y="129540"/>
                  </a:lnTo>
                  <a:lnTo>
                    <a:pt x="316103" y="129540"/>
                  </a:lnTo>
                  <a:lnTo>
                    <a:pt x="317347" y="132080"/>
                  </a:lnTo>
                  <a:lnTo>
                    <a:pt x="318185" y="133350"/>
                  </a:lnTo>
                  <a:lnTo>
                    <a:pt x="326174" y="143510"/>
                  </a:lnTo>
                  <a:lnTo>
                    <a:pt x="332574" y="149860"/>
                  </a:lnTo>
                  <a:lnTo>
                    <a:pt x="331876" y="151130"/>
                  </a:lnTo>
                  <a:lnTo>
                    <a:pt x="330479" y="151130"/>
                  </a:lnTo>
                  <a:lnTo>
                    <a:pt x="327837" y="152400"/>
                  </a:lnTo>
                  <a:lnTo>
                    <a:pt x="318655" y="152400"/>
                  </a:lnTo>
                  <a:lnTo>
                    <a:pt x="315899" y="151130"/>
                  </a:lnTo>
                  <a:lnTo>
                    <a:pt x="315328" y="151130"/>
                  </a:lnTo>
                  <a:lnTo>
                    <a:pt x="311848" y="156210"/>
                  </a:lnTo>
                  <a:lnTo>
                    <a:pt x="310819" y="157480"/>
                  </a:lnTo>
                  <a:lnTo>
                    <a:pt x="309841" y="158750"/>
                  </a:lnTo>
                  <a:lnTo>
                    <a:pt x="309206" y="160020"/>
                  </a:lnTo>
                  <a:lnTo>
                    <a:pt x="313931" y="167640"/>
                  </a:lnTo>
                  <a:lnTo>
                    <a:pt x="317512" y="173990"/>
                  </a:lnTo>
                  <a:lnTo>
                    <a:pt x="321005" y="180340"/>
                  </a:lnTo>
                  <a:lnTo>
                    <a:pt x="323545" y="185420"/>
                  </a:lnTo>
                  <a:lnTo>
                    <a:pt x="325793" y="191770"/>
                  </a:lnTo>
                  <a:lnTo>
                    <a:pt x="328752" y="193040"/>
                  </a:lnTo>
                  <a:lnTo>
                    <a:pt x="337769" y="195580"/>
                  </a:lnTo>
                  <a:lnTo>
                    <a:pt x="345617" y="200660"/>
                  </a:lnTo>
                  <a:lnTo>
                    <a:pt x="346468" y="201930"/>
                  </a:lnTo>
                  <a:lnTo>
                    <a:pt x="346583" y="199390"/>
                  </a:lnTo>
                  <a:lnTo>
                    <a:pt x="346684" y="196850"/>
                  </a:lnTo>
                  <a:lnTo>
                    <a:pt x="345465" y="195580"/>
                  </a:lnTo>
                  <a:lnTo>
                    <a:pt x="341071" y="194310"/>
                  </a:lnTo>
                  <a:lnTo>
                    <a:pt x="339407" y="193040"/>
                  </a:lnTo>
                  <a:lnTo>
                    <a:pt x="341223" y="193040"/>
                  </a:lnTo>
                  <a:lnTo>
                    <a:pt x="346684" y="194310"/>
                  </a:lnTo>
                  <a:lnTo>
                    <a:pt x="350608" y="195580"/>
                  </a:lnTo>
                  <a:lnTo>
                    <a:pt x="349770" y="193040"/>
                  </a:lnTo>
                  <a:lnTo>
                    <a:pt x="349351" y="191770"/>
                  </a:lnTo>
                  <a:lnTo>
                    <a:pt x="345313" y="186690"/>
                  </a:lnTo>
                  <a:lnTo>
                    <a:pt x="342849" y="184150"/>
                  </a:lnTo>
                  <a:lnTo>
                    <a:pt x="339509" y="182880"/>
                  </a:lnTo>
                  <a:lnTo>
                    <a:pt x="336245" y="182880"/>
                  </a:lnTo>
                  <a:lnTo>
                    <a:pt x="334848" y="184150"/>
                  </a:lnTo>
                  <a:lnTo>
                    <a:pt x="335064" y="185420"/>
                  </a:lnTo>
                  <a:lnTo>
                    <a:pt x="334340" y="186690"/>
                  </a:lnTo>
                  <a:lnTo>
                    <a:pt x="331749" y="186690"/>
                  </a:lnTo>
                  <a:lnTo>
                    <a:pt x="330898" y="185420"/>
                  </a:lnTo>
                  <a:lnTo>
                    <a:pt x="331749" y="182880"/>
                  </a:lnTo>
                  <a:lnTo>
                    <a:pt x="333616" y="182880"/>
                  </a:lnTo>
                  <a:lnTo>
                    <a:pt x="333248" y="180340"/>
                  </a:lnTo>
                  <a:lnTo>
                    <a:pt x="332828" y="177800"/>
                  </a:lnTo>
                  <a:lnTo>
                    <a:pt x="329666" y="177800"/>
                  </a:lnTo>
                  <a:lnTo>
                    <a:pt x="327837" y="176530"/>
                  </a:lnTo>
                  <a:lnTo>
                    <a:pt x="324878" y="172720"/>
                  </a:lnTo>
                  <a:lnTo>
                    <a:pt x="321818" y="167640"/>
                  </a:lnTo>
                  <a:lnTo>
                    <a:pt x="320255" y="165100"/>
                  </a:lnTo>
                  <a:lnTo>
                    <a:pt x="318858" y="162560"/>
                  </a:lnTo>
                  <a:lnTo>
                    <a:pt x="320776" y="160020"/>
                  </a:lnTo>
                  <a:lnTo>
                    <a:pt x="323126" y="158750"/>
                  </a:lnTo>
                  <a:lnTo>
                    <a:pt x="328142" y="161290"/>
                  </a:lnTo>
                  <a:lnTo>
                    <a:pt x="337921" y="162560"/>
                  </a:lnTo>
                  <a:lnTo>
                    <a:pt x="350177" y="162560"/>
                  </a:lnTo>
                  <a:lnTo>
                    <a:pt x="351904" y="171450"/>
                  </a:lnTo>
                  <a:lnTo>
                    <a:pt x="355638" y="179070"/>
                  </a:lnTo>
                  <a:lnTo>
                    <a:pt x="362140" y="184150"/>
                  </a:lnTo>
                  <a:lnTo>
                    <a:pt x="372186" y="187960"/>
                  </a:lnTo>
                  <a:lnTo>
                    <a:pt x="379857" y="190500"/>
                  </a:lnTo>
                  <a:lnTo>
                    <a:pt x="387934" y="195580"/>
                  </a:lnTo>
                  <a:lnTo>
                    <a:pt x="390728" y="203200"/>
                  </a:lnTo>
                  <a:lnTo>
                    <a:pt x="371500" y="205740"/>
                  </a:lnTo>
                  <a:lnTo>
                    <a:pt x="360311" y="210820"/>
                  </a:lnTo>
                  <a:lnTo>
                    <a:pt x="355104" y="218440"/>
                  </a:lnTo>
                  <a:lnTo>
                    <a:pt x="353822" y="226060"/>
                  </a:lnTo>
                  <a:lnTo>
                    <a:pt x="355574" y="233680"/>
                  </a:lnTo>
                  <a:lnTo>
                    <a:pt x="359435" y="238760"/>
                  </a:lnTo>
                  <a:lnTo>
                    <a:pt x="363296" y="242570"/>
                  </a:lnTo>
                  <a:lnTo>
                    <a:pt x="365048" y="248920"/>
                  </a:lnTo>
                  <a:lnTo>
                    <a:pt x="360730" y="254000"/>
                  </a:lnTo>
                  <a:lnTo>
                    <a:pt x="350647" y="257810"/>
                  </a:lnTo>
                  <a:lnTo>
                    <a:pt x="339013" y="260350"/>
                  </a:lnTo>
                  <a:lnTo>
                    <a:pt x="330085" y="261620"/>
                  </a:lnTo>
                  <a:lnTo>
                    <a:pt x="323126" y="262890"/>
                  </a:lnTo>
                  <a:lnTo>
                    <a:pt x="319354" y="264160"/>
                  </a:lnTo>
                  <a:lnTo>
                    <a:pt x="315937" y="267970"/>
                  </a:lnTo>
                  <a:lnTo>
                    <a:pt x="312686" y="270510"/>
                  </a:lnTo>
                  <a:lnTo>
                    <a:pt x="303352" y="279400"/>
                  </a:lnTo>
                  <a:lnTo>
                    <a:pt x="305917" y="280670"/>
                  </a:lnTo>
                  <a:lnTo>
                    <a:pt x="308483" y="280670"/>
                  </a:lnTo>
                  <a:lnTo>
                    <a:pt x="313067" y="274320"/>
                  </a:lnTo>
                  <a:lnTo>
                    <a:pt x="314350" y="273050"/>
                  </a:lnTo>
                  <a:lnTo>
                    <a:pt x="315328" y="270510"/>
                  </a:lnTo>
                  <a:lnTo>
                    <a:pt x="316166" y="271780"/>
                  </a:lnTo>
                  <a:lnTo>
                    <a:pt x="317119" y="271780"/>
                  </a:lnTo>
                  <a:lnTo>
                    <a:pt x="315429" y="274320"/>
                  </a:lnTo>
                  <a:lnTo>
                    <a:pt x="311670" y="280670"/>
                  </a:lnTo>
                  <a:lnTo>
                    <a:pt x="327406" y="281940"/>
                  </a:lnTo>
                  <a:lnTo>
                    <a:pt x="328422" y="276860"/>
                  </a:lnTo>
                  <a:lnTo>
                    <a:pt x="328422" y="271780"/>
                  </a:lnTo>
                  <a:lnTo>
                    <a:pt x="324472" y="270510"/>
                  </a:lnTo>
                  <a:lnTo>
                    <a:pt x="326758" y="267970"/>
                  </a:lnTo>
                  <a:lnTo>
                    <a:pt x="329120" y="266700"/>
                  </a:lnTo>
                  <a:lnTo>
                    <a:pt x="330987" y="267970"/>
                  </a:lnTo>
                  <a:lnTo>
                    <a:pt x="334632" y="271780"/>
                  </a:lnTo>
                  <a:lnTo>
                    <a:pt x="335203" y="274320"/>
                  </a:lnTo>
                  <a:lnTo>
                    <a:pt x="339598" y="271780"/>
                  </a:lnTo>
                  <a:lnTo>
                    <a:pt x="353187" y="266700"/>
                  </a:lnTo>
                  <a:lnTo>
                    <a:pt x="370166" y="260350"/>
                  </a:lnTo>
                  <a:lnTo>
                    <a:pt x="375221" y="257810"/>
                  </a:lnTo>
                  <a:lnTo>
                    <a:pt x="378282" y="256540"/>
                  </a:lnTo>
                  <a:lnTo>
                    <a:pt x="382143" y="255270"/>
                  </a:lnTo>
                  <a:lnTo>
                    <a:pt x="381000" y="252730"/>
                  </a:lnTo>
                  <a:lnTo>
                    <a:pt x="378625" y="251460"/>
                  </a:lnTo>
                  <a:lnTo>
                    <a:pt x="376212" y="248920"/>
                  </a:lnTo>
                  <a:lnTo>
                    <a:pt x="375666" y="246380"/>
                  </a:lnTo>
                  <a:lnTo>
                    <a:pt x="375666" y="232410"/>
                  </a:lnTo>
                  <a:lnTo>
                    <a:pt x="381927" y="228600"/>
                  </a:lnTo>
                  <a:lnTo>
                    <a:pt x="393192" y="228600"/>
                  </a:lnTo>
                  <a:lnTo>
                    <a:pt x="392696" y="232410"/>
                  </a:lnTo>
                  <a:lnTo>
                    <a:pt x="392696" y="233680"/>
                  </a:lnTo>
                  <a:lnTo>
                    <a:pt x="396659" y="245110"/>
                  </a:lnTo>
                  <a:lnTo>
                    <a:pt x="405841" y="255270"/>
                  </a:lnTo>
                  <a:lnTo>
                    <a:pt x="416255" y="262890"/>
                  </a:lnTo>
                  <a:lnTo>
                    <a:pt x="423913" y="265430"/>
                  </a:lnTo>
                  <a:lnTo>
                    <a:pt x="426872" y="265430"/>
                  </a:lnTo>
                  <a:lnTo>
                    <a:pt x="430911" y="262890"/>
                  </a:lnTo>
                  <a:lnTo>
                    <a:pt x="431025" y="267970"/>
                  </a:lnTo>
                  <a:lnTo>
                    <a:pt x="431139" y="273050"/>
                  </a:lnTo>
                  <a:lnTo>
                    <a:pt x="431253" y="279400"/>
                  </a:lnTo>
                  <a:lnTo>
                    <a:pt x="432803" y="284480"/>
                  </a:lnTo>
                  <a:lnTo>
                    <a:pt x="430110" y="300990"/>
                  </a:lnTo>
                  <a:lnTo>
                    <a:pt x="427685" y="302260"/>
                  </a:lnTo>
                  <a:lnTo>
                    <a:pt x="417766" y="309880"/>
                  </a:lnTo>
                  <a:lnTo>
                    <a:pt x="413105" y="320040"/>
                  </a:lnTo>
                  <a:lnTo>
                    <a:pt x="411048" y="322580"/>
                  </a:lnTo>
                  <a:lnTo>
                    <a:pt x="413207" y="323850"/>
                  </a:lnTo>
                  <a:lnTo>
                    <a:pt x="415505" y="323850"/>
                  </a:lnTo>
                  <a:lnTo>
                    <a:pt x="417347" y="318770"/>
                  </a:lnTo>
                  <a:lnTo>
                    <a:pt x="419049" y="313690"/>
                  </a:lnTo>
                  <a:lnTo>
                    <a:pt x="420776" y="311150"/>
                  </a:lnTo>
                  <a:lnTo>
                    <a:pt x="422656" y="309880"/>
                  </a:lnTo>
                  <a:lnTo>
                    <a:pt x="420687" y="314960"/>
                  </a:lnTo>
                  <a:lnTo>
                    <a:pt x="419328" y="321310"/>
                  </a:lnTo>
                  <a:lnTo>
                    <a:pt x="418261" y="323850"/>
                  </a:lnTo>
                  <a:lnTo>
                    <a:pt x="424751" y="325120"/>
                  </a:lnTo>
                  <a:lnTo>
                    <a:pt x="434784" y="320040"/>
                  </a:lnTo>
                  <a:lnTo>
                    <a:pt x="434784" y="311150"/>
                  </a:lnTo>
                  <a:lnTo>
                    <a:pt x="431253" y="311150"/>
                  </a:lnTo>
                  <a:lnTo>
                    <a:pt x="431253" y="309880"/>
                  </a:lnTo>
                  <a:lnTo>
                    <a:pt x="431253" y="307340"/>
                  </a:lnTo>
                  <a:lnTo>
                    <a:pt x="432841" y="306070"/>
                  </a:lnTo>
                  <a:lnTo>
                    <a:pt x="437273" y="306070"/>
                  </a:lnTo>
                  <a:lnTo>
                    <a:pt x="439216" y="307340"/>
                  </a:lnTo>
                  <a:lnTo>
                    <a:pt x="439331" y="308610"/>
                  </a:lnTo>
                  <a:lnTo>
                    <a:pt x="441998" y="307340"/>
                  </a:lnTo>
                  <a:lnTo>
                    <a:pt x="442925" y="306070"/>
                  </a:lnTo>
                  <a:lnTo>
                    <a:pt x="443839" y="304800"/>
                  </a:lnTo>
                  <a:lnTo>
                    <a:pt x="443814" y="302260"/>
                  </a:lnTo>
                  <a:lnTo>
                    <a:pt x="443699" y="290830"/>
                  </a:lnTo>
                  <a:lnTo>
                    <a:pt x="444119" y="290830"/>
                  </a:lnTo>
                  <a:lnTo>
                    <a:pt x="445274" y="293370"/>
                  </a:lnTo>
                  <a:lnTo>
                    <a:pt x="447344" y="294640"/>
                  </a:lnTo>
                  <a:lnTo>
                    <a:pt x="454558" y="294640"/>
                  </a:lnTo>
                  <a:lnTo>
                    <a:pt x="456590" y="292100"/>
                  </a:lnTo>
                  <a:lnTo>
                    <a:pt x="458990" y="290830"/>
                  </a:lnTo>
                  <a:lnTo>
                    <a:pt x="460717" y="288290"/>
                  </a:lnTo>
                  <a:lnTo>
                    <a:pt x="461416" y="285750"/>
                  </a:lnTo>
                  <a:lnTo>
                    <a:pt x="461416" y="283210"/>
                  </a:lnTo>
                  <a:lnTo>
                    <a:pt x="461124" y="281940"/>
                  </a:lnTo>
                  <a:lnTo>
                    <a:pt x="460336" y="280670"/>
                  </a:lnTo>
                  <a:lnTo>
                    <a:pt x="459333" y="279400"/>
                  </a:lnTo>
                  <a:lnTo>
                    <a:pt x="458419" y="278714"/>
                  </a:lnTo>
                  <a:lnTo>
                    <a:pt x="458419" y="283210"/>
                  </a:lnTo>
                  <a:lnTo>
                    <a:pt x="458279" y="284480"/>
                  </a:lnTo>
                  <a:lnTo>
                    <a:pt x="458101" y="285750"/>
                  </a:lnTo>
                  <a:lnTo>
                    <a:pt x="457771" y="287020"/>
                  </a:lnTo>
                  <a:lnTo>
                    <a:pt x="456590" y="289560"/>
                  </a:lnTo>
                  <a:lnTo>
                    <a:pt x="454875" y="289560"/>
                  </a:lnTo>
                  <a:lnTo>
                    <a:pt x="451815" y="292100"/>
                  </a:lnTo>
                  <a:lnTo>
                    <a:pt x="448259" y="292100"/>
                  </a:lnTo>
                  <a:lnTo>
                    <a:pt x="447535" y="290830"/>
                  </a:lnTo>
                  <a:lnTo>
                    <a:pt x="446811" y="289560"/>
                  </a:lnTo>
                  <a:lnTo>
                    <a:pt x="445973" y="288290"/>
                  </a:lnTo>
                  <a:lnTo>
                    <a:pt x="446062" y="287020"/>
                  </a:lnTo>
                  <a:lnTo>
                    <a:pt x="446227" y="287020"/>
                  </a:lnTo>
                  <a:lnTo>
                    <a:pt x="446392" y="285750"/>
                  </a:lnTo>
                  <a:lnTo>
                    <a:pt x="446557" y="284480"/>
                  </a:lnTo>
                  <a:lnTo>
                    <a:pt x="447903" y="283210"/>
                  </a:lnTo>
                  <a:lnTo>
                    <a:pt x="449491" y="281940"/>
                  </a:lnTo>
                  <a:lnTo>
                    <a:pt x="451345" y="280670"/>
                  </a:lnTo>
                  <a:lnTo>
                    <a:pt x="455129" y="280670"/>
                  </a:lnTo>
                  <a:lnTo>
                    <a:pt x="457060" y="281940"/>
                  </a:lnTo>
                  <a:lnTo>
                    <a:pt x="457644" y="283210"/>
                  </a:lnTo>
                  <a:lnTo>
                    <a:pt x="458419" y="283210"/>
                  </a:lnTo>
                  <a:lnTo>
                    <a:pt x="458419" y="278714"/>
                  </a:lnTo>
                  <a:lnTo>
                    <a:pt x="457644" y="278130"/>
                  </a:lnTo>
                  <a:lnTo>
                    <a:pt x="455764" y="278130"/>
                  </a:lnTo>
                  <a:lnTo>
                    <a:pt x="453199" y="276860"/>
                  </a:lnTo>
                  <a:lnTo>
                    <a:pt x="450265" y="278130"/>
                  </a:lnTo>
                  <a:lnTo>
                    <a:pt x="445681" y="280670"/>
                  </a:lnTo>
                  <a:lnTo>
                    <a:pt x="443839" y="283210"/>
                  </a:lnTo>
                  <a:lnTo>
                    <a:pt x="443280" y="285750"/>
                  </a:lnTo>
                  <a:lnTo>
                    <a:pt x="443217" y="284480"/>
                  </a:lnTo>
                  <a:lnTo>
                    <a:pt x="443141" y="283210"/>
                  </a:lnTo>
                  <a:lnTo>
                    <a:pt x="443064" y="281940"/>
                  </a:lnTo>
                  <a:lnTo>
                    <a:pt x="443001" y="280670"/>
                  </a:lnTo>
                  <a:lnTo>
                    <a:pt x="442925" y="279400"/>
                  </a:lnTo>
                  <a:lnTo>
                    <a:pt x="442849" y="278130"/>
                  </a:lnTo>
                  <a:lnTo>
                    <a:pt x="442785" y="276860"/>
                  </a:lnTo>
                  <a:lnTo>
                    <a:pt x="441998" y="269240"/>
                  </a:lnTo>
                  <a:lnTo>
                    <a:pt x="442125" y="267970"/>
                  </a:lnTo>
                  <a:lnTo>
                    <a:pt x="442252" y="266700"/>
                  </a:lnTo>
                  <a:lnTo>
                    <a:pt x="442366" y="265430"/>
                  </a:lnTo>
                  <a:lnTo>
                    <a:pt x="442468" y="264160"/>
                  </a:lnTo>
                  <a:lnTo>
                    <a:pt x="442569" y="262890"/>
                  </a:lnTo>
                  <a:lnTo>
                    <a:pt x="442671" y="261620"/>
                  </a:lnTo>
                  <a:lnTo>
                    <a:pt x="442785" y="260350"/>
                  </a:lnTo>
                  <a:lnTo>
                    <a:pt x="442925" y="257810"/>
                  </a:lnTo>
                  <a:lnTo>
                    <a:pt x="441325" y="257810"/>
                  </a:lnTo>
                  <a:lnTo>
                    <a:pt x="439623" y="256540"/>
                  </a:lnTo>
                  <a:lnTo>
                    <a:pt x="437781" y="260350"/>
                  </a:lnTo>
                  <a:lnTo>
                    <a:pt x="432930" y="260350"/>
                  </a:lnTo>
                  <a:lnTo>
                    <a:pt x="425742" y="252730"/>
                  </a:lnTo>
                  <a:lnTo>
                    <a:pt x="425742" y="246380"/>
                  </a:lnTo>
                  <a:lnTo>
                    <a:pt x="426923" y="241300"/>
                  </a:lnTo>
                  <a:lnTo>
                    <a:pt x="429983" y="233680"/>
                  </a:lnTo>
                  <a:lnTo>
                    <a:pt x="431977" y="228600"/>
                  </a:lnTo>
                  <a:lnTo>
                    <a:pt x="432612" y="223520"/>
                  </a:lnTo>
                  <a:lnTo>
                    <a:pt x="432930" y="220980"/>
                  </a:lnTo>
                  <a:lnTo>
                    <a:pt x="432841" y="218440"/>
                  </a:lnTo>
                  <a:lnTo>
                    <a:pt x="434682" y="217170"/>
                  </a:lnTo>
                  <a:lnTo>
                    <a:pt x="437299" y="222250"/>
                  </a:lnTo>
                  <a:lnTo>
                    <a:pt x="439470" y="227330"/>
                  </a:lnTo>
                  <a:lnTo>
                    <a:pt x="442785" y="231140"/>
                  </a:lnTo>
                  <a:lnTo>
                    <a:pt x="443852" y="238760"/>
                  </a:lnTo>
                  <a:lnTo>
                    <a:pt x="448995" y="245110"/>
                  </a:lnTo>
                  <a:lnTo>
                    <a:pt x="456577" y="248920"/>
                  </a:lnTo>
                  <a:lnTo>
                    <a:pt x="462165" y="246380"/>
                  </a:lnTo>
                  <a:lnTo>
                    <a:pt x="464959" y="245110"/>
                  </a:lnTo>
                  <a:lnTo>
                    <a:pt x="459587" y="246380"/>
                  </a:lnTo>
                  <a:lnTo>
                    <a:pt x="455790" y="241300"/>
                  </a:lnTo>
                  <a:lnTo>
                    <a:pt x="453402" y="236220"/>
                  </a:lnTo>
                  <a:lnTo>
                    <a:pt x="454355" y="236220"/>
                  </a:lnTo>
                  <a:lnTo>
                    <a:pt x="457974" y="237490"/>
                  </a:lnTo>
                  <a:lnTo>
                    <a:pt x="461835" y="241300"/>
                  </a:lnTo>
                  <a:lnTo>
                    <a:pt x="474002" y="241300"/>
                  </a:lnTo>
                  <a:lnTo>
                    <a:pt x="475411" y="236220"/>
                  </a:lnTo>
                  <a:lnTo>
                    <a:pt x="476110" y="233680"/>
                  </a:lnTo>
                  <a:lnTo>
                    <a:pt x="477164" y="229870"/>
                  </a:lnTo>
                  <a:lnTo>
                    <a:pt x="475043" y="232410"/>
                  </a:lnTo>
                  <a:lnTo>
                    <a:pt x="470611" y="233680"/>
                  </a:lnTo>
                  <a:lnTo>
                    <a:pt x="467575" y="233680"/>
                  </a:lnTo>
                  <a:lnTo>
                    <a:pt x="469087" y="232410"/>
                  </a:lnTo>
                  <a:lnTo>
                    <a:pt x="472109" y="229870"/>
                  </a:lnTo>
                  <a:lnTo>
                    <a:pt x="474484" y="224790"/>
                  </a:lnTo>
                  <a:lnTo>
                    <a:pt x="474484" y="218440"/>
                  </a:lnTo>
                  <a:lnTo>
                    <a:pt x="468680" y="199390"/>
                  </a:lnTo>
                  <a:lnTo>
                    <a:pt x="443090" y="173990"/>
                  </a:lnTo>
                  <a:lnTo>
                    <a:pt x="437273" y="157480"/>
                  </a:lnTo>
                  <a:lnTo>
                    <a:pt x="437273" y="147320"/>
                  </a:lnTo>
                  <a:lnTo>
                    <a:pt x="446354" y="140970"/>
                  </a:lnTo>
                  <a:lnTo>
                    <a:pt x="455129" y="140970"/>
                  </a:lnTo>
                  <a:lnTo>
                    <a:pt x="456984" y="142240"/>
                  </a:lnTo>
                  <a:lnTo>
                    <a:pt x="458419" y="142240"/>
                  </a:lnTo>
                  <a:lnTo>
                    <a:pt x="456082" y="144780"/>
                  </a:lnTo>
                  <a:lnTo>
                    <a:pt x="454748" y="148590"/>
                  </a:lnTo>
                  <a:lnTo>
                    <a:pt x="454875" y="153670"/>
                  </a:lnTo>
                  <a:lnTo>
                    <a:pt x="461048" y="165100"/>
                  </a:lnTo>
                  <a:lnTo>
                    <a:pt x="473748" y="172720"/>
                  </a:lnTo>
                  <a:lnTo>
                    <a:pt x="486371" y="177800"/>
                  </a:lnTo>
                  <a:lnTo>
                    <a:pt x="492290" y="184150"/>
                  </a:lnTo>
                  <a:close/>
                </a:path>
              </a:pathLst>
            </a:custGeom>
            <a:solidFill>
              <a:srgbClr val="FFFFFF"/>
            </a:solidFill>
          </p:spPr>
          <p:txBody>
            <a:bodyPr wrap="square" lIns="0" tIns="0" rIns="0" bIns="0" rtlCol="0"/>
            <a:lstStyle/>
            <a:p>
              <a:endParaRPr/>
            </a:p>
          </p:txBody>
        </p:sp>
        <p:pic>
          <p:nvPicPr>
            <p:cNvPr id="8" name="object 8"/>
            <p:cNvPicPr>
              <a:picLocks noGrp="1" noRot="1" noMove="1" noResize="1" noEditPoints="1" noAdjustHandles="1" noChangeArrowheads="1" noChangeShapeType="1" noCrop="1"/>
            </p:cNvPicPr>
            <p:nvPr/>
          </p:nvPicPr>
          <p:blipFill>
            <a:blip r:embed="rId5" cstate="print"/>
            <a:stretch>
              <a:fillRect/>
            </a:stretch>
          </p:blipFill>
          <p:spPr>
            <a:xfrm>
              <a:off x="723307" y="1028083"/>
              <a:ext cx="162182" cy="202135"/>
            </a:xfrm>
            <a:prstGeom prst="rect">
              <a:avLst/>
            </a:prstGeom>
          </p:spPr>
        </p:pic>
        <p:pic>
          <p:nvPicPr>
            <p:cNvPr id="9" name="object 9"/>
            <p:cNvPicPr>
              <a:picLocks noGrp="1" noRot="1" noMove="1" noResize="1" noEditPoints="1" noAdjustHandles="1" noChangeArrowheads="1" noChangeShapeType="1" noCrop="1"/>
            </p:cNvPicPr>
            <p:nvPr/>
          </p:nvPicPr>
          <p:blipFill>
            <a:blip r:embed="rId6" cstate="print"/>
            <a:stretch>
              <a:fillRect/>
            </a:stretch>
          </p:blipFill>
          <p:spPr>
            <a:xfrm>
              <a:off x="928447" y="1028087"/>
              <a:ext cx="167248" cy="197425"/>
            </a:xfrm>
            <a:prstGeom prst="rect">
              <a:avLst/>
            </a:prstGeom>
          </p:spPr>
        </p:pic>
        <p:sp>
          <p:nvSpPr>
            <p:cNvPr id="10" name="object 10"/>
            <p:cNvSpPr>
              <a:spLocks noGrp="1" noRot="1" noMove="1" noResize="1" noEditPoints="1" noAdjustHandles="1" noChangeArrowheads="1" noChangeShapeType="1"/>
            </p:cNvSpPr>
            <p:nvPr/>
          </p:nvSpPr>
          <p:spPr>
            <a:xfrm>
              <a:off x="1195451" y="1028089"/>
              <a:ext cx="160020" cy="197485"/>
            </a:xfrm>
            <a:custGeom>
              <a:avLst/>
              <a:gdLst/>
              <a:ahLst/>
              <a:cxnLst/>
              <a:rect l="l" t="t" r="r" b="b"/>
              <a:pathLst>
                <a:path w="160019" h="197484">
                  <a:moveTo>
                    <a:pt x="159918" y="0"/>
                  </a:moveTo>
                  <a:lnTo>
                    <a:pt x="133070" y="0"/>
                  </a:lnTo>
                  <a:lnTo>
                    <a:pt x="133070" y="85432"/>
                  </a:lnTo>
                  <a:lnTo>
                    <a:pt x="26835" y="85432"/>
                  </a:lnTo>
                  <a:lnTo>
                    <a:pt x="26835" y="0"/>
                  </a:lnTo>
                  <a:lnTo>
                    <a:pt x="0" y="0"/>
                  </a:lnTo>
                  <a:lnTo>
                    <a:pt x="0" y="85432"/>
                  </a:lnTo>
                  <a:lnTo>
                    <a:pt x="0" y="106794"/>
                  </a:lnTo>
                  <a:lnTo>
                    <a:pt x="0" y="197243"/>
                  </a:lnTo>
                  <a:lnTo>
                    <a:pt x="26835" y="197243"/>
                  </a:lnTo>
                  <a:lnTo>
                    <a:pt x="26835" y="106794"/>
                  </a:lnTo>
                  <a:lnTo>
                    <a:pt x="133070" y="106794"/>
                  </a:lnTo>
                  <a:lnTo>
                    <a:pt x="133070" y="197243"/>
                  </a:lnTo>
                  <a:lnTo>
                    <a:pt x="159918" y="197243"/>
                  </a:lnTo>
                  <a:lnTo>
                    <a:pt x="159918" y="106794"/>
                  </a:lnTo>
                  <a:lnTo>
                    <a:pt x="159918" y="85432"/>
                  </a:lnTo>
                  <a:lnTo>
                    <a:pt x="159918" y="0"/>
                  </a:lnTo>
                  <a:close/>
                </a:path>
              </a:pathLst>
            </a:custGeom>
            <a:solidFill>
              <a:srgbClr val="FFFFFF"/>
            </a:solidFill>
          </p:spPr>
          <p:txBody>
            <a:bodyPr wrap="square" lIns="0" tIns="0" rIns="0" bIns="0" rtlCol="0"/>
            <a:lstStyle/>
            <a:p>
              <a:endParaRPr/>
            </a:p>
          </p:txBody>
        </p:sp>
        <p:pic>
          <p:nvPicPr>
            <p:cNvPr id="11" name="object 11"/>
            <p:cNvPicPr>
              <a:picLocks noGrp="1" noRot="1" noMove="1" noResize="1" noEditPoints="1" noAdjustHandles="1" noChangeArrowheads="1" noChangeShapeType="1" noCrop="1"/>
            </p:cNvPicPr>
            <p:nvPr/>
          </p:nvPicPr>
          <p:blipFill>
            <a:blip r:embed="rId7" cstate="print"/>
            <a:stretch>
              <a:fillRect/>
            </a:stretch>
          </p:blipFill>
          <p:spPr>
            <a:xfrm>
              <a:off x="1387592" y="1079243"/>
              <a:ext cx="289038" cy="149587"/>
            </a:xfrm>
            <a:prstGeom prst="rect">
              <a:avLst/>
            </a:prstGeom>
          </p:spPr>
        </p:pic>
        <p:sp>
          <p:nvSpPr>
            <p:cNvPr id="12" name="object 12"/>
            <p:cNvSpPr>
              <a:spLocks noGrp="1" noRot="1" noMove="1" noResize="1" noEditPoints="1" noAdjustHandles="1" noChangeArrowheads="1" noChangeShapeType="1"/>
            </p:cNvSpPr>
            <p:nvPr/>
          </p:nvSpPr>
          <p:spPr>
            <a:xfrm>
              <a:off x="1700362" y="1028087"/>
              <a:ext cx="24130" cy="197485"/>
            </a:xfrm>
            <a:custGeom>
              <a:avLst/>
              <a:gdLst/>
              <a:ahLst/>
              <a:cxnLst/>
              <a:rect l="l" t="t" r="r" b="b"/>
              <a:pathLst>
                <a:path w="24130" h="197484">
                  <a:moveTo>
                    <a:pt x="24017" y="197425"/>
                  </a:moveTo>
                  <a:lnTo>
                    <a:pt x="0" y="197425"/>
                  </a:lnTo>
                  <a:lnTo>
                    <a:pt x="0" y="0"/>
                  </a:lnTo>
                  <a:lnTo>
                    <a:pt x="24017" y="0"/>
                  </a:lnTo>
                  <a:lnTo>
                    <a:pt x="24017" y="197425"/>
                  </a:lnTo>
                  <a:close/>
                </a:path>
              </a:pathLst>
            </a:custGeom>
            <a:solidFill>
              <a:srgbClr val="FFFFFF"/>
            </a:solidFill>
          </p:spPr>
          <p:txBody>
            <a:bodyPr wrap="square" lIns="0" tIns="0" rIns="0" bIns="0" rtlCol="0"/>
            <a:lstStyle/>
            <a:p>
              <a:endParaRPr/>
            </a:p>
          </p:txBody>
        </p:sp>
        <p:pic>
          <p:nvPicPr>
            <p:cNvPr id="13" name="object 13"/>
            <p:cNvPicPr>
              <a:picLocks noGrp="1" noRot="1" noMove="1" noResize="1" noEditPoints="1" noAdjustHandles="1" noChangeArrowheads="1" noChangeShapeType="1" noCrop="1"/>
            </p:cNvPicPr>
            <p:nvPr/>
          </p:nvPicPr>
          <p:blipFill>
            <a:blip r:embed="rId8" cstate="print"/>
            <a:stretch>
              <a:fillRect/>
            </a:stretch>
          </p:blipFill>
          <p:spPr>
            <a:xfrm>
              <a:off x="1746146" y="1039702"/>
              <a:ext cx="77972" cy="185820"/>
            </a:xfrm>
            <a:prstGeom prst="rect">
              <a:avLst/>
            </a:prstGeom>
          </p:spPr>
        </p:pic>
        <p:pic>
          <p:nvPicPr>
            <p:cNvPr id="14" name="object 14"/>
            <p:cNvPicPr>
              <a:picLocks noGrp="1" noRot="1" noMove="1" noResize="1" noEditPoints="1" noAdjustHandles="1" noChangeArrowheads="1" noChangeShapeType="1" noCrop="1"/>
            </p:cNvPicPr>
            <p:nvPr/>
          </p:nvPicPr>
          <p:blipFill>
            <a:blip r:embed="rId9" cstate="print"/>
            <a:stretch>
              <a:fillRect/>
            </a:stretch>
          </p:blipFill>
          <p:spPr>
            <a:xfrm>
              <a:off x="1850678" y="1028087"/>
              <a:ext cx="120924" cy="197425"/>
            </a:xfrm>
            <a:prstGeom prst="rect">
              <a:avLst/>
            </a:prstGeom>
          </p:spPr>
        </p:pic>
        <p:pic>
          <p:nvPicPr>
            <p:cNvPr id="15" name="object 15"/>
            <p:cNvPicPr>
              <a:picLocks noGrp="1" noRot="1" noMove="1" noResize="1" noEditPoints="1" noAdjustHandles="1" noChangeArrowheads="1" noChangeShapeType="1" noCrop="1"/>
            </p:cNvPicPr>
            <p:nvPr/>
          </p:nvPicPr>
          <p:blipFill>
            <a:blip r:embed="rId10" cstate="print"/>
            <a:stretch>
              <a:fillRect/>
            </a:stretch>
          </p:blipFill>
          <p:spPr>
            <a:xfrm>
              <a:off x="712861" y="1314126"/>
              <a:ext cx="162182" cy="206814"/>
            </a:xfrm>
            <a:prstGeom prst="rect">
              <a:avLst/>
            </a:prstGeom>
          </p:spPr>
        </p:pic>
        <p:pic>
          <p:nvPicPr>
            <p:cNvPr id="16" name="object 16"/>
            <p:cNvPicPr>
              <a:picLocks noGrp="1" noRot="1" noMove="1" noResize="1" noEditPoints="1" noAdjustHandles="1" noChangeArrowheads="1" noChangeShapeType="1" noCrop="1"/>
            </p:cNvPicPr>
            <p:nvPr/>
          </p:nvPicPr>
          <p:blipFill>
            <a:blip r:embed="rId11" cstate="print"/>
            <a:stretch>
              <a:fillRect/>
            </a:stretch>
          </p:blipFill>
          <p:spPr>
            <a:xfrm>
              <a:off x="895674" y="1369975"/>
              <a:ext cx="284513" cy="149595"/>
            </a:xfrm>
            <a:prstGeom prst="rect">
              <a:avLst/>
            </a:prstGeom>
          </p:spPr>
        </p:pic>
        <p:pic>
          <p:nvPicPr>
            <p:cNvPr id="17" name="object 17"/>
            <p:cNvPicPr>
              <a:picLocks noGrp="1" noRot="1" noMove="1" noResize="1" noEditPoints="1" noAdjustHandles="1" noChangeArrowheads="1" noChangeShapeType="1" noCrop="1"/>
            </p:cNvPicPr>
            <p:nvPr/>
          </p:nvPicPr>
          <p:blipFill>
            <a:blip r:embed="rId12" cstate="print"/>
            <a:stretch>
              <a:fillRect/>
            </a:stretch>
          </p:blipFill>
          <p:spPr>
            <a:xfrm>
              <a:off x="1207038" y="1373286"/>
              <a:ext cx="120924" cy="146279"/>
            </a:xfrm>
            <a:prstGeom prst="rect">
              <a:avLst/>
            </a:prstGeom>
          </p:spPr>
        </p:pic>
        <p:pic>
          <p:nvPicPr>
            <p:cNvPr id="18" name="object 18"/>
            <p:cNvPicPr>
              <a:picLocks noGrp="1" noRot="1" noMove="1" noResize="1" noEditPoints="1" noAdjustHandles="1" noChangeArrowheads="1" noChangeShapeType="1" noCrop="1"/>
            </p:cNvPicPr>
            <p:nvPr/>
          </p:nvPicPr>
          <p:blipFill>
            <a:blip r:embed="rId13" cstate="print"/>
            <a:stretch>
              <a:fillRect/>
            </a:stretch>
          </p:blipFill>
          <p:spPr>
            <a:xfrm>
              <a:off x="1363291" y="1369976"/>
              <a:ext cx="76848" cy="146279"/>
            </a:xfrm>
            <a:prstGeom prst="rect">
              <a:avLst/>
            </a:prstGeom>
          </p:spPr>
        </p:pic>
        <p:sp>
          <p:nvSpPr>
            <p:cNvPr id="19" name="object 19"/>
            <p:cNvSpPr>
              <a:spLocks noGrp="1" noRot="1" noMove="1" noResize="1" noEditPoints="1" noAdjustHandles="1" noChangeArrowheads="1" noChangeShapeType="1"/>
            </p:cNvSpPr>
            <p:nvPr/>
          </p:nvSpPr>
          <p:spPr>
            <a:xfrm>
              <a:off x="1459636" y="1318843"/>
              <a:ext cx="24130" cy="197485"/>
            </a:xfrm>
            <a:custGeom>
              <a:avLst/>
              <a:gdLst/>
              <a:ahLst/>
              <a:cxnLst/>
              <a:rect l="l" t="t" r="r" b="b"/>
              <a:pathLst>
                <a:path w="24130" h="197484">
                  <a:moveTo>
                    <a:pt x="24015" y="54457"/>
                  </a:moveTo>
                  <a:lnTo>
                    <a:pt x="0" y="54457"/>
                  </a:lnTo>
                  <a:lnTo>
                    <a:pt x="0" y="197421"/>
                  </a:lnTo>
                  <a:lnTo>
                    <a:pt x="24015" y="197421"/>
                  </a:lnTo>
                  <a:lnTo>
                    <a:pt x="24015" y="54457"/>
                  </a:lnTo>
                  <a:close/>
                </a:path>
                <a:path w="24130" h="197484">
                  <a:moveTo>
                    <a:pt x="24015" y="0"/>
                  </a:moveTo>
                  <a:lnTo>
                    <a:pt x="0" y="0"/>
                  </a:lnTo>
                  <a:lnTo>
                    <a:pt x="0" y="28752"/>
                  </a:lnTo>
                  <a:lnTo>
                    <a:pt x="24015" y="28752"/>
                  </a:lnTo>
                  <a:lnTo>
                    <a:pt x="24015" y="0"/>
                  </a:lnTo>
                  <a:close/>
                </a:path>
              </a:pathLst>
            </a:custGeom>
            <a:solidFill>
              <a:srgbClr val="FFFFFF"/>
            </a:solidFill>
          </p:spPr>
          <p:txBody>
            <a:bodyPr wrap="square" lIns="0" tIns="0" rIns="0" bIns="0" rtlCol="0"/>
            <a:lstStyle/>
            <a:p>
              <a:endParaRPr/>
            </a:p>
          </p:txBody>
        </p:sp>
        <p:pic>
          <p:nvPicPr>
            <p:cNvPr id="20" name="object 20"/>
            <p:cNvPicPr>
              <a:picLocks noGrp="1" noRot="1" noMove="1" noResize="1" noEditPoints="1" noAdjustHandles="1" noChangeArrowheads="1" noChangeShapeType="1" noCrop="1"/>
            </p:cNvPicPr>
            <p:nvPr/>
          </p:nvPicPr>
          <p:blipFill>
            <a:blip r:embed="rId14" cstate="print"/>
            <a:stretch>
              <a:fillRect/>
            </a:stretch>
          </p:blipFill>
          <p:spPr>
            <a:xfrm>
              <a:off x="1505414" y="1330435"/>
              <a:ext cx="225455" cy="243047"/>
            </a:xfrm>
            <a:prstGeom prst="rect">
              <a:avLst/>
            </a:prstGeom>
          </p:spPr>
        </p:pic>
        <p:pic>
          <p:nvPicPr>
            <p:cNvPr id="21" name="object 21"/>
            <p:cNvPicPr>
              <a:picLocks noGrp="1" noRot="1" noMove="1" noResize="1" noEditPoints="1" noAdjustHandles="1" noChangeArrowheads="1" noChangeShapeType="1" noCrop="1"/>
            </p:cNvPicPr>
            <p:nvPr/>
          </p:nvPicPr>
          <p:blipFill>
            <a:blip r:embed="rId15" cstate="print"/>
            <a:stretch>
              <a:fillRect/>
            </a:stretch>
          </p:blipFill>
          <p:spPr>
            <a:xfrm>
              <a:off x="700430" y="1609553"/>
              <a:ext cx="329161" cy="255481"/>
            </a:xfrm>
            <a:prstGeom prst="rect">
              <a:avLst/>
            </a:prstGeom>
          </p:spPr>
        </p:pic>
        <p:pic>
          <p:nvPicPr>
            <p:cNvPr id="22" name="object 22"/>
            <p:cNvPicPr>
              <a:picLocks noGrp="1" noRot="1" noMove="1" noResize="1" noEditPoints="1" noAdjustHandles="1" noChangeArrowheads="1" noChangeShapeType="1" noCrop="1"/>
            </p:cNvPicPr>
            <p:nvPr/>
          </p:nvPicPr>
          <p:blipFill>
            <a:blip r:embed="rId16" cstate="print"/>
            <a:stretch>
              <a:fillRect/>
            </a:stretch>
          </p:blipFill>
          <p:spPr>
            <a:xfrm>
              <a:off x="1057859" y="1660702"/>
              <a:ext cx="134761" cy="149579"/>
            </a:xfrm>
            <a:prstGeom prst="rect">
              <a:avLst/>
            </a:prstGeom>
          </p:spPr>
        </p:pic>
        <p:pic>
          <p:nvPicPr>
            <p:cNvPr id="23" name="object 23"/>
            <p:cNvPicPr>
              <a:picLocks noGrp="1" noRot="1" noMove="1" noResize="1" noEditPoints="1" noAdjustHandles="1" noChangeArrowheads="1" noChangeShapeType="1" noCrop="1"/>
            </p:cNvPicPr>
            <p:nvPr/>
          </p:nvPicPr>
          <p:blipFill>
            <a:blip r:embed="rId17" cstate="print"/>
            <a:stretch>
              <a:fillRect/>
            </a:stretch>
          </p:blipFill>
          <p:spPr>
            <a:xfrm>
              <a:off x="1217495" y="1660710"/>
              <a:ext cx="120924" cy="146263"/>
            </a:xfrm>
            <a:prstGeom prst="rect">
              <a:avLst/>
            </a:prstGeom>
          </p:spPr>
        </p:pic>
        <p:pic>
          <p:nvPicPr>
            <p:cNvPr id="24" name="object 24"/>
            <p:cNvPicPr>
              <a:picLocks noGrp="1" noRot="1" noMove="1" noResize="1" noEditPoints="1" noAdjustHandles="1" noChangeArrowheads="1" noChangeShapeType="1" noCrop="1"/>
            </p:cNvPicPr>
            <p:nvPr/>
          </p:nvPicPr>
          <p:blipFill>
            <a:blip r:embed="rId18" cstate="print"/>
            <a:stretch>
              <a:fillRect/>
            </a:stretch>
          </p:blipFill>
          <p:spPr>
            <a:xfrm>
              <a:off x="1366679" y="1660701"/>
              <a:ext cx="280563" cy="203500"/>
            </a:xfrm>
            <a:prstGeom prst="rect">
              <a:avLst/>
            </a:prstGeom>
          </p:spPr>
        </p:pic>
        <p:sp>
          <p:nvSpPr>
            <p:cNvPr id="25" name="object 25"/>
            <p:cNvSpPr>
              <a:spLocks noGrp="1" noRot="1" noMove="1" noResize="1" noEditPoints="1" noAdjustHandles="1" noChangeArrowheads="1" noChangeShapeType="1"/>
            </p:cNvSpPr>
            <p:nvPr/>
          </p:nvSpPr>
          <p:spPr>
            <a:xfrm>
              <a:off x="0" y="2362200"/>
              <a:ext cx="17348200" cy="6705600"/>
            </a:xfrm>
            <a:custGeom>
              <a:avLst/>
              <a:gdLst/>
              <a:ahLst/>
              <a:cxnLst/>
              <a:rect l="l" t="t" r="r" b="b"/>
              <a:pathLst>
                <a:path w="17348200" h="6705600">
                  <a:moveTo>
                    <a:pt x="17348200" y="0"/>
                  </a:moveTo>
                  <a:lnTo>
                    <a:pt x="0" y="0"/>
                  </a:lnTo>
                  <a:lnTo>
                    <a:pt x="0" y="6705600"/>
                  </a:lnTo>
                  <a:lnTo>
                    <a:pt x="17348200" y="6705600"/>
                  </a:lnTo>
                  <a:lnTo>
                    <a:pt x="17348200" y="0"/>
                  </a:lnTo>
                  <a:close/>
                </a:path>
              </a:pathLst>
            </a:custGeom>
            <a:solidFill>
              <a:srgbClr val="FFFFFF"/>
            </a:solidFill>
          </p:spPr>
          <p:txBody>
            <a:bodyPr wrap="square" lIns="0" tIns="0" rIns="0" bIns="0" rtlCol="0"/>
            <a:lstStyle/>
            <a:p>
              <a:endParaRPr/>
            </a:p>
          </p:txBody>
        </p:sp>
      </p:grpSp>
      <p:sp>
        <p:nvSpPr>
          <p:cNvPr id="27" name="object 27"/>
          <p:cNvSpPr txBox="1">
            <a:spLocks noGrp="1"/>
          </p:cNvSpPr>
          <p:nvPr>
            <p:ph type="title"/>
          </p:nvPr>
        </p:nvSpPr>
        <p:spPr>
          <a:xfrm>
            <a:off x="2281297" y="558715"/>
            <a:ext cx="13186953" cy="1305486"/>
          </a:xfrm>
          <a:prstGeom prst="rect">
            <a:avLst/>
          </a:prstGeom>
        </p:spPr>
        <p:txBody>
          <a:bodyPr vert="horz" wrap="square" lIns="0" tIns="12700" rIns="0" bIns="0" rtlCol="0" anchor="t">
            <a:spAutoFit/>
          </a:bodyPr>
          <a:lstStyle/>
          <a:p>
            <a:pPr marL="12700">
              <a:spcBef>
                <a:spcPts val="100"/>
              </a:spcBef>
              <a:tabLst>
                <a:tab pos="2597150" algn="l"/>
              </a:tabLst>
            </a:pPr>
            <a:r>
              <a:rPr lang="en-GB" sz="4200">
                <a:solidFill>
                  <a:srgbClr val="92D050"/>
                </a:solidFill>
                <a:latin typeface="Arial"/>
              </a:rPr>
              <a:t>One Health Case</a:t>
            </a:r>
            <a:r>
              <a:rPr lang="en-GB" sz="4200" b="1" i="0" u="none" strike="noStrike">
                <a:solidFill>
                  <a:srgbClr val="92D050"/>
                </a:solidFill>
                <a:effectLst/>
                <a:latin typeface="Arial"/>
              </a:rPr>
              <a:t> studies</a:t>
            </a:r>
            <a:r>
              <a:rPr lang="en-GB" sz="4200">
                <a:solidFill>
                  <a:srgbClr val="92D050"/>
                </a:solidFill>
                <a:latin typeface="Arial"/>
              </a:rPr>
              <a:t> on detections of </a:t>
            </a:r>
            <a:br>
              <a:rPr lang="en-GB" sz="4200">
                <a:solidFill>
                  <a:srgbClr val="92D050"/>
                </a:solidFill>
                <a:latin typeface="Arial"/>
              </a:rPr>
            </a:br>
            <a:r>
              <a:rPr lang="en-GB" sz="4200">
                <a:solidFill>
                  <a:srgbClr val="92D050"/>
                </a:solidFill>
                <a:latin typeface="Arial"/>
                <a:cs typeface="Arial"/>
              </a:rPr>
              <a:t>new tick-borne disease incidents</a:t>
            </a:r>
            <a:endParaRPr lang="en-GB" sz="4200">
              <a:solidFill>
                <a:srgbClr val="92D050"/>
              </a:solidFill>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210E77BB-6B4C-7AC5-268C-5DFB2E368DBC}"/>
              </a:ext>
            </a:extLst>
          </p:cNvPr>
          <p:cNvSpPr txBox="1"/>
          <p:nvPr/>
        </p:nvSpPr>
        <p:spPr>
          <a:xfrm>
            <a:off x="1618141" y="2461440"/>
            <a:ext cx="13338791" cy="6350456"/>
          </a:xfrm>
          <a:prstGeom prst="rect">
            <a:avLst/>
          </a:prstGeom>
          <a:noFill/>
        </p:spPr>
        <p:txBody>
          <a:bodyPr wrap="square" lIns="91440" tIns="45720" rIns="91440" bIns="45720" anchor="t">
            <a:spAutoFit/>
          </a:bodyPr>
          <a:lstStyle/>
          <a:p>
            <a:pPr marL="207645" indent="-194945" algn="l" rtl="0" fontAlgn="base">
              <a:spcBef>
                <a:spcPts val="1400"/>
              </a:spcBef>
              <a:buClr>
                <a:srgbClr val="0F7E90"/>
              </a:buClr>
              <a:buFont typeface="Minion Pro"/>
              <a:buChar char="•"/>
              <a:tabLst>
                <a:tab pos="207645" algn="l"/>
                <a:tab pos="2836545" algn="l"/>
              </a:tabLst>
            </a:pPr>
            <a:r>
              <a:rPr lang="en-GB" sz="3600" i="1">
                <a:solidFill>
                  <a:schemeClr val="accent5">
                    <a:lumMod val="75000"/>
                  </a:schemeClr>
                </a:solidFill>
                <a:latin typeface="Arial"/>
                <a:cs typeface="Arial"/>
              </a:rPr>
              <a:t>Dermacentor reticulatus </a:t>
            </a:r>
            <a:r>
              <a:rPr lang="en-GB" sz="3600">
                <a:solidFill>
                  <a:schemeClr val="accent5">
                    <a:lumMod val="75000"/>
                  </a:schemeClr>
                </a:solidFill>
                <a:latin typeface="Arial"/>
                <a:cs typeface="Arial"/>
              </a:rPr>
              <a:t>ticks as novel ​vectors </a:t>
            </a:r>
            <a:r>
              <a:rPr lang="en-GB" sz="3600" b="1">
                <a:solidFill>
                  <a:schemeClr val="accent5">
                    <a:lumMod val="75000"/>
                  </a:schemeClr>
                </a:solidFill>
                <a:latin typeface="Arial"/>
                <a:cs typeface="Arial"/>
              </a:rPr>
              <a:t>of Canine babesiosis </a:t>
            </a:r>
            <a:r>
              <a:rPr lang="en-GB" sz="3600">
                <a:solidFill>
                  <a:schemeClr val="accent5">
                    <a:lumMod val="75000"/>
                  </a:schemeClr>
                </a:solidFill>
                <a:latin typeface="Arial"/>
                <a:cs typeface="Arial"/>
              </a:rPr>
              <a:t>in Essex and as a potential vector of </a:t>
            </a:r>
            <a:r>
              <a:rPr lang="en-GB" sz="3600" b="1">
                <a:solidFill>
                  <a:schemeClr val="accent5">
                    <a:lumMod val="75000"/>
                  </a:schemeClr>
                </a:solidFill>
                <a:latin typeface="Arial"/>
                <a:cs typeface="Arial"/>
              </a:rPr>
              <a:t>Rickettsia </a:t>
            </a:r>
          </a:p>
          <a:p>
            <a:pPr marL="207645" indent="-194945" algn="l" rtl="0" fontAlgn="base">
              <a:spcBef>
                <a:spcPts val="1400"/>
              </a:spcBef>
              <a:buClr>
                <a:srgbClr val="0F7E90"/>
              </a:buClr>
              <a:buFont typeface="Minion Pro"/>
              <a:buChar char="•"/>
              <a:tabLst>
                <a:tab pos="207645" algn="l"/>
                <a:tab pos="2836545" algn="l"/>
              </a:tabLst>
            </a:pPr>
            <a:endParaRPr lang="en-GB" sz="3600">
              <a:solidFill>
                <a:schemeClr val="accent5">
                  <a:lumMod val="75000"/>
                </a:schemeClr>
              </a:solidFill>
              <a:latin typeface="Arial"/>
              <a:cs typeface="Arial"/>
            </a:endParaRPr>
          </a:p>
          <a:p>
            <a:pPr marL="207645" indent="-194945" algn="l" rtl="0" fontAlgn="base">
              <a:spcBef>
                <a:spcPts val="1400"/>
              </a:spcBef>
              <a:buClr>
                <a:srgbClr val="0F7E90"/>
              </a:buClr>
              <a:buFont typeface="Minion Pro"/>
              <a:buChar char="•"/>
              <a:tabLst>
                <a:tab pos="207645" algn="l"/>
                <a:tab pos="2836545" algn="l"/>
              </a:tabLst>
            </a:pPr>
            <a:r>
              <a:rPr lang="en-GB" sz="3600" b="1">
                <a:solidFill>
                  <a:schemeClr val="accent5">
                    <a:lumMod val="75000"/>
                  </a:schemeClr>
                </a:solidFill>
                <a:latin typeface="Arial"/>
                <a:cs typeface="Arial"/>
              </a:rPr>
              <a:t>Red sheep ticks </a:t>
            </a:r>
            <a:r>
              <a:rPr lang="en-GB" sz="3600" i="1" err="1">
                <a:solidFill>
                  <a:schemeClr val="accent5">
                    <a:lumMod val="75000"/>
                  </a:schemeClr>
                </a:solidFill>
                <a:latin typeface="Arial"/>
                <a:cs typeface="Arial"/>
              </a:rPr>
              <a:t>Haemaphysalis</a:t>
            </a:r>
            <a:r>
              <a:rPr lang="en-GB" sz="3600" i="1">
                <a:solidFill>
                  <a:schemeClr val="accent5">
                    <a:lumMod val="75000"/>
                  </a:schemeClr>
                </a:solidFill>
                <a:latin typeface="Arial"/>
                <a:cs typeface="Arial"/>
              </a:rPr>
              <a:t> punctata</a:t>
            </a:r>
            <a:r>
              <a:rPr lang="en-GB" sz="3600">
                <a:solidFill>
                  <a:schemeClr val="accent5">
                    <a:lumMod val="75000"/>
                  </a:schemeClr>
                </a:solidFill>
                <a:latin typeface="Arial"/>
                <a:cs typeface="Arial"/>
              </a:rPr>
              <a:t> in Sussex – challenge for conservation grazing, and as a cause of tick pyaemia in sheep and vector of veterinary pathogens: </a:t>
            </a:r>
            <a:r>
              <a:rPr lang="en-GB" sz="3600" b="1">
                <a:solidFill>
                  <a:schemeClr val="accent5">
                    <a:lumMod val="75000"/>
                  </a:schemeClr>
                </a:solidFill>
                <a:latin typeface="Arial"/>
                <a:cs typeface="Arial"/>
              </a:rPr>
              <a:t>Babesia/</a:t>
            </a:r>
            <a:r>
              <a:rPr lang="en-GB" sz="3600" b="1" err="1">
                <a:solidFill>
                  <a:schemeClr val="accent5">
                    <a:lumMod val="75000"/>
                  </a:schemeClr>
                </a:solidFill>
                <a:latin typeface="Arial"/>
                <a:cs typeface="Arial"/>
              </a:rPr>
              <a:t>Theileria</a:t>
            </a:r>
            <a:endParaRPr lang="en-GB" sz="3600" b="1">
              <a:solidFill>
                <a:schemeClr val="accent5">
                  <a:lumMod val="75000"/>
                </a:schemeClr>
              </a:solidFill>
              <a:latin typeface="Arial"/>
              <a:cs typeface="Arial"/>
            </a:endParaRPr>
          </a:p>
          <a:p>
            <a:pPr marL="12700" algn="l" rtl="0" fontAlgn="base">
              <a:spcBef>
                <a:spcPts val="1400"/>
              </a:spcBef>
              <a:buClr>
                <a:srgbClr val="0F7E90"/>
              </a:buClr>
              <a:tabLst>
                <a:tab pos="207645" algn="l"/>
                <a:tab pos="2836545" algn="l"/>
              </a:tabLst>
            </a:pPr>
            <a:endParaRPr lang="en-GB" sz="3600" i="1">
              <a:solidFill>
                <a:schemeClr val="accent5">
                  <a:lumMod val="75000"/>
                </a:schemeClr>
              </a:solidFill>
              <a:latin typeface="Arial"/>
              <a:cs typeface="Arial"/>
            </a:endParaRPr>
          </a:p>
          <a:p>
            <a:pPr marL="207645" indent="-194945" algn="l" rtl="0" fontAlgn="base">
              <a:spcBef>
                <a:spcPts val="1400"/>
              </a:spcBef>
              <a:buClr>
                <a:srgbClr val="0F7E90"/>
              </a:buClr>
              <a:buFont typeface="Minion Pro"/>
              <a:buChar char="•"/>
              <a:tabLst>
                <a:tab pos="207645" algn="l"/>
                <a:tab pos="2836545" algn="l"/>
              </a:tabLst>
            </a:pPr>
            <a:r>
              <a:rPr lang="en-GB" sz="3600" err="1">
                <a:solidFill>
                  <a:schemeClr val="accent5">
                    <a:lumMod val="75000"/>
                  </a:schemeClr>
                </a:solidFill>
                <a:latin typeface="Arial"/>
                <a:cs typeface="Arial"/>
              </a:rPr>
              <a:t>Hyalomma</a:t>
            </a:r>
            <a:r>
              <a:rPr lang="en-GB" sz="3600">
                <a:solidFill>
                  <a:schemeClr val="accent5">
                    <a:lumMod val="75000"/>
                  </a:schemeClr>
                </a:solidFill>
                <a:latin typeface="Arial"/>
                <a:cs typeface="Arial"/>
              </a:rPr>
              <a:t> ticks on migratory birds and their potential as a vector of </a:t>
            </a:r>
            <a:r>
              <a:rPr lang="en-GB" sz="3200" b="1">
                <a:solidFill>
                  <a:schemeClr val="accent5">
                    <a:lumMod val="75000"/>
                  </a:schemeClr>
                </a:solidFill>
                <a:latin typeface="Arial"/>
                <a:cs typeface="Arial"/>
              </a:rPr>
              <a:t>Crimean Congo Haemorrhagic Fever virus (CCHFV)</a:t>
            </a:r>
          </a:p>
        </p:txBody>
      </p:sp>
      <p:pic>
        <p:nvPicPr>
          <p:cNvPr id="12292" name="Picture 4">
            <a:extLst>
              <a:ext uri="{FF2B5EF4-FFF2-40B4-BE49-F238E27FC236}">
                <a16:creationId xmlns:a16="http://schemas.microsoft.com/office/drawing/2014/main" id="{0C548AD1-57A1-BA79-5553-9483662261A3}"/>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4499671" y="6681574"/>
            <a:ext cx="2625901" cy="2268312"/>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descr="A close-up of a tick&#10;&#10;Description automatically generated">
            <a:extLst>
              <a:ext uri="{FF2B5EF4-FFF2-40B4-BE49-F238E27FC236}">
                <a16:creationId xmlns:a16="http://schemas.microsoft.com/office/drawing/2014/main" id="{02B73D25-5F9A-8BDB-A18E-3A47A7AA6C4B}"/>
              </a:ext>
            </a:extLst>
          </p:cNvPr>
          <p:cNvPicPr>
            <a:picLocks noChangeAspect="1"/>
          </p:cNvPicPr>
          <p:nvPr/>
        </p:nvPicPr>
        <p:blipFill>
          <a:blip r:embed="rId20"/>
          <a:stretch>
            <a:fillRect/>
          </a:stretch>
        </p:blipFill>
        <p:spPr>
          <a:xfrm>
            <a:off x="14463651" y="4850400"/>
            <a:ext cx="2661921" cy="1572537"/>
          </a:xfrm>
          <a:prstGeom prst="rect">
            <a:avLst/>
          </a:prstGeom>
        </p:spPr>
      </p:pic>
      <p:pic>
        <p:nvPicPr>
          <p:cNvPr id="28" name="Picture 27" descr="A close-up of a bug&#10;&#10;Description automatically generated">
            <a:extLst>
              <a:ext uri="{FF2B5EF4-FFF2-40B4-BE49-F238E27FC236}">
                <a16:creationId xmlns:a16="http://schemas.microsoft.com/office/drawing/2014/main" id="{C35DE4ED-8916-9E82-DE87-1ADB95D8101D}"/>
              </a:ext>
            </a:extLst>
          </p:cNvPr>
          <p:cNvPicPr>
            <a:picLocks noChangeAspect="1"/>
          </p:cNvPicPr>
          <p:nvPr/>
        </p:nvPicPr>
        <p:blipFill>
          <a:blip r:embed="rId21"/>
          <a:srcRect l="10970" t="50077" r="8767" b="10881"/>
          <a:stretch/>
        </p:blipFill>
        <p:spPr>
          <a:xfrm>
            <a:off x="14499671" y="2505641"/>
            <a:ext cx="2661922" cy="2086122"/>
          </a:xfrm>
          <a:prstGeom prst="rect">
            <a:avLst/>
          </a:prstGeom>
        </p:spPr>
      </p:pic>
      <p:pic>
        <p:nvPicPr>
          <p:cNvPr id="30" name="Picture 29">
            <a:extLst>
              <a:ext uri="{FF2B5EF4-FFF2-40B4-BE49-F238E27FC236}">
                <a16:creationId xmlns:a16="http://schemas.microsoft.com/office/drawing/2014/main" id="{F5A01D1E-3DFC-0E8B-B60F-69994BB9AD20}"/>
              </a:ext>
            </a:extLst>
          </p:cNvPr>
          <p:cNvPicPr>
            <a:picLocks noChangeAspect="1"/>
          </p:cNvPicPr>
          <p:nvPr/>
        </p:nvPicPr>
        <p:blipFill rotWithShape="1">
          <a:blip r:embed="rId22">
            <a:alphaModFix amt="12000"/>
          </a:blip>
          <a:srcRect l="2180" t="4867" r="2514" b="11213"/>
          <a:stretch/>
        </p:blipFill>
        <p:spPr>
          <a:xfrm>
            <a:off x="0" y="2356764"/>
            <a:ext cx="17348200" cy="6751594"/>
          </a:xfrm>
          <a:prstGeom prst="rect">
            <a:avLst/>
          </a:prstGeom>
        </p:spPr>
      </p:pic>
      <p:pic>
        <p:nvPicPr>
          <p:cNvPr id="12288" name="Graphic 12287" descr="Sheep with solid fill">
            <a:extLst>
              <a:ext uri="{FF2B5EF4-FFF2-40B4-BE49-F238E27FC236}">
                <a16:creationId xmlns:a16="http://schemas.microsoft.com/office/drawing/2014/main" id="{0BA54665-4273-C79C-2B5C-E94FE8BBE293}"/>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21928" y="4762845"/>
            <a:ext cx="1660092" cy="1660092"/>
          </a:xfrm>
          <a:prstGeom prst="rect">
            <a:avLst/>
          </a:prstGeom>
        </p:spPr>
      </p:pic>
      <p:pic>
        <p:nvPicPr>
          <p:cNvPr id="12290" name="Graphic 12289" descr="Sparrow with solid fill">
            <a:extLst>
              <a:ext uri="{FF2B5EF4-FFF2-40B4-BE49-F238E27FC236}">
                <a16:creationId xmlns:a16="http://schemas.microsoft.com/office/drawing/2014/main" id="{30A76253-5D9E-C59A-6C97-3D99811C2802}"/>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2522" y="7276304"/>
            <a:ext cx="1531062" cy="1531062"/>
          </a:xfrm>
          <a:prstGeom prst="rect">
            <a:avLst/>
          </a:prstGeom>
        </p:spPr>
      </p:pic>
      <p:pic>
        <p:nvPicPr>
          <p:cNvPr id="12293" name="Graphic 12292" descr="Germ with solid fill">
            <a:extLst>
              <a:ext uri="{FF2B5EF4-FFF2-40B4-BE49-F238E27FC236}">
                <a16:creationId xmlns:a16="http://schemas.microsoft.com/office/drawing/2014/main" id="{6C877F18-4480-1506-6EA1-80A6F61C47A5}"/>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48875" y="2535841"/>
            <a:ext cx="1572537" cy="1572537"/>
          </a:xfrm>
          <a:prstGeom prst="rect">
            <a:avLst/>
          </a:prstGeom>
        </p:spPr>
      </p:pic>
    </p:spTree>
    <p:extLst>
      <p:ext uri="{BB962C8B-B14F-4D97-AF65-F5344CB8AC3E}">
        <p14:creationId xmlns:p14="http://schemas.microsoft.com/office/powerpoint/2010/main" val="779724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a:grpSpLocks noGrp="1" noUngrp="1" noRot="1" noMove="1" noResize="1"/>
          </p:cNvGrpSpPr>
          <p:nvPr/>
        </p:nvGrpSpPr>
        <p:grpSpPr>
          <a:xfrm>
            <a:off x="0" y="0"/>
            <a:ext cx="17348200" cy="9753600"/>
            <a:chOff x="0" y="0"/>
            <a:chExt cx="17348200" cy="9753600"/>
          </a:xfrm>
        </p:grpSpPr>
        <p:sp>
          <p:nvSpPr>
            <p:cNvPr id="3" name="object 3"/>
            <p:cNvSpPr>
              <a:spLocks noGrp="1" noRot="1" noMove="1" noResize="1" noEditPoints="1" noAdjustHandles="1" noChangeArrowheads="1" noChangeShapeType="1"/>
            </p:cNvSpPr>
            <p:nvPr/>
          </p:nvSpPr>
          <p:spPr>
            <a:xfrm>
              <a:off x="580440" y="535698"/>
              <a:ext cx="431165" cy="1273810"/>
            </a:xfrm>
            <a:custGeom>
              <a:avLst/>
              <a:gdLst/>
              <a:ahLst/>
              <a:cxnLst/>
              <a:rect l="l" t="t" r="r" b="b"/>
              <a:pathLst>
                <a:path w="431165" h="1273810">
                  <a:moveTo>
                    <a:pt x="23545" y="0"/>
                  </a:moveTo>
                  <a:lnTo>
                    <a:pt x="0" y="0"/>
                  </a:lnTo>
                  <a:lnTo>
                    <a:pt x="0" y="1273492"/>
                  </a:lnTo>
                  <a:lnTo>
                    <a:pt x="23545" y="1273492"/>
                  </a:lnTo>
                  <a:lnTo>
                    <a:pt x="23545" y="0"/>
                  </a:lnTo>
                  <a:close/>
                </a:path>
                <a:path w="431165" h="1273810">
                  <a:moveTo>
                    <a:pt x="300494" y="65722"/>
                  </a:moveTo>
                  <a:lnTo>
                    <a:pt x="298564" y="63982"/>
                  </a:lnTo>
                  <a:lnTo>
                    <a:pt x="294246" y="63982"/>
                  </a:lnTo>
                  <a:lnTo>
                    <a:pt x="292481" y="65722"/>
                  </a:lnTo>
                  <a:lnTo>
                    <a:pt x="292481" y="70129"/>
                  </a:lnTo>
                  <a:lnTo>
                    <a:pt x="294246" y="71729"/>
                  </a:lnTo>
                  <a:lnTo>
                    <a:pt x="298564" y="71729"/>
                  </a:lnTo>
                  <a:lnTo>
                    <a:pt x="300494" y="70129"/>
                  </a:lnTo>
                  <a:lnTo>
                    <a:pt x="300494" y="67830"/>
                  </a:lnTo>
                  <a:lnTo>
                    <a:pt x="300494" y="65722"/>
                  </a:lnTo>
                  <a:close/>
                </a:path>
                <a:path w="431165" h="1273810">
                  <a:moveTo>
                    <a:pt x="301802" y="56197"/>
                  </a:moveTo>
                  <a:lnTo>
                    <a:pt x="299999" y="54305"/>
                  </a:lnTo>
                  <a:lnTo>
                    <a:pt x="295567" y="54305"/>
                  </a:lnTo>
                  <a:lnTo>
                    <a:pt x="293725" y="56197"/>
                  </a:lnTo>
                  <a:lnTo>
                    <a:pt x="293725" y="60490"/>
                  </a:lnTo>
                  <a:lnTo>
                    <a:pt x="295567" y="62318"/>
                  </a:lnTo>
                  <a:lnTo>
                    <a:pt x="297764" y="62318"/>
                  </a:lnTo>
                  <a:lnTo>
                    <a:pt x="299999" y="62318"/>
                  </a:lnTo>
                  <a:lnTo>
                    <a:pt x="301802" y="60490"/>
                  </a:lnTo>
                  <a:lnTo>
                    <a:pt x="301802" y="56197"/>
                  </a:lnTo>
                  <a:close/>
                </a:path>
                <a:path w="431165" h="1273810">
                  <a:moveTo>
                    <a:pt x="302501" y="75171"/>
                  </a:moveTo>
                  <a:lnTo>
                    <a:pt x="300659" y="73393"/>
                  </a:lnTo>
                  <a:lnTo>
                    <a:pt x="296202" y="73393"/>
                  </a:lnTo>
                  <a:lnTo>
                    <a:pt x="294335" y="75171"/>
                  </a:lnTo>
                  <a:lnTo>
                    <a:pt x="294335" y="79565"/>
                  </a:lnTo>
                  <a:lnTo>
                    <a:pt x="296202" y="81343"/>
                  </a:lnTo>
                  <a:lnTo>
                    <a:pt x="300659" y="81343"/>
                  </a:lnTo>
                  <a:lnTo>
                    <a:pt x="302501" y="79565"/>
                  </a:lnTo>
                  <a:lnTo>
                    <a:pt x="302501" y="77470"/>
                  </a:lnTo>
                  <a:lnTo>
                    <a:pt x="302501" y="75171"/>
                  </a:lnTo>
                  <a:close/>
                </a:path>
                <a:path w="431165" h="1273810">
                  <a:moveTo>
                    <a:pt x="306197" y="47142"/>
                  </a:moveTo>
                  <a:lnTo>
                    <a:pt x="304342" y="45440"/>
                  </a:lnTo>
                  <a:lnTo>
                    <a:pt x="299999" y="45440"/>
                  </a:lnTo>
                  <a:lnTo>
                    <a:pt x="298157" y="47142"/>
                  </a:lnTo>
                  <a:lnTo>
                    <a:pt x="298157" y="51600"/>
                  </a:lnTo>
                  <a:lnTo>
                    <a:pt x="299999" y="53225"/>
                  </a:lnTo>
                  <a:lnTo>
                    <a:pt x="302221" y="53225"/>
                  </a:lnTo>
                  <a:lnTo>
                    <a:pt x="304342" y="53225"/>
                  </a:lnTo>
                  <a:lnTo>
                    <a:pt x="306197" y="51600"/>
                  </a:lnTo>
                  <a:lnTo>
                    <a:pt x="306197" y="47142"/>
                  </a:lnTo>
                  <a:close/>
                </a:path>
                <a:path w="431165" h="1273810">
                  <a:moveTo>
                    <a:pt x="314058" y="40386"/>
                  </a:moveTo>
                  <a:lnTo>
                    <a:pt x="312254" y="38684"/>
                  </a:lnTo>
                  <a:lnTo>
                    <a:pt x="307848" y="38684"/>
                  </a:lnTo>
                  <a:lnTo>
                    <a:pt x="305968" y="40386"/>
                  </a:lnTo>
                  <a:lnTo>
                    <a:pt x="305968" y="44856"/>
                  </a:lnTo>
                  <a:lnTo>
                    <a:pt x="307848" y="46507"/>
                  </a:lnTo>
                  <a:lnTo>
                    <a:pt x="309994" y="46507"/>
                  </a:lnTo>
                  <a:lnTo>
                    <a:pt x="312254" y="46507"/>
                  </a:lnTo>
                  <a:lnTo>
                    <a:pt x="314058" y="44856"/>
                  </a:lnTo>
                  <a:lnTo>
                    <a:pt x="314058" y="40386"/>
                  </a:lnTo>
                  <a:close/>
                </a:path>
                <a:path w="431165" h="1273810">
                  <a:moveTo>
                    <a:pt x="324015" y="37541"/>
                  </a:moveTo>
                  <a:lnTo>
                    <a:pt x="322148" y="35699"/>
                  </a:lnTo>
                  <a:lnTo>
                    <a:pt x="317741" y="35699"/>
                  </a:lnTo>
                  <a:lnTo>
                    <a:pt x="316001" y="37541"/>
                  </a:lnTo>
                  <a:lnTo>
                    <a:pt x="316001" y="41694"/>
                  </a:lnTo>
                  <a:lnTo>
                    <a:pt x="317741" y="43586"/>
                  </a:lnTo>
                  <a:lnTo>
                    <a:pt x="320052" y="43586"/>
                  </a:lnTo>
                  <a:lnTo>
                    <a:pt x="322148" y="43586"/>
                  </a:lnTo>
                  <a:lnTo>
                    <a:pt x="324015" y="41694"/>
                  </a:lnTo>
                  <a:lnTo>
                    <a:pt x="324015" y="37541"/>
                  </a:lnTo>
                  <a:close/>
                </a:path>
                <a:path w="431165" h="1273810">
                  <a:moveTo>
                    <a:pt x="334505" y="38442"/>
                  </a:moveTo>
                  <a:lnTo>
                    <a:pt x="332587" y="36753"/>
                  </a:lnTo>
                  <a:lnTo>
                    <a:pt x="328358" y="36753"/>
                  </a:lnTo>
                  <a:lnTo>
                    <a:pt x="326504" y="38442"/>
                  </a:lnTo>
                  <a:lnTo>
                    <a:pt x="326504" y="42710"/>
                  </a:lnTo>
                  <a:lnTo>
                    <a:pt x="328358" y="44526"/>
                  </a:lnTo>
                  <a:lnTo>
                    <a:pt x="330403" y="44526"/>
                  </a:lnTo>
                  <a:lnTo>
                    <a:pt x="332587" y="44526"/>
                  </a:lnTo>
                  <a:lnTo>
                    <a:pt x="334505" y="42710"/>
                  </a:lnTo>
                  <a:lnTo>
                    <a:pt x="334505" y="38442"/>
                  </a:lnTo>
                  <a:close/>
                </a:path>
                <a:path w="431165" h="1273810">
                  <a:moveTo>
                    <a:pt x="337553" y="77203"/>
                  </a:moveTo>
                  <a:lnTo>
                    <a:pt x="337032" y="71132"/>
                  </a:lnTo>
                  <a:lnTo>
                    <a:pt x="332727" y="66992"/>
                  </a:lnTo>
                  <a:lnTo>
                    <a:pt x="331863" y="64820"/>
                  </a:lnTo>
                  <a:lnTo>
                    <a:pt x="329653" y="69037"/>
                  </a:lnTo>
                  <a:lnTo>
                    <a:pt x="327596" y="71640"/>
                  </a:lnTo>
                  <a:lnTo>
                    <a:pt x="327914" y="74891"/>
                  </a:lnTo>
                  <a:lnTo>
                    <a:pt x="328345" y="78308"/>
                  </a:lnTo>
                  <a:lnTo>
                    <a:pt x="331863" y="80645"/>
                  </a:lnTo>
                  <a:lnTo>
                    <a:pt x="333540" y="84035"/>
                  </a:lnTo>
                  <a:lnTo>
                    <a:pt x="335064" y="80149"/>
                  </a:lnTo>
                  <a:lnTo>
                    <a:pt x="337553" y="77203"/>
                  </a:lnTo>
                  <a:close/>
                </a:path>
                <a:path w="431165" h="1273810">
                  <a:moveTo>
                    <a:pt x="344360" y="41186"/>
                  </a:moveTo>
                  <a:lnTo>
                    <a:pt x="342633" y="39420"/>
                  </a:lnTo>
                  <a:lnTo>
                    <a:pt x="338074" y="39420"/>
                  </a:lnTo>
                  <a:lnTo>
                    <a:pt x="336359" y="41186"/>
                  </a:lnTo>
                  <a:lnTo>
                    <a:pt x="336359" y="45580"/>
                  </a:lnTo>
                  <a:lnTo>
                    <a:pt x="338074" y="47307"/>
                  </a:lnTo>
                  <a:lnTo>
                    <a:pt x="340296" y="47307"/>
                  </a:lnTo>
                  <a:lnTo>
                    <a:pt x="342633" y="47307"/>
                  </a:lnTo>
                  <a:lnTo>
                    <a:pt x="344360" y="45580"/>
                  </a:lnTo>
                  <a:lnTo>
                    <a:pt x="344360" y="41186"/>
                  </a:lnTo>
                  <a:close/>
                </a:path>
                <a:path w="431165" h="1273810">
                  <a:moveTo>
                    <a:pt x="353720" y="45440"/>
                  </a:moveTo>
                  <a:lnTo>
                    <a:pt x="351980" y="43878"/>
                  </a:lnTo>
                  <a:lnTo>
                    <a:pt x="347649" y="43878"/>
                  </a:lnTo>
                  <a:lnTo>
                    <a:pt x="345732" y="45440"/>
                  </a:lnTo>
                  <a:lnTo>
                    <a:pt x="345732" y="49872"/>
                  </a:lnTo>
                  <a:lnTo>
                    <a:pt x="347649" y="51689"/>
                  </a:lnTo>
                  <a:lnTo>
                    <a:pt x="349656" y="51689"/>
                  </a:lnTo>
                  <a:lnTo>
                    <a:pt x="351980" y="51689"/>
                  </a:lnTo>
                  <a:lnTo>
                    <a:pt x="353720" y="49872"/>
                  </a:lnTo>
                  <a:lnTo>
                    <a:pt x="353720" y="45440"/>
                  </a:lnTo>
                  <a:close/>
                </a:path>
                <a:path w="431165" h="1273810">
                  <a:moveTo>
                    <a:pt x="358990" y="22199"/>
                  </a:moveTo>
                  <a:lnTo>
                    <a:pt x="353961" y="23253"/>
                  </a:lnTo>
                  <a:lnTo>
                    <a:pt x="350113" y="27165"/>
                  </a:lnTo>
                  <a:lnTo>
                    <a:pt x="349097" y="32194"/>
                  </a:lnTo>
                  <a:lnTo>
                    <a:pt x="358990" y="32194"/>
                  </a:lnTo>
                  <a:lnTo>
                    <a:pt x="358990" y="22199"/>
                  </a:lnTo>
                  <a:close/>
                </a:path>
                <a:path w="431165" h="1273810">
                  <a:moveTo>
                    <a:pt x="359194" y="52082"/>
                  </a:moveTo>
                  <a:lnTo>
                    <a:pt x="357606" y="51841"/>
                  </a:lnTo>
                  <a:lnTo>
                    <a:pt x="356069" y="51346"/>
                  </a:lnTo>
                  <a:lnTo>
                    <a:pt x="354660" y="50787"/>
                  </a:lnTo>
                  <a:lnTo>
                    <a:pt x="354660" y="68884"/>
                  </a:lnTo>
                  <a:lnTo>
                    <a:pt x="359194" y="68884"/>
                  </a:lnTo>
                  <a:lnTo>
                    <a:pt x="359194" y="52082"/>
                  </a:lnTo>
                  <a:close/>
                </a:path>
                <a:path w="431165" h="1273810">
                  <a:moveTo>
                    <a:pt x="368490" y="50774"/>
                  </a:moveTo>
                  <a:lnTo>
                    <a:pt x="367004" y="51346"/>
                  </a:lnTo>
                  <a:lnTo>
                    <a:pt x="365569" y="51828"/>
                  </a:lnTo>
                  <a:lnTo>
                    <a:pt x="363855" y="52082"/>
                  </a:lnTo>
                  <a:lnTo>
                    <a:pt x="363855" y="68872"/>
                  </a:lnTo>
                  <a:lnTo>
                    <a:pt x="368490" y="68872"/>
                  </a:lnTo>
                  <a:lnTo>
                    <a:pt x="368490" y="50774"/>
                  </a:lnTo>
                  <a:close/>
                </a:path>
                <a:path w="431165" h="1273810">
                  <a:moveTo>
                    <a:pt x="372084" y="4114"/>
                  </a:moveTo>
                  <a:lnTo>
                    <a:pt x="369938" y="6832"/>
                  </a:lnTo>
                  <a:lnTo>
                    <a:pt x="366166" y="9245"/>
                  </a:lnTo>
                  <a:lnTo>
                    <a:pt x="362978" y="9880"/>
                  </a:lnTo>
                  <a:lnTo>
                    <a:pt x="363347" y="6400"/>
                  </a:lnTo>
                  <a:lnTo>
                    <a:pt x="365455" y="3568"/>
                  </a:lnTo>
                  <a:lnTo>
                    <a:pt x="368274" y="0"/>
                  </a:lnTo>
                  <a:lnTo>
                    <a:pt x="354850" y="0"/>
                  </a:lnTo>
                  <a:lnTo>
                    <a:pt x="357619" y="3568"/>
                  </a:lnTo>
                  <a:lnTo>
                    <a:pt x="359740" y="6400"/>
                  </a:lnTo>
                  <a:lnTo>
                    <a:pt x="360172" y="9880"/>
                  </a:lnTo>
                  <a:lnTo>
                    <a:pt x="356920" y="9245"/>
                  </a:lnTo>
                  <a:lnTo>
                    <a:pt x="353174" y="6832"/>
                  </a:lnTo>
                  <a:lnTo>
                    <a:pt x="351015" y="4114"/>
                  </a:lnTo>
                  <a:lnTo>
                    <a:pt x="351015" y="17754"/>
                  </a:lnTo>
                  <a:lnTo>
                    <a:pt x="353174" y="14846"/>
                  </a:lnTo>
                  <a:lnTo>
                    <a:pt x="356844" y="12395"/>
                  </a:lnTo>
                  <a:lnTo>
                    <a:pt x="360172" y="11925"/>
                  </a:lnTo>
                  <a:lnTo>
                    <a:pt x="359702" y="15367"/>
                  </a:lnTo>
                  <a:lnTo>
                    <a:pt x="357352" y="18453"/>
                  </a:lnTo>
                  <a:lnTo>
                    <a:pt x="354571" y="20612"/>
                  </a:lnTo>
                  <a:lnTo>
                    <a:pt x="368490" y="20612"/>
                  </a:lnTo>
                  <a:lnTo>
                    <a:pt x="365645" y="18453"/>
                  </a:lnTo>
                  <a:lnTo>
                    <a:pt x="363448" y="15367"/>
                  </a:lnTo>
                  <a:lnTo>
                    <a:pt x="362978" y="11925"/>
                  </a:lnTo>
                  <a:lnTo>
                    <a:pt x="366293" y="12395"/>
                  </a:lnTo>
                  <a:lnTo>
                    <a:pt x="369938" y="14846"/>
                  </a:lnTo>
                  <a:lnTo>
                    <a:pt x="372084" y="17754"/>
                  </a:lnTo>
                  <a:lnTo>
                    <a:pt x="372084" y="4114"/>
                  </a:lnTo>
                  <a:close/>
                </a:path>
                <a:path w="431165" h="1273810">
                  <a:moveTo>
                    <a:pt x="373849" y="37109"/>
                  </a:moveTo>
                  <a:lnTo>
                    <a:pt x="349224" y="37109"/>
                  </a:lnTo>
                  <a:lnTo>
                    <a:pt x="350507" y="42595"/>
                  </a:lnTo>
                  <a:lnTo>
                    <a:pt x="355485" y="46570"/>
                  </a:lnTo>
                  <a:lnTo>
                    <a:pt x="367588" y="46570"/>
                  </a:lnTo>
                  <a:lnTo>
                    <a:pt x="372643" y="42595"/>
                  </a:lnTo>
                  <a:lnTo>
                    <a:pt x="373849" y="37109"/>
                  </a:lnTo>
                  <a:close/>
                </a:path>
                <a:path w="431165" h="1273810">
                  <a:moveTo>
                    <a:pt x="374015" y="32194"/>
                  </a:moveTo>
                  <a:lnTo>
                    <a:pt x="373087" y="27165"/>
                  </a:lnTo>
                  <a:lnTo>
                    <a:pt x="369163" y="23380"/>
                  </a:lnTo>
                  <a:lnTo>
                    <a:pt x="364197" y="22199"/>
                  </a:lnTo>
                  <a:lnTo>
                    <a:pt x="364197" y="32194"/>
                  </a:lnTo>
                  <a:lnTo>
                    <a:pt x="374015" y="32194"/>
                  </a:lnTo>
                  <a:close/>
                </a:path>
                <a:path w="431165" h="1273810">
                  <a:moveTo>
                    <a:pt x="377444" y="45427"/>
                  </a:moveTo>
                  <a:lnTo>
                    <a:pt x="375589" y="43865"/>
                  </a:lnTo>
                  <a:lnTo>
                    <a:pt x="371144" y="43865"/>
                  </a:lnTo>
                  <a:lnTo>
                    <a:pt x="369366" y="45427"/>
                  </a:lnTo>
                  <a:lnTo>
                    <a:pt x="369366" y="47663"/>
                  </a:lnTo>
                  <a:lnTo>
                    <a:pt x="369366" y="49872"/>
                  </a:lnTo>
                  <a:lnTo>
                    <a:pt x="371144" y="51689"/>
                  </a:lnTo>
                  <a:lnTo>
                    <a:pt x="375589" y="51689"/>
                  </a:lnTo>
                  <a:lnTo>
                    <a:pt x="377444" y="49872"/>
                  </a:lnTo>
                  <a:lnTo>
                    <a:pt x="377444" y="45427"/>
                  </a:lnTo>
                  <a:close/>
                </a:path>
                <a:path w="431165" h="1273810">
                  <a:moveTo>
                    <a:pt x="386740" y="41186"/>
                  </a:moveTo>
                  <a:lnTo>
                    <a:pt x="384873" y="39420"/>
                  </a:lnTo>
                  <a:lnTo>
                    <a:pt x="380593" y="39420"/>
                  </a:lnTo>
                  <a:lnTo>
                    <a:pt x="378726" y="41186"/>
                  </a:lnTo>
                  <a:lnTo>
                    <a:pt x="378726" y="45580"/>
                  </a:lnTo>
                  <a:lnTo>
                    <a:pt x="380593" y="47307"/>
                  </a:lnTo>
                  <a:lnTo>
                    <a:pt x="382701" y="47307"/>
                  </a:lnTo>
                  <a:lnTo>
                    <a:pt x="384873" y="47307"/>
                  </a:lnTo>
                  <a:lnTo>
                    <a:pt x="386740" y="45580"/>
                  </a:lnTo>
                  <a:lnTo>
                    <a:pt x="386740" y="41186"/>
                  </a:lnTo>
                  <a:close/>
                </a:path>
                <a:path w="431165" h="1273810">
                  <a:moveTo>
                    <a:pt x="395592" y="71640"/>
                  </a:moveTo>
                  <a:lnTo>
                    <a:pt x="393585" y="69037"/>
                  </a:lnTo>
                  <a:lnTo>
                    <a:pt x="391363" y="64820"/>
                  </a:lnTo>
                  <a:lnTo>
                    <a:pt x="390550" y="66992"/>
                  </a:lnTo>
                  <a:lnTo>
                    <a:pt x="386181" y="71132"/>
                  </a:lnTo>
                  <a:lnTo>
                    <a:pt x="385559" y="77203"/>
                  </a:lnTo>
                  <a:lnTo>
                    <a:pt x="388239" y="80149"/>
                  </a:lnTo>
                  <a:lnTo>
                    <a:pt x="389712" y="84035"/>
                  </a:lnTo>
                  <a:lnTo>
                    <a:pt x="391363" y="80645"/>
                  </a:lnTo>
                  <a:lnTo>
                    <a:pt x="394995" y="78308"/>
                  </a:lnTo>
                  <a:lnTo>
                    <a:pt x="395592" y="71640"/>
                  </a:lnTo>
                  <a:close/>
                </a:path>
                <a:path w="431165" h="1273810">
                  <a:moveTo>
                    <a:pt x="396595" y="38442"/>
                  </a:moveTo>
                  <a:lnTo>
                    <a:pt x="394919" y="36753"/>
                  </a:lnTo>
                  <a:lnTo>
                    <a:pt x="390410" y="36753"/>
                  </a:lnTo>
                  <a:lnTo>
                    <a:pt x="388632" y="38442"/>
                  </a:lnTo>
                  <a:lnTo>
                    <a:pt x="388632" y="42710"/>
                  </a:lnTo>
                  <a:lnTo>
                    <a:pt x="390410" y="44526"/>
                  </a:lnTo>
                  <a:lnTo>
                    <a:pt x="392633" y="44526"/>
                  </a:lnTo>
                  <a:lnTo>
                    <a:pt x="394919" y="44526"/>
                  </a:lnTo>
                  <a:lnTo>
                    <a:pt x="396595" y="42710"/>
                  </a:lnTo>
                  <a:lnTo>
                    <a:pt x="396595" y="38442"/>
                  </a:lnTo>
                  <a:close/>
                </a:path>
                <a:path w="431165" h="1273810">
                  <a:moveTo>
                    <a:pt x="407123" y="37541"/>
                  </a:moveTo>
                  <a:lnTo>
                    <a:pt x="405218" y="35699"/>
                  </a:lnTo>
                  <a:lnTo>
                    <a:pt x="400888" y="35699"/>
                  </a:lnTo>
                  <a:lnTo>
                    <a:pt x="399161" y="37541"/>
                  </a:lnTo>
                  <a:lnTo>
                    <a:pt x="399161" y="41694"/>
                  </a:lnTo>
                  <a:lnTo>
                    <a:pt x="400888" y="43586"/>
                  </a:lnTo>
                  <a:lnTo>
                    <a:pt x="403199" y="43586"/>
                  </a:lnTo>
                  <a:lnTo>
                    <a:pt x="405218" y="43586"/>
                  </a:lnTo>
                  <a:lnTo>
                    <a:pt x="407123" y="41694"/>
                  </a:lnTo>
                  <a:lnTo>
                    <a:pt x="407123" y="37541"/>
                  </a:lnTo>
                  <a:close/>
                </a:path>
                <a:path w="431165" h="1273810">
                  <a:moveTo>
                    <a:pt x="417156" y="40386"/>
                  </a:moveTo>
                  <a:lnTo>
                    <a:pt x="415315" y="38684"/>
                  </a:lnTo>
                  <a:lnTo>
                    <a:pt x="410819" y="38684"/>
                  </a:lnTo>
                  <a:lnTo>
                    <a:pt x="409079" y="40386"/>
                  </a:lnTo>
                  <a:lnTo>
                    <a:pt x="409079" y="44856"/>
                  </a:lnTo>
                  <a:lnTo>
                    <a:pt x="410819" y="46507"/>
                  </a:lnTo>
                  <a:lnTo>
                    <a:pt x="413131" y="46507"/>
                  </a:lnTo>
                  <a:lnTo>
                    <a:pt x="415315" y="46507"/>
                  </a:lnTo>
                  <a:lnTo>
                    <a:pt x="417156" y="44856"/>
                  </a:lnTo>
                  <a:lnTo>
                    <a:pt x="417156" y="40386"/>
                  </a:lnTo>
                  <a:close/>
                </a:path>
                <a:path w="431165" h="1273810">
                  <a:moveTo>
                    <a:pt x="424954" y="47142"/>
                  </a:moveTo>
                  <a:lnTo>
                    <a:pt x="423075" y="45440"/>
                  </a:lnTo>
                  <a:lnTo>
                    <a:pt x="418706" y="45440"/>
                  </a:lnTo>
                  <a:lnTo>
                    <a:pt x="416941" y="47142"/>
                  </a:lnTo>
                  <a:lnTo>
                    <a:pt x="416941" y="51600"/>
                  </a:lnTo>
                  <a:lnTo>
                    <a:pt x="418706" y="53225"/>
                  </a:lnTo>
                  <a:lnTo>
                    <a:pt x="421005" y="53225"/>
                  </a:lnTo>
                  <a:lnTo>
                    <a:pt x="423075" y="53225"/>
                  </a:lnTo>
                  <a:lnTo>
                    <a:pt x="424954" y="51600"/>
                  </a:lnTo>
                  <a:lnTo>
                    <a:pt x="424954" y="47142"/>
                  </a:lnTo>
                  <a:close/>
                </a:path>
                <a:path w="431165" h="1273810">
                  <a:moveTo>
                    <a:pt x="428637" y="75158"/>
                  </a:moveTo>
                  <a:lnTo>
                    <a:pt x="426923" y="73393"/>
                  </a:lnTo>
                  <a:lnTo>
                    <a:pt x="424726" y="73393"/>
                  </a:lnTo>
                  <a:lnTo>
                    <a:pt x="422478" y="73393"/>
                  </a:lnTo>
                  <a:lnTo>
                    <a:pt x="420598" y="75158"/>
                  </a:lnTo>
                  <a:lnTo>
                    <a:pt x="420598" y="79552"/>
                  </a:lnTo>
                  <a:lnTo>
                    <a:pt x="422478" y="81330"/>
                  </a:lnTo>
                  <a:lnTo>
                    <a:pt x="426923" y="81330"/>
                  </a:lnTo>
                  <a:lnTo>
                    <a:pt x="428637" y="79552"/>
                  </a:lnTo>
                  <a:lnTo>
                    <a:pt x="428637" y="75158"/>
                  </a:lnTo>
                  <a:close/>
                </a:path>
                <a:path w="431165" h="1273810">
                  <a:moveTo>
                    <a:pt x="429285" y="56184"/>
                  </a:moveTo>
                  <a:lnTo>
                    <a:pt x="427507" y="54317"/>
                  </a:lnTo>
                  <a:lnTo>
                    <a:pt x="423075" y="54317"/>
                  </a:lnTo>
                  <a:lnTo>
                    <a:pt x="421360" y="56184"/>
                  </a:lnTo>
                  <a:lnTo>
                    <a:pt x="421360" y="58331"/>
                  </a:lnTo>
                  <a:lnTo>
                    <a:pt x="421360" y="60502"/>
                  </a:lnTo>
                  <a:lnTo>
                    <a:pt x="423075" y="62306"/>
                  </a:lnTo>
                  <a:lnTo>
                    <a:pt x="427507" y="62306"/>
                  </a:lnTo>
                  <a:lnTo>
                    <a:pt x="429285" y="60502"/>
                  </a:lnTo>
                  <a:lnTo>
                    <a:pt x="429285" y="56184"/>
                  </a:lnTo>
                  <a:close/>
                </a:path>
                <a:path w="431165" h="1273810">
                  <a:moveTo>
                    <a:pt x="430644" y="65735"/>
                  </a:moveTo>
                  <a:lnTo>
                    <a:pt x="428879" y="63995"/>
                  </a:lnTo>
                  <a:lnTo>
                    <a:pt x="426631" y="63995"/>
                  </a:lnTo>
                  <a:lnTo>
                    <a:pt x="424510" y="63995"/>
                  </a:lnTo>
                  <a:lnTo>
                    <a:pt x="422579" y="65735"/>
                  </a:lnTo>
                  <a:lnTo>
                    <a:pt x="422579" y="70129"/>
                  </a:lnTo>
                  <a:lnTo>
                    <a:pt x="424510" y="71742"/>
                  </a:lnTo>
                  <a:lnTo>
                    <a:pt x="428879" y="71742"/>
                  </a:lnTo>
                  <a:lnTo>
                    <a:pt x="430644" y="70129"/>
                  </a:lnTo>
                  <a:lnTo>
                    <a:pt x="430644" y="65735"/>
                  </a:lnTo>
                  <a:close/>
                </a:path>
              </a:pathLst>
            </a:custGeom>
            <a:solidFill>
              <a:srgbClr val="FFFFFF"/>
            </a:solidFill>
          </p:spPr>
          <p:txBody>
            <a:bodyPr wrap="square" lIns="0" tIns="0" rIns="0" bIns="0" rtlCol="0"/>
            <a:lstStyle/>
            <a:p>
              <a:endParaRPr/>
            </a:p>
          </p:txBody>
        </p:sp>
        <p:pic>
          <p:nvPicPr>
            <p:cNvPr id="4" name="object 4"/>
            <p:cNvPicPr>
              <a:picLocks noGrp="1" noRot="1" noMove="1" noResize="1" noEditPoints="1" noAdjustHandles="1" noChangeArrowheads="1" noChangeShapeType="1" noCrop="1"/>
            </p:cNvPicPr>
            <p:nvPr/>
          </p:nvPicPr>
          <p:blipFill>
            <a:blip r:embed="rId3" cstate="print"/>
            <a:stretch>
              <a:fillRect/>
            </a:stretch>
          </p:blipFill>
          <p:spPr>
            <a:xfrm>
              <a:off x="859313" y="758855"/>
              <a:ext cx="127684" cy="138549"/>
            </a:xfrm>
            <a:prstGeom prst="rect">
              <a:avLst/>
            </a:prstGeom>
          </p:spPr>
        </p:pic>
        <p:sp>
          <p:nvSpPr>
            <p:cNvPr id="5" name="object 5"/>
            <p:cNvSpPr>
              <a:spLocks noGrp="1" noRot="1" noMove="1" noResize="1" noEditPoints="1" noAdjustHandles="1" noChangeArrowheads="1" noChangeShapeType="1"/>
            </p:cNvSpPr>
            <p:nvPr/>
          </p:nvSpPr>
          <p:spPr>
            <a:xfrm>
              <a:off x="750720" y="833538"/>
              <a:ext cx="382905" cy="100965"/>
            </a:xfrm>
            <a:custGeom>
              <a:avLst/>
              <a:gdLst/>
              <a:ahLst/>
              <a:cxnLst/>
              <a:rect l="l" t="t" r="r" b="b"/>
              <a:pathLst>
                <a:path w="382905" h="100965">
                  <a:moveTo>
                    <a:pt x="191296" y="100680"/>
                  </a:moveTo>
                  <a:lnTo>
                    <a:pt x="141980" y="95797"/>
                  </a:lnTo>
                  <a:lnTo>
                    <a:pt x="116222" y="66004"/>
                  </a:lnTo>
                  <a:lnTo>
                    <a:pt x="108211" y="49550"/>
                  </a:lnTo>
                  <a:lnTo>
                    <a:pt x="108211" y="38518"/>
                  </a:lnTo>
                  <a:lnTo>
                    <a:pt x="119910" y="28106"/>
                  </a:lnTo>
                  <a:lnTo>
                    <a:pt x="109483" y="30361"/>
                  </a:lnTo>
                  <a:lnTo>
                    <a:pt x="98933" y="35024"/>
                  </a:lnTo>
                  <a:lnTo>
                    <a:pt x="88336" y="41244"/>
                  </a:lnTo>
                  <a:lnTo>
                    <a:pt x="61533" y="58575"/>
                  </a:lnTo>
                  <a:lnTo>
                    <a:pt x="47923" y="65679"/>
                  </a:lnTo>
                  <a:lnTo>
                    <a:pt x="41178" y="67616"/>
                  </a:lnTo>
                  <a:lnTo>
                    <a:pt x="28212" y="67616"/>
                  </a:lnTo>
                  <a:lnTo>
                    <a:pt x="6506" y="51161"/>
                  </a:lnTo>
                  <a:lnTo>
                    <a:pt x="348" y="48403"/>
                  </a:lnTo>
                  <a:lnTo>
                    <a:pt x="0" y="47551"/>
                  </a:lnTo>
                  <a:lnTo>
                    <a:pt x="522" y="45924"/>
                  </a:lnTo>
                  <a:lnTo>
                    <a:pt x="1409" y="45521"/>
                  </a:lnTo>
                  <a:lnTo>
                    <a:pt x="2216" y="45769"/>
                  </a:lnTo>
                  <a:lnTo>
                    <a:pt x="16212" y="46242"/>
                  </a:lnTo>
                  <a:lnTo>
                    <a:pt x="31341" y="41314"/>
                  </a:lnTo>
                  <a:lnTo>
                    <a:pt x="47137" y="32831"/>
                  </a:lnTo>
                  <a:lnTo>
                    <a:pt x="76300" y="14203"/>
                  </a:lnTo>
                  <a:lnTo>
                    <a:pt x="88981" y="6966"/>
                  </a:lnTo>
                  <a:lnTo>
                    <a:pt x="101041" y="1905"/>
                  </a:lnTo>
                  <a:lnTo>
                    <a:pt x="112343" y="0"/>
                  </a:lnTo>
                  <a:lnTo>
                    <a:pt x="117662" y="0"/>
                  </a:lnTo>
                  <a:lnTo>
                    <a:pt x="122364" y="1146"/>
                  </a:lnTo>
                  <a:lnTo>
                    <a:pt x="131531" y="5965"/>
                  </a:lnTo>
                  <a:lnTo>
                    <a:pt x="135346" y="10365"/>
                  </a:lnTo>
                  <a:lnTo>
                    <a:pt x="140223" y="21846"/>
                  </a:lnTo>
                  <a:lnTo>
                    <a:pt x="148946" y="35527"/>
                  </a:lnTo>
                  <a:lnTo>
                    <a:pt x="148946" y="41756"/>
                  </a:lnTo>
                  <a:lnTo>
                    <a:pt x="147870" y="44080"/>
                  </a:lnTo>
                  <a:lnTo>
                    <a:pt x="143136" y="48171"/>
                  </a:lnTo>
                  <a:lnTo>
                    <a:pt x="127526" y="56026"/>
                  </a:lnTo>
                  <a:lnTo>
                    <a:pt x="127272" y="58908"/>
                  </a:lnTo>
                  <a:lnTo>
                    <a:pt x="171766" y="68448"/>
                  </a:lnTo>
                  <a:lnTo>
                    <a:pt x="191296" y="69242"/>
                  </a:lnTo>
                  <a:lnTo>
                    <a:pt x="201286" y="69039"/>
                  </a:lnTo>
                  <a:lnTo>
                    <a:pt x="243526" y="63080"/>
                  </a:lnTo>
                  <a:lnTo>
                    <a:pt x="255511" y="59016"/>
                  </a:lnTo>
                  <a:lnTo>
                    <a:pt x="255020" y="57064"/>
                  </a:lnTo>
                  <a:lnTo>
                    <a:pt x="242307" y="50650"/>
                  </a:lnTo>
                  <a:lnTo>
                    <a:pt x="239441" y="48682"/>
                  </a:lnTo>
                  <a:lnTo>
                    <a:pt x="234945" y="44251"/>
                  </a:lnTo>
                  <a:lnTo>
                    <a:pt x="233726" y="41756"/>
                  </a:lnTo>
                  <a:lnTo>
                    <a:pt x="233726" y="35527"/>
                  </a:lnTo>
                  <a:lnTo>
                    <a:pt x="242560" y="21846"/>
                  </a:lnTo>
                  <a:lnTo>
                    <a:pt x="247389" y="10365"/>
                  </a:lnTo>
                  <a:lnTo>
                    <a:pt x="251236" y="5965"/>
                  </a:lnTo>
                  <a:lnTo>
                    <a:pt x="256096" y="3176"/>
                  </a:lnTo>
                  <a:lnTo>
                    <a:pt x="260260" y="1146"/>
                  </a:lnTo>
                  <a:lnTo>
                    <a:pt x="264962" y="0"/>
                  </a:lnTo>
                  <a:lnTo>
                    <a:pt x="270424" y="0"/>
                  </a:lnTo>
                  <a:lnTo>
                    <a:pt x="281660" y="1905"/>
                  </a:lnTo>
                  <a:lnTo>
                    <a:pt x="293697" y="6966"/>
                  </a:lnTo>
                  <a:lnTo>
                    <a:pt x="306376" y="14203"/>
                  </a:lnTo>
                  <a:lnTo>
                    <a:pt x="335500" y="32831"/>
                  </a:lnTo>
                  <a:lnTo>
                    <a:pt x="351306" y="41314"/>
                  </a:lnTo>
                  <a:lnTo>
                    <a:pt x="366475" y="46242"/>
                  </a:lnTo>
                  <a:lnTo>
                    <a:pt x="380535" y="45769"/>
                  </a:lnTo>
                  <a:lnTo>
                    <a:pt x="381311" y="45521"/>
                  </a:lnTo>
                  <a:lnTo>
                    <a:pt x="382182" y="45924"/>
                  </a:lnTo>
                  <a:lnTo>
                    <a:pt x="382467" y="46683"/>
                  </a:lnTo>
                  <a:lnTo>
                    <a:pt x="382688" y="47551"/>
                  </a:lnTo>
                  <a:lnTo>
                    <a:pt x="382324" y="48403"/>
                  </a:lnTo>
                  <a:lnTo>
                    <a:pt x="376166" y="51083"/>
                  </a:lnTo>
                  <a:lnTo>
                    <a:pt x="354460" y="67616"/>
                  </a:lnTo>
                  <a:lnTo>
                    <a:pt x="341510" y="67616"/>
                  </a:lnTo>
                  <a:lnTo>
                    <a:pt x="334860" y="65679"/>
                  </a:lnTo>
                  <a:lnTo>
                    <a:pt x="319456" y="57715"/>
                  </a:lnTo>
                  <a:lnTo>
                    <a:pt x="294434" y="41212"/>
                  </a:lnTo>
                  <a:lnTo>
                    <a:pt x="283777" y="34995"/>
                  </a:lnTo>
                  <a:lnTo>
                    <a:pt x="273188" y="30350"/>
                  </a:lnTo>
                  <a:lnTo>
                    <a:pt x="262746" y="28106"/>
                  </a:lnTo>
                  <a:lnTo>
                    <a:pt x="274968" y="38936"/>
                  </a:lnTo>
                  <a:lnTo>
                    <a:pt x="274968" y="49704"/>
                  </a:lnTo>
                  <a:lnTo>
                    <a:pt x="271216" y="56599"/>
                  </a:lnTo>
                  <a:lnTo>
                    <a:pt x="266593" y="66004"/>
                  </a:lnTo>
                  <a:lnTo>
                    <a:pt x="261099" y="86999"/>
                  </a:lnTo>
                  <a:lnTo>
                    <a:pt x="251078" y="92034"/>
                  </a:lnTo>
                  <a:lnTo>
                    <a:pt x="240766" y="95797"/>
                  </a:lnTo>
                  <a:lnTo>
                    <a:pt x="227326" y="98501"/>
                  </a:lnTo>
                  <a:lnTo>
                    <a:pt x="210816" y="100133"/>
                  </a:lnTo>
                  <a:lnTo>
                    <a:pt x="191296" y="100680"/>
                  </a:lnTo>
                  <a:close/>
                </a:path>
              </a:pathLst>
            </a:custGeom>
            <a:solidFill>
              <a:srgbClr val="FFFFFF"/>
            </a:solidFill>
          </p:spPr>
          <p:txBody>
            <a:bodyPr wrap="square" lIns="0" tIns="0" rIns="0" bIns="0" rtlCol="0"/>
            <a:lstStyle/>
            <a:p>
              <a:endParaRPr/>
            </a:p>
          </p:txBody>
        </p:sp>
        <p:pic>
          <p:nvPicPr>
            <p:cNvPr id="6" name="object 6"/>
            <p:cNvPicPr>
              <a:picLocks noGrp="1" noRot="1" noMove="1" noResize="1" noEditPoints="1" noAdjustHandles="1" noChangeArrowheads="1" noChangeShapeType="1" noCrop="1"/>
            </p:cNvPicPr>
            <p:nvPr/>
          </p:nvPicPr>
          <p:blipFill>
            <a:blip r:embed="rId4" cstate="print"/>
            <a:stretch>
              <a:fillRect/>
            </a:stretch>
          </p:blipFill>
          <p:spPr>
            <a:xfrm>
              <a:off x="864000" y="607992"/>
              <a:ext cx="162906" cy="217170"/>
            </a:xfrm>
            <a:prstGeom prst="rect">
              <a:avLst/>
            </a:prstGeom>
          </p:spPr>
        </p:pic>
        <p:sp>
          <p:nvSpPr>
            <p:cNvPr id="7" name="object 7"/>
            <p:cNvSpPr>
              <a:spLocks noGrp="1" noRot="1" noMove="1" noResize="1" noEditPoints="1" noAdjustHandles="1" noChangeArrowheads="1" noChangeShapeType="1"/>
            </p:cNvSpPr>
            <p:nvPr/>
          </p:nvSpPr>
          <p:spPr>
            <a:xfrm>
              <a:off x="702043" y="546036"/>
              <a:ext cx="492759" cy="325120"/>
            </a:xfrm>
            <a:custGeom>
              <a:avLst/>
              <a:gdLst/>
              <a:ahLst/>
              <a:cxnLst/>
              <a:rect l="l" t="t" r="r" b="b"/>
              <a:pathLst>
                <a:path w="492759" h="325119">
                  <a:moveTo>
                    <a:pt x="71945" y="28511"/>
                  </a:moveTo>
                  <a:lnTo>
                    <a:pt x="70612" y="27266"/>
                  </a:lnTo>
                  <a:lnTo>
                    <a:pt x="67449" y="27266"/>
                  </a:lnTo>
                  <a:lnTo>
                    <a:pt x="66065" y="28511"/>
                  </a:lnTo>
                  <a:lnTo>
                    <a:pt x="66065" y="31661"/>
                  </a:lnTo>
                  <a:lnTo>
                    <a:pt x="67449" y="32893"/>
                  </a:lnTo>
                  <a:lnTo>
                    <a:pt x="70612" y="32893"/>
                  </a:lnTo>
                  <a:lnTo>
                    <a:pt x="71945" y="31661"/>
                  </a:lnTo>
                  <a:lnTo>
                    <a:pt x="71945" y="30048"/>
                  </a:lnTo>
                  <a:lnTo>
                    <a:pt x="71945" y="28511"/>
                  </a:lnTo>
                  <a:close/>
                </a:path>
                <a:path w="492759" h="325119">
                  <a:moveTo>
                    <a:pt x="73012" y="36055"/>
                  </a:moveTo>
                  <a:lnTo>
                    <a:pt x="71653" y="34772"/>
                  </a:lnTo>
                  <a:lnTo>
                    <a:pt x="68478" y="34772"/>
                  </a:lnTo>
                  <a:lnTo>
                    <a:pt x="67106" y="36055"/>
                  </a:lnTo>
                  <a:lnTo>
                    <a:pt x="67106" y="39103"/>
                  </a:lnTo>
                  <a:lnTo>
                    <a:pt x="68478" y="40513"/>
                  </a:lnTo>
                  <a:lnTo>
                    <a:pt x="71653" y="40513"/>
                  </a:lnTo>
                  <a:lnTo>
                    <a:pt x="73012" y="39103"/>
                  </a:lnTo>
                  <a:lnTo>
                    <a:pt x="73012" y="37490"/>
                  </a:lnTo>
                  <a:lnTo>
                    <a:pt x="73012" y="36055"/>
                  </a:lnTo>
                  <a:close/>
                </a:path>
                <a:path w="492759" h="325119">
                  <a:moveTo>
                    <a:pt x="76466" y="22326"/>
                  </a:moveTo>
                  <a:lnTo>
                    <a:pt x="75107" y="21132"/>
                  </a:lnTo>
                  <a:lnTo>
                    <a:pt x="71945" y="21132"/>
                  </a:lnTo>
                  <a:lnTo>
                    <a:pt x="70688" y="22326"/>
                  </a:lnTo>
                  <a:lnTo>
                    <a:pt x="70688" y="25438"/>
                  </a:lnTo>
                  <a:lnTo>
                    <a:pt x="71945" y="26771"/>
                  </a:lnTo>
                  <a:lnTo>
                    <a:pt x="73596" y="26771"/>
                  </a:lnTo>
                  <a:lnTo>
                    <a:pt x="75107" y="26771"/>
                  </a:lnTo>
                  <a:lnTo>
                    <a:pt x="76466" y="25438"/>
                  </a:lnTo>
                  <a:lnTo>
                    <a:pt x="76466" y="22326"/>
                  </a:lnTo>
                  <a:close/>
                </a:path>
                <a:path w="492759" h="325119">
                  <a:moveTo>
                    <a:pt x="84124" y="21856"/>
                  </a:moveTo>
                  <a:lnTo>
                    <a:pt x="82880" y="20637"/>
                  </a:lnTo>
                  <a:lnTo>
                    <a:pt x="79679" y="20637"/>
                  </a:lnTo>
                  <a:lnTo>
                    <a:pt x="78409" y="21856"/>
                  </a:lnTo>
                  <a:lnTo>
                    <a:pt x="78409" y="24993"/>
                  </a:lnTo>
                  <a:lnTo>
                    <a:pt x="79679" y="26327"/>
                  </a:lnTo>
                  <a:lnTo>
                    <a:pt x="81229" y="26327"/>
                  </a:lnTo>
                  <a:lnTo>
                    <a:pt x="82880" y="26327"/>
                  </a:lnTo>
                  <a:lnTo>
                    <a:pt x="84124" y="24993"/>
                  </a:lnTo>
                  <a:lnTo>
                    <a:pt x="84124" y="21856"/>
                  </a:lnTo>
                  <a:close/>
                </a:path>
                <a:path w="492759" h="325119">
                  <a:moveTo>
                    <a:pt x="94157" y="24358"/>
                  </a:moveTo>
                  <a:lnTo>
                    <a:pt x="94043" y="20967"/>
                  </a:lnTo>
                  <a:lnTo>
                    <a:pt x="93319" y="19939"/>
                  </a:lnTo>
                  <a:lnTo>
                    <a:pt x="92087" y="19316"/>
                  </a:lnTo>
                  <a:lnTo>
                    <a:pt x="90779" y="18237"/>
                  </a:lnTo>
                  <a:lnTo>
                    <a:pt x="89103" y="16637"/>
                  </a:lnTo>
                  <a:lnTo>
                    <a:pt x="88595" y="16052"/>
                  </a:lnTo>
                  <a:lnTo>
                    <a:pt x="88112" y="15494"/>
                  </a:lnTo>
                  <a:lnTo>
                    <a:pt x="88163" y="15341"/>
                  </a:lnTo>
                  <a:lnTo>
                    <a:pt x="88265" y="15113"/>
                  </a:lnTo>
                  <a:lnTo>
                    <a:pt x="93243" y="15494"/>
                  </a:lnTo>
                  <a:lnTo>
                    <a:pt x="93179" y="15341"/>
                  </a:lnTo>
                  <a:lnTo>
                    <a:pt x="93091" y="15113"/>
                  </a:lnTo>
                  <a:lnTo>
                    <a:pt x="92456" y="13474"/>
                  </a:lnTo>
                  <a:lnTo>
                    <a:pt x="91262" y="10426"/>
                  </a:lnTo>
                  <a:lnTo>
                    <a:pt x="87731" y="13474"/>
                  </a:lnTo>
                  <a:lnTo>
                    <a:pt x="87363" y="13474"/>
                  </a:lnTo>
                  <a:lnTo>
                    <a:pt x="87083" y="8115"/>
                  </a:lnTo>
                  <a:lnTo>
                    <a:pt x="82042" y="9906"/>
                  </a:lnTo>
                  <a:lnTo>
                    <a:pt x="85382" y="13995"/>
                  </a:lnTo>
                  <a:lnTo>
                    <a:pt x="85242" y="14224"/>
                  </a:lnTo>
                  <a:lnTo>
                    <a:pt x="85242" y="14376"/>
                  </a:lnTo>
                  <a:lnTo>
                    <a:pt x="80759" y="14630"/>
                  </a:lnTo>
                  <a:lnTo>
                    <a:pt x="83185" y="19697"/>
                  </a:lnTo>
                  <a:lnTo>
                    <a:pt x="86080" y="16052"/>
                  </a:lnTo>
                  <a:lnTo>
                    <a:pt x="86220" y="16052"/>
                  </a:lnTo>
                  <a:lnTo>
                    <a:pt x="86347" y="16637"/>
                  </a:lnTo>
                  <a:lnTo>
                    <a:pt x="86588" y="17881"/>
                  </a:lnTo>
                  <a:lnTo>
                    <a:pt x="86715" y="19697"/>
                  </a:lnTo>
                  <a:lnTo>
                    <a:pt x="86791" y="24358"/>
                  </a:lnTo>
                  <a:lnTo>
                    <a:pt x="88392" y="26060"/>
                  </a:lnTo>
                  <a:lnTo>
                    <a:pt x="92506" y="26060"/>
                  </a:lnTo>
                  <a:lnTo>
                    <a:pt x="94157" y="24358"/>
                  </a:lnTo>
                  <a:close/>
                </a:path>
                <a:path w="492759" h="325119">
                  <a:moveTo>
                    <a:pt x="100431" y="15557"/>
                  </a:moveTo>
                  <a:lnTo>
                    <a:pt x="99174" y="14630"/>
                  </a:lnTo>
                  <a:lnTo>
                    <a:pt x="98107" y="13474"/>
                  </a:lnTo>
                  <a:lnTo>
                    <a:pt x="96126" y="13474"/>
                  </a:lnTo>
                  <a:lnTo>
                    <a:pt x="95008" y="14630"/>
                  </a:lnTo>
                  <a:lnTo>
                    <a:pt x="93941" y="15557"/>
                  </a:lnTo>
                  <a:lnTo>
                    <a:pt x="93941" y="17360"/>
                  </a:lnTo>
                  <a:lnTo>
                    <a:pt x="95084" y="18605"/>
                  </a:lnTo>
                  <a:lnTo>
                    <a:pt x="96126" y="19685"/>
                  </a:lnTo>
                  <a:lnTo>
                    <a:pt x="98107" y="19685"/>
                  </a:lnTo>
                  <a:lnTo>
                    <a:pt x="99174" y="18516"/>
                  </a:lnTo>
                  <a:lnTo>
                    <a:pt x="100431" y="17360"/>
                  </a:lnTo>
                  <a:lnTo>
                    <a:pt x="100431" y="15557"/>
                  </a:lnTo>
                  <a:close/>
                </a:path>
                <a:path w="492759" h="325119">
                  <a:moveTo>
                    <a:pt x="106845" y="10795"/>
                  </a:moveTo>
                  <a:lnTo>
                    <a:pt x="105765" y="9817"/>
                  </a:lnTo>
                  <a:lnTo>
                    <a:pt x="104559" y="8572"/>
                  </a:lnTo>
                  <a:lnTo>
                    <a:pt x="102730" y="8572"/>
                  </a:lnTo>
                  <a:lnTo>
                    <a:pt x="101536" y="9817"/>
                  </a:lnTo>
                  <a:lnTo>
                    <a:pt x="100457" y="10795"/>
                  </a:lnTo>
                  <a:lnTo>
                    <a:pt x="100457" y="12661"/>
                  </a:lnTo>
                  <a:lnTo>
                    <a:pt x="101536" y="13906"/>
                  </a:lnTo>
                  <a:lnTo>
                    <a:pt x="102730" y="14859"/>
                  </a:lnTo>
                  <a:lnTo>
                    <a:pt x="104559" y="14859"/>
                  </a:lnTo>
                  <a:lnTo>
                    <a:pt x="105765" y="13906"/>
                  </a:lnTo>
                  <a:lnTo>
                    <a:pt x="106845" y="12661"/>
                  </a:lnTo>
                  <a:lnTo>
                    <a:pt x="106845" y="10795"/>
                  </a:lnTo>
                  <a:close/>
                </a:path>
                <a:path w="492759" h="325119">
                  <a:moveTo>
                    <a:pt x="114452" y="12128"/>
                  </a:moveTo>
                  <a:lnTo>
                    <a:pt x="113347" y="10960"/>
                  </a:lnTo>
                  <a:lnTo>
                    <a:pt x="112191" y="9906"/>
                  </a:lnTo>
                  <a:lnTo>
                    <a:pt x="110337" y="9906"/>
                  </a:lnTo>
                  <a:lnTo>
                    <a:pt x="109321" y="10960"/>
                  </a:lnTo>
                  <a:lnTo>
                    <a:pt x="108089" y="12128"/>
                  </a:lnTo>
                  <a:lnTo>
                    <a:pt x="108216" y="13995"/>
                  </a:lnTo>
                  <a:lnTo>
                    <a:pt x="110464" y="16052"/>
                  </a:lnTo>
                  <a:lnTo>
                    <a:pt x="112318" y="16052"/>
                  </a:lnTo>
                  <a:lnTo>
                    <a:pt x="113347" y="15024"/>
                  </a:lnTo>
                  <a:lnTo>
                    <a:pt x="114452" y="13995"/>
                  </a:lnTo>
                  <a:lnTo>
                    <a:pt x="114452" y="12128"/>
                  </a:lnTo>
                  <a:close/>
                </a:path>
                <a:path w="492759" h="325119">
                  <a:moveTo>
                    <a:pt x="118529" y="23126"/>
                  </a:moveTo>
                  <a:lnTo>
                    <a:pt x="114071" y="23393"/>
                  </a:lnTo>
                  <a:lnTo>
                    <a:pt x="115328" y="25158"/>
                  </a:lnTo>
                  <a:lnTo>
                    <a:pt x="115722" y="25984"/>
                  </a:lnTo>
                  <a:lnTo>
                    <a:pt x="115836" y="27457"/>
                  </a:lnTo>
                  <a:lnTo>
                    <a:pt x="115011" y="27051"/>
                  </a:lnTo>
                  <a:lnTo>
                    <a:pt x="113855" y="26162"/>
                  </a:lnTo>
                  <a:lnTo>
                    <a:pt x="112826" y="24726"/>
                  </a:lnTo>
                  <a:lnTo>
                    <a:pt x="112941" y="26162"/>
                  </a:lnTo>
                  <a:lnTo>
                    <a:pt x="113042" y="27457"/>
                  </a:lnTo>
                  <a:lnTo>
                    <a:pt x="113157" y="28829"/>
                  </a:lnTo>
                  <a:lnTo>
                    <a:pt x="113258" y="30035"/>
                  </a:lnTo>
                  <a:lnTo>
                    <a:pt x="113322" y="30848"/>
                  </a:lnTo>
                  <a:lnTo>
                    <a:pt x="113398" y="31127"/>
                  </a:lnTo>
                  <a:lnTo>
                    <a:pt x="114071" y="30035"/>
                  </a:lnTo>
                  <a:lnTo>
                    <a:pt x="114198" y="29908"/>
                  </a:lnTo>
                  <a:lnTo>
                    <a:pt x="114782" y="29235"/>
                  </a:lnTo>
                  <a:lnTo>
                    <a:pt x="115836" y="28829"/>
                  </a:lnTo>
                  <a:lnTo>
                    <a:pt x="115722" y="31127"/>
                  </a:lnTo>
                  <a:lnTo>
                    <a:pt x="115608" y="33248"/>
                  </a:lnTo>
                  <a:lnTo>
                    <a:pt x="113855" y="34925"/>
                  </a:lnTo>
                  <a:lnTo>
                    <a:pt x="112318" y="35242"/>
                  </a:lnTo>
                  <a:lnTo>
                    <a:pt x="111023" y="35496"/>
                  </a:lnTo>
                  <a:lnTo>
                    <a:pt x="110426" y="35496"/>
                  </a:lnTo>
                  <a:lnTo>
                    <a:pt x="109093" y="34429"/>
                  </a:lnTo>
                  <a:lnTo>
                    <a:pt x="109029" y="34036"/>
                  </a:lnTo>
                  <a:lnTo>
                    <a:pt x="108940" y="33528"/>
                  </a:lnTo>
                  <a:lnTo>
                    <a:pt x="108889" y="33248"/>
                  </a:lnTo>
                  <a:lnTo>
                    <a:pt x="108775" y="32537"/>
                  </a:lnTo>
                  <a:lnTo>
                    <a:pt x="108534" y="31127"/>
                  </a:lnTo>
                  <a:lnTo>
                    <a:pt x="108915" y="30848"/>
                  </a:lnTo>
                  <a:lnTo>
                    <a:pt x="110197" y="29908"/>
                  </a:lnTo>
                  <a:lnTo>
                    <a:pt x="112014" y="31648"/>
                  </a:lnTo>
                  <a:lnTo>
                    <a:pt x="112039" y="31369"/>
                  </a:lnTo>
                  <a:lnTo>
                    <a:pt x="112153" y="29908"/>
                  </a:lnTo>
                  <a:lnTo>
                    <a:pt x="112191" y="29489"/>
                  </a:lnTo>
                  <a:lnTo>
                    <a:pt x="112204" y="29235"/>
                  </a:lnTo>
                  <a:lnTo>
                    <a:pt x="112318" y="27774"/>
                  </a:lnTo>
                  <a:lnTo>
                    <a:pt x="109004" y="27774"/>
                  </a:lnTo>
                  <a:lnTo>
                    <a:pt x="107619" y="29235"/>
                  </a:lnTo>
                  <a:lnTo>
                    <a:pt x="109321" y="25615"/>
                  </a:lnTo>
                  <a:lnTo>
                    <a:pt x="109207" y="25158"/>
                  </a:lnTo>
                  <a:lnTo>
                    <a:pt x="109080" y="24726"/>
                  </a:lnTo>
                  <a:lnTo>
                    <a:pt x="109029" y="24561"/>
                  </a:lnTo>
                  <a:lnTo>
                    <a:pt x="108597" y="22974"/>
                  </a:lnTo>
                  <a:lnTo>
                    <a:pt x="105181" y="21132"/>
                  </a:lnTo>
                  <a:lnTo>
                    <a:pt x="102971" y="24561"/>
                  </a:lnTo>
                  <a:lnTo>
                    <a:pt x="103035" y="24726"/>
                  </a:lnTo>
                  <a:lnTo>
                    <a:pt x="103911" y="27051"/>
                  </a:lnTo>
                  <a:lnTo>
                    <a:pt x="106489" y="29489"/>
                  </a:lnTo>
                  <a:lnTo>
                    <a:pt x="103911" y="28333"/>
                  </a:lnTo>
                  <a:lnTo>
                    <a:pt x="101536" y="30492"/>
                  </a:lnTo>
                  <a:lnTo>
                    <a:pt x="103911" y="33528"/>
                  </a:lnTo>
                  <a:lnTo>
                    <a:pt x="103962" y="33248"/>
                  </a:lnTo>
                  <a:lnTo>
                    <a:pt x="104432" y="30848"/>
                  </a:lnTo>
                  <a:lnTo>
                    <a:pt x="106730" y="31369"/>
                  </a:lnTo>
                  <a:lnTo>
                    <a:pt x="106794" y="31648"/>
                  </a:lnTo>
                  <a:lnTo>
                    <a:pt x="107632" y="35242"/>
                  </a:lnTo>
                  <a:lnTo>
                    <a:pt x="105879" y="37414"/>
                  </a:lnTo>
                  <a:lnTo>
                    <a:pt x="99047" y="39535"/>
                  </a:lnTo>
                  <a:lnTo>
                    <a:pt x="98971" y="39382"/>
                  </a:lnTo>
                  <a:lnTo>
                    <a:pt x="97599" y="36906"/>
                  </a:lnTo>
                  <a:lnTo>
                    <a:pt x="96939" y="35496"/>
                  </a:lnTo>
                  <a:lnTo>
                    <a:pt x="96824" y="35242"/>
                  </a:lnTo>
                  <a:lnTo>
                    <a:pt x="96672" y="34925"/>
                  </a:lnTo>
                  <a:lnTo>
                    <a:pt x="96710" y="34683"/>
                  </a:lnTo>
                  <a:lnTo>
                    <a:pt x="97485" y="34188"/>
                  </a:lnTo>
                  <a:lnTo>
                    <a:pt x="99631" y="34429"/>
                  </a:lnTo>
                  <a:lnTo>
                    <a:pt x="101879" y="35737"/>
                  </a:lnTo>
                  <a:lnTo>
                    <a:pt x="102006" y="35737"/>
                  </a:lnTo>
                  <a:lnTo>
                    <a:pt x="101930" y="35496"/>
                  </a:lnTo>
                  <a:lnTo>
                    <a:pt x="101854" y="35242"/>
                  </a:lnTo>
                  <a:lnTo>
                    <a:pt x="101739" y="34925"/>
                  </a:lnTo>
                  <a:lnTo>
                    <a:pt x="101663" y="34683"/>
                  </a:lnTo>
                  <a:lnTo>
                    <a:pt x="101574" y="34429"/>
                  </a:lnTo>
                  <a:lnTo>
                    <a:pt x="101180" y="33248"/>
                  </a:lnTo>
                  <a:lnTo>
                    <a:pt x="99936" y="29489"/>
                  </a:lnTo>
                  <a:lnTo>
                    <a:pt x="99174" y="31648"/>
                  </a:lnTo>
                  <a:lnTo>
                    <a:pt x="98005" y="32537"/>
                  </a:lnTo>
                  <a:lnTo>
                    <a:pt x="98285" y="32537"/>
                  </a:lnTo>
                  <a:lnTo>
                    <a:pt x="96304" y="33248"/>
                  </a:lnTo>
                  <a:lnTo>
                    <a:pt x="96037" y="33248"/>
                  </a:lnTo>
                  <a:lnTo>
                    <a:pt x="96113" y="30848"/>
                  </a:lnTo>
                  <a:lnTo>
                    <a:pt x="97243" y="27774"/>
                  </a:lnTo>
                  <a:lnTo>
                    <a:pt x="89408" y="30848"/>
                  </a:lnTo>
                  <a:lnTo>
                    <a:pt x="92862" y="32537"/>
                  </a:lnTo>
                  <a:lnTo>
                    <a:pt x="93573" y="33248"/>
                  </a:lnTo>
                  <a:lnTo>
                    <a:pt x="94259" y="34036"/>
                  </a:lnTo>
                  <a:lnTo>
                    <a:pt x="94500" y="34036"/>
                  </a:lnTo>
                  <a:lnTo>
                    <a:pt x="92570" y="34683"/>
                  </a:lnTo>
                  <a:lnTo>
                    <a:pt x="91084" y="34925"/>
                  </a:lnTo>
                  <a:lnTo>
                    <a:pt x="88684" y="34036"/>
                  </a:lnTo>
                  <a:lnTo>
                    <a:pt x="91757" y="39992"/>
                  </a:lnTo>
                  <a:lnTo>
                    <a:pt x="91871" y="39535"/>
                  </a:lnTo>
                  <a:lnTo>
                    <a:pt x="91986" y="39103"/>
                  </a:lnTo>
                  <a:lnTo>
                    <a:pt x="92049" y="38862"/>
                  </a:lnTo>
                  <a:lnTo>
                    <a:pt x="92138" y="38557"/>
                  </a:lnTo>
                  <a:lnTo>
                    <a:pt x="92252" y="38125"/>
                  </a:lnTo>
                  <a:lnTo>
                    <a:pt x="92303" y="37922"/>
                  </a:lnTo>
                  <a:lnTo>
                    <a:pt x="92506" y="37134"/>
                  </a:lnTo>
                  <a:lnTo>
                    <a:pt x="93941" y="35496"/>
                  </a:lnTo>
                  <a:lnTo>
                    <a:pt x="95008" y="35496"/>
                  </a:lnTo>
                  <a:lnTo>
                    <a:pt x="95097" y="35737"/>
                  </a:lnTo>
                  <a:lnTo>
                    <a:pt x="96672" y="40513"/>
                  </a:lnTo>
                  <a:lnTo>
                    <a:pt x="92227" y="42557"/>
                  </a:lnTo>
                  <a:lnTo>
                    <a:pt x="91262" y="43154"/>
                  </a:lnTo>
                  <a:lnTo>
                    <a:pt x="90538" y="43548"/>
                  </a:lnTo>
                  <a:lnTo>
                    <a:pt x="89154" y="43548"/>
                  </a:lnTo>
                  <a:lnTo>
                    <a:pt x="87363" y="43307"/>
                  </a:lnTo>
                  <a:lnTo>
                    <a:pt x="87274" y="43154"/>
                  </a:lnTo>
                  <a:lnTo>
                    <a:pt x="86436" y="41821"/>
                  </a:lnTo>
                  <a:lnTo>
                    <a:pt x="85953" y="41008"/>
                  </a:lnTo>
                  <a:lnTo>
                    <a:pt x="85356" y="39992"/>
                  </a:lnTo>
                  <a:lnTo>
                    <a:pt x="85864" y="39103"/>
                  </a:lnTo>
                  <a:lnTo>
                    <a:pt x="86169" y="38557"/>
                  </a:lnTo>
                  <a:lnTo>
                    <a:pt x="86525" y="37922"/>
                  </a:lnTo>
                  <a:lnTo>
                    <a:pt x="88760" y="39535"/>
                  </a:lnTo>
                  <a:lnTo>
                    <a:pt x="88722" y="39103"/>
                  </a:lnTo>
                  <a:lnTo>
                    <a:pt x="88607" y="37922"/>
                  </a:lnTo>
                  <a:lnTo>
                    <a:pt x="88506" y="36906"/>
                  </a:lnTo>
                  <a:lnTo>
                    <a:pt x="88392" y="35737"/>
                  </a:lnTo>
                  <a:lnTo>
                    <a:pt x="85039" y="35737"/>
                  </a:lnTo>
                  <a:lnTo>
                    <a:pt x="84124" y="38557"/>
                  </a:lnTo>
                  <a:lnTo>
                    <a:pt x="84226" y="34683"/>
                  </a:lnTo>
                  <a:lnTo>
                    <a:pt x="83185" y="32537"/>
                  </a:lnTo>
                  <a:lnTo>
                    <a:pt x="79006" y="31369"/>
                  </a:lnTo>
                  <a:lnTo>
                    <a:pt x="78930" y="31648"/>
                  </a:lnTo>
                  <a:lnTo>
                    <a:pt x="78193" y="34429"/>
                  </a:lnTo>
                  <a:lnTo>
                    <a:pt x="78130" y="35496"/>
                  </a:lnTo>
                  <a:lnTo>
                    <a:pt x="79324" y="37414"/>
                  </a:lnTo>
                  <a:lnTo>
                    <a:pt x="83261" y="39103"/>
                  </a:lnTo>
                  <a:lnTo>
                    <a:pt x="81038" y="38862"/>
                  </a:lnTo>
                  <a:lnTo>
                    <a:pt x="78663" y="41008"/>
                  </a:lnTo>
                  <a:lnTo>
                    <a:pt x="81686" y="43548"/>
                  </a:lnTo>
                  <a:lnTo>
                    <a:pt x="81686" y="41351"/>
                  </a:lnTo>
                  <a:lnTo>
                    <a:pt x="83705" y="41008"/>
                  </a:lnTo>
                  <a:lnTo>
                    <a:pt x="84886" y="42557"/>
                  </a:lnTo>
                  <a:lnTo>
                    <a:pt x="85572" y="43548"/>
                  </a:lnTo>
                  <a:lnTo>
                    <a:pt x="85572" y="44246"/>
                  </a:lnTo>
                  <a:lnTo>
                    <a:pt x="85432" y="45504"/>
                  </a:lnTo>
                  <a:lnTo>
                    <a:pt x="83934" y="46558"/>
                  </a:lnTo>
                  <a:lnTo>
                    <a:pt x="82905" y="47244"/>
                  </a:lnTo>
                  <a:lnTo>
                    <a:pt x="80149" y="47244"/>
                  </a:lnTo>
                  <a:lnTo>
                    <a:pt x="76949" y="44246"/>
                  </a:lnTo>
                  <a:lnTo>
                    <a:pt x="77609" y="43967"/>
                  </a:lnTo>
                  <a:lnTo>
                    <a:pt x="78574" y="43967"/>
                  </a:lnTo>
                  <a:lnTo>
                    <a:pt x="79921" y="44246"/>
                  </a:lnTo>
                  <a:lnTo>
                    <a:pt x="80289" y="44246"/>
                  </a:lnTo>
                  <a:lnTo>
                    <a:pt x="80048" y="43967"/>
                  </a:lnTo>
                  <a:lnTo>
                    <a:pt x="79349" y="43154"/>
                  </a:lnTo>
                  <a:lnTo>
                    <a:pt x="76631" y="39992"/>
                  </a:lnTo>
                  <a:lnTo>
                    <a:pt x="76136" y="39535"/>
                  </a:lnTo>
                  <a:lnTo>
                    <a:pt x="76200" y="42557"/>
                  </a:lnTo>
                  <a:lnTo>
                    <a:pt x="75831" y="43154"/>
                  </a:lnTo>
                  <a:lnTo>
                    <a:pt x="74396" y="39992"/>
                  </a:lnTo>
                  <a:lnTo>
                    <a:pt x="74269" y="39382"/>
                  </a:lnTo>
                  <a:lnTo>
                    <a:pt x="71056" y="42075"/>
                  </a:lnTo>
                  <a:lnTo>
                    <a:pt x="70827" y="42075"/>
                  </a:lnTo>
                  <a:lnTo>
                    <a:pt x="74041" y="43967"/>
                  </a:lnTo>
                  <a:lnTo>
                    <a:pt x="77660" y="46913"/>
                  </a:lnTo>
                  <a:lnTo>
                    <a:pt x="81965" y="52768"/>
                  </a:lnTo>
                  <a:lnTo>
                    <a:pt x="86372" y="49885"/>
                  </a:lnTo>
                  <a:lnTo>
                    <a:pt x="92011" y="47244"/>
                  </a:lnTo>
                  <a:lnTo>
                    <a:pt x="94424" y="46113"/>
                  </a:lnTo>
                  <a:lnTo>
                    <a:pt x="99644" y="43967"/>
                  </a:lnTo>
                  <a:lnTo>
                    <a:pt x="100736" y="43548"/>
                  </a:lnTo>
                  <a:lnTo>
                    <a:pt x="104559" y="42075"/>
                  </a:lnTo>
                  <a:lnTo>
                    <a:pt x="112534" y="39535"/>
                  </a:lnTo>
                  <a:lnTo>
                    <a:pt x="113017" y="39382"/>
                  </a:lnTo>
                  <a:lnTo>
                    <a:pt x="118211" y="38125"/>
                  </a:lnTo>
                  <a:lnTo>
                    <a:pt x="118097" y="37414"/>
                  </a:lnTo>
                  <a:lnTo>
                    <a:pt x="118021" y="36906"/>
                  </a:lnTo>
                  <a:lnTo>
                    <a:pt x="117805" y="35496"/>
                  </a:lnTo>
                  <a:lnTo>
                    <a:pt x="117678" y="34683"/>
                  </a:lnTo>
                  <a:lnTo>
                    <a:pt x="117576" y="34036"/>
                  </a:lnTo>
                  <a:lnTo>
                    <a:pt x="117462" y="33248"/>
                  </a:lnTo>
                  <a:lnTo>
                    <a:pt x="117348" y="32537"/>
                  </a:lnTo>
                  <a:lnTo>
                    <a:pt x="117208" y="31648"/>
                  </a:lnTo>
                  <a:lnTo>
                    <a:pt x="117271" y="30035"/>
                  </a:lnTo>
                  <a:lnTo>
                    <a:pt x="117335" y="29489"/>
                  </a:lnTo>
                  <a:lnTo>
                    <a:pt x="117424" y="28829"/>
                  </a:lnTo>
                  <a:lnTo>
                    <a:pt x="117487" y="28333"/>
                  </a:lnTo>
                  <a:lnTo>
                    <a:pt x="117602" y="27457"/>
                  </a:lnTo>
                  <a:lnTo>
                    <a:pt x="117690" y="26771"/>
                  </a:lnTo>
                  <a:lnTo>
                    <a:pt x="118529" y="23126"/>
                  </a:lnTo>
                  <a:close/>
                </a:path>
                <a:path w="492759" h="325119">
                  <a:moveTo>
                    <a:pt x="119253" y="18161"/>
                  </a:moveTo>
                  <a:lnTo>
                    <a:pt x="118110" y="16916"/>
                  </a:lnTo>
                  <a:lnTo>
                    <a:pt x="116979" y="15887"/>
                  </a:lnTo>
                  <a:lnTo>
                    <a:pt x="115150" y="15887"/>
                  </a:lnTo>
                  <a:lnTo>
                    <a:pt x="113944" y="16916"/>
                  </a:lnTo>
                  <a:lnTo>
                    <a:pt x="112903" y="18161"/>
                  </a:lnTo>
                  <a:lnTo>
                    <a:pt x="112903" y="20040"/>
                  </a:lnTo>
                  <a:lnTo>
                    <a:pt x="113944" y="21145"/>
                  </a:lnTo>
                  <a:lnTo>
                    <a:pt x="115150" y="22085"/>
                  </a:lnTo>
                  <a:lnTo>
                    <a:pt x="116979" y="22085"/>
                  </a:lnTo>
                  <a:lnTo>
                    <a:pt x="118110" y="21031"/>
                  </a:lnTo>
                  <a:lnTo>
                    <a:pt x="119253" y="20040"/>
                  </a:lnTo>
                  <a:lnTo>
                    <a:pt x="119253" y="18161"/>
                  </a:lnTo>
                  <a:close/>
                </a:path>
                <a:path w="492759" h="325119">
                  <a:moveTo>
                    <a:pt x="179311" y="207314"/>
                  </a:moveTo>
                  <a:lnTo>
                    <a:pt x="176161" y="206044"/>
                  </a:lnTo>
                  <a:lnTo>
                    <a:pt x="177507" y="202234"/>
                  </a:lnTo>
                  <a:lnTo>
                    <a:pt x="178765" y="199694"/>
                  </a:lnTo>
                  <a:lnTo>
                    <a:pt x="174840" y="197154"/>
                  </a:lnTo>
                  <a:lnTo>
                    <a:pt x="172885" y="195884"/>
                  </a:lnTo>
                  <a:lnTo>
                    <a:pt x="171792" y="188264"/>
                  </a:lnTo>
                  <a:lnTo>
                    <a:pt x="171602" y="186994"/>
                  </a:lnTo>
                  <a:lnTo>
                    <a:pt x="172186" y="183184"/>
                  </a:lnTo>
                  <a:lnTo>
                    <a:pt x="167233" y="176834"/>
                  </a:lnTo>
                  <a:lnTo>
                    <a:pt x="162941" y="173024"/>
                  </a:lnTo>
                  <a:lnTo>
                    <a:pt x="161518" y="171754"/>
                  </a:lnTo>
                  <a:lnTo>
                    <a:pt x="139700" y="147624"/>
                  </a:lnTo>
                  <a:lnTo>
                    <a:pt x="144119" y="147624"/>
                  </a:lnTo>
                  <a:lnTo>
                    <a:pt x="147243" y="150164"/>
                  </a:lnTo>
                  <a:lnTo>
                    <a:pt x="149161" y="151434"/>
                  </a:lnTo>
                  <a:lnTo>
                    <a:pt x="152844" y="155244"/>
                  </a:lnTo>
                  <a:lnTo>
                    <a:pt x="156222" y="159054"/>
                  </a:lnTo>
                  <a:lnTo>
                    <a:pt x="159893" y="150164"/>
                  </a:lnTo>
                  <a:lnTo>
                    <a:pt x="161569" y="147624"/>
                  </a:lnTo>
                  <a:lnTo>
                    <a:pt x="164096" y="143814"/>
                  </a:lnTo>
                  <a:lnTo>
                    <a:pt x="168948" y="136194"/>
                  </a:lnTo>
                  <a:lnTo>
                    <a:pt x="174599" y="129844"/>
                  </a:lnTo>
                  <a:lnTo>
                    <a:pt x="176682" y="127304"/>
                  </a:lnTo>
                  <a:lnTo>
                    <a:pt x="177685" y="126034"/>
                  </a:lnTo>
                  <a:lnTo>
                    <a:pt x="174777" y="127304"/>
                  </a:lnTo>
                  <a:lnTo>
                    <a:pt x="170154" y="127304"/>
                  </a:lnTo>
                  <a:lnTo>
                    <a:pt x="167678" y="129844"/>
                  </a:lnTo>
                  <a:lnTo>
                    <a:pt x="167678" y="120954"/>
                  </a:lnTo>
                  <a:lnTo>
                    <a:pt x="164338" y="117144"/>
                  </a:lnTo>
                  <a:lnTo>
                    <a:pt x="164617" y="112064"/>
                  </a:lnTo>
                  <a:lnTo>
                    <a:pt x="162864" y="105714"/>
                  </a:lnTo>
                  <a:lnTo>
                    <a:pt x="160858" y="103174"/>
                  </a:lnTo>
                  <a:lnTo>
                    <a:pt x="157873" y="99364"/>
                  </a:lnTo>
                  <a:lnTo>
                    <a:pt x="148463" y="91744"/>
                  </a:lnTo>
                  <a:lnTo>
                    <a:pt x="156654" y="94284"/>
                  </a:lnTo>
                  <a:lnTo>
                    <a:pt x="161404" y="100634"/>
                  </a:lnTo>
                  <a:lnTo>
                    <a:pt x="167678" y="95554"/>
                  </a:lnTo>
                  <a:lnTo>
                    <a:pt x="164160" y="93014"/>
                  </a:lnTo>
                  <a:lnTo>
                    <a:pt x="163182" y="91744"/>
                  </a:lnTo>
                  <a:lnTo>
                    <a:pt x="160274" y="87934"/>
                  </a:lnTo>
                  <a:lnTo>
                    <a:pt x="153619" y="81584"/>
                  </a:lnTo>
                  <a:lnTo>
                    <a:pt x="141795" y="73964"/>
                  </a:lnTo>
                  <a:lnTo>
                    <a:pt x="147332" y="75234"/>
                  </a:lnTo>
                  <a:lnTo>
                    <a:pt x="152666" y="79044"/>
                  </a:lnTo>
                  <a:lnTo>
                    <a:pt x="158229" y="80314"/>
                  </a:lnTo>
                  <a:lnTo>
                    <a:pt x="164477" y="79044"/>
                  </a:lnTo>
                  <a:lnTo>
                    <a:pt x="158902" y="75234"/>
                  </a:lnTo>
                  <a:lnTo>
                    <a:pt x="157619" y="73964"/>
                  </a:lnTo>
                  <a:lnTo>
                    <a:pt x="156337" y="72694"/>
                  </a:lnTo>
                  <a:lnTo>
                    <a:pt x="149948" y="66344"/>
                  </a:lnTo>
                  <a:lnTo>
                    <a:pt x="147408" y="63804"/>
                  </a:lnTo>
                  <a:lnTo>
                    <a:pt x="145084" y="62534"/>
                  </a:lnTo>
                  <a:lnTo>
                    <a:pt x="138137" y="58724"/>
                  </a:lnTo>
                  <a:lnTo>
                    <a:pt x="143268" y="58724"/>
                  </a:lnTo>
                  <a:lnTo>
                    <a:pt x="148755" y="61264"/>
                  </a:lnTo>
                  <a:lnTo>
                    <a:pt x="151015" y="58724"/>
                  </a:lnTo>
                  <a:lnTo>
                    <a:pt x="153276" y="56184"/>
                  </a:lnTo>
                  <a:lnTo>
                    <a:pt x="148082" y="56184"/>
                  </a:lnTo>
                  <a:lnTo>
                    <a:pt x="144868" y="52374"/>
                  </a:lnTo>
                  <a:lnTo>
                    <a:pt x="139280" y="51104"/>
                  </a:lnTo>
                  <a:lnTo>
                    <a:pt x="140144" y="48564"/>
                  </a:lnTo>
                  <a:lnTo>
                    <a:pt x="141439" y="44754"/>
                  </a:lnTo>
                  <a:lnTo>
                    <a:pt x="140919" y="40944"/>
                  </a:lnTo>
                  <a:lnTo>
                    <a:pt x="138633" y="37134"/>
                  </a:lnTo>
                  <a:lnTo>
                    <a:pt x="134658" y="37134"/>
                  </a:lnTo>
                  <a:lnTo>
                    <a:pt x="130771" y="38404"/>
                  </a:lnTo>
                  <a:lnTo>
                    <a:pt x="127990" y="40741"/>
                  </a:lnTo>
                  <a:lnTo>
                    <a:pt x="127990" y="99364"/>
                  </a:lnTo>
                  <a:lnTo>
                    <a:pt x="122453" y="100634"/>
                  </a:lnTo>
                  <a:lnTo>
                    <a:pt x="117322" y="103174"/>
                  </a:lnTo>
                  <a:lnTo>
                    <a:pt x="113169" y="99364"/>
                  </a:lnTo>
                  <a:lnTo>
                    <a:pt x="112522" y="96824"/>
                  </a:lnTo>
                  <a:lnTo>
                    <a:pt x="112191" y="95554"/>
                  </a:lnTo>
                  <a:lnTo>
                    <a:pt x="111137" y="93014"/>
                  </a:lnTo>
                  <a:lnTo>
                    <a:pt x="110350" y="90474"/>
                  </a:lnTo>
                  <a:lnTo>
                    <a:pt x="113868" y="86664"/>
                  </a:lnTo>
                  <a:lnTo>
                    <a:pt x="114452" y="85394"/>
                  </a:lnTo>
                  <a:lnTo>
                    <a:pt x="113880" y="84124"/>
                  </a:lnTo>
                  <a:lnTo>
                    <a:pt x="112750" y="81584"/>
                  </a:lnTo>
                  <a:lnTo>
                    <a:pt x="111620" y="79044"/>
                  </a:lnTo>
                  <a:lnTo>
                    <a:pt x="108216" y="81584"/>
                  </a:lnTo>
                  <a:lnTo>
                    <a:pt x="104571" y="81584"/>
                  </a:lnTo>
                  <a:lnTo>
                    <a:pt x="106286" y="79044"/>
                  </a:lnTo>
                  <a:lnTo>
                    <a:pt x="106362" y="76504"/>
                  </a:lnTo>
                  <a:lnTo>
                    <a:pt x="104127" y="76504"/>
                  </a:lnTo>
                  <a:lnTo>
                    <a:pt x="101358" y="77774"/>
                  </a:lnTo>
                  <a:lnTo>
                    <a:pt x="101358" y="81584"/>
                  </a:lnTo>
                  <a:lnTo>
                    <a:pt x="99771" y="81584"/>
                  </a:lnTo>
                  <a:lnTo>
                    <a:pt x="98336" y="80314"/>
                  </a:lnTo>
                  <a:lnTo>
                    <a:pt x="99148" y="77774"/>
                  </a:lnTo>
                  <a:lnTo>
                    <a:pt x="99148" y="75234"/>
                  </a:lnTo>
                  <a:lnTo>
                    <a:pt x="100431" y="73964"/>
                  </a:lnTo>
                  <a:lnTo>
                    <a:pt x="102184" y="73964"/>
                  </a:lnTo>
                  <a:lnTo>
                    <a:pt x="108242" y="71424"/>
                  </a:lnTo>
                  <a:lnTo>
                    <a:pt x="117322" y="67614"/>
                  </a:lnTo>
                  <a:lnTo>
                    <a:pt x="119253" y="67614"/>
                  </a:lnTo>
                  <a:lnTo>
                    <a:pt x="120573" y="66344"/>
                  </a:lnTo>
                  <a:lnTo>
                    <a:pt x="121945" y="67614"/>
                  </a:lnTo>
                  <a:lnTo>
                    <a:pt x="122872" y="68884"/>
                  </a:lnTo>
                  <a:lnTo>
                    <a:pt x="125285" y="70154"/>
                  </a:lnTo>
                  <a:lnTo>
                    <a:pt x="124701" y="71424"/>
                  </a:lnTo>
                  <a:lnTo>
                    <a:pt x="123837" y="72694"/>
                  </a:lnTo>
                  <a:lnTo>
                    <a:pt x="120573" y="70154"/>
                  </a:lnTo>
                  <a:lnTo>
                    <a:pt x="116611" y="72694"/>
                  </a:lnTo>
                  <a:lnTo>
                    <a:pt x="118198" y="73964"/>
                  </a:lnTo>
                  <a:lnTo>
                    <a:pt x="121640" y="75234"/>
                  </a:lnTo>
                  <a:lnTo>
                    <a:pt x="118351" y="77774"/>
                  </a:lnTo>
                  <a:lnTo>
                    <a:pt x="114795" y="79044"/>
                  </a:lnTo>
                  <a:lnTo>
                    <a:pt x="115938" y="81584"/>
                  </a:lnTo>
                  <a:lnTo>
                    <a:pt x="116979" y="84124"/>
                  </a:lnTo>
                  <a:lnTo>
                    <a:pt x="118605" y="85394"/>
                  </a:lnTo>
                  <a:lnTo>
                    <a:pt x="123444" y="85394"/>
                  </a:lnTo>
                  <a:lnTo>
                    <a:pt x="124701" y="87934"/>
                  </a:lnTo>
                  <a:lnTo>
                    <a:pt x="126047" y="90474"/>
                  </a:lnTo>
                  <a:lnTo>
                    <a:pt x="127508" y="94284"/>
                  </a:lnTo>
                  <a:lnTo>
                    <a:pt x="127635" y="95554"/>
                  </a:lnTo>
                  <a:lnTo>
                    <a:pt x="127749" y="96824"/>
                  </a:lnTo>
                  <a:lnTo>
                    <a:pt x="127990" y="99364"/>
                  </a:lnTo>
                  <a:lnTo>
                    <a:pt x="127990" y="40741"/>
                  </a:lnTo>
                  <a:lnTo>
                    <a:pt x="127812" y="40881"/>
                  </a:lnTo>
                  <a:lnTo>
                    <a:pt x="127812" y="48564"/>
                  </a:lnTo>
                  <a:lnTo>
                    <a:pt x="123837" y="54914"/>
                  </a:lnTo>
                  <a:lnTo>
                    <a:pt x="126466" y="57454"/>
                  </a:lnTo>
                  <a:lnTo>
                    <a:pt x="123317" y="59994"/>
                  </a:lnTo>
                  <a:lnTo>
                    <a:pt x="119341" y="62534"/>
                  </a:lnTo>
                  <a:lnTo>
                    <a:pt x="113868" y="59994"/>
                  </a:lnTo>
                  <a:lnTo>
                    <a:pt x="111506" y="56184"/>
                  </a:lnTo>
                  <a:lnTo>
                    <a:pt x="123444" y="51104"/>
                  </a:lnTo>
                  <a:lnTo>
                    <a:pt x="127812" y="48564"/>
                  </a:lnTo>
                  <a:lnTo>
                    <a:pt x="127812" y="40881"/>
                  </a:lnTo>
                  <a:lnTo>
                    <a:pt x="127304" y="37134"/>
                  </a:lnTo>
                  <a:lnTo>
                    <a:pt x="120103" y="37134"/>
                  </a:lnTo>
                  <a:lnTo>
                    <a:pt x="120370" y="38404"/>
                  </a:lnTo>
                  <a:lnTo>
                    <a:pt x="121107" y="40944"/>
                  </a:lnTo>
                  <a:lnTo>
                    <a:pt x="116611" y="40944"/>
                  </a:lnTo>
                  <a:lnTo>
                    <a:pt x="107657" y="43484"/>
                  </a:lnTo>
                  <a:lnTo>
                    <a:pt x="100787" y="45999"/>
                  </a:lnTo>
                  <a:lnTo>
                    <a:pt x="100787" y="65074"/>
                  </a:lnTo>
                  <a:lnTo>
                    <a:pt x="98907" y="71424"/>
                  </a:lnTo>
                  <a:lnTo>
                    <a:pt x="89750" y="71424"/>
                  </a:lnTo>
                  <a:lnTo>
                    <a:pt x="89852" y="67614"/>
                  </a:lnTo>
                  <a:lnTo>
                    <a:pt x="82880" y="66344"/>
                  </a:lnTo>
                  <a:lnTo>
                    <a:pt x="87757" y="65074"/>
                  </a:lnTo>
                  <a:lnTo>
                    <a:pt x="99771" y="61264"/>
                  </a:lnTo>
                  <a:lnTo>
                    <a:pt x="100787" y="65074"/>
                  </a:lnTo>
                  <a:lnTo>
                    <a:pt x="100787" y="45999"/>
                  </a:lnTo>
                  <a:lnTo>
                    <a:pt x="93726" y="48564"/>
                  </a:lnTo>
                  <a:lnTo>
                    <a:pt x="85864" y="53644"/>
                  </a:lnTo>
                  <a:lnTo>
                    <a:pt x="82118" y="56184"/>
                  </a:lnTo>
                  <a:lnTo>
                    <a:pt x="80949" y="53644"/>
                  </a:lnTo>
                  <a:lnTo>
                    <a:pt x="80086" y="53644"/>
                  </a:lnTo>
                  <a:lnTo>
                    <a:pt x="77660" y="54914"/>
                  </a:lnTo>
                  <a:lnTo>
                    <a:pt x="75184" y="57454"/>
                  </a:lnTo>
                  <a:lnTo>
                    <a:pt x="77101" y="59994"/>
                  </a:lnTo>
                  <a:lnTo>
                    <a:pt x="73152" y="61264"/>
                  </a:lnTo>
                  <a:lnTo>
                    <a:pt x="68872" y="61264"/>
                  </a:lnTo>
                  <a:lnTo>
                    <a:pt x="65252" y="65074"/>
                  </a:lnTo>
                  <a:lnTo>
                    <a:pt x="65252" y="68884"/>
                  </a:lnTo>
                  <a:lnTo>
                    <a:pt x="69011" y="72694"/>
                  </a:lnTo>
                  <a:lnTo>
                    <a:pt x="74536" y="75234"/>
                  </a:lnTo>
                  <a:lnTo>
                    <a:pt x="70332" y="82854"/>
                  </a:lnTo>
                  <a:lnTo>
                    <a:pt x="69583" y="89204"/>
                  </a:lnTo>
                  <a:lnTo>
                    <a:pt x="69481" y="90474"/>
                  </a:lnTo>
                  <a:lnTo>
                    <a:pt x="69367" y="91744"/>
                  </a:lnTo>
                  <a:lnTo>
                    <a:pt x="69265" y="93014"/>
                  </a:lnTo>
                  <a:lnTo>
                    <a:pt x="69151" y="94284"/>
                  </a:lnTo>
                  <a:lnTo>
                    <a:pt x="69037" y="95554"/>
                  </a:lnTo>
                  <a:lnTo>
                    <a:pt x="65455" y="100634"/>
                  </a:lnTo>
                  <a:lnTo>
                    <a:pt x="71932" y="99364"/>
                  </a:lnTo>
                  <a:lnTo>
                    <a:pt x="75272" y="93014"/>
                  </a:lnTo>
                  <a:lnTo>
                    <a:pt x="77533" y="87934"/>
                  </a:lnTo>
                  <a:lnTo>
                    <a:pt x="80759" y="84124"/>
                  </a:lnTo>
                  <a:lnTo>
                    <a:pt x="79476" y="90474"/>
                  </a:lnTo>
                  <a:lnTo>
                    <a:pt x="77114" y="95554"/>
                  </a:lnTo>
                  <a:lnTo>
                    <a:pt x="74841" y="100634"/>
                  </a:lnTo>
                  <a:lnTo>
                    <a:pt x="73825" y="108254"/>
                  </a:lnTo>
                  <a:lnTo>
                    <a:pt x="73825" y="114604"/>
                  </a:lnTo>
                  <a:lnTo>
                    <a:pt x="77812" y="122224"/>
                  </a:lnTo>
                  <a:lnTo>
                    <a:pt x="74371" y="126034"/>
                  </a:lnTo>
                  <a:lnTo>
                    <a:pt x="79641" y="120954"/>
                  </a:lnTo>
                  <a:lnTo>
                    <a:pt x="82283" y="112064"/>
                  </a:lnTo>
                  <a:lnTo>
                    <a:pt x="84251" y="103174"/>
                  </a:lnTo>
                  <a:lnTo>
                    <a:pt x="87490" y="96824"/>
                  </a:lnTo>
                  <a:lnTo>
                    <a:pt x="88582" y="99364"/>
                  </a:lnTo>
                  <a:lnTo>
                    <a:pt x="87820" y="103174"/>
                  </a:lnTo>
                  <a:lnTo>
                    <a:pt x="86588" y="106984"/>
                  </a:lnTo>
                  <a:lnTo>
                    <a:pt x="85166" y="114604"/>
                  </a:lnTo>
                  <a:lnTo>
                    <a:pt x="85077" y="117144"/>
                  </a:lnTo>
                  <a:lnTo>
                    <a:pt x="85026" y="118414"/>
                  </a:lnTo>
                  <a:lnTo>
                    <a:pt x="84937" y="120954"/>
                  </a:lnTo>
                  <a:lnTo>
                    <a:pt x="84886" y="122224"/>
                  </a:lnTo>
                  <a:lnTo>
                    <a:pt x="84785" y="123494"/>
                  </a:lnTo>
                  <a:lnTo>
                    <a:pt x="84670" y="124764"/>
                  </a:lnTo>
                  <a:lnTo>
                    <a:pt x="84569" y="126034"/>
                  </a:lnTo>
                  <a:lnTo>
                    <a:pt x="84467" y="127304"/>
                  </a:lnTo>
                  <a:lnTo>
                    <a:pt x="84353" y="128574"/>
                  </a:lnTo>
                  <a:lnTo>
                    <a:pt x="84251" y="129844"/>
                  </a:lnTo>
                  <a:lnTo>
                    <a:pt x="81749" y="134924"/>
                  </a:lnTo>
                  <a:lnTo>
                    <a:pt x="87782" y="131114"/>
                  </a:lnTo>
                  <a:lnTo>
                    <a:pt x="91973" y="124764"/>
                  </a:lnTo>
                  <a:lnTo>
                    <a:pt x="95834" y="118414"/>
                  </a:lnTo>
                  <a:lnTo>
                    <a:pt x="100863" y="112064"/>
                  </a:lnTo>
                  <a:lnTo>
                    <a:pt x="95580" y="124764"/>
                  </a:lnTo>
                  <a:lnTo>
                    <a:pt x="89928" y="141274"/>
                  </a:lnTo>
                  <a:lnTo>
                    <a:pt x="83604" y="157784"/>
                  </a:lnTo>
                  <a:lnTo>
                    <a:pt x="54737" y="203504"/>
                  </a:lnTo>
                  <a:lnTo>
                    <a:pt x="34188" y="220014"/>
                  </a:lnTo>
                  <a:lnTo>
                    <a:pt x="27292" y="220014"/>
                  </a:lnTo>
                  <a:lnTo>
                    <a:pt x="22275" y="216204"/>
                  </a:lnTo>
                  <a:lnTo>
                    <a:pt x="22275" y="207314"/>
                  </a:lnTo>
                  <a:lnTo>
                    <a:pt x="29210" y="189534"/>
                  </a:lnTo>
                  <a:lnTo>
                    <a:pt x="59677" y="156514"/>
                  </a:lnTo>
                  <a:lnTo>
                    <a:pt x="66611" y="137464"/>
                  </a:lnTo>
                  <a:lnTo>
                    <a:pt x="66611" y="126034"/>
                  </a:lnTo>
                  <a:lnTo>
                    <a:pt x="56540" y="122224"/>
                  </a:lnTo>
                  <a:lnTo>
                    <a:pt x="46024" y="122224"/>
                  </a:lnTo>
                  <a:lnTo>
                    <a:pt x="41008" y="123494"/>
                  </a:lnTo>
                  <a:lnTo>
                    <a:pt x="36728" y="127304"/>
                  </a:lnTo>
                  <a:lnTo>
                    <a:pt x="34886" y="126034"/>
                  </a:lnTo>
                  <a:lnTo>
                    <a:pt x="31457" y="126034"/>
                  </a:lnTo>
                  <a:lnTo>
                    <a:pt x="22860" y="129844"/>
                  </a:lnTo>
                  <a:lnTo>
                    <a:pt x="18186" y="140004"/>
                  </a:lnTo>
                  <a:lnTo>
                    <a:pt x="13868" y="148894"/>
                  </a:lnTo>
                  <a:lnTo>
                    <a:pt x="6350" y="152704"/>
                  </a:lnTo>
                  <a:lnTo>
                    <a:pt x="11036" y="153974"/>
                  </a:lnTo>
                  <a:lnTo>
                    <a:pt x="16459" y="151434"/>
                  </a:lnTo>
                  <a:lnTo>
                    <a:pt x="21882" y="147624"/>
                  </a:lnTo>
                  <a:lnTo>
                    <a:pt x="26606" y="142544"/>
                  </a:lnTo>
                  <a:lnTo>
                    <a:pt x="21170" y="152704"/>
                  </a:lnTo>
                  <a:lnTo>
                    <a:pt x="11671" y="159054"/>
                  </a:lnTo>
                  <a:lnTo>
                    <a:pt x="2984" y="165404"/>
                  </a:lnTo>
                  <a:lnTo>
                    <a:pt x="0" y="176834"/>
                  </a:lnTo>
                  <a:lnTo>
                    <a:pt x="8699" y="167944"/>
                  </a:lnTo>
                  <a:lnTo>
                    <a:pt x="24218" y="160324"/>
                  </a:lnTo>
                  <a:lnTo>
                    <a:pt x="39052" y="151434"/>
                  </a:lnTo>
                  <a:lnTo>
                    <a:pt x="43256" y="142544"/>
                  </a:lnTo>
                  <a:lnTo>
                    <a:pt x="45656" y="137464"/>
                  </a:lnTo>
                  <a:lnTo>
                    <a:pt x="45656" y="134924"/>
                  </a:lnTo>
                  <a:lnTo>
                    <a:pt x="44043" y="132384"/>
                  </a:lnTo>
                  <a:lnTo>
                    <a:pt x="42037" y="129844"/>
                  </a:lnTo>
                  <a:lnTo>
                    <a:pt x="45161" y="128574"/>
                  </a:lnTo>
                  <a:lnTo>
                    <a:pt x="48094" y="127304"/>
                  </a:lnTo>
                  <a:lnTo>
                    <a:pt x="55829" y="127304"/>
                  </a:lnTo>
                  <a:lnTo>
                    <a:pt x="60401" y="131114"/>
                  </a:lnTo>
                  <a:lnTo>
                    <a:pt x="60401" y="138734"/>
                  </a:lnTo>
                  <a:lnTo>
                    <a:pt x="53543" y="155244"/>
                  </a:lnTo>
                  <a:lnTo>
                    <a:pt x="23368" y="188264"/>
                  </a:lnTo>
                  <a:lnTo>
                    <a:pt x="16510" y="207314"/>
                  </a:lnTo>
                  <a:lnTo>
                    <a:pt x="16510" y="212394"/>
                  </a:lnTo>
                  <a:lnTo>
                    <a:pt x="17830" y="216204"/>
                  </a:lnTo>
                  <a:lnTo>
                    <a:pt x="20078" y="218744"/>
                  </a:lnTo>
                  <a:lnTo>
                    <a:pt x="16992" y="220014"/>
                  </a:lnTo>
                  <a:lnTo>
                    <a:pt x="13716" y="220014"/>
                  </a:lnTo>
                  <a:lnTo>
                    <a:pt x="11137" y="217474"/>
                  </a:lnTo>
                  <a:lnTo>
                    <a:pt x="11036" y="220014"/>
                  </a:lnTo>
                  <a:lnTo>
                    <a:pt x="10947" y="222554"/>
                  </a:lnTo>
                  <a:lnTo>
                    <a:pt x="10896" y="223824"/>
                  </a:lnTo>
                  <a:lnTo>
                    <a:pt x="21221" y="228904"/>
                  </a:lnTo>
                  <a:lnTo>
                    <a:pt x="27800" y="225094"/>
                  </a:lnTo>
                  <a:lnTo>
                    <a:pt x="29210" y="225094"/>
                  </a:lnTo>
                  <a:lnTo>
                    <a:pt x="30848" y="226364"/>
                  </a:lnTo>
                  <a:lnTo>
                    <a:pt x="32397" y="226364"/>
                  </a:lnTo>
                  <a:lnTo>
                    <a:pt x="30403" y="231444"/>
                  </a:lnTo>
                  <a:lnTo>
                    <a:pt x="23749" y="232714"/>
                  </a:lnTo>
                  <a:lnTo>
                    <a:pt x="20078" y="232714"/>
                  </a:lnTo>
                  <a:lnTo>
                    <a:pt x="29337" y="235254"/>
                  </a:lnTo>
                  <a:lnTo>
                    <a:pt x="38938" y="232714"/>
                  </a:lnTo>
                  <a:lnTo>
                    <a:pt x="46266" y="227634"/>
                  </a:lnTo>
                  <a:lnTo>
                    <a:pt x="47091" y="225094"/>
                  </a:lnTo>
                  <a:lnTo>
                    <a:pt x="48755" y="220014"/>
                  </a:lnTo>
                  <a:lnTo>
                    <a:pt x="54610" y="214934"/>
                  </a:lnTo>
                  <a:lnTo>
                    <a:pt x="59690" y="207314"/>
                  </a:lnTo>
                  <a:lnTo>
                    <a:pt x="69011" y="194614"/>
                  </a:lnTo>
                  <a:lnTo>
                    <a:pt x="68592" y="195884"/>
                  </a:lnTo>
                  <a:lnTo>
                    <a:pt x="67957" y="199694"/>
                  </a:lnTo>
                  <a:lnTo>
                    <a:pt x="63398" y="208584"/>
                  </a:lnTo>
                  <a:lnTo>
                    <a:pt x="59321" y="216204"/>
                  </a:lnTo>
                  <a:lnTo>
                    <a:pt x="56083" y="225094"/>
                  </a:lnTo>
                  <a:lnTo>
                    <a:pt x="54038" y="236524"/>
                  </a:lnTo>
                  <a:lnTo>
                    <a:pt x="52171" y="245414"/>
                  </a:lnTo>
                  <a:lnTo>
                    <a:pt x="48602" y="251764"/>
                  </a:lnTo>
                  <a:lnTo>
                    <a:pt x="43611" y="258114"/>
                  </a:lnTo>
                  <a:lnTo>
                    <a:pt x="37465" y="259384"/>
                  </a:lnTo>
                  <a:lnTo>
                    <a:pt x="35496" y="259384"/>
                  </a:lnTo>
                  <a:lnTo>
                    <a:pt x="32232" y="256844"/>
                  </a:lnTo>
                  <a:lnTo>
                    <a:pt x="30746" y="258114"/>
                  </a:lnTo>
                  <a:lnTo>
                    <a:pt x="27901" y="260654"/>
                  </a:lnTo>
                  <a:lnTo>
                    <a:pt x="30543" y="263194"/>
                  </a:lnTo>
                  <a:lnTo>
                    <a:pt x="30543" y="268274"/>
                  </a:lnTo>
                  <a:lnTo>
                    <a:pt x="23749" y="272084"/>
                  </a:lnTo>
                  <a:lnTo>
                    <a:pt x="23749" y="288594"/>
                  </a:lnTo>
                  <a:lnTo>
                    <a:pt x="26606" y="293674"/>
                  </a:lnTo>
                  <a:lnTo>
                    <a:pt x="25463" y="297484"/>
                  </a:lnTo>
                  <a:lnTo>
                    <a:pt x="28359" y="296214"/>
                  </a:lnTo>
                  <a:lnTo>
                    <a:pt x="32156" y="291134"/>
                  </a:lnTo>
                  <a:lnTo>
                    <a:pt x="33616" y="284784"/>
                  </a:lnTo>
                  <a:lnTo>
                    <a:pt x="33667" y="286054"/>
                  </a:lnTo>
                  <a:lnTo>
                    <a:pt x="33782" y="288594"/>
                  </a:lnTo>
                  <a:lnTo>
                    <a:pt x="33896" y="291134"/>
                  </a:lnTo>
                  <a:lnTo>
                    <a:pt x="34010" y="293674"/>
                  </a:lnTo>
                  <a:lnTo>
                    <a:pt x="32435" y="298754"/>
                  </a:lnTo>
                  <a:lnTo>
                    <a:pt x="31559" y="303834"/>
                  </a:lnTo>
                  <a:lnTo>
                    <a:pt x="34061" y="311454"/>
                  </a:lnTo>
                  <a:lnTo>
                    <a:pt x="34886" y="307644"/>
                  </a:lnTo>
                  <a:lnTo>
                    <a:pt x="39166" y="305104"/>
                  </a:lnTo>
                  <a:lnTo>
                    <a:pt x="41821" y="307644"/>
                  </a:lnTo>
                  <a:lnTo>
                    <a:pt x="44538" y="308914"/>
                  </a:lnTo>
                  <a:lnTo>
                    <a:pt x="43256" y="310184"/>
                  </a:lnTo>
                  <a:lnTo>
                    <a:pt x="41325" y="312724"/>
                  </a:lnTo>
                  <a:lnTo>
                    <a:pt x="39331" y="313994"/>
                  </a:lnTo>
                  <a:lnTo>
                    <a:pt x="37553" y="324154"/>
                  </a:lnTo>
                  <a:lnTo>
                    <a:pt x="46456" y="322884"/>
                  </a:lnTo>
                  <a:lnTo>
                    <a:pt x="44729" y="321614"/>
                  </a:lnTo>
                  <a:lnTo>
                    <a:pt x="44615" y="319074"/>
                  </a:lnTo>
                  <a:lnTo>
                    <a:pt x="49085" y="319074"/>
                  </a:lnTo>
                  <a:lnTo>
                    <a:pt x="55181" y="317804"/>
                  </a:lnTo>
                  <a:lnTo>
                    <a:pt x="57010" y="320344"/>
                  </a:lnTo>
                  <a:lnTo>
                    <a:pt x="67665" y="320344"/>
                  </a:lnTo>
                  <a:lnTo>
                    <a:pt x="68122" y="317804"/>
                  </a:lnTo>
                  <a:lnTo>
                    <a:pt x="68592" y="315264"/>
                  </a:lnTo>
                  <a:lnTo>
                    <a:pt x="75107" y="315264"/>
                  </a:lnTo>
                  <a:lnTo>
                    <a:pt x="75107" y="317804"/>
                  </a:lnTo>
                  <a:lnTo>
                    <a:pt x="73964" y="319074"/>
                  </a:lnTo>
                  <a:lnTo>
                    <a:pt x="79070" y="317804"/>
                  </a:lnTo>
                  <a:lnTo>
                    <a:pt x="80035" y="315264"/>
                  </a:lnTo>
                  <a:lnTo>
                    <a:pt x="80035" y="310184"/>
                  </a:lnTo>
                  <a:lnTo>
                    <a:pt x="77660" y="307644"/>
                  </a:lnTo>
                  <a:lnTo>
                    <a:pt x="79451" y="306374"/>
                  </a:lnTo>
                  <a:lnTo>
                    <a:pt x="81305" y="305104"/>
                  </a:lnTo>
                  <a:lnTo>
                    <a:pt x="87312" y="306374"/>
                  </a:lnTo>
                  <a:lnTo>
                    <a:pt x="84874" y="311454"/>
                  </a:lnTo>
                  <a:lnTo>
                    <a:pt x="87934" y="311454"/>
                  </a:lnTo>
                  <a:lnTo>
                    <a:pt x="89611" y="308914"/>
                  </a:lnTo>
                  <a:lnTo>
                    <a:pt x="89611" y="305104"/>
                  </a:lnTo>
                  <a:lnTo>
                    <a:pt x="89611" y="302564"/>
                  </a:lnTo>
                  <a:lnTo>
                    <a:pt x="89611" y="301294"/>
                  </a:lnTo>
                  <a:lnTo>
                    <a:pt x="87490" y="300024"/>
                  </a:lnTo>
                  <a:lnTo>
                    <a:pt x="85369" y="298754"/>
                  </a:lnTo>
                  <a:lnTo>
                    <a:pt x="81305" y="300024"/>
                  </a:lnTo>
                  <a:lnTo>
                    <a:pt x="80645" y="297484"/>
                  </a:lnTo>
                  <a:lnTo>
                    <a:pt x="77177" y="296214"/>
                  </a:lnTo>
                  <a:lnTo>
                    <a:pt x="66738" y="296214"/>
                  </a:lnTo>
                  <a:lnTo>
                    <a:pt x="67792" y="302564"/>
                  </a:lnTo>
                  <a:lnTo>
                    <a:pt x="62826" y="302564"/>
                  </a:lnTo>
                  <a:lnTo>
                    <a:pt x="47180" y="274624"/>
                  </a:lnTo>
                  <a:lnTo>
                    <a:pt x="47180" y="265734"/>
                  </a:lnTo>
                  <a:lnTo>
                    <a:pt x="57175" y="263194"/>
                  </a:lnTo>
                  <a:lnTo>
                    <a:pt x="64363" y="260654"/>
                  </a:lnTo>
                  <a:lnTo>
                    <a:pt x="66408" y="259384"/>
                  </a:lnTo>
                  <a:lnTo>
                    <a:pt x="70510" y="256844"/>
                  </a:lnTo>
                  <a:lnTo>
                    <a:pt x="77673" y="253034"/>
                  </a:lnTo>
                  <a:lnTo>
                    <a:pt x="84912" y="246684"/>
                  </a:lnTo>
                  <a:lnTo>
                    <a:pt x="91262" y="237794"/>
                  </a:lnTo>
                  <a:lnTo>
                    <a:pt x="94653" y="230174"/>
                  </a:lnTo>
                  <a:lnTo>
                    <a:pt x="96367" y="222554"/>
                  </a:lnTo>
                  <a:lnTo>
                    <a:pt x="96443" y="221284"/>
                  </a:lnTo>
                  <a:lnTo>
                    <a:pt x="96532" y="220014"/>
                  </a:lnTo>
                  <a:lnTo>
                    <a:pt x="96596" y="206044"/>
                  </a:lnTo>
                  <a:lnTo>
                    <a:pt x="106603" y="211124"/>
                  </a:lnTo>
                  <a:lnTo>
                    <a:pt x="107657" y="218744"/>
                  </a:lnTo>
                  <a:lnTo>
                    <a:pt x="107657" y="232714"/>
                  </a:lnTo>
                  <a:lnTo>
                    <a:pt x="103619" y="235254"/>
                  </a:lnTo>
                  <a:lnTo>
                    <a:pt x="100457" y="236524"/>
                  </a:lnTo>
                  <a:lnTo>
                    <a:pt x="97840" y="237794"/>
                  </a:lnTo>
                  <a:lnTo>
                    <a:pt x="96926" y="237794"/>
                  </a:lnTo>
                  <a:lnTo>
                    <a:pt x="96685" y="239064"/>
                  </a:lnTo>
                  <a:lnTo>
                    <a:pt x="96278" y="241604"/>
                  </a:lnTo>
                  <a:lnTo>
                    <a:pt x="97612" y="242874"/>
                  </a:lnTo>
                  <a:lnTo>
                    <a:pt x="98793" y="242874"/>
                  </a:lnTo>
                  <a:lnTo>
                    <a:pt x="102425" y="245414"/>
                  </a:lnTo>
                  <a:lnTo>
                    <a:pt x="101536" y="247954"/>
                  </a:lnTo>
                  <a:lnTo>
                    <a:pt x="102679" y="251764"/>
                  </a:lnTo>
                  <a:lnTo>
                    <a:pt x="103619" y="255574"/>
                  </a:lnTo>
                  <a:lnTo>
                    <a:pt x="107010" y="260654"/>
                  </a:lnTo>
                  <a:lnTo>
                    <a:pt x="112610" y="265734"/>
                  </a:lnTo>
                  <a:lnTo>
                    <a:pt x="113144" y="263194"/>
                  </a:lnTo>
                  <a:lnTo>
                    <a:pt x="113017" y="259384"/>
                  </a:lnTo>
                  <a:lnTo>
                    <a:pt x="112915" y="258114"/>
                  </a:lnTo>
                  <a:lnTo>
                    <a:pt x="112814" y="256844"/>
                  </a:lnTo>
                  <a:lnTo>
                    <a:pt x="112712" y="255574"/>
                  </a:lnTo>
                  <a:lnTo>
                    <a:pt x="112610" y="254304"/>
                  </a:lnTo>
                  <a:lnTo>
                    <a:pt x="116344" y="259384"/>
                  </a:lnTo>
                  <a:lnTo>
                    <a:pt x="118135" y="265734"/>
                  </a:lnTo>
                  <a:lnTo>
                    <a:pt x="121272" y="270814"/>
                  </a:lnTo>
                  <a:lnTo>
                    <a:pt x="129095" y="273354"/>
                  </a:lnTo>
                  <a:lnTo>
                    <a:pt x="126403" y="272084"/>
                  </a:lnTo>
                  <a:lnTo>
                    <a:pt x="127088" y="268274"/>
                  </a:lnTo>
                  <a:lnTo>
                    <a:pt x="128651" y="268274"/>
                  </a:lnTo>
                  <a:lnTo>
                    <a:pt x="130251" y="267004"/>
                  </a:lnTo>
                  <a:lnTo>
                    <a:pt x="132194" y="268274"/>
                  </a:lnTo>
                  <a:lnTo>
                    <a:pt x="135178" y="272084"/>
                  </a:lnTo>
                  <a:lnTo>
                    <a:pt x="138023" y="275894"/>
                  </a:lnTo>
                  <a:lnTo>
                    <a:pt x="151409" y="275894"/>
                  </a:lnTo>
                  <a:lnTo>
                    <a:pt x="148082" y="273354"/>
                  </a:lnTo>
                  <a:lnTo>
                    <a:pt x="155600" y="273354"/>
                  </a:lnTo>
                  <a:lnTo>
                    <a:pt x="155498" y="275894"/>
                  </a:lnTo>
                  <a:lnTo>
                    <a:pt x="155397" y="278434"/>
                  </a:lnTo>
                  <a:lnTo>
                    <a:pt x="153352" y="280974"/>
                  </a:lnTo>
                  <a:lnTo>
                    <a:pt x="159702" y="279704"/>
                  </a:lnTo>
                  <a:lnTo>
                    <a:pt x="161594" y="274624"/>
                  </a:lnTo>
                  <a:lnTo>
                    <a:pt x="161061" y="273354"/>
                  </a:lnTo>
                  <a:lnTo>
                    <a:pt x="159461" y="269544"/>
                  </a:lnTo>
                  <a:lnTo>
                    <a:pt x="164973" y="267004"/>
                  </a:lnTo>
                  <a:lnTo>
                    <a:pt x="167970" y="270814"/>
                  </a:lnTo>
                  <a:lnTo>
                    <a:pt x="168694" y="273354"/>
                  </a:lnTo>
                  <a:lnTo>
                    <a:pt x="174205" y="268274"/>
                  </a:lnTo>
                  <a:lnTo>
                    <a:pt x="173101" y="267004"/>
                  </a:lnTo>
                  <a:lnTo>
                    <a:pt x="168694" y="261924"/>
                  </a:lnTo>
                  <a:lnTo>
                    <a:pt x="164477" y="261924"/>
                  </a:lnTo>
                  <a:lnTo>
                    <a:pt x="164477" y="260654"/>
                  </a:lnTo>
                  <a:lnTo>
                    <a:pt x="164477" y="259384"/>
                  </a:lnTo>
                  <a:lnTo>
                    <a:pt x="162674" y="258114"/>
                  </a:lnTo>
                  <a:lnTo>
                    <a:pt x="158038" y="256844"/>
                  </a:lnTo>
                  <a:lnTo>
                    <a:pt x="150787" y="256844"/>
                  </a:lnTo>
                  <a:lnTo>
                    <a:pt x="149288" y="260654"/>
                  </a:lnTo>
                  <a:lnTo>
                    <a:pt x="146304" y="260654"/>
                  </a:lnTo>
                  <a:lnTo>
                    <a:pt x="118516" y="237794"/>
                  </a:lnTo>
                  <a:lnTo>
                    <a:pt x="121272" y="232714"/>
                  </a:lnTo>
                  <a:lnTo>
                    <a:pt x="127317" y="227634"/>
                  </a:lnTo>
                  <a:lnTo>
                    <a:pt x="133362" y="221284"/>
                  </a:lnTo>
                  <a:lnTo>
                    <a:pt x="136105" y="214934"/>
                  </a:lnTo>
                  <a:lnTo>
                    <a:pt x="133959" y="206044"/>
                  </a:lnTo>
                  <a:lnTo>
                    <a:pt x="133654" y="204774"/>
                  </a:lnTo>
                  <a:lnTo>
                    <a:pt x="127330" y="198424"/>
                  </a:lnTo>
                  <a:lnTo>
                    <a:pt x="122161" y="194614"/>
                  </a:lnTo>
                  <a:lnTo>
                    <a:pt x="118706" y="192074"/>
                  </a:lnTo>
                  <a:lnTo>
                    <a:pt x="109321" y="185724"/>
                  </a:lnTo>
                  <a:lnTo>
                    <a:pt x="113931" y="183184"/>
                  </a:lnTo>
                  <a:lnTo>
                    <a:pt x="120421" y="181914"/>
                  </a:lnTo>
                  <a:lnTo>
                    <a:pt x="127457" y="181914"/>
                  </a:lnTo>
                  <a:lnTo>
                    <a:pt x="133756" y="183184"/>
                  </a:lnTo>
                  <a:lnTo>
                    <a:pt x="133985" y="181914"/>
                  </a:lnTo>
                  <a:lnTo>
                    <a:pt x="134442" y="179374"/>
                  </a:lnTo>
                  <a:lnTo>
                    <a:pt x="137185" y="180644"/>
                  </a:lnTo>
                  <a:lnTo>
                    <a:pt x="137350" y="179374"/>
                  </a:lnTo>
                  <a:lnTo>
                    <a:pt x="138137" y="173024"/>
                  </a:lnTo>
                  <a:lnTo>
                    <a:pt x="140690" y="179374"/>
                  </a:lnTo>
                  <a:lnTo>
                    <a:pt x="138023" y="184454"/>
                  </a:lnTo>
                  <a:lnTo>
                    <a:pt x="140690" y="186994"/>
                  </a:lnTo>
                  <a:lnTo>
                    <a:pt x="142824" y="184454"/>
                  </a:lnTo>
                  <a:lnTo>
                    <a:pt x="148082" y="184454"/>
                  </a:lnTo>
                  <a:lnTo>
                    <a:pt x="148018" y="183184"/>
                  </a:lnTo>
                  <a:lnTo>
                    <a:pt x="147942" y="181914"/>
                  </a:lnTo>
                  <a:lnTo>
                    <a:pt x="147878" y="180644"/>
                  </a:lnTo>
                  <a:lnTo>
                    <a:pt x="147815" y="179374"/>
                  </a:lnTo>
                  <a:lnTo>
                    <a:pt x="147688" y="176834"/>
                  </a:lnTo>
                  <a:lnTo>
                    <a:pt x="149288" y="181914"/>
                  </a:lnTo>
                  <a:lnTo>
                    <a:pt x="145732" y="189534"/>
                  </a:lnTo>
                  <a:lnTo>
                    <a:pt x="149288" y="192074"/>
                  </a:lnTo>
                  <a:lnTo>
                    <a:pt x="149948" y="188264"/>
                  </a:lnTo>
                  <a:lnTo>
                    <a:pt x="155397" y="188264"/>
                  </a:lnTo>
                  <a:lnTo>
                    <a:pt x="156654" y="189534"/>
                  </a:lnTo>
                  <a:lnTo>
                    <a:pt x="156654" y="197154"/>
                  </a:lnTo>
                  <a:lnTo>
                    <a:pt x="149428" y="194614"/>
                  </a:lnTo>
                  <a:lnTo>
                    <a:pt x="149428" y="203504"/>
                  </a:lnTo>
                  <a:lnTo>
                    <a:pt x="152920" y="204774"/>
                  </a:lnTo>
                  <a:lnTo>
                    <a:pt x="152920" y="208584"/>
                  </a:lnTo>
                  <a:lnTo>
                    <a:pt x="150025" y="211124"/>
                  </a:lnTo>
                  <a:lnTo>
                    <a:pt x="146532" y="208584"/>
                  </a:lnTo>
                  <a:lnTo>
                    <a:pt x="147586" y="211124"/>
                  </a:lnTo>
                  <a:lnTo>
                    <a:pt x="149948" y="213664"/>
                  </a:lnTo>
                  <a:lnTo>
                    <a:pt x="156222" y="213664"/>
                  </a:lnTo>
                  <a:lnTo>
                    <a:pt x="159702" y="211124"/>
                  </a:lnTo>
                  <a:lnTo>
                    <a:pt x="161112" y="207314"/>
                  </a:lnTo>
                  <a:lnTo>
                    <a:pt x="162674" y="212394"/>
                  </a:lnTo>
                  <a:lnTo>
                    <a:pt x="161404" y="216204"/>
                  </a:lnTo>
                  <a:lnTo>
                    <a:pt x="158419" y="217474"/>
                  </a:lnTo>
                  <a:lnTo>
                    <a:pt x="161645" y="218744"/>
                  </a:lnTo>
                  <a:lnTo>
                    <a:pt x="169303" y="217474"/>
                  </a:lnTo>
                  <a:lnTo>
                    <a:pt x="169202" y="216204"/>
                  </a:lnTo>
                  <a:lnTo>
                    <a:pt x="169100" y="214934"/>
                  </a:lnTo>
                  <a:lnTo>
                    <a:pt x="168998" y="213664"/>
                  </a:lnTo>
                  <a:lnTo>
                    <a:pt x="168897" y="212394"/>
                  </a:lnTo>
                  <a:lnTo>
                    <a:pt x="168795" y="211124"/>
                  </a:lnTo>
                  <a:lnTo>
                    <a:pt x="168490" y="207314"/>
                  </a:lnTo>
                  <a:lnTo>
                    <a:pt x="172745" y="208584"/>
                  </a:lnTo>
                  <a:lnTo>
                    <a:pt x="175107" y="211124"/>
                  </a:lnTo>
                  <a:lnTo>
                    <a:pt x="172478" y="216204"/>
                  </a:lnTo>
                  <a:lnTo>
                    <a:pt x="176034" y="214934"/>
                  </a:lnTo>
                  <a:lnTo>
                    <a:pt x="179311" y="213664"/>
                  </a:lnTo>
                  <a:lnTo>
                    <a:pt x="179311" y="207314"/>
                  </a:lnTo>
                  <a:close/>
                </a:path>
                <a:path w="492759" h="325119">
                  <a:moveTo>
                    <a:pt x="351866" y="173456"/>
                  </a:moveTo>
                  <a:lnTo>
                    <a:pt x="351332" y="171704"/>
                  </a:lnTo>
                  <a:lnTo>
                    <a:pt x="350418" y="169164"/>
                  </a:lnTo>
                  <a:lnTo>
                    <a:pt x="348843" y="167652"/>
                  </a:lnTo>
                  <a:lnTo>
                    <a:pt x="348843" y="174574"/>
                  </a:lnTo>
                  <a:lnTo>
                    <a:pt x="348145" y="175653"/>
                  </a:lnTo>
                  <a:lnTo>
                    <a:pt x="347700" y="176771"/>
                  </a:lnTo>
                  <a:lnTo>
                    <a:pt x="346570" y="177380"/>
                  </a:lnTo>
                  <a:lnTo>
                    <a:pt x="344220" y="178257"/>
                  </a:lnTo>
                  <a:lnTo>
                    <a:pt x="342074" y="178079"/>
                  </a:lnTo>
                  <a:lnTo>
                    <a:pt x="340004" y="177050"/>
                  </a:lnTo>
                  <a:lnTo>
                    <a:pt x="337032" y="175653"/>
                  </a:lnTo>
                  <a:lnTo>
                    <a:pt x="336943" y="175488"/>
                  </a:lnTo>
                  <a:lnTo>
                    <a:pt x="335330" y="172554"/>
                  </a:lnTo>
                  <a:lnTo>
                    <a:pt x="336499" y="170218"/>
                  </a:lnTo>
                  <a:lnTo>
                    <a:pt x="337032" y="169011"/>
                  </a:lnTo>
                  <a:lnTo>
                    <a:pt x="338061" y="168389"/>
                  </a:lnTo>
                  <a:lnTo>
                    <a:pt x="338759" y="168249"/>
                  </a:lnTo>
                  <a:lnTo>
                    <a:pt x="340410" y="167627"/>
                  </a:lnTo>
                  <a:lnTo>
                    <a:pt x="342531" y="167830"/>
                  </a:lnTo>
                  <a:lnTo>
                    <a:pt x="346265" y="169519"/>
                  </a:lnTo>
                  <a:lnTo>
                    <a:pt x="347700" y="171145"/>
                  </a:lnTo>
                  <a:lnTo>
                    <a:pt x="348259" y="172707"/>
                  </a:lnTo>
                  <a:lnTo>
                    <a:pt x="348576" y="173456"/>
                  </a:lnTo>
                  <a:lnTo>
                    <a:pt x="348843" y="174574"/>
                  </a:lnTo>
                  <a:lnTo>
                    <a:pt x="348843" y="167652"/>
                  </a:lnTo>
                  <a:lnTo>
                    <a:pt x="348399" y="167233"/>
                  </a:lnTo>
                  <a:lnTo>
                    <a:pt x="345757" y="165989"/>
                  </a:lnTo>
                  <a:lnTo>
                    <a:pt x="343179" y="164680"/>
                  </a:lnTo>
                  <a:lnTo>
                    <a:pt x="331622" y="172707"/>
                  </a:lnTo>
                  <a:lnTo>
                    <a:pt x="334048" y="177711"/>
                  </a:lnTo>
                  <a:lnTo>
                    <a:pt x="338696" y="179946"/>
                  </a:lnTo>
                  <a:lnTo>
                    <a:pt x="341477" y="181203"/>
                  </a:lnTo>
                  <a:lnTo>
                    <a:pt x="344398" y="181483"/>
                  </a:lnTo>
                  <a:lnTo>
                    <a:pt x="346989" y="180555"/>
                  </a:lnTo>
                  <a:lnTo>
                    <a:pt x="348843" y="179946"/>
                  </a:lnTo>
                  <a:lnTo>
                    <a:pt x="350418" y="178689"/>
                  </a:lnTo>
                  <a:lnTo>
                    <a:pt x="350583" y="178257"/>
                  </a:lnTo>
                  <a:lnTo>
                    <a:pt x="350659" y="178079"/>
                  </a:lnTo>
                  <a:lnTo>
                    <a:pt x="351066" y="177050"/>
                  </a:lnTo>
                  <a:lnTo>
                    <a:pt x="351815" y="175653"/>
                  </a:lnTo>
                  <a:lnTo>
                    <a:pt x="351866" y="173456"/>
                  </a:lnTo>
                  <a:close/>
                </a:path>
                <a:path w="492759" h="325119">
                  <a:moveTo>
                    <a:pt x="357720" y="116687"/>
                  </a:moveTo>
                  <a:lnTo>
                    <a:pt x="357682" y="116166"/>
                  </a:lnTo>
                  <a:lnTo>
                    <a:pt x="357593" y="115912"/>
                  </a:lnTo>
                  <a:lnTo>
                    <a:pt x="357212" y="114719"/>
                  </a:lnTo>
                  <a:lnTo>
                    <a:pt x="356565" y="113868"/>
                  </a:lnTo>
                  <a:lnTo>
                    <a:pt x="355180" y="112064"/>
                  </a:lnTo>
                  <a:lnTo>
                    <a:pt x="354393" y="111607"/>
                  </a:lnTo>
                  <a:lnTo>
                    <a:pt x="354393" y="116166"/>
                  </a:lnTo>
                  <a:lnTo>
                    <a:pt x="354317" y="118237"/>
                  </a:lnTo>
                  <a:lnTo>
                    <a:pt x="354253" y="118579"/>
                  </a:lnTo>
                  <a:lnTo>
                    <a:pt x="354126" y="119329"/>
                  </a:lnTo>
                  <a:lnTo>
                    <a:pt x="353199" y="120853"/>
                  </a:lnTo>
                  <a:lnTo>
                    <a:pt x="349351" y="123799"/>
                  </a:lnTo>
                  <a:lnTo>
                    <a:pt x="346049" y="123799"/>
                  </a:lnTo>
                  <a:lnTo>
                    <a:pt x="344779" y="122135"/>
                  </a:lnTo>
                  <a:lnTo>
                    <a:pt x="344258" y="121551"/>
                  </a:lnTo>
                  <a:lnTo>
                    <a:pt x="344106" y="120853"/>
                  </a:lnTo>
                  <a:lnTo>
                    <a:pt x="344106" y="118579"/>
                  </a:lnTo>
                  <a:lnTo>
                    <a:pt x="345046" y="116687"/>
                  </a:lnTo>
                  <a:lnTo>
                    <a:pt x="346684" y="115493"/>
                  </a:lnTo>
                  <a:lnTo>
                    <a:pt x="348157" y="114376"/>
                  </a:lnTo>
                  <a:lnTo>
                    <a:pt x="349910" y="113868"/>
                  </a:lnTo>
                  <a:lnTo>
                    <a:pt x="351091" y="113868"/>
                  </a:lnTo>
                  <a:lnTo>
                    <a:pt x="352069" y="114147"/>
                  </a:lnTo>
                  <a:lnTo>
                    <a:pt x="352793" y="114376"/>
                  </a:lnTo>
                  <a:lnTo>
                    <a:pt x="352971" y="114376"/>
                  </a:lnTo>
                  <a:lnTo>
                    <a:pt x="354393" y="116166"/>
                  </a:lnTo>
                  <a:lnTo>
                    <a:pt x="354393" y="111607"/>
                  </a:lnTo>
                  <a:lnTo>
                    <a:pt x="353745" y="111213"/>
                  </a:lnTo>
                  <a:lnTo>
                    <a:pt x="351853" y="110947"/>
                  </a:lnTo>
                  <a:lnTo>
                    <a:pt x="349351" y="110642"/>
                  </a:lnTo>
                  <a:lnTo>
                    <a:pt x="346887" y="111417"/>
                  </a:lnTo>
                  <a:lnTo>
                    <a:pt x="344779" y="113106"/>
                  </a:lnTo>
                  <a:lnTo>
                    <a:pt x="340868" y="115912"/>
                  </a:lnTo>
                  <a:lnTo>
                    <a:pt x="340753" y="116433"/>
                  </a:lnTo>
                  <a:lnTo>
                    <a:pt x="340690" y="116687"/>
                  </a:lnTo>
                  <a:lnTo>
                    <a:pt x="339750" y="120853"/>
                  </a:lnTo>
                  <a:lnTo>
                    <a:pt x="340207" y="121551"/>
                  </a:lnTo>
                  <a:lnTo>
                    <a:pt x="342188" y="124028"/>
                  </a:lnTo>
                  <a:lnTo>
                    <a:pt x="344779" y="127152"/>
                  </a:lnTo>
                  <a:lnTo>
                    <a:pt x="349770" y="127355"/>
                  </a:lnTo>
                  <a:lnTo>
                    <a:pt x="353745" y="124383"/>
                  </a:lnTo>
                  <a:lnTo>
                    <a:pt x="354495" y="123799"/>
                  </a:lnTo>
                  <a:lnTo>
                    <a:pt x="355828" y="122758"/>
                  </a:lnTo>
                  <a:lnTo>
                    <a:pt x="357212" y="120586"/>
                  </a:lnTo>
                  <a:lnTo>
                    <a:pt x="357263" y="120091"/>
                  </a:lnTo>
                  <a:lnTo>
                    <a:pt x="357365" y="119329"/>
                  </a:lnTo>
                  <a:lnTo>
                    <a:pt x="357454" y="118579"/>
                  </a:lnTo>
                  <a:lnTo>
                    <a:pt x="357555" y="117805"/>
                  </a:lnTo>
                  <a:lnTo>
                    <a:pt x="357720" y="116687"/>
                  </a:lnTo>
                  <a:close/>
                </a:path>
                <a:path w="492759" h="325119">
                  <a:moveTo>
                    <a:pt x="411416" y="274193"/>
                  </a:moveTo>
                  <a:lnTo>
                    <a:pt x="411353" y="268147"/>
                  </a:lnTo>
                  <a:lnTo>
                    <a:pt x="411264" y="267804"/>
                  </a:lnTo>
                  <a:lnTo>
                    <a:pt x="410921" y="266509"/>
                  </a:lnTo>
                  <a:lnTo>
                    <a:pt x="409473" y="264642"/>
                  </a:lnTo>
                  <a:lnTo>
                    <a:pt x="408432" y="263271"/>
                  </a:lnTo>
                  <a:lnTo>
                    <a:pt x="408432" y="267804"/>
                  </a:lnTo>
                  <a:lnTo>
                    <a:pt x="408393" y="273164"/>
                  </a:lnTo>
                  <a:lnTo>
                    <a:pt x="408012" y="274193"/>
                  </a:lnTo>
                  <a:lnTo>
                    <a:pt x="407657" y="275056"/>
                  </a:lnTo>
                  <a:lnTo>
                    <a:pt x="405765" y="276860"/>
                  </a:lnTo>
                  <a:lnTo>
                    <a:pt x="404761" y="277533"/>
                  </a:lnTo>
                  <a:lnTo>
                    <a:pt x="402107" y="277533"/>
                  </a:lnTo>
                  <a:lnTo>
                    <a:pt x="401269" y="276860"/>
                  </a:lnTo>
                  <a:lnTo>
                    <a:pt x="400685" y="276263"/>
                  </a:lnTo>
                  <a:lnTo>
                    <a:pt x="399554" y="275056"/>
                  </a:lnTo>
                  <a:lnTo>
                    <a:pt x="398767" y="273164"/>
                  </a:lnTo>
                  <a:lnTo>
                    <a:pt x="398830" y="268909"/>
                  </a:lnTo>
                  <a:lnTo>
                    <a:pt x="408432" y="267804"/>
                  </a:lnTo>
                  <a:lnTo>
                    <a:pt x="408432" y="263271"/>
                  </a:lnTo>
                  <a:lnTo>
                    <a:pt x="408051" y="262763"/>
                  </a:lnTo>
                  <a:lnTo>
                    <a:pt x="405574" y="261569"/>
                  </a:lnTo>
                  <a:lnTo>
                    <a:pt x="401942" y="261569"/>
                  </a:lnTo>
                  <a:lnTo>
                    <a:pt x="400138" y="262356"/>
                  </a:lnTo>
                  <a:lnTo>
                    <a:pt x="398703" y="263702"/>
                  </a:lnTo>
                  <a:lnTo>
                    <a:pt x="396824" y="265417"/>
                  </a:lnTo>
                  <a:lnTo>
                    <a:pt x="395719" y="268147"/>
                  </a:lnTo>
                  <a:lnTo>
                    <a:pt x="395681" y="274193"/>
                  </a:lnTo>
                  <a:lnTo>
                    <a:pt x="396621" y="276593"/>
                  </a:lnTo>
                  <a:lnTo>
                    <a:pt x="398424" y="278396"/>
                  </a:lnTo>
                  <a:lnTo>
                    <a:pt x="399783" y="279844"/>
                  </a:lnTo>
                  <a:lnTo>
                    <a:pt x="401637" y="280606"/>
                  </a:lnTo>
                  <a:lnTo>
                    <a:pt x="405472" y="280606"/>
                  </a:lnTo>
                  <a:lnTo>
                    <a:pt x="407136" y="279984"/>
                  </a:lnTo>
                  <a:lnTo>
                    <a:pt x="409778" y="277533"/>
                  </a:lnTo>
                  <a:lnTo>
                    <a:pt x="410514" y="276860"/>
                  </a:lnTo>
                  <a:lnTo>
                    <a:pt x="410603" y="276593"/>
                  </a:lnTo>
                  <a:lnTo>
                    <a:pt x="410718" y="276263"/>
                  </a:lnTo>
                  <a:lnTo>
                    <a:pt x="411416" y="274193"/>
                  </a:lnTo>
                  <a:close/>
                </a:path>
                <a:path w="492759" h="325119">
                  <a:moveTo>
                    <a:pt x="430123" y="287591"/>
                  </a:moveTo>
                  <a:lnTo>
                    <a:pt x="428066" y="285229"/>
                  </a:lnTo>
                  <a:lnTo>
                    <a:pt x="426478" y="283413"/>
                  </a:lnTo>
                  <a:lnTo>
                    <a:pt x="426262" y="283375"/>
                  </a:lnTo>
                  <a:lnTo>
                    <a:pt x="426262" y="288366"/>
                  </a:lnTo>
                  <a:lnTo>
                    <a:pt x="426161" y="291312"/>
                  </a:lnTo>
                  <a:lnTo>
                    <a:pt x="426046" y="291884"/>
                  </a:lnTo>
                  <a:lnTo>
                    <a:pt x="425627" y="293827"/>
                  </a:lnTo>
                  <a:lnTo>
                    <a:pt x="422427" y="295465"/>
                  </a:lnTo>
                  <a:lnTo>
                    <a:pt x="418896" y="294805"/>
                  </a:lnTo>
                  <a:lnTo>
                    <a:pt x="415340" y="294170"/>
                  </a:lnTo>
                  <a:lnTo>
                    <a:pt x="412915" y="291528"/>
                  </a:lnTo>
                  <a:lnTo>
                    <a:pt x="412953" y="291312"/>
                  </a:lnTo>
                  <a:lnTo>
                    <a:pt x="413054" y="290677"/>
                  </a:lnTo>
                  <a:lnTo>
                    <a:pt x="413321" y="289064"/>
                  </a:lnTo>
                  <a:lnTo>
                    <a:pt x="413626" y="287769"/>
                  </a:lnTo>
                  <a:lnTo>
                    <a:pt x="414350" y="286893"/>
                  </a:lnTo>
                  <a:lnTo>
                    <a:pt x="415112" y="286575"/>
                  </a:lnTo>
                  <a:lnTo>
                    <a:pt x="416623" y="285572"/>
                  </a:lnTo>
                  <a:lnTo>
                    <a:pt x="418553" y="285229"/>
                  </a:lnTo>
                  <a:lnTo>
                    <a:pt x="423900" y="286118"/>
                  </a:lnTo>
                  <a:lnTo>
                    <a:pt x="426262" y="288366"/>
                  </a:lnTo>
                  <a:lnTo>
                    <a:pt x="426262" y="283375"/>
                  </a:lnTo>
                  <a:lnTo>
                    <a:pt x="421208" y="282422"/>
                  </a:lnTo>
                  <a:lnTo>
                    <a:pt x="418249" y="281952"/>
                  </a:lnTo>
                  <a:lnTo>
                    <a:pt x="415340" y="282422"/>
                  </a:lnTo>
                  <a:lnTo>
                    <a:pt x="413321" y="284035"/>
                  </a:lnTo>
                  <a:lnTo>
                    <a:pt x="411556" y="285038"/>
                  </a:lnTo>
                  <a:lnTo>
                    <a:pt x="411441" y="285229"/>
                  </a:lnTo>
                  <a:lnTo>
                    <a:pt x="410578" y="286575"/>
                  </a:lnTo>
                  <a:lnTo>
                    <a:pt x="410476" y="286893"/>
                  </a:lnTo>
                  <a:lnTo>
                    <a:pt x="409765" y="290677"/>
                  </a:lnTo>
                  <a:lnTo>
                    <a:pt x="410527" y="292798"/>
                  </a:lnTo>
                  <a:lnTo>
                    <a:pt x="412127" y="294525"/>
                  </a:lnTo>
                  <a:lnTo>
                    <a:pt x="413626" y="296316"/>
                  </a:lnTo>
                  <a:lnTo>
                    <a:pt x="415937" y="297421"/>
                  </a:lnTo>
                  <a:lnTo>
                    <a:pt x="418249" y="297865"/>
                  </a:lnTo>
                  <a:lnTo>
                    <a:pt x="420916" y="298284"/>
                  </a:lnTo>
                  <a:lnTo>
                    <a:pt x="423964" y="297865"/>
                  </a:lnTo>
                  <a:lnTo>
                    <a:pt x="423545" y="297865"/>
                  </a:lnTo>
                  <a:lnTo>
                    <a:pt x="425348" y="296913"/>
                  </a:lnTo>
                  <a:lnTo>
                    <a:pt x="429285" y="291884"/>
                  </a:lnTo>
                  <a:lnTo>
                    <a:pt x="429399" y="291312"/>
                  </a:lnTo>
                  <a:lnTo>
                    <a:pt x="429526" y="290677"/>
                  </a:lnTo>
                  <a:lnTo>
                    <a:pt x="430123" y="287591"/>
                  </a:lnTo>
                  <a:close/>
                </a:path>
                <a:path w="492759" h="325119">
                  <a:moveTo>
                    <a:pt x="484619" y="266001"/>
                  </a:moveTo>
                  <a:lnTo>
                    <a:pt x="482269" y="263702"/>
                  </a:lnTo>
                  <a:lnTo>
                    <a:pt x="481469" y="262928"/>
                  </a:lnTo>
                  <a:lnTo>
                    <a:pt x="481469" y="267804"/>
                  </a:lnTo>
                  <a:lnTo>
                    <a:pt x="481469" y="277698"/>
                  </a:lnTo>
                  <a:lnTo>
                    <a:pt x="477342" y="281800"/>
                  </a:lnTo>
                  <a:lnTo>
                    <a:pt x="466966" y="281800"/>
                  </a:lnTo>
                  <a:lnTo>
                    <a:pt x="462940" y="277698"/>
                  </a:lnTo>
                  <a:lnTo>
                    <a:pt x="462940" y="267804"/>
                  </a:lnTo>
                  <a:lnTo>
                    <a:pt x="466966" y="263702"/>
                  </a:lnTo>
                  <a:lnTo>
                    <a:pt x="477342" y="263702"/>
                  </a:lnTo>
                  <a:lnTo>
                    <a:pt x="481469" y="267804"/>
                  </a:lnTo>
                  <a:lnTo>
                    <a:pt x="481469" y="262928"/>
                  </a:lnTo>
                  <a:lnTo>
                    <a:pt x="479031" y="260540"/>
                  </a:lnTo>
                  <a:lnTo>
                    <a:pt x="465429" y="260540"/>
                  </a:lnTo>
                  <a:lnTo>
                    <a:pt x="459765" y="266001"/>
                  </a:lnTo>
                  <a:lnTo>
                    <a:pt x="459765" y="279412"/>
                  </a:lnTo>
                  <a:lnTo>
                    <a:pt x="465429" y="284886"/>
                  </a:lnTo>
                  <a:lnTo>
                    <a:pt x="479031" y="284886"/>
                  </a:lnTo>
                  <a:lnTo>
                    <a:pt x="482180" y="281800"/>
                  </a:lnTo>
                  <a:lnTo>
                    <a:pt x="484619" y="279412"/>
                  </a:lnTo>
                  <a:lnTo>
                    <a:pt x="484619" y="266001"/>
                  </a:lnTo>
                  <a:close/>
                </a:path>
                <a:path w="492759" h="325119">
                  <a:moveTo>
                    <a:pt x="492290" y="184150"/>
                  </a:moveTo>
                  <a:lnTo>
                    <a:pt x="490448" y="175260"/>
                  </a:lnTo>
                  <a:lnTo>
                    <a:pt x="482346" y="170180"/>
                  </a:lnTo>
                  <a:lnTo>
                    <a:pt x="473278" y="163830"/>
                  </a:lnTo>
                  <a:lnTo>
                    <a:pt x="472706" y="162560"/>
                  </a:lnTo>
                  <a:lnTo>
                    <a:pt x="468541" y="152400"/>
                  </a:lnTo>
                  <a:lnTo>
                    <a:pt x="472757" y="162560"/>
                  </a:lnTo>
                  <a:lnTo>
                    <a:pt x="480745" y="166370"/>
                  </a:lnTo>
                  <a:lnTo>
                    <a:pt x="486765" y="163830"/>
                  </a:lnTo>
                  <a:lnTo>
                    <a:pt x="480288" y="160020"/>
                  </a:lnTo>
                  <a:lnTo>
                    <a:pt x="478434" y="152400"/>
                  </a:lnTo>
                  <a:lnTo>
                    <a:pt x="478129" y="151130"/>
                  </a:lnTo>
                  <a:lnTo>
                    <a:pt x="475221" y="143510"/>
                  </a:lnTo>
                  <a:lnTo>
                    <a:pt x="469404" y="140970"/>
                  </a:lnTo>
                  <a:lnTo>
                    <a:pt x="466496" y="139700"/>
                  </a:lnTo>
                  <a:lnTo>
                    <a:pt x="463778" y="139700"/>
                  </a:lnTo>
                  <a:lnTo>
                    <a:pt x="460679" y="137160"/>
                  </a:lnTo>
                  <a:lnTo>
                    <a:pt x="457301" y="135890"/>
                  </a:lnTo>
                  <a:lnTo>
                    <a:pt x="452170" y="135890"/>
                  </a:lnTo>
                  <a:lnTo>
                    <a:pt x="445808" y="137160"/>
                  </a:lnTo>
                  <a:lnTo>
                    <a:pt x="439178" y="140970"/>
                  </a:lnTo>
                  <a:lnTo>
                    <a:pt x="433959" y="147320"/>
                  </a:lnTo>
                  <a:lnTo>
                    <a:pt x="431838" y="157480"/>
                  </a:lnTo>
                  <a:lnTo>
                    <a:pt x="437680" y="176530"/>
                  </a:lnTo>
                  <a:lnTo>
                    <a:pt x="463359" y="201930"/>
                  </a:lnTo>
                  <a:lnTo>
                    <a:pt x="469201" y="219710"/>
                  </a:lnTo>
                  <a:lnTo>
                    <a:pt x="469201" y="227330"/>
                  </a:lnTo>
                  <a:lnTo>
                    <a:pt x="462864" y="232410"/>
                  </a:lnTo>
                  <a:lnTo>
                    <a:pt x="449491" y="232410"/>
                  </a:lnTo>
                  <a:lnTo>
                    <a:pt x="444500" y="224790"/>
                  </a:lnTo>
                  <a:lnTo>
                    <a:pt x="440537" y="217170"/>
                  </a:lnTo>
                  <a:lnTo>
                    <a:pt x="439216" y="214630"/>
                  </a:lnTo>
                  <a:lnTo>
                    <a:pt x="437349" y="210820"/>
                  </a:lnTo>
                  <a:lnTo>
                    <a:pt x="436727" y="209550"/>
                  </a:lnTo>
                  <a:lnTo>
                    <a:pt x="431253" y="201930"/>
                  </a:lnTo>
                  <a:lnTo>
                    <a:pt x="429983" y="200507"/>
                  </a:lnTo>
                  <a:lnTo>
                    <a:pt x="429983" y="217170"/>
                  </a:lnTo>
                  <a:lnTo>
                    <a:pt x="425983" y="222250"/>
                  </a:lnTo>
                  <a:lnTo>
                    <a:pt x="422414" y="223520"/>
                  </a:lnTo>
                  <a:lnTo>
                    <a:pt x="417893" y="220980"/>
                  </a:lnTo>
                  <a:lnTo>
                    <a:pt x="417830" y="219710"/>
                  </a:lnTo>
                  <a:lnTo>
                    <a:pt x="417703" y="217170"/>
                  </a:lnTo>
                  <a:lnTo>
                    <a:pt x="421906" y="212090"/>
                  </a:lnTo>
                  <a:lnTo>
                    <a:pt x="425196" y="210820"/>
                  </a:lnTo>
                  <a:lnTo>
                    <a:pt x="427583" y="212090"/>
                  </a:lnTo>
                  <a:lnTo>
                    <a:pt x="429895" y="213360"/>
                  </a:lnTo>
                  <a:lnTo>
                    <a:pt x="429983" y="217170"/>
                  </a:lnTo>
                  <a:lnTo>
                    <a:pt x="429983" y="200507"/>
                  </a:lnTo>
                  <a:lnTo>
                    <a:pt x="425627" y="195580"/>
                  </a:lnTo>
                  <a:lnTo>
                    <a:pt x="427202" y="196850"/>
                  </a:lnTo>
                  <a:lnTo>
                    <a:pt x="434835" y="196850"/>
                  </a:lnTo>
                  <a:lnTo>
                    <a:pt x="436270" y="195580"/>
                  </a:lnTo>
                  <a:lnTo>
                    <a:pt x="437692" y="194310"/>
                  </a:lnTo>
                  <a:lnTo>
                    <a:pt x="438391" y="191770"/>
                  </a:lnTo>
                  <a:lnTo>
                    <a:pt x="438518" y="187960"/>
                  </a:lnTo>
                  <a:lnTo>
                    <a:pt x="437299" y="185420"/>
                  </a:lnTo>
                  <a:lnTo>
                    <a:pt x="435508" y="182880"/>
                  </a:lnTo>
                  <a:lnTo>
                    <a:pt x="435292" y="182626"/>
                  </a:lnTo>
                  <a:lnTo>
                    <a:pt x="435292" y="187960"/>
                  </a:lnTo>
                  <a:lnTo>
                    <a:pt x="435229" y="190500"/>
                  </a:lnTo>
                  <a:lnTo>
                    <a:pt x="435038" y="191770"/>
                  </a:lnTo>
                  <a:lnTo>
                    <a:pt x="434035" y="193040"/>
                  </a:lnTo>
                  <a:lnTo>
                    <a:pt x="433108" y="194310"/>
                  </a:lnTo>
                  <a:lnTo>
                    <a:pt x="429450" y="194310"/>
                  </a:lnTo>
                  <a:lnTo>
                    <a:pt x="427443" y="193040"/>
                  </a:lnTo>
                  <a:lnTo>
                    <a:pt x="424751" y="190500"/>
                  </a:lnTo>
                  <a:lnTo>
                    <a:pt x="424332" y="189230"/>
                  </a:lnTo>
                  <a:lnTo>
                    <a:pt x="423913" y="187960"/>
                  </a:lnTo>
                  <a:lnTo>
                    <a:pt x="423989" y="186690"/>
                  </a:lnTo>
                  <a:lnTo>
                    <a:pt x="424116" y="184150"/>
                  </a:lnTo>
                  <a:lnTo>
                    <a:pt x="425170" y="184150"/>
                  </a:lnTo>
                  <a:lnTo>
                    <a:pt x="425996" y="182880"/>
                  </a:lnTo>
                  <a:lnTo>
                    <a:pt x="429793" y="182880"/>
                  </a:lnTo>
                  <a:lnTo>
                    <a:pt x="431685" y="184150"/>
                  </a:lnTo>
                  <a:lnTo>
                    <a:pt x="433108" y="185420"/>
                  </a:lnTo>
                  <a:lnTo>
                    <a:pt x="434479" y="186690"/>
                  </a:lnTo>
                  <a:lnTo>
                    <a:pt x="435292" y="187960"/>
                  </a:lnTo>
                  <a:lnTo>
                    <a:pt x="435292" y="182626"/>
                  </a:lnTo>
                  <a:lnTo>
                    <a:pt x="433425" y="180340"/>
                  </a:lnTo>
                  <a:lnTo>
                    <a:pt x="430631" y="179070"/>
                  </a:lnTo>
                  <a:lnTo>
                    <a:pt x="426173" y="179070"/>
                  </a:lnTo>
                  <a:lnTo>
                    <a:pt x="424205" y="180340"/>
                  </a:lnTo>
                  <a:lnTo>
                    <a:pt x="422960" y="181610"/>
                  </a:lnTo>
                  <a:lnTo>
                    <a:pt x="421614" y="182880"/>
                  </a:lnTo>
                  <a:lnTo>
                    <a:pt x="420916" y="184150"/>
                  </a:lnTo>
                  <a:lnTo>
                    <a:pt x="420839" y="188506"/>
                  </a:lnTo>
                  <a:lnTo>
                    <a:pt x="415556" y="181610"/>
                  </a:lnTo>
                  <a:lnTo>
                    <a:pt x="415340" y="181343"/>
                  </a:lnTo>
                  <a:lnTo>
                    <a:pt x="415340" y="240030"/>
                  </a:lnTo>
                  <a:lnTo>
                    <a:pt x="413334" y="242570"/>
                  </a:lnTo>
                  <a:lnTo>
                    <a:pt x="411175" y="245110"/>
                  </a:lnTo>
                  <a:lnTo>
                    <a:pt x="407771" y="246380"/>
                  </a:lnTo>
                  <a:lnTo>
                    <a:pt x="403326" y="243840"/>
                  </a:lnTo>
                  <a:lnTo>
                    <a:pt x="403237" y="242570"/>
                  </a:lnTo>
                  <a:lnTo>
                    <a:pt x="403161" y="241300"/>
                  </a:lnTo>
                  <a:lnTo>
                    <a:pt x="403072" y="240030"/>
                  </a:lnTo>
                  <a:lnTo>
                    <a:pt x="405117" y="237490"/>
                  </a:lnTo>
                  <a:lnTo>
                    <a:pt x="407123" y="233680"/>
                  </a:lnTo>
                  <a:lnTo>
                    <a:pt x="410603" y="233680"/>
                  </a:lnTo>
                  <a:lnTo>
                    <a:pt x="412915" y="234950"/>
                  </a:lnTo>
                  <a:lnTo>
                    <a:pt x="415150" y="236220"/>
                  </a:lnTo>
                  <a:lnTo>
                    <a:pt x="415277" y="238760"/>
                  </a:lnTo>
                  <a:lnTo>
                    <a:pt x="415340" y="240030"/>
                  </a:lnTo>
                  <a:lnTo>
                    <a:pt x="415340" y="181343"/>
                  </a:lnTo>
                  <a:lnTo>
                    <a:pt x="410591" y="175260"/>
                  </a:lnTo>
                  <a:lnTo>
                    <a:pt x="407136" y="168910"/>
                  </a:lnTo>
                  <a:lnTo>
                    <a:pt x="405841" y="163830"/>
                  </a:lnTo>
                  <a:lnTo>
                    <a:pt x="405841" y="158750"/>
                  </a:lnTo>
                  <a:lnTo>
                    <a:pt x="409321" y="154940"/>
                  </a:lnTo>
                  <a:lnTo>
                    <a:pt x="411429" y="152400"/>
                  </a:lnTo>
                  <a:lnTo>
                    <a:pt x="413537" y="149860"/>
                  </a:lnTo>
                  <a:lnTo>
                    <a:pt x="414972" y="149860"/>
                  </a:lnTo>
                  <a:lnTo>
                    <a:pt x="416052" y="148590"/>
                  </a:lnTo>
                  <a:lnTo>
                    <a:pt x="417576" y="147320"/>
                  </a:lnTo>
                  <a:lnTo>
                    <a:pt x="420776" y="144780"/>
                  </a:lnTo>
                  <a:lnTo>
                    <a:pt x="427202" y="137160"/>
                  </a:lnTo>
                  <a:lnTo>
                    <a:pt x="427443" y="137160"/>
                  </a:lnTo>
                  <a:lnTo>
                    <a:pt x="429209" y="135890"/>
                  </a:lnTo>
                  <a:lnTo>
                    <a:pt x="425996" y="132956"/>
                  </a:lnTo>
                  <a:lnTo>
                    <a:pt x="425996" y="135890"/>
                  </a:lnTo>
                  <a:lnTo>
                    <a:pt x="418261" y="143510"/>
                  </a:lnTo>
                  <a:lnTo>
                    <a:pt x="414566" y="147320"/>
                  </a:lnTo>
                  <a:lnTo>
                    <a:pt x="410083" y="144780"/>
                  </a:lnTo>
                  <a:lnTo>
                    <a:pt x="362991" y="118110"/>
                  </a:lnTo>
                  <a:lnTo>
                    <a:pt x="368033" y="102870"/>
                  </a:lnTo>
                  <a:lnTo>
                    <a:pt x="373672" y="105410"/>
                  </a:lnTo>
                  <a:lnTo>
                    <a:pt x="372059" y="105410"/>
                  </a:lnTo>
                  <a:lnTo>
                    <a:pt x="370001" y="106680"/>
                  </a:lnTo>
                  <a:lnTo>
                    <a:pt x="368211" y="109220"/>
                  </a:lnTo>
                  <a:lnTo>
                    <a:pt x="371894" y="109220"/>
                  </a:lnTo>
                  <a:lnTo>
                    <a:pt x="373405" y="107950"/>
                  </a:lnTo>
                  <a:lnTo>
                    <a:pt x="371182" y="114300"/>
                  </a:lnTo>
                  <a:lnTo>
                    <a:pt x="370611" y="113030"/>
                  </a:lnTo>
                  <a:lnTo>
                    <a:pt x="368973" y="111760"/>
                  </a:lnTo>
                  <a:lnTo>
                    <a:pt x="367385" y="110490"/>
                  </a:lnTo>
                  <a:lnTo>
                    <a:pt x="366268" y="115570"/>
                  </a:lnTo>
                  <a:lnTo>
                    <a:pt x="369189" y="116840"/>
                  </a:lnTo>
                  <a:lnTo>
                    <a:pt x="371182" y="118110"/>
                  </a:lnTo>
                  <a:lnTo>
                    <a:pt x="374700" y="119380"/>
                  </a:lnTo>
                  <a:lnTo>
                    <a:pt x="376859" y="119380"/>
                  </a:lnTo>
                  <a:lnTo>
                    <a:pt x="377825" y="118110"/>
                  </a:lnTo>
                  <a:lnTo>
                    <a:pt x="378917" y="116840"/>
                  </a:lnTo>
                  <a:lnTo>
                    <a:pt x="377799" y="115570"/>
                  </a:lnTo>
                  <a:lnTo>
                    <a:pt x="376694" y="114300"/>
                  </a:lnTo>
                  <a:lnTo>
                    <a:pt x="373773" y="115570"/>
                  </a:lnTo>
                  <a:lnTo>
                    <a:pt x="373646" y="114300"/>
                  </a:lnTo>
                  <a:lnTo>
                    <a:pt x="373519" y="113030"/>
                  </a:lnTo>
                  <a:lnTo>
                    <a:pt x="373405" y="111760"/>
                  </a:lnTo>
                  <a:lnTo>
                    <a:pt x="375069" y="110490"/>
                  </a:lnTo>
                  <a:lnTo>
                    <a:pt x="378625" y="110490"/>
                  </a:lnTo>
                  <a:lnTo>
                    <a:pt x="379857" y="111760"/>
                  </a:lnTo>
                  <a:lnTo>
                    <a:pt x="380326" y="114300"/>
                  </a:lnTo>
                  <a:lnTo>
                    <a:pt x="380263" y="113030"/>
                  </a:lnTo>
                  <a:lnTo>
                    <a:pt x="380149" y="110490"/>
                  </a:lnTo>
                  <a:lnTo>
                    <a:pt x="380085" y="109220"/>
                  </a:lnTo>
                  <a:lnTo>
                    <a:pt x="380834" y="107950"/>
                  </a:lnTo>
                  <a:lnTo>
                    <a:pt x="382320" y="105410"/>
                  </a:lnTo>
                  <a:lnTo>
                    <a:pt x="386626" y="104140"/>
                  </a:lnTo>
                  <a:lnTo>
                    <a:pt x="388315" y="109220"/>
                  </a:lnTo>
                  <a:lnTo>
                    <a:pt x="386981" y="111760"/>
                  </a:lnTo>
                  <a:lnTo>
                    <a:pt x="383514" y="115570"/>
                  </a:lnTo>
                  <a:lnTo>
                    <a:pt x="385419" y="114300"/>
                  </a:lnTo>
                  <a:lnTo>
                    <a:pt x="387464" y="114300"/>
                  </a:lnTo>
                  <a:lnTo>
                    <a:pt x="388200" y="115570"/>
                  </a:lnTo>
                  <a:lnTo>
                    <a:pt x="389394" y="116840"/>
                  </a:lnTo>
                  <a:lnTo>
                    <a:pt x="388988" y="119380"/>
                  </a:lnTo>
                  <a:lnTo>
                    <a:pt x="386334" y="120650"/>
                  </a:lnTo>
                  <a:lnTo>
                    <a:pt x="385762" y="118110"/>
                  </a:lnTo>
                  <a:lnTo>
                    <a:pt x="382193" y="118110"/>
                  </a:lnTo>
                  <a:lnTo>
                    <a:pt x="381190" y="119380"/>
                  </a:lnTo>
                  <a:lnTo>
                    <a:pt x="380085" y="121920"/>
                  </a:lnTo>
                  <a:lnTo>
                    <a:pt x="381762" y="123190"/>
                  </a:lnTo>
                  <a:lnTo>
                    <a:pt x="384835" y="125730"/>
                  </a:lnTo>
                  <a:lnTo>
                    <a:pt x="388493" y="127000"/>
                  </a:lnTo>
                  <a:lnTo>
                    <a:pt x="391490" y="125730"/>
                  </a:lnTo>
                  <a:lnTo>
                    <a:pt x="392480" y="124460"/>
                  </a:lnTo>
                  <a:lnTo>
                    <a:pt x="393484" y="123190"/>
                  </a:lnTo>
                  <a:lnTo>
                    <a:pt x="392277" y="121920"/>
                  </a:lnTo>
                  <a:lnTo>
                    <a:pt x="390169" y="123190"/>
                  </a:lnTo>
                  <a:lnTo>
                    <a:pt x="388175" y="124460"/>
                  </a:lnTo>
                  <a:lnTo>
                    <a:pt x="390042" y="120650"/>
                  </a:lnTo>
                  <a:lnTo>
                    <a:pt x="391909" y="116840"/>
                  </a:lnTo>
                  <a:lnTo>
                    <a:pt x="392137" y="118110"/>
                  </a:lnTo>
                  <a:lnTo>
                    <a:pt x="392696" y="119380"/>
                  </a:lnTo>
                  <a:lnTo>
                    <a:pt x="394398" y="120650"/>
                  </a:lnTo>
                  <a:lnTo>
                    <a:pt x="395706" y="116840"/>
                  </a:lnTo>
                  <a:lnTo>
                    <a:pt x="394614" y="114300"/>
                  </a:lnTo>
                  <a:lnTo>
                    <a:pt x="402628" y="119380"/>
                  </a:lnTo>
                  <a:lnTo>
                    <a:pt x="399910" y="119380"/>
                  </a:lnTo>
                  <a:lnTo>
                    <a:pt x="396963" y="121920"/>
                  </a:lnTo>
                  <a:lnTo>
                    <a:pt x="398780" y="123190"/>
                  </a:lnTo>
                  <a:lnTo>
                    <a:pt x="400685" y="123190"/>
                  </a:lnTo>
                  <a:lnTo>
                    <a:pt x="401726" y="121920"/>
                  </a:lnTo>
                  <a:lnTo>
                    <a:pt x="397535" y="129540"/>
                  </a:lnTo>
                  <a:lnTo>
                    <a:pt x="397535" y="127000"/>
                  </a:lnTo>
                  <a:lnTo>
                    <a:pt x="396608" y="124460"/>
                  </a:lnTo>
                  <a:lnTo>
                    <a:pt x="395706" y="124460"/>
                  </a:lnTo>
                  <a:lnTo>
                    <a:pt x="393954" y="127000"/>
                  </a:lnTo>
                  <a:lnTo>
                    <a:pt x="394398" y="130810"/>
                  </a:lnTo>
                  <a:lnTo>
                    <a:pt x="398043" y="132080"/>
                  </a:lnTo>
                  <a:lnTo>
                    <a:pt x="401104" y="134620"/>
                  </a:lnTo>
                  <a:lnTo>
                    <a:pt x="403466" y="134620"/>
                  </a:lnTo>
                  <a:lnTo>
                    <a:pt x="404698" y="133350"/>
                  </a:lnTo>
                  <a:lnTo>
                    <a:pt x="405917" y="130810"/>
                  </a:lnTo>
                  <a:lnTo>
                    <a:pt x="404914" y="129540"/>
                  </a:lnTo>
                  <a:lnTo>
                    <a:pt x="403910" y="128270"/>
                  </a:lnTo>
                  <a:lnTo>
                    <a:pt x="400900" y="129540"/>
                  </a:lnTo>
                  <a:lnTo>
                    <a:pt x="400799" y="125730"/>
                  </a:lnTo>
                  <a:lnTo>
                    <a:pt x="402551" y="124460"/>
                  </a:lnTo>
                  <a:lnTo>
                    <a:pt x="406069" y="124460"/>
                  </a:lnTo>
                  <a:lnTo>
                    <a:pt x="407250" y="127000"/>
                  </a:lnTo>
                  <a:lnTo>
                    <a:pt x="407504" y="128270"/>
                  </a:lnTo>
                  <a:lnTo>
                    <a:pt x="408660" y="124460"/>
                  </a:lnTo>
                  <a:lnTo>
                    <a:pt x="410730" y="121920"/>
                  </a:lnTo>
                  <a:lnTo>
                    <a:pt x="415582" y="120650"/>
                  </a:lnTo>
                  <a:lnTo>
                    <a:pt x="416623" y="124460"/>
                  </a:lnTo>
                  <a:lnTo>
                    <a:pt x="414439" y="128270"/>
                  </a:lnTo>
                  <a:lnTo>
                    <a:pt x="412305" y="129540"/>
                  </a:lnTo>
                  <a:lnTo>
                    <a:pt x="412076" y="129540"/>
                  </a:lnTo>
                  <a:lnTo>
                    <a:pt x="410184" y="130810"/>
                  </a:lnTo>
                  <a:lnTo>
                    <a:pt x="412178" y="129616"/>
                  </a:lnTo>
                  <a:lnTo>
                    <a:pt x="414058" y="130810"/>
                  </a:lnTo>
                  <a:lnTo>
                    <a:pt x="414769" y="132080"/>
                  </a:lnTo>
                  <a:lnTo>
                    <a:pt x="415798" y="133350"/>
                  </a:lnTo>
                  <a:lnTo>
                    <a:pt x="415150" y="135890"/>
                  </a:lnTo>
                  <a:lnTo>
                    <a:pt x="412483" y="137160"/>
                  </a:lnTo>
                  <a:lnTo>
                    <a:pt x="411975" y="133350"/>
                  </a:lnTo>
                  <a:lnTo>
                    <a:pt x="408571" y="133350"/>
                  </a:lnTo>
                  <a:lnTo>
                    <a:pt x="406476" y="137160"/>
                  </a:lnTo>
                  <a:lnTo>
                    <a:pt x="407873" y="138430"/>
                  </a:lnTo>
                  <a:lnTo>
                    <a:pt x="411111" y="140970"/>
                  </a:lnTo>
                  <a:lnTo>
                    <a:pt x="413105" y="142240"/>
                  </a:lnTo>
                  <a:lnTo>
                    <a:pt x="416026" y="143510"/>
                  </a:lnTo>
                  <a:lnTo>
                    <a:pt x="419328" y="139700"/>
                  </a:lnTo>
                  <a:lnTo>
                    <a:pt x="418261" y="138430"/>
                  </a:lnTo>
                  <a:lnTo>
                    <a:pt x="414680" y="138430"/>
                  </a:lnTo>
                  <a:lnTo>
                    <a:pt x="415607" y="137160"/>
                  </a:lnTo>
                  <a:lnTo>
                    <a:pt x="418414" y="133350"/>
                  </a:lnTo>
                  <a:lnTo>
                    <a:pt x="418338" y="134620"/>
                  </a:lnTo>
                  <a:lnTo>
                    <a:pt x="418261" y="135890"/>
                  </a:lnTo>
                  <a:lnTo>
                    <a:pt x="419557" y="137160"/>
                  </a:lnTo>
                  <a:lnTo>
                    <a:pt x="420687" y="138430"/>
                  </a:lnTo>
                  <a:lnTo>
                    <a:pt x="421297" y="135890"/>
                  </a:lnTo>
                  <a:lnTo>
                    <a:pt x="421398" y="134620"/>
                  </a:lnTo>
                  <a:lnTo>
                    <a:pt x="421500" y="133350"/>
                  </a:lnTo>
                  <a:lnTo>
                    <a:pt x="421297" y="132080"/>
                  </a:lnTo>
                  <a:lnTo>
                    <a:pt x="425996" y="135890"/>
                  </a:lnTo>
                  <a:lnTo>
                    <a:pt x="425996" y="132956"/>
                  </a:lnTo>
                  <a:lnTo>
                    <a:pt x="425043" y="132080"/>
                  </a:lnTo>
                  <a:lnTo>
                    <a:pt x="426173" y="129540"/>
                  </a:lnTo>
                  <a:lnTo>
                    <a:pt x="427062" y="127000"/>
                  </a:lnTo>
                  <a:lnTo>
                    <a:pt x="427685" y="124460"/>
                  </a:lnTo>
                  <a:lnTo>
                    <a:pt x="428993" y="129540"/>
                  </a:lnTo>
                  <a:lnTo>
                    <a:pt x="431685" y="133350"/>
                  </a:lnTo>
                  <a:lnTo>
                    <a:pt x="435292" y="132080"/>
                  </a:lnTo>
                  <a:lnTo>
                    <a:pt x="434594" y="127000"/>
                  </a:lnTo>
                  <a:lnTo>
                    <a:pt x="434898" y="124460"/>
                  </a:lnTo>
                  <a:lnTo>
                    <a:pt x="435216" y="121920"/>
                  </a:lnTo>
                  <a:lnTo>
                    <a:pt x="435305" y="120650"/>
                  </a:lnTo>
                  <a:lnTo>
                    <a:pt x="435406" y="119380"/>
                  </a:lnTo>
                  <a:lnTo>
                    <a:pt x="435521" y="114300"/>
                  </a:lnTo>
                  <a:lnTo>
                    <a:pt x="434568" y="106680"/>
                  </a:lnTo>
                  <a:lnTo>
                    <a:pt x="437692" y="111760"/>
                  </a:lnTo>
                  <a:lnTo>
                    <a:pt x="441985" y="114300"/>
                  </a:lnTo>
                  <a:lnTo>
                    <a:pt x="445135" y="113030"/>
                  </a:lnTo>
                  <a:lnTo>
                    <a:pt x="441909" y="107950"/>
                  </a:lnTo>
                  <a:lnTo>
                    <a:pt x="441921" y="106680"/>
                  </a:lnTo>
                  <a:lnTo>
                    <a:pt x="441871" y="97790"/>
                  </a:lnTo>
                  <a:lnTo>
                    <a:pt x="441756" y="95250"/>
                  </a:lnTo>
                  <a:lnTo>
                    <a:pt x="441706" y="93980"/>
                  </a:lnTo>
                  <a:lnTo>
                    <a:pt x="441591" y="91440"/>
                  </a:lnTo>
                  <a:lnTo>
                    <a:pt x="436968" y="81280"/>
                  </a:lnTo>
                  <a:lnTo>
                    <a:pt x="440359" y="82550"/>
                  </a:lnTo>
                  <a:lnTo>
                    <a:pt x="442785" y="81280"/>
                  </a:lnTo>
                  <a:lnTo>
                    <a:pt x="444207" y="80010"/>
                  </a:lnTo>
                  <a:lnTo>
                    <a:pt x="439000" y="77470"/>
                  </a:lnTo>
                  <a:lnTo>
                    <a:pt x="435749" y="72390"/>
                  </a:lnTo>
                  <a:lnTo>
                    <a:pt x="431101" y="66040"/>
                  </a:lnTo>
                  <a:lnTo>
                    <a:pt x="421741" y="60960"/>
                  </a:lnTo>
                  <a:lnTo>
                    <a:pt x="425996" y="60960"/>
                  </a:lnTo>
                  <a:lnTo>
                    <a:pt x="428498" y="58420"/>
                  </a:lnTo>
                  <a:lnTo>
                    <a:pt x="428218" y="57150"/>
                  </a:lnTo>
                  <a:lnTo>
                    <a:pt x="427926" y="55880"/>
                  </a:lnTo>
                  <a:lnTo>
                    <a:pt x="424446" y="57150"/>
                  </a:lnTo>
                  <a:lnTo>
                    <a:pt x="420065" y="54610"/>
                  </a:lnTo>
                  <a:lnTo>
                    <a:pt x="413753" y="52070"/>
                  </a:lnTo>
                  <a:lnTo>
                    <a:pt x="404418" y="50800"/>
                  </a:lnTo>
                  <a:lnTo>
                    <a:pt x="404037" y="48260"/>
                  </a:lnTo>
                  <a:lnTo>
                    <a:pt x="403466" y="44450"/>
                  </a:lnTo>
                  <a:lnTo>
                    <a:pt x="398322" y="39370"/>
                  </a:lnTo>
                  <a:lnTo>
                    <a:pt x="392404" y="36830"/>
                  </a:lnTo>
                  <a:lnTo>
                    <a:pt x="393496" y="40640"/>
                  </a:lnTo>
                  <a:lnTo>
                    <a:pt x="392557" y="44450"/>
                  </a:lnTo>
                  <a:lnTo>
                    <a:pt x="391464" y="48260"/>
                  </a:lnTo>
                  <a:lnTo>
                    <a:pt x="388200" y="45110"/>
                  </a:lnTo>
                  <a:lnTo>
                    <a:pt x="388200" y="64770"/>
                  </a:lnTo>
                  <a:lnTo>
                    <a:pt x="382524" y="66040"/>
                  </a:lnTo>
                  <a:lnTo>
                    <a:pt x="377151" y="67310"/>
                  </a:lnTo>
                  <a:lnTo>
                    <a:pt x="373011" y="69850"/>
                  </a:lnTo>
                  <a:lnTo>
                    <a:pt x="374700" y="66040"/>
                  </a:lnTo>
                  <a:lnTo>
                    <a:pt x="373011" y="60960"/>
                  </a:lnTo>
                  <a:lnTo>
                    <a:pt x="382143" y="60960"/>
                  </a:lnTo>
                  <a:lnTo>
                    <a:pt x="384708" y="64770"/>
                  </a:lnTo>
                  <a:lnTo>
                    <a:pt x="388200" y="64770"/>
                  </a:lnTo>
                  <a:lnTo>
                    <a:pt x="388200" y="45110"/>
                  </a:lnTo>
                  <a:lnTo>
                    <a:pt x="342785" y="1270"/>
                  </a:lnTo>
                  <a:lnTo>
                    <a:pt x="341261" y="0"/>
                  </a:lnTo>
                  <a:lnTo>
                    <a:pt x="339813" y="0"/>
                  </a:lnTo>
                  <a:lnTo>
                    <a:pt x="339813" y="1270"/>
                  </a:lnTo>
                  <a:lnTo>
                    <a:pt x="340626" y="2540"/>
                  </a:lnTo>
                  <a:lnTo>
                    <a:pt x="382524" y="53340"/>
                  </a:lnTo>
                  <a:lnTo>
                    <a:pt x="379323" y="54610"/>
                  </a:lnTo>
                  <a:lnTo>
                    <a:pt x="376212" y="55880"/>
                  </a:lnTo>
                  <a:lnTo>
                    <a:pt x="370916" y="57150"/>
                  </a:lnTo>
                  <a:lnTo>
                    <a:pt x="369354" y="59690"/>
                  </a:lnTo>
                  <a:lnTo>
                    <a:pt x="369354" y="62230"/>
                  </a:lnTo>
                  <a:lnTo>
                    <a:pt x="361581" y="66040"/>
                  </a:lnTo>
                  <a:lnTo>
                    <a:pt x="354990" y="71005"/>
                  </a:lnTo>
                  <a:lnTo>
                    <a:pt x="348843" y="76200"/>
                  </a:lnTo>
                  <a:lnTo>
                    <a:pt x="346748" y="76200"/>
                  </a:lnTo>
                  <a:lnTo>
                    <a:pt x="349072" y="81280"/>
                  </a:lnTo>
                  <a:lnTo>
                    <a:pt x="349910" y="83820"/>
                  </a:lnTo>
                  <a:lnTo>
                    <a:pt x="347179" y="88900"/>
                  </a:lnTo>
                  <a:lnTo>
                    <a:pt x="357212" y="82550"/>
                  </a:lnTo>
                  <a:lnTo>
                    <a:pt x="366268" y="77470"/>
                  </a:lnTo>
                  <a:lnTo>
                    <a:pt x="367614" y="81280"/>
                  </a:lnTo>
                  <a:lnTo>
                    <a:pt x="368338" y="82550"/>
                  </a:lnTo>
                  <a:lnTo>
                    <a:pt x="363918" y="83820"/>
                  </a:lnTo>
                  <a:lnTo>
                    <a:pt x="360781" y="85090"/>
                  </a:lnTo>
                  <a:lnTo>
                    <a:pt x="357759" y="86360"/>
                  </a:lnTo>
                  <a:lnTo>
                    <a:pt x="354418" y="88900"/>
                  </a:lnTo>
                  <a:lnTo>
                    <a:pt x="355396" y="91440"/>
                  </a:lnTo>
                  <a:lnTo>
                    <a:pt x="357886" y="90170"/>
                  </a:lnTo>
                  <a:lnTo>
                    <a:pt x="357962" y="91440"/>
                  </a:lnTo>
                  <a:lnTo>
                    <a:pt x="358178" y="92710"/>
                  </a:lnTo>
                  <a:lnTo>
                    <a:pt x="359092" y="93980"/>
                  </a:lnTo>
                  <a:lnTo>
                    <a:pt x="361581" y="93980"/>
                  </a:lnTo>
                  <a:lnTo>
                    <a:pt x="363143" y="91440"/>
                  </a:lnTo>
                  <a:lnTo>
                    <a:pt x="364058" y="92710"/>
                  </a:lnTo>
                  <a:lnTo>
                    <a:pt x="365112" y="92710"/>
                  </a:lnTo>
                  <a:lnTo>
                    <a:pt x="363677" y="99060"/>
                  </a:lnTo>
                  <a:lnTo>
                    <a:pt x="362623" y="100330"/>
                  </a:lnTo>
                  <a:lnTo>
                    <a:pt x="367385" y="99060"/>
                  </a:lnTo>
                  <a:lnTo>
                    <a:pt x="370344" y="95250"/>
                  </a:lnTo>
                  <a:lnTo>
                    <a:pt x="370408" y="93980"/>
                  </a:lnTo>
                  <a:lnTo>
                    <a:pt x="370535" y="91440"/>
                  </a:lnTo>
                  <a:lnTo>
                    <a:pt x="370560" y="90170"/>
                  </a:lnTo>
                  <a:lnTo>
                    <a:pt x="370611" y="87630"/>
                  </a:lnTo>
                  <a:lnTo>
                    <a:pt x="371627" y="87630"/>
                  </a:lnTo>
                  <a:lnTo>
                    <a:pt x="372338" y="86360"/>
                  </a:lnTo>
                  <a:lnTo>
                    <a:pt x="373100" y="86360"/>
                  </a:lnTo>
                  <a:lnTo>
                    <a:pt x="373913" y="90170"/>
                  </a:lnTo>
                  <a:lnTo>
                    <a:pt x="373011" y="92710"/>
                  </a:lnTo>
                  <a:lnTo>
                    <a:pt x="375475" y="92710"/>
                  </a:lnTo>
                  <a:lnTo>
                    <a:pt x="378079" y="88900"/>
                  </a:lnTo>
                  <a:lnTo>
                    <a:pt x="377977" y="87630"/>
                  </a:lnTo>
                  <a:lnTo>
                    <a:pt x="377888" y="86360"/>
                  </a:lnTo>
                  <a:lnTo>
                    <a:pt x="377799" y="85090"/>
                  </a:lnTo>
                  <a:lnTo>
                    <a:pt x="377710" y="83820"/>
                  </a:lnTo>
                  <a:lnTo>
                    <a:pt x="378917" y="82550"/>
                  </a:lnTo>
                  <a:lnTo>
                    <a:pt x="380263" y="81280"/>
                  </a:lnTo>
                  <a:lnTo>
                    <a:pt x="382739" y="81280"/>
                  </a:lnTo>
                  <a:lnTo>
                    <a:pt x="385991" y="86360"/>
                  </a:lnTo>
                  <a:lnTo>
                    <a:pt x="398703" y="86360"/>
                  </a:lnTo>
                  <a:lnTo>
                    <a:pt x="402399" y="81280"/>
                  </a:lnTo>
                  <a:lnTo>
                    <a:pt x="403326" y="80010"/>
                  </a:lnTo>
                  <a:lnTo>
                    <a:pt x="403669" y="77470"/>
                  </a:lnTo>
                  <a:lnTo>
                    <a:pt x="404177" y="73660"/>
                  </a:lnTo>
                  <a:lnTo>
                    <a:pt x="404075" y="72390"/>
                  </a:lnTo>
                  <a:lnTo>
                    <a:pt x="403860" y="71005"/>
                  </a:lnTo>
                  <a:lnTo>
                    <a:pt x="402628" y="69850"/>
                  </a:lnTo>
                  <a:lnTo>
                    <a:pt x="405561" y="72390"/>
                  </a:lnTo>
                  <a:lnTo>
                    <a:pt x="406476" y="74930"/>
                  </a:lnTo>
                  <a:lnTo>
                    <a:pt x="406476" y="78740"/>
                  </a:lnTo>
                  <a:lnTo>
                    <a:pt x="403123" y="86360"/>
                  </a:lnTo>
                  <a:lnTo>
                    <a:pt x="395097" y="91440"/>
                  </a:lnTo>
                  <a:lnTo>
                    <a:pt x="385483" y="97790"/>
                  </a:lnTo>
                  <a:lnTo>
                    <a:pt x="377329" y="102870"/>
                  </a:lnTo>
                  <a:lnTo>
                    <a:pt x="376936" y="102870"/>
                  </a:lnTo>
                  <a:lnTo>
                    <a:pt x="376694" y="104140"/>
                  </a:lnTo>
                  <a:lnTo>
                    <a:pt x="376389" y="104140"/>
                  </a:lnTo>
                  <a:lnTo>
                    <a:pt x="373164" y="102870"/>
                  </a:lnTo>
                  <a:lnTo>
                    <a:pt x="366687" y="100330"/>
                  </a:lnTo>
                  <a:lnTo>
                    <a:pt x="365912" y="102870"/>
                  </a:lnTo>
                  <a:lnTo>
                    <a:pt x="365467" y="104140"/>
                  </a:lnTo>
                  <a:lnTo>
                    <a:pt x="364401" y="107950"/>
                  </a:lnTo>
                  <a:lnTo>
                    <a:pt x="362356" y="114300"/>
                  </a:lnTo>
                  <a:lnTo>
                    <a:pt x="360972" y="118110"/>
                  </a:lnTo>
                  <a:lnTo>
                    <a:pt x="360451" y="119380"/>
                  </a:lnTo>
                  <a:lnTo>
                    <a:pt x="361327" y="120650"/>
                  </a:lnTo>
                  <a:lnTo>
                    <a:pt x="357263" y="125730"/>
                  </a:lnTo>
                  <a:lnTo>
                    <a:pt x="353860" y="132080"/>
                  </a:lnTo>
                  <a:lnTo>
                    <a:pt x="351345" y="138430"/>
                  </a:lnTo>
                  <a:lnTo>
                    <a:pt x="349910" y="144780"/>
                  </a:lnTo>
                  <a:lnTo>
                    <a:pt x="347560" y="142240"/>
                  </a:lnTo>
                  <a:lnTo>
                    <a:pt x="345998" y="140970"/>
                  </a:lnTo>
                  <a:lnTo>
                    <a:pt x="342849" y="138430"/>
                  </a:lnTo>
                  <a:lnTo>
                    <a:pt x="343115" y="137160"/>
                  </a:lnTo>
                  <a:lnTo>
                    <a:pt x="343255" y="137160"/>
                  </a:lnTo>
                  <a:lnTo>
                    <a:pt x="343344" y="135890"/>
                  </a:lnTo>
                  <a:lnTo>
                    <a:pt x="343433" y="134620"/>
                  </a:lnTo>
                  <a:lnTo>
                    <a:pt x="343535" y="133350"/>
                  </a:lnTo>
                  <a:lnTo>
                    <a:pt x="342709" y="130810"/>
                  </a:lnTo>
                  <a:lnTo>
                    <a:pt x="341071" y="129540"/>
                  </a:lnTo>
                  <a:lnTo>
                    <a:pt x="340283" y="128651"/>
                  </a:lnTo>
                  <a:lnTo>
                    <a:pt x="340283" y="133350"/>
                  </a:lnTo>
                  <a:lnTo>
                    <a:pt x="340169" y="134620"/>
                  </a:lnTo>
                  <a:lnTo>
                    <a:pt x="340042" y="137160"/>
                  </a:lnTo>
                  <a:lnTo>
                    <a:pt x="339242" y="138430"/>
                  </a:lnTo>
                  <a:lnTo>
                    <a:pt x="338289" y="139700"/>
                  </a:lnTo>
                  <a:lnTo>
                    <a:pt x="337769" y="139700"/>
                  </a:lnTo>
                  <a:lnTo>
                    <a:pt x="336931" y="140970"/>
                  </a:lnTo>
                  <a:lnTo>
                    <a:pt x="333756" y="140970"/>
                  </a:lnTo>
                  <a:lnTo>
                    <a:pt x="332130" y="138430"/>
                  </a:lnTo>
                  <a:lnTo>
                    <a:pt x="332244" y="133350"/>
                  </a:lnTo>
                  <a:lnTo>
                    <a:pt x="332892" y="132080"/>
                  </a:lnTo>
                  <a:lnTo>
                    <a:pt x="334556" y="130810"/>
                  </a:lnTo>
                  <a:lnTo>
                    <a:pt x="335470" y="129540"/>
                  </a:lnTo>
                  <a:lnTo>
                    <a:pt x="337464" y="129540"/>
                  </a:lnTo>
                  <a:lnTo>
                    <a:pt x="338340" y="130810"/>
                  </a:lnTo>
                  <a:lnTo>
                    <a:pt x="338759" y="130810"/>
                  </a:lnTo>
                  <a:lnTo>
                    <a:pt x="339813" y="132080"/>
                  </a:lnTo>
                  <a:lnTo>
                    <a:pt x="340283" y="133350"/>
                  </a:lnTo>
                  <a:lnTo>
                    <a:pt x="340283" y="128651"/>
                  </a:lnTo>
                  <a:lnTo>
                    <a:pt x="339953" y="128270"/>
                  </a:lnTo>
                  <a:lnTo>
                    <a:pt x="338340" y="127000"/>
                  </a:lnTo>
                  <a:lnTo>
                    <a:pt x="333248" y="127000"/>
                  </a:lnTo>
                  <a:lnTo>
                    <a:pt x="331546" y="128270"/>
                  </a:lnTo>
                  <a:lnTo>
                    <a:pt x="330987" y="129540"/>
                  </a:lnTo>
                  <a:lnTo>
                    <a:pt x="330352" y="128270"/>
                  </a:lnTo>
                  <a:lnTo>
                    <a:pt x="330085" y="128270"/>
                  </a:lnTo>
                  <a:lnTo>
                    <a:pt x="326758" y="125730"/>
                  </a:lnTo>
                  <a:lnTo>
                    <a:pt x="322948" y="123190"/>
                  </a:lnTo>
                  <a:lnTo>
                    <a:pt x="320459" y="120650"/>
                  </a:lnTo>
                  <a:lnTo>
                    <a:pt x="319417" y="119380"/>
                  </a:lnTo>
                  <a:lnTo>
                    <a:pt x="309676" y="119380"/>
                  </a:lnTo>
                  <a:lnTo>
                    <a:pt x="308051" y="121920"/>
                  </a:lnTo>
                  <a:lnTo>
                    <a:pt x="307073" y="121920"/>
                  </a:lnTo>
                  <a:lnTo>
                    <a:pt x="304977" y="124460"/>
                  </a:lnTo>
                  <a:lnTo>
                    <a:pt x="302539" y="125730"/>
                  </a:lnTo>
                  <a:lnTo>
                    <a:pt x="303682" y="127000"/>
                  </a:lnTo>
                  <a:lnTo>
                    <a:pt x="304761" y="128270"/>
                  </a:lnTo>
                  <a:lnTo>
                    <a:pt x="305917" y="129540"/>
                  </a:lnTo>
                  <a:lnTo>
                    <a:pt x="306628" y="129540"/>
                  </a:lnTo>
                  <a:lnTo>
                    <a:pt x="307822" y="130810"/>
                  </a:lnTo>
                  <a:lnTo>
                    <a:pt x="309486" y="130810"/>
                  </a:lnTo>
                  <a:lnTo>
                    <a:pt x="310553" y="129540"/>
                  </a:lnTo>
                  <a:lnTo>
                    <a:pt x="316103" y="129540"/>
                  </a:lnTo>
                  <a:lnTo>
                    <a:pt x="317347" y="132080"/>
                  </a:lnTo>
                  <a:lnTo>
                    <a:pt x="318185" y="133350"/>
                  </a:lnTo>
                  <a:lnTo>
                    <a:pt x="326174" y="143510"/>
                  </a:lnTo>
                  <a:lnTo>
                    <a:pt x="332574" y="149860"/>
                  </a:lnTo>
                  <a:lnTo>
                    <a:pt x="331876" y="151130"/>
                  </a:lnTo>
                  <a:lnTo>
                    <a:pt x="330479" y="151130"/>
                  </a:lnTo>
                  <a:lnTo>
                    <a:pt x="327837" y="152400"/>
                  </a:lnTo>
                  <a:lnTo>
                    <a:pt x="318655" y="152400"/>
                  </a:lnTo>
                  <a:lnTo>
                    <a:pt x="315899" y="151130"/>
                  </a:lnTo>
                  <a:lnTo>
                    <a:pt x="315328" y="151130"/>
                  </a:lnTo>
                  <a:lnTo>
                    <a:pt x="311848" y="156210"/>
                  </a:lnTo>
                  <a:lnTo>
                    <a:pt x="310819" y="157480"/>
                  </a:lnTo>
                  <a:lnTo>
                    <a:pt x="309841" y="158750"/>
                  </a:lnTo>
                  <a:lnTo>
                    <a:pt x="309206" y="160020"/>
                  </a:lnTo>
                  <a:lnTo>
                    <a:pt x="313931" y="167640"/>
                  </a:lnTo>
                  <a:lnTo>
                    <a:pt x="317512" y="173990"/>
                  </a:lnTo>
                  <a:lnTo>
                    <a:pt x="321005" y="180340"/>
                  </a:lnTo>
                  <a:lnTo>
                    <a:pt x="323545" y="185420"/>
                  </a:lnTo>
                  <a:lnTo>
                    <a:pt x="325793" y="191770"/>
                  </a:lnTo>
                  <a:lnTo>
                    <a:pt x="328752" y="193040"/>
                  </a:lnTo>
                  <a:lnTo>
                    <a:pt x="337769" y="195580"/>
                  </a:lnTo>
                  <a:lnTo>
                    <a:pt x="345617" y="200660"/>
                  </a:lnTo>
                  <a:lnTo>
                    <a:pt x="346468" y="201930"/>
                  </a:lnTo>
                  <a:lnTo>
                    <a:pt x="346583" y="199390"/>
                  </a:lnTo>
                  <a:lnTo>
                    <a:pt x="346684" y="196850"/>
                  </a:lnTo>
                  <a:lnTo>
                    <a:pt x="345465" y="195580"/>
                  </a:lnTo>
                  <a:lnTo>
                    <a:pt x="341071" y="194310"/>
                  </a:lnTo>
                  <a:lnTo>
                    <a:pt x="339407" y="193040"/>
                  </a:lnTo>
                  <a:lnTo>
                    <a:pt x="341223" y="193040"/>
                  </a:lnTo>
                  <a:lnTo>
                    <a:pt x="346684" y="194310"/>
                  </a:lnTo>
                  <a:lnTo>
                    <a:pt x="350608" y="195580"/>
                  </a:lnTo>
                  <a:lnTo>
                    <a:pt x="349770" y="193040"/>
                  </a:lnTo>
                  <a:lnTo>
                    <a:pt x="349351" y="191770"/>
                  </a:lnTo>
                  <a:lnTo>
                    <a:pt x="345313" y="186690"/>
                  </a:lnTo>
                  <a:lnTo>
                    <a:pt x="342849" y="184150"/>
                  </a:lnTo>
                  <a:lnTo>
                    <a:pt x="339509" y="182880"/>
                  </a:lnTo>
                  <a:lnTo>
                    <a:pt x="336245" y="182880"/>
                  </a:lnTo>
                  <a:lnTo>
                    <a:pt x="334848" y="184150"/>
                  </a:lnTo>
                  <a:lnTo>
                    <a:pt x="335064" y="185420"/>
                  </a:lnTo>
                  <a:lnTo>
                    <a:pt x="334340" y="186690"/>
                  </a:lnTo>
                  <a:lnTo>
                    <a:pt x="331749" y="186690"/>
                  </a:lnTo>
                  <a:lnTo>
                    <a:pt x="330898" y="185420"/>
                  </a:lnTo>
                  <a:lnTo>
                    <a:pt x="331749" y="182880"/>
                  </a:lnTo>
                  <a:lnTo>
                    <a:pt x="333616" y="182880"/>
                  </a:lnTo>
                  <a:lnTo>
                    <a:pt x="333248" y="180340"/>
                  </a:lnTo>
                  <a:lnTo>
                    <a:pt x="332828" y="177800"/>
                  </a:lnTo>
                  <a:lnTo>
                    <a:pt x="329666" y="177800"/>
                  </a:lnTo>
                  <a:lnTo>
                    <a:pt x="327837" y="176530"/>
                  </a:lnTo>
                  <a:lnTo>
                    <a:pt x="324878" y="172720"/>
                  </a:lnTo>
                  <a:lnTo>
                    <a:pt x="321818" y="167640"/>
                  </a:lnTo>
                  <a:lnTo>
                    <a:pt x="320255" y="165100"/>
                  </a:lnTo>
                  <a:lnTo>
                    <a:pt x="318858" y="162560"/>
                  </a:lnTo>
                  <a:lnTo>
                    <a:pt x="320776" y="160020"/>
                  </a:lnTo>
                  <a:lnTo>
                    <a:pt x="323126" y="158750"/>
                  </a:lnTo>
                  <a:lnTo>
                    <a:pt x="328142" y="161290"/>
                  </a:lnTo>
                  <a:lnTo>
                    <a:pt x="337921" y="162560"/>
                  </a:lnTo>
                  <a:lnTo>
                    <a:pt x="350177" y="162560"/>
                  </a:lnTo>
                  <a:lnTo>
                    <a:pt x="351904" y="171450"/>
                  </a:lnTo>
                  <a:lnTo>
                    <a:pt x="355638" y="179070"/>
                  </a:lnTo>
                  <a:lnTo>
                    <a:pt x="362140" y="184150"/>
                  </a:lnTo>
                  <a:lnTo>
                    <a:pt x="372186" y="187960"/>
                  </a:lnTo>
                  <a:lnTo>
                    <a:pt x="379857" y="190500"/>
                  </a:lnTo>
                  <a:lnTo>
                    <a:pt x="387934" y="195580"/>
                  </a:lnTo>
                  <a:lnTo>
                    <a:pt x="390728" y="203200"/>
                  </a:lnTo>
                  <a:lnTo>
                    <a:pt x="371500" y="205740"/>
                  </a:lnTo>
                  <a:lnTo>
                    <a:pt x="360311" y="210820"/>
                  </a:lnTo>
                  <a:lnTo>
                    <a:pt x="355104" y="218440"/>
                  </a:lnTo>
                  <a:lnTo>
                    <a:pt x="353822" y="226060"/>
                  </a:lnTo>
                  <a:lnTo>
                    <a:pt x="355574" y="233680"/>
                  </a:lnTo>
                  <a:lnTo>
                    <a:pt x="359435" y="238760"/>
                  </a:lnTo>
                  <a:lnTo>
                    <a:pt x="363296" y="242570"/>
                  </a:lnTo>
                  <a:lnTo>
                    <a:pt x="365048" y="248920"/>
                  </a:lnTo>
                  <a:lnTo>
                    <a:pt x="360730" y="254000"/>
                  </a:lnTo>
                  <a:lnTo>
                    <a:pt x="350647" y="257810"/>
                  </a:lnTo>
                  <a:lnTo>
                    <a:pt x="339013" y="260350"/>
                  </a:lnTo>
                  <a:lnTo>
                    <a:pt x="330085" y="261620"/>
                  </a:lnTo>
                  <a:lnTo>
                    <a:pt x="323126" y="262890"/>
                  </a:lnTo>
                  <a:lnTo>
                    <a:pt x="319354" y="264160"/>
                  </a:lnTo>
                  <a:lnTo>
                    <a:pt x="315937" y="267970"/>
                  </a:lnTo>
                  <a:lnTo>
                    <a:pt x="312686" y="270510"/>
                  </a:lnTo>
                  <a:lnTo>
                    <a:pt x="303352" y="279400"/>
                  </a:lnTo>
                  <a:lnTo>
                    <a:pt x="305917" y="280670"/>
                  </a:lnTo>
                  <a:lnTo>
                    <a:pt x="308483" y="280670"/>
                  </a:lnTo>
                  <a:lnTo>
                    <a:pt x="313067" y="274320"/>
                  </a:lnTo>
                  <a:lnTo>
                    <a:pt x="314350" y="273050"/>
                  </a:lnTo>
                  <a:lnTo>
                    <a:pt x="315328" y="270510"/>
                  </a:lnTo>
                  <a:lnTo>
                    <a:pt x="316166" y="271780"/>
                  </a:lnTo>
                  <a:lnTo>
                    <a:pt x="317119" y="271780"/>
                  </a:lnTo>
                  <a:lnTo>
                    <a:pt x="315429" y="274320"/>
                  </a:lnTo>
                  <a:lnTo>
                    <a:pt x="311670" y="280670"/>
                  </a:lnTo>
                  <a:lnTo>
                    <a:pt x="327406" y="281940"/>
                  </a:lnTo>
                  <a:lnTo>
                    <a:pt x="328422" y="276860"/>
                  </a:lnTo>
                  <a:lnTo>
                    <a:pt x="328422" y="271780"/>
                  </a:lnTo>
                  <a:lnTo>
                    <a:pt x="324472" y="270510"/>
                  </a:lnTo>
                  <a:lnTo>
                    <a:pt x="326758" y="267970"/>
                  </a:lnTo>
                  <a:lnTo>
                    <a:pt x="329120" y="266700"/>
                  </a:lnTo>
                  <a:lnTo>
                    <a:pt x="330987" y="267970"/>
                  </a:lnTo>
                  <a:lnTo>
                    <a:pt x="334632" y="271780"/>
                  </a:lnTo>
                  <a:lnTo>
                    <a:pt x="335203" y="274320"/>
                  </a:lnTo>
                  <a:lnTo>
                    <a:pt x="339598" y="271780"/>
                  </a:lnTo>
                  <a:lnTo>
                    <a:pt x="353187" y="266700"/>
                  </a:lnTo>
                  <a:lnTo>
                    <a:pt x="370166" y="260350"/>
                  </a:lnTo>
                  <a:lnTo>
                    <a:pt x="375221" y="257810"/>
                  </a:lnTo>
                  <a:lnTo>
                    <a:pt x="378282" y="256540"/>
                  </a:lnTo>
                  <a:lnTo>
                    <a:pt x="382143" y="255270"/>
                  </a:lnTo>
                  <a:lnTo>
                    <a:pt x="381000" y="252730"/>
                  </a:lnTo>
                  <a:lnTo>
                    <a:pt x="378625" y="251460"/>
                  </a:lnTo>
                  <a:lnTo>
                    <a:pt x="376212" y="248920"/>
                  </a:lnTo>
                  <a:lnTo>
                    <a:pt x="375666" y="246380"/>
                  </a:lnTo>
                  <a:lnTo>
                    <a:pt x="375666" y="232410"/>
                  </a:lnTo>
                  <a:lnTo>
                    <a:pt x="381927" y="228600"/>
                  </a:lnTo>
                  <a:lnTo>
                    <a:pt x="393192" y="228600"/>
                  </a:lnTo>
                  <a:lnTo>
                    <a:pt x="392696" y="232410"/>
                  </a:lnTo>
                  <a:lnTo>
                    <a:pt x="392696" y="233680"/>
                  </a:lnTo>
                  <a:lnTo>
                    <a:pt x="396659" y="245110"/>
                  </a:lnTo>
                  <a:lnTo>
                    <a:pt x="405841" y="255270"/>
                  </a:lnTo>
                  <a:lnTo>
                    <a:pt x="416255" y="262890"/>
                  </a:lnTo>
                  <a:lnTo>
                    <a:pt x="423913" y="265430"/>
                  </a:lnTo>
                  <a:lnTo>
                    <a:pt x="426872" y="265430"/>
                  </a:lnTo>
                  <a:lnTo>
                    <a:pt x="430911" y="262890"/>
                  </a:lnTo>
                  <a:lnTo>
                    <a:pt x="431025" y="267970"/>
                  </a:lnTo>
                  <a:lnTo>
                    <a:pt x="431139" y="273050"/>
                  </a:lnTo>
                  <a:lnTo>
                    <a:pt x="431253" y="279400"/>
                  </a:lnTo>
                  <a:lnTo>
                    <a:pt x="432803" y="284480"/>
                  </a:lnTo>
                  <a:lnTo>
                    <a:pt x="430110" y="300990"/>
                  </a:lnTo>
                  <a:lnTo>
                    <a:pt x="427685" y="302260"/>
                  </a:lnTo>
                  <a:lnTo>
                    <a:pt x="417766" y="309880"/>
                  </a:lnTo>
                  <a:lnTo>
                    <a:pt x="413105" y="320040"/>
                  </a:lnTo>
                  <a:lnTo>
                    <a:pt x="411048" y="322580"/>
                  </a:lnTo>
                  <a:lnTo>
                    <a:pt x="413207" y="323850"/>
                  </a:lnTo>
                  <a:lnTo>
                    <a:pt x="415505" y="323850"/>
                  </a:lnTo>
                  <a:lnTo>
                    <a:pt x="417347" y="318770"/>
                  </a:lnTo>
                  <a:lnTo>
                    <a:pt x="419049" y="313690"/>
                  </a:lnTo>
                  <a:lnTo>
                    <a:pt x="420776" y="311150"/>
                  </a:lnTo>
                  <a:lnTo>
                    <a:pt x="422656" y="309880"/>
                  </a:lnTo>
                  <a:lnTo>
                    <a:pt x="420687" y="314960"/>
                  </a:lnTo>
                  <a:lnTo>
                    <a:pt x="419328" y="321310"/>
                  </a:lnTo>
                  <a:lnTo>
                    <a:pt x="418261" y="323850"/>
                  </a:lnTo>
                  <a:lnTo>
                    <a:pt x="424751" y="325120"/>
                  </a:lnTo>
                  <a:lnTo>
                    <a:pt x="434784" y="320040"/>
                  </a:lnTo>
                  <a:lnTo>
                    <a:pt x="434784" y="311150"/>
                  </a:lnTo>
                  <a:lnTo>
                    <a:pt x="431253" y="311150"/>
                  </a:lnTo>
                  <a:lnTo>
                    <a:pt x="431253" y="309880"/>
                  </a:lnTo>
                  <a:lnTo>
                    <a:pt x="431253" y="307340"/>
                  </a:lnTo>
                  <a:lnTo>
                    <a:pt x="432841" y="306070"/>
                  </a:lnTo>
                  <a:lnTo>
                    <a:pt x="437273" y="306070"/>
                  </a:lnTo>
                  <a:lnTo>
                    <a:pt x="439216" y="307340"/>
                  </a:lnTo>
                  <a:lnTo>
                    <a:pt x="439331" y="308610"/>
                  </a:lnTo>
                  <a:lnTo>
                    <a:pt x="441998" y="307340"/>
                  </a:lnTo>
                  <a:lnTo>
                    <a:pt x="442925" y="306070"/>
                  </a:lnTo>
                  <a:lnTo>
                    <a:pt x="443839" y="304800"/>
                  </a:lnTo>
                  <a:lnTo>
                    <a:pt x="443814" y="302260"/>
                  </a:lnTo>
                  <a:lnTo>
                    <a:pt x="443699" y="290830"/>
                  </a:lnTo>
                  <a:lnTo>
                    <a:pt x="444119" y="290830"/>
                  </a:lnTo>
                  <a:lnTo>
                    <a:pt x="445274" y="293370"/>
                  </a:lnTo>
                  <a:lnTo>
                    <a:pt x="447344" y="294640"/>
                  </a:lnTo>
                  <a:lnTo>
                    <a:pt x="454558" y="294640"/>
                  </a:lnTo>
                  <a:lnTo>
                    <a:pt x="456590" y="292100"/>
                  </a:lnTo>
                  <a:lnTo>
                    <a:pt x="458990" y="290830"/>
                  </a:lnTo>
                  <a:lnTo>
                    <a:pt x="460717" y="288290"/>
                  </a:lnTo>
                  <a:lnTo>
                    <a:pt x="461416" y="285750"/>
                  </a:lnTo>
                  <a:lnTo>
                    <a:pt x="461416" y="283210"/>
                  </a:lnTo>
                  <a:lnTo>
                    <a:pt x="461124" y="281940"/>
                  </a:lnTo>
                  <a:lnTo>
                    <a:pt x="460336" y="280670"/>
                  </a:lnTo>
                  <a:lnTo>
                    <a:pt x="459333" y="279400"/>
                  </a:lnTo>
                  <a:lnTo>
                    <a:pt x="458419" y="278714"/>
                  </a:lnTo>
                  <a:lnTo>
                    <a:pt x="458419" y="283210"/>
                  </a:lnTo>
                  <a:lnTo>
                    <a:pt x="458279" y="284480"/>
                  </a:lnTo>
                  <a:lnTo>
                    <a:pt x="458101" y="285750"/>
                  </a:lnTo>
                  <a:lnTo>
                    <a:pt x="457771" y="287020"/>
                  </a:lnTo>
                  <a:lnTo>
                    <a:pt x="456590" y="289560"/>
                  </a:lnTo>
                  <a:lnTo>
                    <a:pt x="454875" y="289560"/>
                  </a:lnTo>
                  <a:lnTo>
                    <a:pt x="451815" y="292100"/>
                  </a:lnTo>
                  <a:lnTo>
                    <a:pt x="448259" y="292100"/>
                  </a:lnTo>
                  <a:lnTo>
                    <a:pt x="447535" y="290830"/>
                  </a:lnTo>
                  <a:lnTo>
                    <a:pt x="446811" y="289560"/>
                  </a:lnTo>
                  <a:lnTo>
                    <a:pt x="445973" y="288290"/>
                  </a:lnTo>
                  <a:lnTo>
                    <a:pt x="446062" y="287020"/>
                  </a:lnTo>
                  <a:lnTo>
                    <a:pt x="446227" y="287020"/>
                  </a:lnTo>
                  <a:lnTo>
                    <a:pt x="446392" y="285750"/>
                  </a:lnTo>
                  <a:lnTo>
                    <a:pt x="446557" y="284480"/>
                  </a:lnTo>
                  <a:lnTo>
                    <a:pt x="447903" y="283210"/>
                  </a:lnTo>
                  <a:lnTo>
                    <a:pt x="449491" y="281940"/>
                  </a:lnTo>
                  <a:lnTo>
                    <a:pt x="451345" y="280670"/>
                  </a:lnTo>
                  <a:lnTo>
                    <a:pt x="455129" y="280670"/>
                  </a:lnTo>
                  <a:lnTo>
                    <a:pt x="457060" y="281940"/>
                  </a:lnTo>
                  <a:lnTo>
                    <a:pt x="457644" y="283210"/>
                  </a:lnTo>
                  <a:lnTo>
                    <a:pt x="458419" y="283210"/>
                  </a:lnTo>
                  <a:lnTo>
                    <a:pt x="458419" y="278714"/>
                  </a:lnTo>
                  <a:lnTo>
                    <a:pt x="457644" y="278130"/>
                  </a:lnTo>
                  <a:lnTo>
                    <a:pt x="455764" y="278130"/>
                  </a:lnTo>
                  <a:lnTo>
                    <a:pt x="453199" y="276860"/>
                  </a:lnTo>
                  <a:lnTo>
                    <a:pt x="450265" y="278130"/>
                  </a:lnTo>
                  <a:lnTo>
                    <a:pt x="445681" y="280670"/>
                  </a:lnTo>
                  <a:lnTo>
                    <a:pt x="443839" y="283210"/>
                  </a:lnTo>
                  <a:lnTo>
                    <a:pt x="443280" y="285750"/>
                  </a:lnTo>
                  <a:lnTo>
                    <a:pt x="443217" y="284480"/>
                  </a:lnTo>
                  <a:lnTo>
                    <a:pt x="443141" y="283210"/>
                  </a:lnTo>
                  <a:lnTo>
                    <a:pt x="443064" y="281940"/>
                  </a:lnTo>
                  <a:lnTo>
                    <a:pt x="443001" y="280670"/>
                  </a:lnTo>
                  <a:lnTo>
                    <a:pt x="442925" y="279400"/>
                  </a:lnTo>
                  <a:lnTo>
                    <a:pt x="442849" y="278130"/>
                  </a:lnTo>
                  <a:lnTo>
                    <a:pt x="442785" y="276860"/>
                  </a:lnTo>
                  <a:lnTo>
                    <a:pt x="441998" y="269240"/>
                  </a:lnTo>
                  <a:lnTo>
                    <a:pt x="442125" y="267970"/>
                  </a:lnTo>
                  <a:lnTo>
                    <a:pt x="442252" y="266700"/>
                  </a:lnTo>
                  <a:lnTo>
                    <a:pt x="442366" y="265430"/>
                  </a:lnTo>
                  <a:lnTo>
                    <a:pt x="442468" y="264160"/>
                  </a:lnTo>
                  <a:lnTo>
                    <a:pt x="442569" y="262890"/>
                  </a:lnTo>
                  <a:lnTo>
                    <a:pt x="442671" y="261620"/>
                  </a:lnTo>
                  <a:lnTo>
                    <a:pt x="442785" y="260350"/>
                  </a:lnTo>
                  <a:lnTo>
                    <a:pt x="442925" y="257810"/>
                  </a:lnTo>
                  <a:lnTo>
                    <a:pt x="441325" y="257810"/>
                  </a:lnTo>
                  <a:lnTo>
                    <a:pt x="439623" y="256540"/>
                  </a:lnTo>
                  <a:lnTo>
                    <a:pt x="437781" y="260350"/>
                  </a:lnTo>
                  <a:lnTo>
                    <a:pt x="432930" y="260350"/>
                  </a:lnTo>
                  <a:lnTo>
                    <a:pt x="425742" y="252730"/>
                  </a:lnTo>
                  <a:lnTo>
                    <a:pt x="425742" y="246380"/>
                  </a:lnTo>
                  <a:lnTo>
                    <a:pt x="426923" y="241300"/>
                  </a:lnTo>
                  <a:lnTo>
                    <a:pt x="429983" y="233680"/>
                  </a:lnTo>
                  <a:lnTo>
                    <a:pt x="431977" y="228600"/>
                  </a:lnTo>
                  <a:lnTo>
                    <a:pt x="432612" y="223520"/>
                  </a:lnTo>
                  <a:lnTo>
                    <a:pt x="432930" y="220980"/>
                  </a:lnTo>
                  <a:lnTo>
                    <a:pt x="432841" y="218440"/>
                  </a:lnTo>
                  <a:lnTo>
                    <a:pt x="434682" y="217170"/>
                  </a:lnTo>
                  <a:lnTo>
                    <a:pt x="437299" y="222250"/>
                  </a:lnTo>
                  <a:lnTo>
                    <a:pt x="439470" y="227330"/>
                  </a:lnTo>
                  <a:lnTo>
                    <a:pt x="442785" y="231140"/>
                  </a:lnTo>
                  <a:lnTo>
                    <a:pt x="443852" y="238760"/>
                  </a:lnTo>
                  <a:lnTo>
                    <a:pt x="448995" y="245110"/>
                  </a:lnTo>
                  <a:lnTo>
                    <a:pt x="456577" y="248920"/>
                  </a:lnTo>
                  <a:lnTo>
                    <a:pt x="462165" y="246380"/>
                  </a:lnTo>
                  <a:lnTo>
                    <a:pt x="464959" y="245110"/>
                  </a:lnTo>
                  <a:lnTo>
                    <a:pt x="459587" y="246380"/>
                  </a:lnTo>
                  <a:lnTo>
                    <a:pt x="455790" y="241300"/>
                  </a:lnTo>
                  <a:lnTo>
                    <a:pt x="453402" y="236220"/>
                  </a:lnTo>
                  <a:lnTo>
                    <a:pt x="454355" y="236220"/>
                  </a:lnTo>
                  <a:lnTo>
                    <a:pt x="457974" y="237490"/>
                  </a:lnTo>
                  <a:lnTo>
                    <a:pt x="461835" y="241300"/>
                  </a:lnTo>
                  <a:lnTo>
                    <a:pt x="474002" y="241300"/>
                  </a:lnTo>
                  <a:lnTo>
                    <a:pt x="475411" y="236220"/>
                  </a:lnTo>
                  <a:lnTo>
                    <a:pt x="476110" y="233680"/>
                  </a:lnTo>
                  <a:lnTo>
                    <a:pt x="477164" y="229870"/>
                  </a:lnTo>
                  <a:lnTo>
                    <a:pt x="475043" y="232410"/>
                  </a:lnTo>
                  <a:lnTo>
                    <a:pt x="470611" y="233680"/>
                  </a:lnTo>
                  <a:lnTo>
                    <a:pt x="467575" y="233680"/>
                  </a:lnTo>
                  <a:lnTo>
                    <a:pt x="469087" y="232410"/>
                  </a:lnTo>
                  <a:lnTo>
                    <a:pt x="472109" y="229870"/>
                  </a:lnTo>
                  <a:lnTo>
                    <a:pt x="474484" y="224790"/>
                  </a:lnTo>
                  <a:lnTo>
                    <a:pt x="474484" y="218440"/>
                  </a:lnTo>
                  <a:lnTo>
                    <a:pt x="468680" y="199390"/>
                  </a:lnTo>
                  <a:lnTo>
                    <a:pt x="443090" y="173990"/>
                  </a:lnTo>
                  <a:lnTo>
                    <a:pt x="437273" y="157480"/>
                  </a:lnTo>
                  <a:lnTo>
                    <a:pt x="437273" y="147320"/>
                  </a:lnTo>
                  <a:lnTo>
                    <a:pt x="446354" y="140970"/>
                  </a:lnTo>
                  <a:lnTo>
                    <a:pt x="455129" y="140970"/>
                  </a:lnTo>
                  <a:lnTo>
                    <a:pt x="456984" y="142240"/>
                  </a:lnTo>
                  <a:lnTo>
                    <a:pt x="458419" y="142240"/>
                  </a:lnTo>
                  <a:lnTo>
                    <a:pt x="456082" y="144780"/>
                  </a:lnTo>
                  <a:lnTo>
                    <a:pt x="454748" y="148590"/>
                  </a:lnTo>
                  <a:lnTo>
                    <a:pt x="454875" y="153670"/>
                  </a:lnTo>
                  <a:lnTo>
                    <a:pt x="461048" y="165100"/>
                  </a:lnTo>
                  <a:lnTo>
                    <a:pt x="473748" y="172720"/>
                  </a:lnTo>
                  <a:lnTo>
                    <a:pt x="486371" y="177800"/>
                  </a:lnTo>
                  <a:lnTo>
                    <a:pt x="492290" y="184150"/>
                  </a:lnTo>
                  <a:close/>
                </a:path>
              </a:pathLst>
            </a:custGeom>
            <a:solidFill>
              <a:srgbClr val="FFFFFF"/>
            </a:solidFill>
          </p:spPr>
          <p:txBody>
            <a:bodyPr wrap="square" lIns="0" tIns="0" rIns="0" bIns="0" rtlCol="0"/>
            <a:lstStyle/>
            <a:p>
              <a:endParaRPr/>
            </a:p>
          </p:txBody>
        </p:sp>
        <p:pic>
          <p:nvPicPr>
            <p:cNvPr id="8" name="object 8"/>
            <p:cNvPicPr>
              <a:picLocks noGrp="1" noRot="1" noMove="1" noResize="1" noEditPoints="1" noAdjustHandles="1" noChangeArrowheads="1" noChangeShapeType="1" noCrop="1"/>
            </p:cNvPicPr>
            <p:nvPr/>
          </p:nvPicPr>
          <p:blipFill>
            <a:blip r:embed="rId5" cstate="print"/>
            <a:stretch>
              <a:fillRect/>
            </a:stretch>
          </p:blipFill>
          <p:spPr>
            <a:xfrm>
              <a:off x="723307" y="1028083"/>
              <a:ext cx="162182" cy="202135"/>
            </a:xfrm>
            <a:prstGeom prst="rect">
              <a:avLst/>
            </a:prstGeom>
          </p:spPr>
        </p:pic>
        <p:pic>
          <p:nvPicPr>
            <p:cNvPr id="9" name="object 9"/>
            <p:cNvPicPr>
              <a:picLocks noGrp="1" noRot="1" noMove="1" noResize="1" noEditPoints="1" noAdjustHandles="1" noChangeArrowheads="1" noChangeShapeType="1" noCrop="1"/>
            </p:cNvPicPr>
            <p:nvPr/>
          </p:nvPicPr>
          <p:blipFill>
            <a:blip r:embed="rId6" cstate="print"/>
            <a:stretch>
              <a:fillRect/>
            </a:stretch>
          </p:blipFill>
          <p:spPr>
            <a:xfrm>
              <a:off x="928447" y="1028087"/>
              <a:ext cx="167248" cy="197425"/>
            </a:xfrm>
            <a:prstGeom prst="rect">
              <a:avLst/>
            </a:prstGeom>
          </p:spPr>
        </p:pic>
        <p:sp>
          <p:nvSpPr>
            <p:cNvPr id="10" name="object 10"/>
            <p:cNvSpPr>
              <a:spLocks noGrp="1" noRot="1" noMove="1" noResize="1" noEditPoints="1" noAdjustHandles="1" noChangeArrowheads="1" noChangeShapeType="1"/>
            </p:cNvSpPr>
            <p:nvPr/>
          </p:nvSpPr>
          <p:spPr>
            <a:xfrm>
              <a:off x="1195451" y="1028089"/>
              <a:ext cx="160020" cy="197485"/>
            </a:xfrm>
            <a:custGeom>
              <a:avLst/>
              <a:gdLst/>
              <a:ahLst/>
              <a:cxnLst/>
              <a:rect l="l" t="t" r="r" b="b"/>
              <a:pathLst>
                <a:path w="160019" h="197484">
                  <a:moveTo>
                    <a:pt x="159918" y="0"/>
                  </a:moveTo>
                  <a:lnTo>
                    <a:pt x="133070" y="0"/>
                  </a:lnTo>
                  <a:lnTo>
                    <a:pt x="133070" y="85432"/>
                  </a:lnTo>
                  <a:lnTo>
                    <a:pt x="26835" y="85432"/>
                  </a:lnTo>
                  <a:lnTo>
                    <a:pt x="26835" y="0"/>
                  </a:lnTo>
                  <a:lnTo>
                    <a:pt x="0" y="0"/>
                  </a:lnTo>
                  <a:lnTo>
                    <a:pt x="0" y="85432"/>
                  </a:lnTo>
                  <a:lnTo>
                    <a:pt x="0" y="106794"/>
                  </a:lnTo>
                  <a:lnTo>
                    <a:pt x="0" y="197243"/>
                  </a:lnTo>
                  <a:lnTo>
                    <a:pt x="26835" y="197243"/>
                  </a:lnTo>
                  <a:lnTo>
                    <a:pt x="26835" y="106794"/>
                  </a:lnTo>
                  <a:lnTo>
                    <a:pt x="133070" y="106794"/>
                  </a:lnTo>
                  <a:lnTo>
                    <a:pt x="133070" y="197243"/>
                  </a:lnTo>
                  <a:lnTo>
                    <a:pt x="159918" y="197243"/>
                  </a:lnTo>
                  <a:lnTo>
                    <a:pt x="159918" y="106794"/>
                  </a:lnTo>
                  <a:lnTo>
                    <a:pt x="159918" y="85432"/>
                  </a:lnTo>
                  <a:lnTo>
                    <a:pt x="159918" y="0"/>
                  </a:lnTo>
                  <a:close/>
                </a:path>
              </a:pathLst>
            </a:custGeom>
            <a:solidFill>
              <a:srgbClr val="FFFFFF"/>
            </a:solidFill>
          </p:spPr>
          <p:txBody>
            <a:bodyPr wrap="square" lIns="0" tIns="0" rIns="0" bIns="0" rtlCol="0"/>
            <a:lstStyle/>
            <a:p>
              <a:endParaRPr/>
            </a:p>
          </p:txBody>
        </p:sp>
        <p:pic>
          <p:nvPicPr>
            <p:cNvPr id="11" name="object 11"/>
            <p:cNvPicPr>
              <a:picLocks noGrp="1" noRot="1" noMove="1" noResize="1" noEditPoints="1" noAdjustHandles="1" noChangeArrowheads="1" noChangeShapeType="1" noCrop="1"/>
            </p:cNvPicPr>
            <p:nvPr/>
          </p:nvPicPr>
          <p:blipFill>
            <a:blip r:embed="rId7" cstate="print"/>
            <a:stretch>
              <a:fillRect/>
            </a:stretch>
          </p:blipFill>
          <p:spPr>
            <a:xfrm>
              <a:off x="1387592" y="1079243"/>
              <a:ext cx="289038" cy="149587"/>
            </a:xfrm>
            <a:prstGeom prst="rect">
              <a:avLst/>
            </a:prstGeom>
          </p:spPr>
        </p:pic>
        <p:sp>
          <p:nvSpPr>
            <p:cNvPr id="12" name="object 12"/>
            <p:cNvSpPr>
              <a:spLocks noGrp="1" noRot="1" noMove="1" noResize="1" noEditPoints="1" noAdjustHandles="1" noChangeArrowheads="1" noChangeShapeType="1"/>
            </p:cNvSpPr>
            <p:nvPr/>
          </p:nvSpPr>
          <p:spPr>
            <a:xfrm>
              <a:off x="1700362" y="1028087"/>
              <a:ext cx="24130" cy="197485"/>
            </a:xfrm>
            <a:custGeom>
              <a:avLst/>
              <a:gdLst/>
              <a:ahLst/>
              <a:cxnLst/>
              <a:rect l="l" t="t" r="r" b="b"/>
              <a:pathLst>
                <a:path w="24130" h="197484">
                  <a:moveTo>
                    <a:pt x="24017" y="197425"/>
                  </a:moveTo>
                  <a:lnTo>
                    <a:pt x="0" y="197425"/>
                  </a:lnTo>
                  <a:lnTo>
                    <a:pt x="0" y="0"/>
                  </a:lnTo>
                  <a:lnTo>
                    <a:pt x="24017" y="0"/>
                  </a:lnTo>
                  <a:lnTo>
                    <a:pt x="24017" y="197425"/>
                  </a:lnTo>
                  <a:close/>
                </a:path>
              </a:pathLst>
            </a:custGeom>
            <a:solidFill>
              <a:srgbClr val="FFFFFF"/>
            </a:solidFill>
          </p:spPr>
          <p:txBody>
            <a:bodyPr wrap="square" lIns="0" tIns="0" rIns="0" bIns="0" rtlCol="0"/>
            <a:lstStyle/>
            <a:p>
              <a:endParaRPr/>
            </a:p>
          </p:txBody>
        </p:sp>
        <p:pic>
          <p:nvPicPr>
            <p:cNvPr id="13" name="object 13"/>
            <p:cNvPicPr>
              <a:picLocks noGrp="1" noRot="1" noMove="1" noResize="1" noEditPoints="1" noAdjustHandles="1" noChangeArrowheads="1" noChangeShapeType="1" noCrop="1"/>
            </p:cNvPicPr>
            <p:nvPr/>
          </p:nvPicPr>
          <p:blipFill>
            <a:blip r:embed="rId8" cstate="print"/>
            <a:stretch>
              <a:fillRect/>
            </a:stretch>
          </p:blipFill>
          <p:spPr>
            <a:xfrm>
              <a:off x="1746146" y="1039702"/>
              <a:ext cx="77972" cy="185820"/>
            </a:xfrm>
            <a:prstGeom prst="rect">
              <a:avLst/>
            </a:prstGeom>
          </p:spPr>
        </p:pic>
        <p:pic>
          <p:nvPicPr>
            <p:cNvPr id="14" name="object 14"/>
            <p:cNvPicPr>
              <a:picLocks noGrp="1" noRot="1" noMove="1" noResize="1" noEditPoints="1" noAdjustHandles="1" noChangeArrowheads="1" noChangeShapeType="1" noCrop="1"/>
            </p:cNvPicPr>
            <p:nvPr/>
          </p:nvPicPr>
          <p:blipFill>
            <a:blip r:embed="rId9" cstate="print"/>
            <a:stretch>
              <a:fillRect/>
            </a:stretch>
          </p:blipFill>
          <p:spPr>
            <a:xfrm>
              <a:off x="1850678" y="1028087"/>
              <a:ext cx="120924" cy="197425"/>
            </a:xfrm>
            <a:prstGeom prst="rect">
              <a:avLst/>
            </a:prstGeom>
          </p:spPr>
        </p:pic>
        <p:pic>
          <p:nvPicPr>
            <p:cNvPr id="15" name="object 15"/>
            <p:cNvPicPr>
              <a:picLocks noGrp="1" noRot="1" noMove="1" noResize="1" noEditPoints="1" noAdjustHandles="1" noChangeArrowheads="1" noChangeShapeType="1" noCrop="1"/>
            </p:cNvPicPr>
            <p:nvPr/>
          </p:nvPicPr>
          <p:blipFill>
            <a:blip r:embed="rId10" cstate="print"/>
            <a:stretch>
              <a:fillRect/>
            </a:stretch>
          </p:blipFill>
          <p:spPr>
            <a:xfrm>
              <a:off x="712861" y="1314126"/>
              <a:ext cx="162182" cy="206814"/>
            </a:xfrm>
            <a:prstGeom prst="rect">
              <a:avLst/>
            </a:prstGeom>
          </p:spPr>
        </p:pic>
        <p:pic>
          <p:nvPicPr>
            <p:cNvPr id="16" name="object 16"/>
            <p:cNvPicPr>
              <a:picLocks noGrp="1" noRot="1" noMove="1" noResize="1" noEditPoints="1" noAdjustHandles="1" noChangeArrowheads="1" noChangeShapeType="1" noCrop="1"/>
            </p:cNvPicPr>
            <p:nvPr/>
          </p:nvPicPr>
          <p:blipFill>
            <a:blip r:embed="rId11" cstate="print"/>
            <a:stretch>
              <a:fillRect/>
            </a:stretch>
          </p:blipFill>
          <p:spPr>
            <a:xfrm>
              <a:off x="895674" y="1369975"/>
              <a:ext cx="284513" cy="149595"/>
            </a:xfrm>
            <a:prstGeom prst="rect">
              <a:avLst/>
            </a:prstGeom>
          </p:spPr>
        </p:pic>
        <p:pic>
          <p:nvPicPr>
            <p:cNvPr id="17" name="object 17"/>
            <p:cNvPicPr>
              <a:picLocks noGrp="1" noRot="1" noMove="1" noResize="1" noEditPoints="1" noAdjustHandles="1" noChangeArrowheads="1" noChangeShapeType="1" noCrop="1"/>
            </p:cNvPicPr>
            <p:nvPr/>
          </p:nvPicPr>
          <p:blipFill>
            <a:blip r:embed="rId12" cstate="print"/>
            <a:stretch>
              <a:fillRect/>
            </a:stretch>
          </p:blipFill>
          <p:spPr>
            <a:xfrm>
              <a:off x="1207038" y="1373286"/>
              <a:ext cx="120924" cy="146279"/>
            </a:xfrm>
            <a:prstGeom prst="rect">
              <a:avLst/>
            </a:prstGeom>
          </p:spPr>
        </p:pic>
        <p:pic>
          <p:nvPicPr>
            <p:cNvPr id="18" name="object 18"/>
            <p:cNvPicPr>
              <a:picLocks noGrp="1" noRot="1" noMove="1" noResize="1" noEditPoints="1" noAdjustHandles="1" noChangeArrowheads="1" noChangeShapeType="1" noCrop="1"/>
            </p:cNvPicPr>
            <p:nvPr/>
          </p:nvPicPr>
          <p:blipFill>
            <a:blip r:embed="rId13" cstate="print"/>
            <a:stretch>
              <a:fillRect/>
            </a:stretch>
          </p:blipFill>
          <p:spPr>
            <a:xfrm>
              <a:off x="1363291" y="1369976"/>
              <a:ext cx="76848" cy="146279"/>
            </a:xfrm>
            <a:prstGeom prst="rect">
              <a:avLst/>
            </a:prstGeom>
          </p:spPr>
        </p:pic>
        <p:sp>
          <p:nvSpPr>
            <p:cNvPr id="19" name="object 19"/>
            <p:cNvSpPr>
              <a:spLocks noGrp="1" noRot="1" noMove="1" noResize="1" noEditPoints="1" noAdjustHandles="1" noChangeArrowheads="1" noChangeShapeType="1"/>
            </p:cNvSpPr>
            <p:nvPr/>
          </p:nvSpPr>
          <p:spPr>
            <a:xfrm>
              <a:off x="1459636" y="1318843"/>
              <a:ext cx="24130" cy="197485"/>
            </a:xfrm>
            <a:custGeom>
              <a:avLst/>
              <a:gdLst/>
              <a:ahLst/>
              <a:cxnLst/>
              <a:rect l="l" t="t" r="r" b="b"/>
              <a:pathLst>
                <a:path w="24130" h="197484">
                  <a:moveTo>
                    <a:pt x="24015" y="54457"/>
                  </a:moveTo>
                  <a:lnTo>
                    <a:pt x="0" y="54457"/>
                  </a:lnTo>
                  <a:lnTo>
                    <a:pt x="0" y="197421"/>
                  </a:lnTo>
                  <a:lnTo>
                    <a:pt x="24015" y="197421"/>
                  </a:lnTo>
                  <a:lnTo>
                    <a:pt x="24015" y="54457"/>
                  </a:lnTo>
                  <a:close/>
                </a:path>
                <a:path w="24130" h="197484">
                  <a:moveTo>
                    <a:pt x="24015" y="0"/>
                  </a:moveTo>
                  <a:lnTo>
                    <a:pt x="0" y="0"/>
                  </a:lnTo>
                  <a:lnTo>
                    <a:pt x="0" y="28752"/>
                  </a:lnTo>
                  <a:lnTo>
                    <a:pt x="24015" y="28752"/>
                  </a:lnTo>
                  <a:lnTo>
                    <a:pt x="24015" y="0"/>
                  </a:lnTo>
                  <a:close/>
                </a:path>
              </a:pathLst>
            </a:custGeom>
            <a:solidFill>
              <a:srgbClr val="FFFFFF"/>
            </a:solidFill>
          </p:spPr>
          <p:txBody>
            <a:bodyPr wrap="square" lIns="0" tIns="0" rIns="0" bIns="0" rtlCol="0"/>
            <a:lstStyle/>
            <a:p>
              <a:endParaRPr/>
            </a:p>
          </p:txBody>
        </p:sp>
        <p:pic>
          <p:nvPicPr>
            <p:cNvPr id="20" name="object 20"/>
            <p:cNvPicPr>
              <a:picLocks noGrp="1" noRot="1" noMove="1" noResize="1" noEditPoints="1" noAdjustHandles="1" noChangeArrowheads="1" noChangeShapeType="1" noCrop="1"/>
            </p:cNvPicPr>
            <p:nvPr/>
          </p:nvPicPr>
          <p:blipFill>
            <a:blip r:embed="rId14" cstate="print"/>
            <a:stretch>
              <a:fillRect/>
            </a:stretch>
          </p:blipFill>
          <p:spPr>
            <a:xfrm>
              <a:off x="1505414" y="1330435"/>
              <a:ext cx="225455" cy="243047"/>
            </a:xfrm>
            <a:prstGeom prst="rect">
              <a:avLst/>
            </a:prstGeom>
          </p:spPr>
        </p:pic>
        <p:pic>
          <p:nvPicPr>
            <p:cNvPr id="21" name="object 21"/>
            <p:cNvPicPr>
              <a:picLocks noGrp="1" noRot="1" noMove="1" noResize="1" noEditPoints="1" noAdjustHandles="1" noChangeArrowheads="1" noChangeShapeType="1" noCrop="1"/>
            </p:cNvPicPr>
            <p:nvPr/>
          </p:nvPicPr>
          <p:blipFill>
            <a:blip r:embed="rId15" cstate="print"/>
            <a:stretch>
              <a:fillRect/>
            </a:stretch>
          </p:blipFill>
          <p:spPr>
            <a:xfrm>
              <a:off x="700430" y="1609553"/>
              <a:ext cx="329161" cy="255481"/>
            </a:xfrm>
            <a:prstGeom prst="rect">
              <a:avLst/>
            </a:prstGeom>
          </p:spPr>
        </p:pic>
        <p:pic>
          <p:nvPicPr>
            <p:cNvPr id="22" name="object 22"/>
            <p:cNvPicPr>
              <a:picLocks noGrp="1" noRot="1" noMove="1" noResize="1" noEditPoints="1" noAdjustHandles="1" noChangeArrowheads="1" noChangeShapeType="1" noCrop="1"/>
            </p:cNvPicPr>
            <p:nvPr/>
          </p:nvPicPr>
          <p:blipFill>
            <a:blip r:embed="rId16" cstate="print"/>
            <a:stretch>
              <a:fillRect/>
            </a:stretch>
          </p:blipFill>
          <p:spPr>
            <a:xfrm>
              <a:off x="1057859" y="1660702"/>
              <a:ext cx="134761" cy="149579"/>
            </a:xfrm>
            <a:prstGeom prst="rect">
              <a:avLst/>
            </a:prstGeom>
          </p:spPr>
        </p:pic>
        <p:pic>
          <p:nvPicPr>
            <p:cNvPr id="23" name="object 23"/>
            <p:cNvPicPr>
              <a:picLocks noGrp="1" noRot="1" noMove="1" noResize="1" noEditPoints="1" noAdjustHandles="1" noChangeArrowheads="1" noChangeShapeType="1" noCrop="1"/>
            </p:cNvPicPr>
            <p:nvPr/>
          </p:nvPicPr>
          <p:blipFill>
            <a:blip r:embed="rId17" cstate="print"/>
            <a:stretch>
              <a:fillRect/>
            </a:stretch>
          </p:blipFill>
          <p:spPr>
            <a:xfrm>
              <a:off x="1217495" y="1660710"/>
              <a:ext cx="120924" cy="146263"/>
            </a:xfrm>
            <a:prstGeom prst="rect">
              <a:avLst/>
            </a:prstGeom>
          </p:spPr>
        </p:pic>
        <p:pic>
          <p:nvPicPr>
            <p:cNvPr id="24" name="object 24"/>
            <p:cNvPicPr>
              <a:picLocks noGrp="1" noRot="1" noMove="1" noResize="1" noEditPoints="1" noAdjustHandles="1" noChangeArrowheads="1" noChangeShapeType="1" noCrop="1"/>
            </p:cNvPicPr>
            <p:nvPr/>
          </p:nvPicPr>
          <p:blipFill>
            <a:blip r:embed="rId18" cstate="print"/>
            <a:stretch>
              <a:fillRect/>
            </a:stretch>
          </p:blipFill>
          <p:spPr>
            <a:xfrm>
              <a:off x="1366679" y="1660701"/>
              <a:ext cx="280563" cy="203500"/>
            </a:xfrm>
            <a:prstGeom prst="rect">
              <a:avLst/>
            </a:prstGeom>
          </p:spPr>
        </p:pic>
        <p:sp>
          <p:nvSpPr>
            <p:cNvPr id="25" name="object 25"/>
            <p:cNvSpPr>
              <a:spLocks noGrp="1" noRot="1" noMove="1" noResize="1" noEditPoints="1" noAdjustHandles="1" noChangeArrowheads="1" noChangeShapeType="1"/>
            </p:cNvSpPr>
            <p:nvPr/>
          </p:nvSpPr>
          <p:spPr>
            <a:xfrm>
              <a:off x="0" y="2362200"/>
              <a:ext cx="17348200" cy="6705600"/>
            </a:xfrm>
            <a:custGeom>
              <a:avLst/>
              <a:gdLst/>
              <a:ahLst/>
              <a:cxnLst/>
              <a:rect l="l" t="t" r="r" b="b"/>
              <a:pathLst>
                <a:path w="17348200" h="6705600">
                  <a:moveTo>
                    <a:pt x="17348200" y="0"/>
                  </a:moveTo>
                  <a:lnTo>
                    <a:pt x="0" y="0"/>
                  </a:lnTo>
                  <a:lnTo>
                    <a:pt x="0" y="6705600"/>
                  </a:lnTo>
                  <a:lnTo>
                    <a:pt x="17348200" y="6705600"/>
                  </a:lnTo>
                  <a:lnTo>
                    <a:pt x="17348200" y="0"/>
                  </a:lnTo>
                  <a:close/>
                </a:path>
              </a:pathLst>
            </a:custGeom>
            <a:solidFill>
              <a:srgbClr val="FFFFFF"/>
            </a:solidFill>
          </p:spPr>
          <p:txBody>
            <a:bodyPr wrap="square" lIns="0" tIns="0" rIns="0" bIns="0" rtlCol="0"/>
            <a:lstStyle/>
            <a:p>
              <a:endParaRPr/>
            </a:p>
          </p:txBody>
        </p:sp>
      </p:grpSp>
      <p:sp>
        <p:nvSpPr>
          <p:cNvPr id="27" name="object 27"/>
          <p:cNvSpPr txBox="1">
            <a:spLocks noGrp="1"/>
          </p:cNvSpPr>
          <p:nvPr>
            <p:ph type="title"/>
          </p:nvPr>
        </p:nvSpPr>
        <p:spPr>
          <a:xfrm>
            <a:off x="2335536" y="410478"/>
            <a:ext cx="12466516" cy="2228815"/>
          </a:xfrm>
          <a:prstGeom prst="rect">
            <a:avLst/>
          </a:prstGeom>
        </p:spPr>
        <p:txBody>
          <a:bodyPr vert="horz" wrap="square" lIns="0" tIns="12700" rIns="0" bIns="0" rtlCol="0">
            <a:spAutoFit/>
          </a:bodyPr>
          <a:lstStyle/>
          <a:p>
            <a:pPr marL="12700" algn="l" rtl="0">
              <a:spcBef>
                <a:spcPts val="100"/>
              </a:spcBef>
              <a:tabLst>
                <a:tab pos="2597150" algn="l"/>
              </a:tabLst>
            </a:pPr>
            <a:r>
              <a:rPr lang="en-GB" sz="4800" b="1" i="0" u="none" strike="noStrike">
                <a:solidFill>
                  <a:srgbClr val="92D050"/>
                </a:solidFill>
                <a:effectLst/>
                <a:latin typeface="Arial" panose="020B0604020202020204" pitchFamily="34" charset="0"/>
              </a:rPr>
              <a:t>Future risks: </a:t>
            </a:r>
            <a:r>
              <a:rPr lang="en-GB" sz="4800" i="0" u="none" strike="noStrike">
                <a:solidFill>
                  <a:srgbClr val="92D050"/>
                </a:solidFill>
                <a:effectLst/>
                <a:latin typeface="Arial" panose="020B0604020202020204" pitchFamily="34" charset="0"/>
                <a:cs typeface="Arial" panose="020B0604020202020204" pitchFamily="34" charset="0"/>
              </a:rPr>
              <a:t>Dengue, Chikungunya &amp; Zika viruses</a:t>
            </a:r>
            <a:br>
              <a:rPr lang="en-GB" sz="4800" i="0" u="none" strike="noStrike">
                <a:solidFill>
                  <a:schemeClr val="tx1"/>
                </a:solidFill>
                <a:effectLst/>
                <a:latin typeface="Arial" panose="020B0604020202020204" pitchFamily="34" charset="0"/>
                <a:cs typeface="Arial" panose="020B0604020202020204" pitchFamily="34" charset="0"/>
              </a:rPr>
            </a:br>
            <a:endParaRPr lang="en-GB" sz="4800">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210E77BB-6B4C-7AC5-268C-5DFB2E368DBC}"/>
              </a:ext>
            </a:extLst>
          </p:cNvPr>
          <p:cNvSpPr txBox="1"/>
          <p:nvPr/>
        </p:nvSpPr>
        <p:spPr>
          <a:xfrm>
            <a:off x="611019" y="3971138"/>
            <a:ext cx="16457779" cy="584775"/>
          </a:xfrm>
          <a:prstGeom prst="rect">
            <a:avLst/>
          </a:prstGeom>
          <a:noFill/>
        </p:spPr>
        <p:txBody>
          <a:bodyPr wrap="square" lIns="91440" tIns="45720" rIns="91440" bIns="45720" anchor="t">
            <a:spAutoFit/>
          </a:bodyPr>
          <a:lstStyle/>
          <a:p>
            <a:pPr marL="12700" algn="l" rtl="0" fontAlgn="base">
              <a:spcBef>
                <a:spcPts val="1400"/>
              </a:spcBef>
              <a:buClr>
                <a:srgbClr val="0F7E90"/>
              </a:buClr>
              <a:tabLst>
                <a:tab pos="207645" algn="l"/>
                <a:tab pos="2836545" algn="l"/>
              </a:tabLst>
            </a:pPr>
            <a:r>
              <a:rPr lang="en-GB" sz="3200">
                <a:solidFill>
                  <a:schemeClr val="bg1"/>
                </a:solidFill>
                <a:latin typeface="Arial"/>
                <a:cs typeface="Arial"/>
              </a:rPr>
              <a:t>Chikungunya transmission in the UK begin the latter half of the century</a:t>
            </a:r>
          </a:p>
        </p:txBody>
      </p:sp>
      <p:pic>
        <p:nvPicPr>
          <p:cNvPr id="28" name="Picture 27" descr="A close up of a mosquito&#10;&#10;Description automatically generated">
            <a:extLst>
              <a:ext uri="{FF2B5EF4-FFF2-40B4-BE49-F238E27FC236}">
                <a16:creationId xmlns:a16="http://schemas.microsoft.com/office/drawing/2014/main" id="{4E4B4ABF-468A-A49F-BFF1-4169D47E1BBE}"/>
              </a:ext>
            </a:extLst>
          </p:cNvPr>
          <p:cNvPicPr>
            <a:picLocks noChangeAspect="1"/>
          </p:cNvPicPr>
          <p:nvPr/>
        </p:nvPicPr>
        <p:blipFill rotWithShape="1">
          <a:blip r:embed="rId19">
            <a:alphaModFix amt="14000"/>
          </a:blip>
          <a:srcRect l="15032" t="41900" r="10914" b="20925"/>
          <a:stretch/>
        </p:blipFill>
        <p:spPr>
          <a:xfrm>
            <a:off x="0" y="2316206"/>
            <a:ext cx="17348200" cy="6731000"/>
          </a:xfrm>
          <a:prstGeom prst="rect">
            <a:avLst/>
          </a:prstGeom>
        </p:spPr>
      </p:pic>
      <p:sp>
        <p:nvSpPr>
          <p:cNvPr id="26" name="Rectangle 25">
            <a:extLst>
              <a:ext uri="{FF2B5EF4-FFF2-40B4-BE49-F238E27FC236}">
                <a16:creationId xmlns:a16="http://schemas.microsoft.com/office/drawing/2014/main" id="{93ED903A-988D-4F5B-23E6-2EBB14AB7192}"/>
              </a:ext>
            </a:extLst>
          </p:cNvPr>
          <p:cNvSpPr/>
          <p:nvPr/>
        </p:nvSpPr>
        <p:spPr>
          <a:xfrm>
            <a:off x="1505413" y="2528227"/>
            <a:ext cx="15563386" cy="1124475"/>
          </a:xfrm>
          <a:prstGeom prst="rect">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12700" algn="l" rtl="0" fontAlgn="base">
              <a:spcBef>
                <a:spcPts val="1400"/>
              </a:spcBef>
              <a:buClr>
                <a:srgbClr val="0F7E90"/>
              </a:buClr>
              <a:tabLst>
                <a:tab pos="207645" algn="l"/>
                <a:tab pos="2836545" algn="l"/>
              </a:tabLst>
            </a:pPr>
            <a:r>
              <a:rPr lang="en-US" sz="2800" b="1">
                <a:solidFill>
                  <a:schemeClr val="accent5">
                    <a:lumMod val="75000"/>
                  </a:schemeClr>
                </a:solidFill>
                <a:latin typeface="Arial"/>
                <a:cs typeface="Arial"/>
              </a:rPr>
              <a:t>Epidemic dengue risk in London as early as 2060, currently cases in Paris</a:t>
            </a:r>
          </a:p>
        </p:txBody>
      </p:sp>
      <p:sp>
        <p:nvSpPr>
          <p:cNvPr id="30" name="Rectangle 29">
            <a:extLst>
              <a:ext uri="{FF2B5EF4-FFF2-40B4-BE49-F238E27FC236}">
                <a16:creationId xmlns:a16="http://schemas.microsoft.com/office/drawing/2014/main" id="{10DE72E3-2A16-721E-9545-2B6B782A8B60}"/>
              </a:ext>
            </a:extLst>
          </p:cNvPr>
          <p:cNvSpPr/>
          <p:nvPr/>
        </p:nvSpPr>
        <p:spPr>
          <a:xfrm>
            <a:off x="1505413" y="3847664"/>
            <a:ext cx="15563385" cy="1124475"/>
          </a:xfrm>
          <a:prstGeom prst="rect">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12700" algn="l" rtl="0" fontAlgn="base">
              <a:spcBef>
                <a:spcPts val="1400"/>
              </a:spcBef>
              <a:buClr>
                <a:srgbClr val="0F7E90"/>
              </a:buClr>
              <a:tabLst>
                <a:tab pos="207645" algn="l"/>
                <a:tab pos="2836545" algn="l"/>
              </a:tabLst>
            </a:pPr>
            <a:r>
              <a:rPr lang="en-GB" sz="2800" b="1">
                <a:solidFill>
                  <a:schemeClr val="accent5">
                    <a:lumMod val="75000"/>
                  </a:schemeClr>
                </a:solidFill>
                <a:latin typeface="Arial"/>
                <a:cs typeface="Arial"/>
              </a:rPr>
              <a:t>Chikungunya transmission in the UK a risk for the latter half of the century</a:t>
            </a:r>
          </a:p>
        </p:txBody>
      </p:sp>
      <p:sp>
        <p:nvSpPr>
          <p:cNvPr id="31" name="Rectangle 30">
            <a:extLst>
              <a:ext uri="{FF2B5EF4-FFF2-40B4-BE49-F238E27FC236}">
                <a16:creationId xmlns:a16="http://schemas.microsoft.com/office/drawing/2014/main" id="{BB466241-3CC1-05A3-59F4-9B73249A261A}"/>
              </a:ext>
            </a:extLst>
          </p:cNvPr>
          <p:cNvSpPr/>
          <p:nvPr/>
        </p:nvSpPr>
        <p:spPr>
          <a:xfrm>
            <a:off x="1505413" y="5134792"/>
            <a:ext cx="15563385" cy="1124475"/>
          </a:xfrm>
          <a:prstGeom prst="rect">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12700" algn="l" rtl="0" fontAlgn="base">
              <a:spcBef>
                <a:spcPts val="1400"/>
              </a:spcBef>
              <a:buClr>
                <a:srgbClr val="0F7E90"/>
              </a:buClr>
              <a:tabLst>
                <a:tab pos="207645" algn="l"/>
                <a:tab pos="2836545" algn="l"/>
              </a:tabLst>
            </a:pPr>
            <a:r>
              <a:rPr lang="en-GB" sz="2800" b="1">
                <a:solidFill>
                  <a:schemeClr val="accent5">
                    <a:lumMod val="75000"/>
                  </a:schemeClr>
                </a:solidFill>
                <a:latin typeface="Arial"/>
                <a:cs typeface="Arial"/>
              </a:rPr>
              <a:t>Establishment of </a:t>
            </a:r>
            <a:r>
              <a:rPr lang="en-GB" sz="2800" b="1" i="1">
                <a:solidFill>
                  <a:schemeClr val="accent5">
                    <a:lumMod val="75000"/>
                  </a:schemeClr>
                </a:solidFill>
                <a:latin typeface="Arial"/>
                <a:cs typeface="Arial"/>
              </a:rPr>
              <a:t>Ae. albopictus</a:t>
            </a:r>
            <a:r>
              <a:rPr lang="en-GB" sz="2800" b="1">
                <a:solidFill>
                  <a:schemeClr val="accent5">
                    <a:lumMod val="75000"/>
                  </a:schemeClr>
                </a:solidFill>
                <a:latin typeface="Arial"/>
                <a:cs typeface="Arial"/>
              </a:rPr>
              <a:t> in the UK is one of the most significant vector-borne disease risks from climate change</a:t>
            </a:r>
          </a:p>
        </p:txBody>
      </p:sp>
      <p:sp>
        <p:nvSpPr>
          <p:cNvPr id="32" name="Rectangle 31">
            <a:extLst>
              <a:ext uri="{FF2B5EF4-FFF2-40B4-BE49-F238E27FC236}">
                <a16:creationId xmlns:a16="http://schemas.microsoft.com/office/drawing/2014/main" id="{ED7317C6-6C2A-2CC3-260F-28FFB9F9525A}"/>
              </a:ext>
            </a:extLst>
          </p:cNvPr>
          <p:cNvSpPr/>
          <p:nvPr/>
        </p:nvSpPr>
        <p:spPr>
          <a:xfrm>
            <a:off x="1505413" y="6424168"/>
            <a:ext cx="15556149" cy="1124475"/>
          </a:xfrm>
          <a:prstGeom prst="rect">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700" algn="l" rtl="0" fontAlgn="base">
              <a:spcBef>
                <a:spcPts val="1400"/>
              </a:spcBef>
              <a:buClr>
                <a:srgbClr val="0F7E90"/>
              </a:buClr>
              <a:tabLst>
                <a:tab pos="207645" algn="l"/>
                <a:tab pos="2836545" algn="l"/>
              </a:tabLst>
            </a:pPr>
            <a:r>
              <a:rPr lang="en-GB" sz="2800" b="1">
                <a:solidFill>
                  <a:schemeClr val="accent5">
                    <a:lumMod val="75000"/>
                  </a:schemeClr>
                </a:solidFill>
                <a:latin typeface="Arial"/>
                <a:cs typeface="Arial"/>
              </a:rPr>
              <a:t>We monitor the situation in the UK and European countries as it continues to evolve</a:t>
            </a:r>
          </a:p>
        </p:txBody>
      </p:sp>
      <p:sp>
        <p:nvSpPr>
          <p:cNvPr id="33" name="Rectangle 32">
            <a:extLst>
              <a:ext uri="{FF2B5EF4-FFF2-40B4-BE49-F238E27FC236}">
                <a16:creationId xmlns:a16="http://schemas.microsoft.com/office/drawing/2014/main" id="{B85867B9-FBCE-50AD-A58E-9B07DAB650EB}"/>
              </a:ext>
            </a:extLst>
          </p:cNvPr>
          <p:cNvSpPr/>
          <p:nvPr/>
        </p:nvSpPr>
        <p:spPr>
          <a:xfrm>
            <a:off x="1506971" y="7735687"/>
            <a:ext cx="15556149" cy="1124475"/>
          </a:xfrm>
          <a:prstGeom prst="rect">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700" algn="l" rtl="0" fontAlgn="base">
              <a:spcBef>
                <a:spcPts val="1400"/>
              </a:spcBef>
              <a:buClr>
                <a:srgbClr val="0F7E90"/>
              </a:buClr>
              <a:tabLst>
                <a:tab pos="207645" algn="l"/>
                <a:tab pos="2836545" algn="l"/>
              </a:tabLst>
            </a:pPr>
            <a:r>
              <a:rPr lang="en-GB" sz="2800" b="1">
                <a:solidFill>
                  <a:schemeClr val="accent5">
                    <a:lumMod val="75000"/>
                  </a:schemeClr>
                </a:solidFill>
                <a:latin typeface="Arial"/>
                <a:cs typeface="Arial"/>
              </a:rPr>
              <a:t>8 separate detections of </a:t>
            </a:r>
            <a:r>
              <a:rPr lang="en-GB" sz="2800" b="1" i="1">
                <a:solidFill>
                  <a:schemeClr val="accent5">
                    <a:lumMod val="75000"/>
                  </a:schemeClr>
                </a:solidFill>
                <a:latin typeface="Arial"/>
                <a:cs typeface="Arial"/>
              </a:rPr>
              <a:t>Aedes albopictus </a:t>
            </a:r>
            <a:r>
              <a:rPr lang="en-GB" sz="2800" b="1">
                <a:solidFill>
                  <a:schemeClr val="accent5">
                    <a:lumMod val="75000"/>
                  </a:schemeClr>
                </a:solidFill>
                <a:latin typeface="Arial"/>
                <a:cs typeface="Arial"/>
              </a:rPr>
              <a:t>or </a:t>
            </a:r>
            <a:r>
              <a:rPr lang="en-GB" sz="2800" b="1" i="1">
                <a:solidFill>
                  <a:schemeClr val="accent5">
                    <a:lumMod val="75000"/>
                  </a:schemeClr>
                </a:solidFill>
                <a:latin typeface="Arial"/>
                <a:cs typeface="Arial"/>
              </a:rPr>
              <a:t>Aedes aegypti </a:t>
            </a:r>
            <a:r>
              <a:rPr lang="en-GB" sz="2800" b="1">
                <a:solidFill>
                  <a:schemeClr val="accent5">
                    <a:lumMod val="75000"/>
                  </a:schemeClr>
                </a:solidFill>
                <a:latin typeface="Arial"/>
                <a:cs typeface="Arial"/>
              </a:rPr>
              <a:t>mosquitoes since 2016, including recent detections</a:t>
            </a:r>
          </a:p>
        </p:txBody>
      </p:sp>
      <p:pic>
        <p:nvPicPr>
          <p:cNvPr id="35" name="Graphic 34" descr="City with solid fill">
            <a:extLst>
              <a:ext uri="{FF2B5EF4-FFF2-40B4-BE49-F238E27FC236}">
                <a16:creationId xmlns:a16="http://schemas.microsoft.com/office/drawing/2014/main" id="{ACC56110-9740-2D96-F976-97570697F18F}"/>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43230" y="2593425"/>
            <a:ext cx="914400" cy="914400"/>
          </a:xfrm>
          <a:prstGeom prst="rect">
            <a:avLst/>
          </a:prstGeom>
        </p:spPr>
      </p:pic>
      <p:pic>
        <p:nvPicPr>
          <p:cNvPr id="37" name="Graphic 36" descr="Hourglass 60% with solid fill">
            <a:extLst>
              <a:ext uri="{FF2B5EF4-FFF2-40B4-BE49-F238E27FC236}">
                <a16:creationId xmlns:a16="http://schemas.microsoft.com/office/drawing/2014/main" id="{8904BE39-70FF-DE9B-A477-14244ADC59BF}"/>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265787" y="3960554"/>
            <a:ext cx="914400" cy="914400"/>
          </a:xfrm>
          <a:prstGeom prst="rect">
            <a:avLst/>
          </a:prstGeom>
        </p:spPr>
      </p:pic>
      <p:pic>
        <p:nvPicPr>
          <p:cNvPr id="39" name="Graphic 38" descr="High temperature with solid fill">
            <a:extLst>
              <a:ext uri="{FF2B5EF4-FFF2-40B4-BE49-F238E27FC236}">
                <a16:creationId xmlns:a16="http://schemas.microsoft.com/office/drawing/2014/main" id="{32155F55-E710-F8F6-ADE4-59E3A22BDBBB}"/>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265787" y="5246316"/>
            <a:ext cx="914400" cy="914400"/>
          </a:xfrm>
          <a:prstGeom prst="rect">
            <a:avLst/>
          </a:prstGeom>
        </p:spPr>
      </p:pic>
      <p:pic>
        <p:nvPicPr>
          <p:cNvPr id="41" name="Graphic 40" descr="Clipboard with solid fill">
            <a:extLst>
              <a:ext uri="{FF2B5EF4-FFF2-40B4-BE49-F238E27FC236}">
                <a16:creationId xmlns:a16="http://schemas.microsoft.com/office/drawing/2014/main" id="{9554BA76-4552-BD03-35FE-F84AFB1938C6}"/>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278220" y="6471904"/>
            <a:ext cx="914400" cy="914400"/>
          </a:xfrm>
          <a:prstGeom prst="rect">
            <a:avLst/>
          </a:prstGeom>
        </p:spPr>
      </p:pic>
      <p:pic>
        <p:nvPicPr>
          <p:cNvPr id="43" name="Graphic 42" descr="Search Inventory outline">
            <a:extLst>
              <a:ext uri="{FF2B5EF4-FFF2-40B4-BE49-F238E27FC236}">
                <a16:creationId xmlns:a16="http://schemas.microsoft.com/office/drawing/2014/main" id="{98A1BE29-AF25-277F-ECCB-2A0ECC6C733A}"/>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265787" y="7759555"/>
            <a:ext cx="914400" cy="914400"/>
          </a:xfrm>
          <a:prstGeom prst="rect">
            <a:avLst/>
          </a:prstGeom>
        </p:spPr>
      </p:pic>
    </p:spTree>
    <p:extLst>
      <p:ext uri="{BB962C8B-B14F-4D97-AF65-F5344CB8AC3E}">
        <p14:creationId xmlns:p14="http://schemas.microsoft.com/office/powerpoint/2010/main" val="20910254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a:grpSpLocks noGrp="1" noUngrp="1" noRot="1" noMove="1" noResize="1"/>
          </p:cNvGrpSpPr>
          <p:nvPr/>
        </p:nvGrpSpPr>
        <p:grpSpPr>
          <a:xfrm>
            <a:off x="0" y="0"/>
            <a:ext cx="17348200" cy="9753600"/>
            <a:chOff x="0" y="0"/>
            <a:chExt cx="17348200" cy="9753600"/>
          </a:xfrm>
        </p:grpSpPr>
        <p:sp>
          <p:nvSpPr>
            <p:cNvPr id="3" name="object 3"/>
            <p:cNvSpPr>
              <a:spLocks noGrp="1" noRot="1" noMove="1" noResize="1" noEditPoints="1" noAdjustHandles="1" noChangeArrowheads="1" noChangeShapeType="1"/>
            </p:cNvSpPr>
            <p:nvPr/>
          </p:nvSpPr>
          <p:spPr>
            <a:xfrm>
              <a:off x="580440" y="535698"/>
              <a:ext cx="431165" cy="1273810"/>
            </a:xfrm>
            <a:custGeom>
              <a:avLst/>
              <a:gdLst/>
              <a:ahLst/>
              <a:cxnLst/>
              <a:rect l="l" t="t" r="r" b="b"/>
              <a:pathLst>
                <a:path w="431165" h="1273810">
                  <a:moveTo>
                    <a:pt x="23545" y="0"/>
                  </a:moveTo>
                  <a:lnTo>
                    <a:pt x="0" y="0"/>
                  </a:lnTo>
                  <a:lnTo>
                    <a:pt x="0" y="1273492"/>
                  </a:lnTo>
                  <a:lnTo>
                    <a:pt x="23545" y="1273492"/>
                  </a:lnTo>
                  <a:lnTo>
                    <a:pt x="23545" y="0"/>
                  </a:lnTo>
                  <a:close/>
                </a:path>
                <a:path w="431165" h="1273810">
                  <a:moveTo>
                    <a:pt x="300494" y="65722"/>
                  </a:moveTo>
                  <a:lnTo>
                    <a:pt x="298564" y="63982"/>
                  </a:lnTo>
                  <a:lnTo>
                    <a:pt x="294246" y="63982"/>
                  </a:lnTo>
                  <a:lnTo>
                    <a:pt x="292481" y="65722"/>
                  </a:lnTo>
                  <a:lnTo>
                    <a:pt x="292481" y="70129"/>
                  </a:lnTo>
                  <a:lnTo>
                    <a:pt x="294246" y="71729"/>
                  </a:lnTo>
                  <a:lnTo>
                    <a:pt x="298564" y="71729"/>
                  </a:lnTo>
                  <a:lnTo>
                    <a:pt x="300494" y="70129"/>
                  </a:lnTo>
                  <a:lnTo>
                    <a:pt x="300494" y="67830"/>
                  </a:lnTo>
                  <a:lnTo>
                    <a:pt x="300494" y="65722"/>
                  </a:lnTo>
                  <a:close/>
                </a:path>
                <a:path w="431165" h="1273810">
                  <a:moveTo>
                    <a:pt x="301802" y="56197"/>
                  </a:moveTo>
                  <a:lnTo>
                    <a:pt x="299999" y="54305"/>
                  </a:lnTo>
                  <a:lnTo>
                    <a:pt x="295567" y="54305"/>
                  </a:lnTo>
                  <a:lnTo>
                    <a:pt x="293725" y="56197"/>
                  </a:lnTo>
                  <a:lnTo>
                    <a:pt x="293725" y="60490"/>
                  </a:lnTo>
                  <a:lnTo>
                    <a:pt x="295567" y="62318"/>
                  </a:lnTo>
                  <a:lnTo>
                    <a:pt x="297764" y="62318"/>
                  </a:lnTo>
                  <a:lnTo>
                    <a:pt x="299999" y="62318"/>
                  </a:lnTo>
                  <a:lnTo>
                    <a:pt x="301802" y="60490"/>
                  </a:lnTo>
                  <a:lnTo>
                    <a:pt x="301802" y="56197"/>
                  </a:lnTo>
                  <a:close/>
                </a:path>
                <a:path w="431165" h="1273810">
                  <a:moveTo>
                    <a:pt x="302501" y="75171"/>
                  </a:moveTo>
                  <a:lnTo>
                    <a:pt x="300659" y="73393"/>
                  </a:lnTo>
                  <a:lnTo>
                    <a:pt x="296202" y="73393"/>
                  </a:lnTo>
                  <a:lnTo>
                    <a:pt x="294335" y="75171"/>
                  </a:lnTo>
                  <a:lnTo>
                    <a:pt x="294335" y="79565"/>
                  </a:lnTo>
                  <a:lnTo>
                    <a:pt x="296202" y="81343"/>
                  </a:lnTo>
                  <a:lnTo>
                    <a:pt x="300659" y="81343"/>
                  </a:lnTo>
                  <a:lnTo>
                    <a:pt x="302501" y="79565"/>
                  </a:lnTo>
                  <a:lnTo>
                    <a:pt x="302501" y="77470"/>
                  </a:lnTo>
                  <a:lnTo>
                    <a:pt x="302501" y="75171"/>
                  </a:lnTo>
                  <a:close/>
                </a:path>
                <a:path w="431165" h="1273810">
                  <a:moveTo>
                    <a:pt x="306197" y="47142"/>
                  </a:moveTo>
                  <a:lnTo>
                    <a:pt x="304342" y="45440"/>
                  </a:lnTo>
                  <a:lnTo>
                    <a:pt x="299999" y="45440"/>
                  </a:lnTo>
                  <a:lnTo>
                    <a:pt x="298157" y="47142"/>
                  </a:lnTo>
                  <a:lnTo>
                    <a:pt x="298157" y="51600"/>
                  </a:lnTo>
                  <a:lnTo>
                    <a:pt x="299999" y="53225"/>
                  </a:lnTo>
                  <a:lnTo>
                    <a:pt x="302221" y="53225"/>
                  </a:lnTo>
                  <a:lnTo>
                    <a:pt x="304342" y="53225"/>
                  </a:lnTo>
                  <a:lnTo>
                    <a:pt x="306197" y="51600"/>
                  </a:lnTo>
                  <a:lnTo>
                    <a:pt x="306197" y="47142"/>
                  </a:lnTo>
                  <a:close/>
                </a:path>
                <a:path w="431165" h="1273810">
                  <a:moveTo>
                    <a:pt x="314058" y="40386"/>
                  </a:moveTo>
                  <a:lnTo>
                    <a:pt x="312254" y="38684"/>
                  </a:lnTo>
                  <a:lnTo>
                    <a:pt x="307848" y="38684"/>
                  </a:lnTo>
                  <a:lnTo>
                    <a:pt x="305968" y="40386"/>
                  </a:lnTo>
                  <a:lnTo>
                    <a:pt x="305968" y="44856"/>
                  </a:lnTo>
                  <a:lnTo>
                    <a:pt x="307848" y="46507"/>
                  </a:lnTo>
                  <a:lnTo>
                    <a:pt x="309994" y="46507"/>
                  </a:lnTo>
                  <a:lnTo>
                    <a:pt x="312254" y="46507"/>
                  </a:lnTo>
                  <a:lnTo>
                    <a:pt x="314058" y="44856"/>
                  </a:lnTo>
                  <a:lnTo>
                    <a:pt x="314058" y="40386"/>
                  </a:lnTo>
                  <a:close/>
                </a:path>
                <a:path w="431165" h="1273810">
                  <a:moveTo>
                    <a:pt x="324015" y="37541"/>
                  </a:moveTo>
                  <a:lnTo>
                    <a:pt x="322148" y="35699"/>
                  </a:lnTo>
                  <a:lnTo>
                    <a:pt x="317741" y="35699"/>
                  </a:lnTo>
                  <a:lnTo>
                    <a:pt x="316001" y="37541"/>
                  </a:lnTo>
                  <a:lnTo>
                    <a:pt x="316001" y="41694"/>
                  </a:lnTo>
                  <a:lnTo>
                    <a:pt x="317741" y="43586"/>
                  </a:lnTo>
                  <a:lnTo>
                    <a:pt x="320052" y="43586"/>
                  </a:lnTo>
                  <a:lnTo>
                    <a:pt x="322148" y="43586"/>
                  </a:lnTo>
                  <a:lnTo>
                    <a:pt x="324015" y="41694"/>
                  </a:lnTo>
                  <a:lnTo>
                    <a:pt x="324015" y="37541"/>
                  </a:lnTo>
                  <a:close/>
                </a:path>
                <a:path w="431165" h="1273810">
                  <a:moveTo>
                    <a:pt x="334505" y="38442"/>
                  </a:moveTo>
                  <a:lnTo>
                    <a:pt x="332587" y="36753"/>
                  </a:lnTo>
                  <a:lnTo>
                    <a:pt x="328358" y="36753"/>
                  </a:lnTo>
                  <a:lnTo>
                    <a:pt x="326504" y="38442"/>
                  </a:lnTo>
                  <a:lnTo>
                    <a:pt x="326504" y="42710"/>
                  </a:lnTo>
                  <a:lnTo>
                    <a:pt x="328358" y="44526"/>
                  </a:lnTo>
                  <a:lnTo>
                    <a:pt x="330403" y="44526"/>
                  </a:lnTo>
                  <a:lnTo>
                    <a:pt x="332587" y="44526"/>
                  </a:lnTo>
                  <a:lnTo>
                    <a:pt x="334505" y="42710"/>
                  </a:lnTo>
                  <a:lnTo>
                    <a:pt x="334505" y="38442"/>
                  </a:lnTo>
                  <a:close/>
                </a:path>
                <a:path w="431165" h="1273810">
                  <a:moveTo>
                    <a:pt x="337553" y="77203"/>
                  </a:moveTo>
                  <a:lnTo>
                    <a:pt x="337032" y="71132"/>
                  </a:lnTo>
                  <a:lnTo>
                    <a:pt x="332727" y="66992"/>
                  </a:lnTo>
                  <a:lnTo>
                    <a:pt x="331863" y="64820"/>
                  </a:lnTo>
                  <a:lnTo>
                    <a:pt x="329653" y="69037"/>
                  </a:lnTo>
                  <a:lnTo>
                    <a:pt x="327596" y="71640"/>
                  </a:lnTo>
                  <a:lnTo>
                    <a:pt x="327914" y="74891"/>
                  </a:lnTo>
                  <a:lnTo>
                    <a:pt x="328345" y="78308"/>
                  </a:lnTo>
                  <a:lnTo>
                    <a:pt x="331863" y="80645"/>
                  </a:lnTo>
                  <a:lnTo>
                    <a:pt x="333540" y="84035"/>
                  </a:lnTo>
                  <a:lnTo>
                    <a:pt x="335064" y="80149"/>
                  </a:lnTo>
                  <a:lnTo>
                    <a:pt x="337553" y="77203"/>
                  </a:lnTo>
                  <a:close/>
                </a:path>
                <a:path w="431165" h="1273810">
                  <a:moveTo>
                    <a:pt x="344360" y="41186"/>
                  </a:moveTo>
                  <a:lnTo>
                    <a:pt x="342633" y="39420"/>
                  </a:lnTo>
                  <a:lnTo>
                    <a:pt x="338074" y="39420"/>
                  </a:lnTo>
                  <a:lnTo>
                    <a:pt x="336359" y="41186"/>
                  </a:lnTo>
                  <a:lnTo>
                    <a:pt x="336359" y="45580"/>
                  </a:lnTo>
                  <a:lnTo>
                    <a:pt x="338074" y="47307"/>
                  </a:lnTo>
                  <a:lnTo>
                    <a:pt x="340296" y="47307"/>
                  </a:lnTo>
                  <a:lnTo>
                    <a:pt x="342633" y="47307"/>
                  </a:lnTo>
                  <a:lnTo>
                    <a:pt x="344360" y="45580"/>
                  </a:lnTo>
                  <a:lnTo>
                    <a:pt x="344360" y="41186"/>
                  </a:lnTo>
                  <a:close/>
                </a:path>
                <a:path w="431165" h="1273810">
                  <a:moveTo>
                    <a:pt x="353720" y="45440"/>
                  </a:moveTo>
                  <a:lnTo>
                    <a:pt x="351980" y="43878"/>
                  </a:lnTo>
                  <a:lnTo>
                    <a:pt x="347649" y="43878"/>
                  </a:lnTo>
                  <a:lnTo>
                    <a:pt x="345732" y="45440"/>
                  </a:lnTo>
                  <a:lnTo>
                    <a:pt x="345732" y="49872"/>
                  </a:lnTo>
                  <a:lnTo>
                    <a:pt x="347649" y="51689"/>
                  </a:lnTo>
                  <a:lnTo>
                    <a:pt x="349656" y="51689"/>
                  </a:lnTo>
                  <a:lnTo>
                    <a:pt x="351980" y="51689"/>
                  </a:lnTo>
                  <a:lnTo>
                    <a:pt x="353720" y="49872"/>
                  </a:lnTo>
                  <a:lnTo>
                    <a:pt x="353720" y="45440"/>
                  </a:lnTo>
                  <a:close/>
                </a:path>
                <a:path w="431165" h="1273810">
                  <a:moveTo>
                    <a:pt x="358990" y="22199"/>
                  </a:moveTo>
                  <a:lnTo>
                    <a:pt x="353961" y="23253"/>
                  </a:lnTo>
                  <a:lnTo>
                    <a:pt x="350113" y="27165"/>
                  </a:lnTo>
                  <a:lnTo>
                    <a:pt x="349097" y="32194"/>
                  </a:lnTo>
                  <a:lnTo>
                    <a:pt x="358990" y="32194"/>
                  </a:lnTo>
                  <a:lnTo>
                    <a:pt x="358990" y="22199"/>
                  </a:lnTo>
                  <a:close/>
                </a:path>
                <a:path w="431165" h="1273810">
                  <a:moveTo>
                    <a:pt x="359194" y="52082"/>
                  </a:moveTo>
                  <a:lnTo>
                    <a:pt x="357606" y="51841"/>
                  </a:lnTo>
                  <a:lnTo>
                    <a:pt x="356069" y="51346"/>
                  </a:lnTo>
                  <a:lnTo>
                    <a:pt x="354660" y="50787"/>
                  </a:lnTo>
                  <a:lnTo>
                    <a:pt x="354660" y="68884"/>
                  </a:lnTo>
                  <a:lnTo>
                    <a:pt x="359194" y="68884"/>
                  </a:lnTo>
                  <a:lnTo>
                    <a:pt x="359194" y="52082"/>
                  </a:lnTo>
                  <a:close/>
                </a:path>
                <a:path w="431165" h="1273810">
                  <a:moveTo>
                    <a:pt x="368490" y="50774"/>
                  </a:moveTo>
                  <a:lnTo>
                    <a:pt x="367004" y="51346"/>
                  </a:lnTo>
                  <a:lnTo>
                    <a:pt x="365569" y="51828"/>
                  </a:lnTo>
                  <a:lnTo>
                    <a:pt x="363855" y="52082"/>
                  </a:lnTo>
                  <a:lnTo>
                    <a:pt x="363855" y="68872"/>
                  </a:lnTo>
                  <a:lnTo>
                    <a:pt x="368490" y="68872"/>
                  </a:lnTo>
                  <a:lnTo>
                    <a:pt x="368490" y="50774"/>
                  </a:lnTo>
                  <a:close/>
                </a:path>
                <a:path w="431165" h="1273810">
                  <a:moveTo>
                    <a:pt x="372084" y="4114"/>
                  </a:moveTo>
                  <a:lnTo>
                    <a:pt x="369938" y="6832"/>
                  </a:lnTo>
                  <a:lnTo>
                    <a:pt x="366166" y="9245"/>
                  </a:lnTo>
                  <a:lnTo>
                    <a:pt x="362978" y="9880"/>
                  </a:lnTo>
                  <a:lnTo>
                    <a:pt x="363347" y="6400"/>
                  </a:lnTo>
                  <a:lnTo>
                    <a:pt x="365455" y="3568"/>
                  </a:lnTo>
                  <a:lnTo>
                    <a:pt x="368274" y="0"/>
                  </a:lnTo>
                  <a:lnTo>
                    <a:pt x="354850" y="0"/>
                  </a:lnTo>
                  <a:lnTo>
                    <a:pt x="357619" y="3568"/>
                  </a:lnTo>
                  <a:lnTo>
                    <a:pt x="359740" y="6400"/>
                  </a:lnTo>
                  <a:lnTo>
                    <a:pt x="360172" y="9880"/>
                  </a:lnTo>
                  <a:lnTo>
                    <a:pt x="356920" y="9245"/>
                  </a:lnTo>
                  <a:lnTo>
                    <a:pt x="353174" y="6832"/>
                  </a:lnTo>
                  <a:lnTo>
                    <a:pt x="351015" y="4114"/>
                  </a:lnTo>
                  <a:lnTo>
                    <a:pt x="351015" y="17754"/>
                  </a:lnTo>
                  <a:lnTo>
                    <a:pt x="353174" y="14846"/>
                  </a:lnTo>
                  <a:lnTo>
                    <a:pt x="356844" y="12395"/>
                  </a:lnTo>
                  <a:lnTo>
                    <a:pt x="360172" y="11925"/>
                  </a:lnTo>
                  <a:lnTo>
                    <a:pt x="359702" y="15367"/>
                  </a:lnTo>
                  <a:lnTo>
                    <a:pt x="357352" y="18453"/>
                  </a:lnTo>
                  <a:lnTo>
                    <a:pt x="354571" y="20612"/>
                  </a:lnTo>
                  <a:lnTo>
                    <a:pt x="368490" y="20612"/>
                  </a:lnTo>
                  <a:lnTo>
                    <a:pt x="365645" y="18453"/>
                  </a:lnTo>
                  <a:lnTo>
                    <a:pt x="363448" y="15367"/>
                  </a:lnTo>
                  <a:lnTo>
                    <a:pt x="362978" y="11925"/>
                  </a:lnTo>
                  <a:lnTo>
                    <a:pt x="366293" y="12395"/>
                  </a:lnTo>
                  <a:lnTo>
                    <a:pt x="369938" y="14846"/>
                  </a:lnTo>
                  <a:lnTo>
                    <a:pt x="372084" y="17754"/>
                  </a:lnTo>
                  <a:lnTo>
                    <a:pt x="372084" y="4114"/>
                  </a:lnTo>
                  <a:close/>
                </a:path>
                <a:path w="431165" h="1273810">
                  <a:moveTo>
                    <a:pt x="373849" y="37109"/>
                  </a:moveTo>
                  <a:lnTo>
                    <a:pt x="349224" y="37109"/>
                  </a:lnTo>
                  <a:lnTo>
                    <a:pt x="350507" y="42595"/>
                  </a:lnTo>
                  <a:lnTo>
                    <a:pt x="355485" y="46570"/>
                  </a:lnTo>
                  <a:lnTo>
                    <a:pt x="367588" y="46570"/>
                  </a:lnTo>
                  <a:lnTo>
                    <a:pt x="372643" y="42595"/>
                  </a:lnTo>
                  <a:lnTo>
                    <a:pt x="373849" y="37109"/>
                  </a:lnTo>
                  <a:close/>
                </a:path>
                <a:path w="431165" h="1273810">
                  <a:moveTo>
                    <a:pt x="374015" y="32194"/>
                  </a:moveTo>
                  <a:lnTo>
                    <a:pt x="373087" y="27165"/>
                  </a:lnTo>
                  <a:lnTo>
                    <a:pt x="369163" y="23380"/>
                  </a:lnTo>
                  <a:lnTo>
                    <a:pt x="364197" y="22199"/>
                  </a:lnTo>
                  <a:lnTo>
                    <a:pt x="364197" y="32194"/>
                  </a:lnTo>
                  <a:lnTo>
                    <a:pt x="374015" y="32194"/>
                  </a:lnTo>
                  <a:close/>
                </a:path>
                <a:path w="431165" h="1273810">
                  <a:moveTo>
                    <a:pt x="377444" y="45427"/>
                  </a:moveTo>
                  <a:lnTo>
                    <a:pt x="375589" y="43865"/>
                  </a:lnTo>
                  <a:lnTo>
                    <a:pt x="371144" y="43865"/>
                  </a:lnTo>
                  <a:lnTo>
                    <a:pt x="369366" y="45427"/>
                  </a:lnTo>
                  <a:lnTo>
                    <a:pt x="369366" y="47663"/>
                  </a:lnTo>
                  <a:lnTo>
                    <a:pt x="369366" y="49872"/>
                  </a:lnTo>
                  <a:lnTo>
                    <a:pt x="371144" y="51689"/>
                  </a:lnTo>
                  <a:lnTo>
                    <a:pt x="375589" y="51689"/>
                  </a:lnTo>
                  <a:lnTo>
                    <a:pt x="377444" y="49872"/>
                  </a:lnTo>
                  <a:lnTo>
                    <a:pt x="377444" y="45427"/>
                  </a:lnTo>
                  <a:close/>
                </a:path>
                <a:path w="431165" h="1273810">
                  <a:moveTo>
                    <a:pt x="386740" y="41186"/>
                  </a:moveTo>
                  <a:lnTo>
                    <a:pt x="384873" y="39420"/>
                  </a:lnTo>
                  <a:lnTo>
                    <a:pt x="380593" y="39420"/>
                  </a:lnTo>
                  <a:lnTo>
                    <a:pt x="378726" y="41186"/>
                  </a:lnTo>
                  <a:lnTo>
                    <a:pt x="378726" y="45580"/>
                  </a:lnTo>
                  <a:lnTo>
                    <a:pt x="380593" y="47307"/>
                  </a:lnTo>
                  <a:lnTo>
                    <a:pt x="382701" y="47307"/>
                  </a:lnTo>
                  <a:lnTo>
                    <a:pt x="384873" y="47307"/>
                  </a:lnTo>
                  <a:lnTo>
                    <a:pt x="386740" y="45580"/>
                  </a:lnTo>
                  <a:lnTo>
                    <a:pt x="386740" y="41186"/>
                  </a:lnTo>
                  <a:close/>
                </a:path>
                <a:path w="431165" h="1273810">
                  <a:moveTo>
                    <a:pt x="395592" y="71640"/>
                  </a:moveTo>
                  <a:lnTo>
                    <a:pt x="393585" y="69037"/>
                  </a:lnTo>
                  <a:lnTo>
                    <a:pt x="391363" y="64820"/>
                  </a:lnTo>
                  <a:lnTo>
                    <a:pt x="390550" y="66992"/>
                  </a:lnTo>
                  <a:lnTo>
                    <a:pt x="386181" y="71132"/>
                  </a:lnTo>
                  <a:lnTo>
                    <a:pt x="385559" y="77203"/>
                  </a:lnTo>
                  <a:lnTo>
                    <a:pt x="388239" y="80149"/>
                  </a:lnTo>
                  <a:lnTo>
                    <a:pt x="389712" y="84035"/>
                  </a:lnTo>
                  <a:lnTo>
                    <a:pt x="391363" y="80645"/>
                  </a:lnTo>
                  <a:lnTo>
                    <a:pt x="394995" y="78308"/>
                  </a:lnTo>
                  <a:lnTo>
                    <a:pt x="395592" y="71640"/>
                  </a:lnTo>
                  <a:close/>
                </a:path>
                <a:path w="431165" h="1273810">
                  <a:moveTo>
                    <a:pt x="396595" y="38442"/>
                  </a:moveTo>
                  <a:lnTo>
                    <a:pt x="394919" y="36753"/>
                  </a:lnTo>
                  <a:lnTo>
                    <a:pt x="390410" y="36753"/>
                  </a:lnTo>
                  <a:lnTo>
                    <a:pt x="388632" y="38442"/>
                  </a:lnTo>
                  <a:lnTo>
                    <a:pt x="388632" y="42710"/>
                  </a:lnTo>
                  <a:lnTo>
                    <a:pt x="390410" y="44526"/>
                  </a:lnTo>
                  <a:lnTo>
                    <a:pt x="392633" y="44526"/>
                  </a:lnTo>
                  <a:lnTo>
                    <a:pt x="394919" y="44526"/>
                  </a:lnTo>
                  <a:lnTo>
                    <a:pt x="396595" y="42710"/>
                  </a:lnTo>
                  <a:lnTo>
                    <a:pt x="396595" y="38442"/>
                  </a:lnTo>
                  <a:close/>
                </a:path>
                <a:path w="431165" h="1273810">
                  <a:moveTo>
                    <a:pt x="407123" y="37541"/>
                  </a:moveTo>
                  <a:lnTo>
                    <a:pt x="405218" y="35699"/>
                  </a:lnTo>
                  <a:lnTo>
                    <a:pt x="400888" y="35699"/>
                  </a:lnTo>
                  <a:lnTo>
                    <a:pt x="399161" y="37541"/>
                  </a:lnTo>
                  <a:lnTo>
                    <a:pt x="399161" y="41694"/>
                  </a:lnTo>
                  <a:lnTo>
                    <a:pt x="400888" y="43586"/>
                  </a:lnTo>
                  <a:lnTo>
                    <a:pt x="403199" y="43586"/>
                  </a:lnTo>
                  <a:lnTo>
                    <a:pt x="405218" y="43586"/>
                  </a:lnTo>
                  <a:lnTo>
                    <a:pt x="407123" y="41694"/>
                  </a:lnTo>
                  <a:lnTo>
                    <a:pt x="407123" y="37541"/>
                  </a:lnTo>
                  <a:close/>
                </a:path>
                <a:path w="431165" h="1273810">
                  <a:moveTo>
                    <a:pt x="417156" y="40386"/>
                  </a:moveTo>
                  <a:lnTo>
                    <a:pt x="415315" y="38684"/>
                  </a:lnTo>
                  <a:lnTo>
                    <a:pt x="410819" y="38684"/>
                  </a:lnTo>
                  <a:lnTo>
                    <a:pt x="409079" y="40386"/>
                  </a:lnTo>
                  <a:lnTo>
                    <a:pt x="409079" y="44856"/>
                  </a:lnTo>
                  <a:lnTo>
                    <a:pt x="410819" y="46507"/>
                  </a:lnTo>
                  <a:lnTo>
                    <a:pt x="413131" y="46507"/>
                  </a:lnTo>
                  <a:lnTo>
                    <a:pt x="415315" y="46507"/>
                  </a:lnTo>
                  <a:lnTo>
                    <a:pt x="417156" y="44856"/>
                  </a:lnTo>
                  <a:lnTo>
                    <a:pt x="417156" y="40386"/>
                  </a:lnTo>
                  <a:close/>
                </a:path>
                <a:path w="431165" h="1273810">
                  <a:moveTo>
                    <a:pt x="424954" y="47142"/>
                  </a:moveTo>
                  <a:lnTo>
                    <a:pt x="423075" y="45440"/>
                  </a:lnTo>
                  <a:lnTo>
                    <a:pt x="418706" y="45440"/>
                  </a:lnTo>
                  <a:lnTo>
                    <a:pt x="416941" y="47142"/>
                  </a:lnTo>
                  <a:lnTo>
                    <a:pt x="416941" y="51600"/>
                  </a:lnTo>
                  <a:lnTo>
                    <a:pt x="418706" y="53225"/>
                  </a:lnTo>
                  <a:lnTo>
                    <a:pt x="421005" y="53225"/>
                  </a:lnTo>
                  <a:lnTo>
                    <a:pt x="423075" y="53225"/>
                  </a:lnTo>
                  <a:lnTo>
                    <a:pt x="424954" y="51600"/>
                  </a:lnTo>
                  <a:lnTo>
                    <a:pt x="424954" y="47142"/>
                  </a:lnTo>
                  <a:close/>
                </a:path>
                <a:path w="431165" h="1273810">
                  <a:moveTo>
                    <a:pt x="428637" y="75158"/>
                  </a:moveTo>
                  <a:lnTo>
                    <a:pt x="426923" y="73393"/>
                  </a:lnTo>
                  <a:lnTo>
                    <a:pt x="424726" y="73393"/>
                  </a:lnTo>
                  <a:lnTo>
                    <a:pt x="422478" y="73393"/>
                  </a:lnTo>
                  <a:lnTo>
                    <a:pt x="420598" y="75158"/>
                  </a:lnTo>
                  <a:lnTo>
                    <a:pt x="420598" y="79552"/>
                  </a:lnTo>
                  <a:lnTo>
                    <a:pt x="422478" y="81330"/>
                  </a:lnTo>
                  <a:lnTo>
                    <a:pt x="426923" y="81330"/>
                  </a:lnTo>
                  <a:lnTo>
                    <a:pt x="428637" y="79552"/>
                  </a:lnTo>
                  <a:lnTo>
                    <a:pt x="428637" y="75158"/>
                  </a:lnTo>
                  <a:close/>
                </a:path>
                <a:path w="431165" h="1273810">
                  <a:moveTo>
                    <a:pt x="429285" y="56184"/>
                  </a:moveTo>
                  <a:lnTo>
                    <a:pt x="427507" y="54317"/>
                  </a:lnTo>
                  <a:lnTo>
                    <a:pt x="423075" y="54317"/>
                  </a:lnTo>
                  <a:lnTo>
                    <a:pt x="421360" y="56184"/>
                  </a:lnTo>
                  <a:lnTo>
                    <a:pt x="421360" y="58331"/>
                  </a:lnTo>
                  <a:lnTo>
                    <a:pt x="421360" y="60502"/>
                  </a:lnTo>
                  <a:lnTo>
                    <a:pt x="423075" y="62306"/>
                  </a:lnTo>
                  <a:lnTo>
                    <a:pt x="427507" y="62306"/>
                  </a:lnTo>
                  <a:lnTo>
                    <a:pt x="429285" y="60502"/>
                  </a:lnTo>
                  <a:lnTo>
                    <a:pt x="429285" y="56184"/>
                  </a:lnTo>
                  <a:close/>
                </a:path>
                <a:path w="431165" h="1273810">
                  <a:moveTo>
                    <a:pt x="430644" y="65735"/>
                  </a:moveTo>
                  <a:lnTo>
                    <a:pt x="428879" y="63995"/>
                  </a:lnTo>
                  <a:lnTo>
                    <a:pt x="426631" y="63995"/>
                  </a:lnTo>
                  <a:lnTo>
                    <a:pt x="424510" y="63995"/>
                  </a:lnTo>
                  <a:lnTo>
                    <a:pt x="422579" y="65735"/>
                  </a:lnTo>
                  <a:lnTo>
                    <a:pt x="422579" y="70129"/>
                  </a:lnTo>
                  <a:lnTo>
                    <a:pt x="424510" y="71742"/>
                  </a:lnTo>
                  <a:lnTo>
                    <a:pt x="428879" y="71742"/>
                  </a:lnTo>
                  <a:lnTo>
                    <a:pt x="430644" y="70129"/>
                  </a:lnTo>
                  <a:lnTo>
                    <a:pt x="430644" y="65735"/>
                  </a:lnTo>
                  <a:close/>
                </a:path>
              </a:pathLst>
            </a:custGeom>
            <a:solidFill>
              <a:srgbClr val="FFFFFF"/>
            </a:solidFill>
          </p:spPr>
          <p:txBody>
            <a:bodyPr wrap="square" lIns="0" tIns="0" rIns="0" bIns="0" rtlCol="0"/>
            <a:lstStyle/>
            <a:p>
              <a:endParaRPr/>
            </a:p>
          </p:txBody>
        </p:sp>
        <p:pic>
          <p:nvPicPr>
            <p:cNvPr id="4" name="object 4"/>
            <p:cNvPicPr>
              <a:picLocks noGrp="1" noRot="1" noMove="1" noResize="1" noEditPoints="1" noAdjustHandles="1" noChangeArrowheads="1" noChangeShapeType="1" noCrop="1"/>
            </p:cNvPicPr>
            <p:nvPr/>
          </p:nvPicPr>
          <p:blipFill>
            <a:blip r:embed="rId3" cstate="print"/>
            <a:stretch>
              <a:fillRect/>
            </a:stretch>
          </p:blipFill>
          <p:spPr>
            <a:xfrm>
              <a:off x="859313" y="758855"/>
              <a:ext cx="127684" cy="138549"/>
            </a:xfrm>
            <a:prstGeom prst="rect">
              <a:avLst/>
            </a:prstGeom>
          </p:spPr>
        </p:pic>
        <p:sp>
          <p:nvSpPr>
            <p:cNvPr id="5" name="object 5"/>
            <p:cNvSpPr>
              <a:spLocks noGrp="1" noRot="1" noMove="1" noResize="1" noEditPoints="1" noAdjustHandles="1" noChangeArrowheads="1" noChangeShapeType="1"/>
            </p:cNvSpPr>
            <p:nvPr/>
          </p:nvSpPr>
          <p:spPr>
            <a:xfrm>
              <a:off x="750720" y="833538"/>
              <a:ext cx="382905" cy="100965"/>
            </a:xfrm>
            <a:custGeom>
              <a:avLst/>
              <a:gdLst/>
              <a:ahLst/>
              <a:cxnLst/>
              <a:rect l="l" t="t" r="r" b="b"/>
              <a:pathLst>
                <a:path w="382905" h="100965">
                  <a:moveTo>
                    <a:pt x="191296" y="100680"/>
                  </a:moveTo>
                  <a:lnTo>
                    <a:pt x="141980" y="95797"/>
                  </a:lnTo>
                  <a:lnTo>
                    <a:pt x="116222" y="66004"/>
                  </a:lnTo>
                  <a:lnTo>
                    <a:pt x="108211" y="49550"/>
                  </a:lnTo>
                  <a:lnTo>
                    <a:pt x="108211" y="38518"/>
                  </a:lnTo>
                  <a:lnTo>
                    <a:pt x="119910" y="28106"/>
                  </a:lnTo>
                  <a:lnTo>
                    <a:pt x="109483" y="30361"/>
                  </a:lnTo>
                  <a:lnTo>
                    <a:pt x="98933" y="35024"/>
                  </a:lnTo>
                  <a:lnTo>
                    <a:pt x="88336" y="41244"/>
                  </a:lnTo>
                  <a:lnTo>
                    <a:pt x="61533" y="58575"/>
                  </a:lnTo>
                  <a:lnTo>
                    <a:pt x="47923" y="65679"/>
                  </a:lnTo>
                  <a:lnTo>
                    <a:pt x="41178" y="67616"/>
                  </a:lnTo>
                  <a:lnTo>
                    <a:pt x="28212" y="67616"/>
                  </a:lnTo>
                  <a:lnTo>
                    <a:pt x="6506" y="51161"/>
                  </a:lnTo>
                  <a:lnTo>
                    <a:pt x="348" y="48403"/>
                  </a:lnTo>
                  <a:lnTo>
                    <a:pt x="0" y="47551"/>
                  </a:lnTo>
                  <a:lnTo>
                    <a:pt x="522" y="45924"/>
                  </a:lnTo>
                  <a:lnTo>
                    <a:pt x="1409" y="45521"/>
                  </a:lnTo>
                  <a:lnTo>
                    <a:pt x="2216" y="45769"/>
                  </a:lnTo>
                  <a:lnTo>
                    <a:pt x="16212" y="46242"/>
                  </a:lnTo>
                  <a:lnTo>
                    <a:pt x="31341" y="41314"/>
                  </a:lnTo>
                  <a:lnTo>
                    <a:pt x="47137" y="32831"/>
                  </a:lnTo>
                  <a:lnTo>
                    <a:pt x="76300" y="14203"/>
                  </a:lnTo>
                  <a:lnTo>
                    <a:pt x="88981" y="6966"/>
                  </a:lnTo>
                  <a:lnTo>
                    <a:pt x="101041" y="1905"/>
                  </a:lnTo>
                  <a:lnTo>
                    <a:pt x="112343" y="0"/>
                  </a:lnTo>
                  <a:lnTo>
                    <a:pt x="117662" y="0"/>
                  </a:lnTo>
                  <a:lnTo>
                    <a:pt x="122364" y="1146"/>
                  </a:lnTo>
                  <a:lnTo>
                    <a:pt x="131531" y="5965"/>
                  </a:lnTo>
                  <a:lnTo>
                    <a:pt x="135346" y="10365"/>
                  </a:lnTo>
                  <a:lnTo>
                    <a:pt x="140223" y="21846"/>
                  </a:lnTo>
                  <a:lnTo>
                    <a:pt x="148946" y="35527"/>
                  </a:lnTo>
                  <a:lnTo>
                    <a:pt x="148946" y="41756"/>
                  </a:lnTo>
                  <a:lnTo>
                    <a:pt x="147870" y="44080"/>
                  </a:lnTo>
                  <a:lnTo>
                    <a:pt x="143136" y="48171"/>
                  </a:lnTo>
                  <a:lnTo>
                    <a:pt x="127526" y="56026"/>
                  </a:lnTo>
                  <a:lnTo>
                    <a:pt x="127272" y="58908"/>
                  </a:lnTo>
                  <a:lnTo>
                    <a:pt x="171766" y="68448"/>
                  </a:lnTo>
                  <a:lnTo>
                    <a:pt x="191296" y="69242"/>
                  </a:lnTo>
                  <a:lnTo>
                    <a:pt x="201286" y="69039"/>
                  </a:lnTo>
                  <a:lnTo>
                    <a:pt x="243526" y="63080"/>
                  </a:lnTo>
                  <a:lnTo>
                    <a:pt x="255511" y="59016"/>
                  </a:lnTo>
                  <a:lnTo>
                    <a:pt x="255020" y="57064"/>
                  </a:lnTo>
                  <a:lnTo>
                    <a:pt x="242307" y="50650"/>
                  </a:lnTo>
                  <a:lnTo>
                    <a:pt x="239441" y="48682"/>
                  </a:lnTo>
                  <a:lnTo>
                    <a:pt x="234945" y="44251"/>
                  </a:lnTo>
                  <a:lnTo>
                    <a:pt x="233726" y="41756"/>
                  </a:lnTo>
                  <a:lnTo>
                    <a:pt x="233726" y="35527"/>
                  </a:lnTo>
                  <a:lnTo>
                    <a:pt x="242560" y="21846"/>
                  </a:lnTo>
                  <a:lnTo>
                    <a:pt x="247389" y="10365"/>
                  </a:lnTo>
                  <a:lnTo>
                    <a:pt x="251236" y="5965"/>
                  </a:lnTo>
                  <a:lnTo>
                    <a:pt x="256096" y="3176"/>
                  </a:lnTo>
                  <a:lnTo>
                    <a:pt x="260260" y="1146"/>
                  </a:lnTo>
                  <a:lnTo>
                    <a:pt x="264962" y="0"/>
                  </a:lnTo>
                  <a:lnTo>
                    <a:pt x="270424" y="0"/>
                  </a:lnTo>
                  <a:lnTo>
                    <a:pt x="281660" y="1905"/>
                  </a:lnTo>
                  <a:lnTo>
                    <a:pt x="293697" y="6966"/>
                  </a:lnTo>
                  <a:lnTo>
                    <a:pt x="306376" y="14203"/>
                  </a:lnTo>
                  <a:lnTo>
                    <a:pt x="335500" y="32831"/>
                  </a:lnTo>
                  <a:lnTo>
                    <a:pt x="351306" y="41314"/>
                  </a:lnTo>
                  <a:lnTo>
                    <a:pt x="366475" y="46242"/>
                  </a:lnTo>
                  <a:lnTo>
                    <a:pt x="380535" y="45769"/>
                  </a:lnTo>
                  <a:lnTo>
                    <a:pt x="381311" y="45521"/>
                  </a:lnTo>
                  <a:lnTo>
                    <a:pt x="382182" y="45924"/>
                  </a:lnTo>
                  <a:lnTo>
                    <a:pt x="382467" y="46683"/>
                  </a:lnTo>
                  <a:lnTo>
                    <a:pt x="382688" y="47551"/>
                  </a:lnTo>
                  <a:lnTo>
                    <a:pt x="382324" y="48403"/>
                  </a:lnTo>
                  <a:lnTo>
                    <a:pt x="376166" y="51083"/>
                  </a:lnTo>
                  <a:lnTo>
                    <a:pt x="354460" y="67616"/>
                  </a:lnTo>
                  <a:lnTo>
                    <a:pt x="341510" y="67616"/>
                  </a:lnTo>
                  <a:lnTo>
                    <a:pt x="334860" y="65679"/>
                  </a:lnTo>
                  <a:lnTo>
                    <a:pt x="319456" y="57715"/>
                  </a:lnTo>
                  <a:lnTo>
                    <a:pt x="294434" y="41212"/>
                  </a:lnTo>
                  <a:lnTo>
                    <a:pt x="283777" y="34995"/>
                  </a:lnTo>
                  <a:lnTo>
                    <a:pt x="273188" y="30350"/>
                  </a:lnTo>
                  <a:lnTo>
                    <a:pt x="262746" y="28106"/>
                  </a:lnTo>
                  <a:lnTo>
                    <a:pt x="274968" y="38936"/>
                  </a:lnTo>
                  <a:lnTo>
                    <a:pt x="274968" y="49704"/>
                  </a:lnTo>
                  <a:lnTo>
                    <a:pt x="271216" y="56599"/>
                  </a:lnTo>
                  <a:lnTo>
                    <a:pt x="266593" y="66004"/>
                  </a:lnTo>
                  <a:lnTo>
                    <a:pt x="261099" y="86999"/>
                  </a:lnTo>
                  <a:lnTo>
                    <a:pt x="251078" y="92034"/>
                  </a:lnTo>
                  <a:lnTo>
                    <a:pt x="240766" y="95797"/>
                  </a:lnTo>
                  <a:lnTo>
                    <a:pt x="227326" y="98501"/>
                  </a:lnTo>
                  <a:lnTo>
                    <a:pt x="210816" y="100133"/>
                  </a:lnTo>
                  <a:lnTo>
                    <a:pt x="191296" y="100680"/>
                  </a:lnTo>
                  <a:close/>
                </a:path>
              </a:pathLst>
            </a:custGeom>
            <a:solidFill>
              <a:srgbClr val="FFFFFF"/>
            </a:solidFill>
          </p:spPr>
          <p:txBody>
            <a:bodyPr wrap="square" lIns="0" tIns="0" rIns="0" bIns="0" rtlCol="0"/>
            <a:lstStyle/>
            <a:p>
              <a:endParaRPr/>
            </a:p>
          </p:txBody>
        </p:sp>
        <p:pic>
          <p:nvPicPr>
            <p:cNvPr id="6" name="object 6"/>
            <p:cNvPicPr>
              <a:picLocks noGrp="1" noRot="1" noMove="1" noResize="1" noEditPoints="1" noAdjustHandles="1" noChangeArrowheads="1" noChangeShapeType="1" noCrop="1"/>
            </p:cNvPicPr>
            <p:nvPr/>
          </p:nvPicPr>
          <p:blipFill>
            <a:blip r:embed="rId4" cstate="print"/>
            <a:stretch>
              <a:fillRect/>
            </a:stretch>
          </p:blipFill>
          <p:spPr>
            <a:xfrm>
              <a:off x="864000" y="607992"/>
              <a:ext cx="162906" cy="217170"/>
            </a:xfrm>
            <a:prstGeom prst="rect">
              <a:avLst/>
            </a:prstGeom>
          </p:spPr>
        </p:pic>
        <p:sp>
          <p:nvSpPr>
            <p:cNvPr id="7" name="object 7"/>
            <p:cNvSpPr>
              <a:spLocks noGrp="1" noRot="1" noMove="1" noResize="1" noEditPoints="1" noAdjustHandles="1" noChangeArrowheads="1" noChangeShapeType="1"/>
            </p:cNvSpPr>
            <p:nvPr/>
          </p:nvSpPr>
          <p:spPr>
            <a:xfrm>
              <a:off x="702043" y="546036"/>
              <a:ext cx="492759" cy="325120"/>
            </a:xfrm>
            <a:custGeom>
              <a:avLst/>
              <a:gdLst/>
              <a:ahLst/>
              <a:cxnLst/>
              <a:rect l="l" t="t" r="r" b="b"/>
              <a:pathLst>
                <a:path w="492759" h="325119">
                  <a:moveTo>
                    <a:pt x="71945" y="28511"/>
                  </a:moveTo>
                  <a:lnTo>
                    <a:pt x="70612" y="27266"/>
                  </a:lnTo>
                  <a:lnTo>
                    <a:pt x="67449" y="27266"/>
                  </a:lnTo>
                  <a:lnTo>
                    <a:pt x="66065" y="28511"/>
                  </a:lnTo>
                  <a:lnTo>
                    <a:pt x="66065" y="31661"/>
                  </a:lnTo>
                  <a:lnTo>
                    <a:pt x="67449" y="32893"/>
                  </a:lnTo>
                  <a:lnTo>
                    <a:pt x="70612" y="32893"/>
                  </a:lnTo>
                  <a:lnTo>
                    <a:pt x="71945" y="31661"/>
                  </a:lnTo>
                  <a:lnTo>
                    <a:pt x="71945" y="30048"/>
                  </a:lnTo>
                  <a:lnTo>
                    <a:pt x="71945" y="28511"/>
                  </a:lnTo>
                  <a:close/>
                </a:path>
                <a:path w="492759" h="325119">
                  <a:moveTo>
                    <a:pt x="73012" y="36055"/>
                  </a:moveTo>
                  <a:lnTo>
                    <a:pt x="71653" y="34772"/>
                  </a:lnTo>
                  <a:lnTo>
                    <a:pt x="68478" y="34772"/>
                  </a:lnTo>
                  <a:lnTo>
                    <a:pt x="67106" y="36055"/>
                  </a:lnTo>
                  <a:lnTo>
                    <a:pt x="67106" y="39103"/>
                  </a:lnTo>
                  <a:lnTo>
                    <a:pt x="68478" y="40513"/>
                  </a:lnTo>
                  <a:lnTo>
                    <a:pt x="71653" y="40513"/>
                  </a:lnTo>
                  <a:lnTo>
                    <a:pt x="73012" y="39103"/>
                  </a:lnTo>
                  <a:lnTo>
                    <a:pt x="73012" y="37490"/>
                  </a:lnTo>
                  <a:lnTo>
                    <a:pt x="73012" y="36055"/>
                  </a:lnTo>
                  <a:close/>
                </a:path>
                <a:path w="492759" h="325119">
                  <a:moveTo>
                    <a:pt x="76466" y="22326"/>
                  </a:moveTo>
                  <a:lnTo>
                    <a:pt x="75107" y="21132"/>
                  </a:lnTo>
                  <a:lnTo>
                    <a:pt x="71945" y="21132"/>
                  </a:lnTo>
                  <a:lnTo>
                    <a:pt x="70688" y="22326"/>
                  </a:lnTo>
                  <a:lnTo>
                    <a:pt x="70688" y="25438"/>
                  </a:lnTo>
                  <a:lnTo>
                    <a:pt x="71945" y="26771"/>
                  </a:lnTo>
                  <a:lnTo>
                    <a:pt x="73596" y="26771"/>
                  </a:lnTo>
                  <a:lnTo>
                    <a:pt x="75107" y="26771"/>
                  </a:lnTo>
                  <a:lnTo>
                    <a:pt x="76466" y="25438"/>
                  </a:lnTo>
                  <a:lnTo>
                    <a:pt x="76466" y="22326"/>
                  </a:lnTo>
                  <a:close/>
                </a:path>
                <a:path w="492759" h="325119">
                  <a:moveTo>
                    <a:pt x="84124" y="21856"/>
                  </a:moveTo>
                  <a:lnTo>
                    <a:pt x="82880" y="20637"/>
                  </a:lnTo>
                  <a:lnTo>
                    <a:pt x="79679" y="20637"/>
                  </a:lnTo>
                  <a:lnTo>
                    <a:pt x="78409" y="21856"/>
                  </a:lnTo>
                  <a:lnTo>
                    <a:pt x="78409" y="24993"/>
                  </a:lnTo>
                  <a:lnTo>
                    <a:pt x="79679" y="26327"/>
                  </a:lnTo>
                  <a:lnTo>
                    <a:pt x="81229" y="26327"/>
                  </a:lnTo>
                  <a:lnTo>
                    <a:pt x="82880" y="26327"/>
                  </a:lnTo>
                  <a:lnTo>
                    <a:pt x="84124" y="24993"/>
                  </a:lnTo>
                  <a:lnTo>
                    <a:pt x="84124" y="21856"/>
                  </a:lnTo>
                  <a:close/>
                </a:path>
                <a:path w="492759" h="325119">
                  <a:moveTo>
                    <a:pt x="94157" y="24358"/>
                  </a:moveTo>
                  <a:lnTo>
                    <a:pt x="94043" y="20967"/>
                  </a:lnTo>
                  <a:lnTo>
                    <a:pt x="93319" y="19939"/>
                  </a:lnTo>
                  <a:lnTo>
                    <a:pt x="92087" y="19316"/>
                  </a:lnTo>
                  <a:lnTo>
                    <a:pt x="90779" y="18237"/>
                  </a:lnTo>
                  <a:lnTo>
                    <a:pt x="89103" y="16637"/>
                  </a:lnTo>
                  <a:lnTo>
                    <a:pt x="88595" y="16052"/>
                  </a:lnTo>
                  <a:lnTo>
                    <a:pt x="88112" y="15494"/>
                  </a:lnTo>
                  <a:lnTo>
                    <a:pt x="88163" y="15341"/>
                  </a:lnTo>
                  <a:lnTo>
                    <a:pt x="88265" y="15113"/>
                  </a:lnTo>
                  <a:lnTo>
                    <a:pt x="93243" y="15494"/>
                  </a:lnTo>
                  <a:lnTo>
                    <a:pt x="93179" y="15341"/>
                  </a:lnTo>
                  <a:lnTo>
                    <a:pt x="93091" y="15113"/>
                  </a:lnTo>
                  <a:lnTo>
                    <a:pt x="92456" y="13474"/>
                  </a:lnTo>
                  <a:lnTo>
                    <a:pt x="91262" y="10426"/>
                  </a:lnTo>
                  <a:lnTo>
                    <a:pt x="87731" y="13474"/>
                  </a:lnTo>
                  <a:lnTo>
                    <a:pt x="87363" y="13474"/>
                  </a:lnTo>
                  <a:lnTo>
                    <a:pt x="87083" y="8115"/>
                  </a:lnTo>
                  <a:lnTo>
                    <a:pt x="82042" y="9906"/>
                  </a:lnTo>
                  <a:lnTo>
                    <a:pt x="85382" y="13995"/>
                  </a:lnTo>
                  <a:lnTo>
                    <a:pt x="85242" y="14224"/>
                  </a:lnTo>
                  <a:lnTo>
                    <a:pt x="85242" y="14376"/>
                  </a:lnTo>
                  <a:lnTo>
                    <a:pt x="80759" y="14630"/>
                  </a:lnTo>
                  <a:lnTo>
                    <a:pt x="83185" y="19697"/>
                  </a:lnTo>
                  <a:lnTo>
                    <a:pt x="86080" y="16052"/>
                  </a:lnTo>
                  <a:lnTo>
                    <a:pt x="86220" y="16052"/>
                  </a:lnTo>
                  <a:lnTo>
                    <a:pt x="86347" y="16637"/>
                  </a:lnTo>
                  <a:lnTo>
                    <a:pt x="86588" y="17881"/>
                  </a:lnTo>
                  <a:lnTo>
                    <a:pt x="86715" y="19697"/>
                  </a:lnTo>
                  <a:lnTo>
                    <a:pt x="86791" y="24358"/>
                  </a:lnTo>
                  <a:lnTo>
                    <a:pt x="88392" y="26060"/>
                  </a:lnTo>
                  <a:lnTo>
                    <a:pt x="92506" y="26060"/>
                  </a:lnTo>
                  <a:lnTo>
                    <a:pt x="94157" y="24358"/>
                  </a:lnTo>
                  <a:close/>
                </a:path>
                <a:path w="492759" h="325119">
                  <a:moveTo>
                    <a:pt x="100431" y="15557"/>
                  </a:moveTo>
                  <a:lnTo>
                    <a:pt x="99174" y="14630"/>
                  </a:lnTo>
                  <a:lnTo>
                    <a:pt x="98107" y="13474"/>
                  </a:lnTo>
                  <a:lnTo>
                    <a:pt x="96126" y="13474"/>
                  </a:lnTo>
                  <a:lnTo>
                    <a:pt x="95008" y="14630"/>
                  </a:lnTo>
                  <a:lnTo>
                    <a:pt x="93941" y="15557"/>
                  </a:lnTo>
                  <a:lnTo>
                    <a:pt x="93941" y="17360"/>
                  </a:lnTo>
                  <a:lnTo>
                    <a:pt x="95084" y="18605"/>
                  </a:lnTo>
                  <a:lnTo>
                    <a:pt x="96126" y="19685"/>
                  </a:lnTo>
                  <a:lnTo>
                    <a:pt x="98107" y="19685"/>
                  </a:lnTo>
                  <a:lnTo>
                    <a:pt x="99174" y="18516"/>
                  </a:lnTo>
                  <a:lnTo>
                    <a:pt x="100431" y="17360"/>
                  </a:lnTo>
                  <a:lnTo>
                    <a:pt x="100431" y="15557"/>
                  </a:lnTo>
                  <a:close/>
                </a:path>
                <a:path w="492759" h="325119">
                  <a:moveTo>
                    <a:pt x="106845" y="10795"/>
                  </a:moveTo>
                  <a:lnTo>
                    <a:pt x="105765" y="9817"/>
                  </a:lnTo>
                  <a:lnTo>
                    <a:pt x="104559" y="8572"/>
                  </a:lnTo>
                  <a:lnTo>
                    <a:pt x="102730" y="8572"/>
                  </a:lnTo>
                  <a:lnTo>
                    <a:pt x="101536" y="9817"/>
                  </a:lnTo>
                  <a:lnTo>
                    <a:pt x="100457" y="10795"/>
                  </a:lnTo>
                  <a:lnTo>
                    <a:pt x="100457" y="12661"/>
                  </a:lnTo>
                  <a:lnTo>
                    <a:pt x="101536" y="13906"/>
                  </a:lnTo>
                  <a:lnTo>
                    <a:pt x="102730" y="14859"/>
                  </a:lnTo>
                  <a:lnTo>
                    <a:pt x="104559" y="14859"/>
                  </a:lnTo>
                  <a:lnTo>
                    <a:pt x="105765" y="13906"/>
                  </a:lnTo>
                  <a:lnTo>
                    <a:pt x="106845" y="12661"/>
                  </a:lnTo>
                  <a:lnTo>
                    <a:pt x="106845" y="10795"/>
                  </a:lnTo>
                  <a:close/>
                </a:path>
                <a:path w="492759" h="325119">
                  <a:moveTo>
                    <a:pt x="114452" y="12128"/>
                  </a:moveTo>
                  <a:lnTo>
                    <a:pt x="113347" y="10960"/>
                  </a:lnTo>
                  <a:lnTo>
                    <a:pt x="112191" y="9906"/>
                  </a:lnTo>
                  <a:lnTo>
                    <a:pt x="110337" y="9906"/>
                  </a:lnTo>
                  <a:lnTo>
                    <a:pt x="109321" y="10960"/>
                  </a:lnTo>
                  <a:lnTo>
                    <a:pt x="108089" y="12128"/>
                  </a:lnTo>
                  <a:lnTo>
                    <a:pt x="108216" y="13995"/>
                  </a:lnTo>
                  <a:lnTo>
                    <a:pt x="110464" y="16052"/>
                  </a:lnTo>
                  <a:lnTo>
                    <a:pt x="112318" y="16052"/>
                  </a:lnTo>
                  <a:lnTo>
                    <a:pt x="113347" y="15024"/>
                  </a:lnTo>
                  <a:lnTo>
                    <a:pt x="114452" y="13995"/>
                  </a:lnTo>
                  <a:lnTo>
                    <a:pt x="114452" y="12128"/>
                  </a:lnTo>
                  <a:close/>
                </a:path>
                <a:path w="492759" h="325119">
                  <a:moveTo>
                    <a:pt x="118529" y="23126"/>
                  </a:moveTo>
                  <a:lnTo>
                    <a:pt x="114071" y="23393"/>
                  </a:lnTo>
                  <a:lnTo>
                    <a:pt x="115328" y="25158"/>
                  </a:lnTo>
                  <a:lnTo>
                    <a:pt x="115722" y="25984"/>
                  </a:lnTo>
                  <a:lnTo>
                    <a:pt x="115836" y="27457"/>
                  </a:lnTo>
                  <a:lnTo>
                    <a:pt x="115011" y="27051"/>
                  </a:lnTo>
                  <a:lnTo>
                    <a:pt x="113855" y="26162"/>
                  </a:lnTo>
                  <a:lnTo>
                    <a:pt x="112826" y="24726"/>
                  </a:lnTo>
                  <a:lnTo>
                    <a:pt x="112941" y="26162"/>
                  </a:lnTo>
                  <a:lnTo>
                    <a:pt x="113042" y="27457"/>
                  </a:lnTo>
                  <a:lnTo>
                    <a:pt x="113157" y="28829"/>
                  </a:lnTo>
                  <a:lnTo>
                    <a:pt x="113258" y="30035"/>
                  </a:lnTo>
                  <a:lnTo>
                    <a:pt x="113322" y="30848"/>
                  </a:lnTo>
                  <a:lnTo>
                    <a:pt x="113398" y="31127"/>
                  </a:lnTo>
                  <a:lnTo>
                    <a:pt x="114071" y="30035"/>
                  </a:lnTo>
                  <a:lnTo>
                    <a:pt x="114198" y="29908"/>
                  </a:lnTo>
                  <a:lnTo>
                    <a:pt x="114782" y="29235"/>
                  </a:lnTo>
                  <a:lnTo>
                    <a:pt x="115836" y="28829"/>
                  </a:lnTo>
                  <a:lnTo>
                    <a:pt x="115722" y="31127"/>
                  </a:lnTo>
                  <a:lnTo>
                    <a:pt x="115608" y="33248"/>
                  </a:lnTo>
                  <a:lnTo>
                    <a:pt x="113855" y="34925"/>
                  </a:lnTo>
                  <a:lnTo>
                    <a:pt x="112318" y="35242"/>
                  </a:lnTo>
                  <a:lnTo>
                    <a:pt x="111023" y="35496"/>
                  </a:lnTo>
                  <a:lnTo>
                    <a:pt x="110426" y="35496"/>
                  </a:lnTo>
                  <a:lnTo>
                    <a:pt x="109093" y="34429"/>
                  </a:lnTo>
                  <a:lnTo>
                    <a:pt x="109029" y="34036"/>
                  </a:lnTo>
                  <a:lnTo>
                    <a:pt x="108940" y="33528"/>
                  </a:lnTo>
                  <a:lnTo>
                    <a:pt x="108889" y="33248"/>
                  </a:lnTo>
                  <a:lnTo>
                    <a:pt x="108775" y="32537"/>
                  </a:lnTo>
                  <a:lnTo>
                    <a:pt x="108534" y="31127"/>
                  </a:lnTo>
                  <a:lnTo>
                    <a:pt x="108915" y="30848"/>
                  </a:lnTo>
                  <a:lnTo>
                    <a:pt x="110197" y="29908"/>
                  </a:lnTo>
                  <a:lnTo>
                    <a:pt x="112014" y="31648"/>
                  </a:lnTo>
                  <a:lnTo>
                    <a:pt x="112039" y="31369"/>
                  </a:lnTo>
                  <a:lnTo>
                    <a:pt x="112153" y="29908"/>
                  </a:lnTo>
                  <a:lnTo>
                    <a:pt x="112191" y="29489"/>
                  </a:lnTo>
                  <a:lnTo>
                    <a:pt x="112204" y="29235"/>
                  </a:lnTo>
                  <a:lnTo>
                    <a:pt x="112318" y="27774"/>
                  </a:lnTo>
                  <a:lnTo>
                    <a:pt x="109004" y="27774"/>
                  </a:lnTo>
                  <a:lnTo>
                    <a:pt x="107619" y="29235"/>
                  </a:lnTo>
                  <a:lnTo>
                    <a:pt x="109321" y="25615"/>
                  </a:lnTo>
                  <a:lnTo>
                    <a:pt x="109207" y="25158"/>
                  </a:lnTo>
                  <a:lnTo>
                    <a:pt x="109080" y="24726"/>
                  </a:lnTo>
                  <a:lnTo>
                    <a:pt x="109029" y="24561"/>
                  </a:lnTo>
                  <a:lnTo>
                    <a:pt x="108597" y="22974"/>
                  </a:lnTo>
                  <a:lnTo>
                    <a:pt x="105181" y="21132"/>
                  </a:lnTo>
                  <a:lnTo>
                    <a:pt x="102971" y="24561"/>
                  </a:lnTo>
                  <a:lnTo>
                    <a:pt x="103035" y="24726"/>
                  </a:lnTo>
                  <a:lnTo>
                    <a:pt x="103911" y="27051"/>
                  </a:lnTo>
                  <a:lnTo>
                    <a:pt x="106489" y="29489"/>
                  </a:lnTo>
                  <a:lnTo>
                    <a:pt x="103911" y="28333"/>
                  </a:lnTo>
                  <a:lnTo>
                    <a:pt x="101536" y="30492"/>
                  </a:lnTo>
                  <a:lnTo>
                    <a:pt x="103911" y="33528"/>
                  </a:lnTo>
                  <a:lnTo>
                    <a:pt x="103962" y="33248"/>
                  </a:lnTo>
                  <a:lnTo>
                    <a:pt x="104432" y="30848"/>
                  </a:lnTo>
                  <a:lnTo>
                    <a:pt x="106730" y="31369"/>
                  </a:lnTo>
                  <a:lnTo>
                    <a:pt x="106794" y="31648"/>
                  </a:lnTo>
                  <a:lnTo>
                    <a:pt x="107632" y="35242"/>
                  </a:lnTo>
                  <a:lnTo>
                    <a:pt x="105879" y="37414"/>
                  </a:lnTo>
                  <a:lnTo>
                    <a:pt x="99047" y="39535"/>
                  </a:lnTo>
                  <a:lnTo>
                    <a:pt x="98971" y="39382"/>
                  </a:lnTo>
                  <a:lnTo>
                    <a:pt x="97599" y="36906"/>
                  </a:lnTo>
                  <a:lnTo>
                    <a:pt x="96939" y="35496"/>
                  </a:lnTo>
                  <a:lnTo>
                    <a:pt x="96824" y="35242"/>
                  </a:lnTo>
                  <a:lnTo>
                    <a:pt x="96672" y="34925"/>
                  </a:lnTo>
                  <a:lnTo>
                    <a:pt x="96710" y="34683"/>
                  </a:lnTo>
                  <a:lnTo>
                    <a:pt x="97485" y="34188"/>
                  </a:lnTo>
                  <a:lnTo>
                    <a:pt x="99631" y="34429"/>
                  </a:lnTo>
                  <a:lnTo>
                    <a:pt x="101879" y="35737"/>
                  </a:lnTo>
                  <a:lnTo>
                    <a:pt x="102006" y="35737"/>
                  </a:lnTo>
                  <a:lnTo>
                    <a:pt x="101930" y="35496"/>
                  </a:lnTo>
                  <a:lnTo>
                    <a:pt x="101854" y="35242"/>
                  </a:lnTo>
                  <a:lnTo>
                    <a:pt x="101739" y="34925"/>
                  </a:lnTo>
                  <a:lnTo>
                    <a:pt x="101663" y="34683"/>
                  </a:lnTo>
                  <a:lnTo>
                    <a:pt x="101574" y="34429"/>
                  </a:lnTo>
                  <a:lnTo>
                    <a:pt x="101180" y="33248"/>
                  </a:lnTo>
                  <a:lnTo>
                    <a:pt x="99936" y="29489"/>
                  </a:lnTo>
                  <a:lnTo>
                    <a:pt x="99174" y="31648"/>
                  </a:lnTo>
                  <a:lnTo>
                    <a:pt x="98005" y="32537"/>
                  </a:lnTo>
                  <a:lnTo>
                    <a:pt x="98285" y="32537"/>
                  </a:lnTo>
                  <a:lnTo>
                    <a:pt x="96304" y="33248"/>
                  </a:lnTo>
                  <a:lnTo>
                    <a:pt x="96037" y="33248"/>
                  </a:lnTo>
                  <a:lnTo>
                    <a:pt x="96113" y="30848"/>
                  </a:lnTo>
                  <a:lnTo>
                    <a:pt x="97243" y="27774"/>
                  </a:lnTo>
                  <a:lnTo>
                    <a:pt x="89408" y="30848"/>
                  </a:lnTo>
                  <a:lnTo>
                    <a:pt x="92862" y="32537"/>
                  </a:lnTo>
                  <a:lnTo>
                    <a:pt x="93573" y="33248"/>
                  </a:lnTo>
                  <a:lnTo>
                    <a:pt x="94259" y="34036"/>
                  </a:lnTo>
                  <a:lnTo>
                    <a:pt x="94500" y="34036"/>
                  </a:lnTo>
                  <a:lnTo>
                    <a:pt x="92570" y="34683"/>
                  </a:lnTo>
                  <a:lnTo>
                    <a:pt x="91084" y="34925"/>
                  </a:lnTo>
                  <a:lnTo>
                    <a:pt x="88684" y="34036"/>
                  </a:lnTo>
                  <a:lnTo>
                    <a:pt x="91757" y="39992"/>
                  </a:lnTo>
                  <a:lnTo>
                    <a:pt x="91871" y="39535"/>
                  </a:lnTo>
                  <a:lnTo>
                    <a:pt x="91986" y="39103"/>
                  </a:lnTo>
                  <a:lnTo>
                    <a:pt x="92049" y="38862"/>
                  </a:lnTo>
                  <a:lnTo>
                    <a:pt x="92138" y="38557"/>
                  </a:lnTo>
                  <a:lnTo>
                    <a:pt x="92252" y="38125"/>
                  </a:lnTo>
                  <a:lnTo>
                    <a:pt x="92303" y="37922"/>
                  </a:lnTo>
                  <a:lnTo>
                    <a:pt x="92506" y="37134"/>
                  </a:lnTo>
                  <a:lnTo>
                    <a:pt x="93941" y="35496"/>
                  </a:lnTo>
                  <a:lnTo>
                    <a:pt x="95008" y="35496"/>
                  </a:lnTo>
                  <a:lnTo>
                    <a:pt x="95097" y="35737"/>
                  </a:lnTo>
                  <a:lnTo>
                    <a:pt x="96672" y="40513"/>
                  </a:lnTo>
                  <a:lnTo>
                    <a:pt x="92227" y="42557"/>
                  </a:lnTo>
                  <a:lnTo>
                    <a:pt x="91262" y="43154"/>
                  </a:lnTo>
                  <a:lnTo>
                    <a:pt x="90538" y="43548"/>
                  </a:lnTo>
                  <a:lnTo>
                    <a:pt x="89154" y="43548"/>
                  </a:lnTo>
                  <a:lnTo>
                    <a:pt x="87363" y="43307"/>
                  </a:lnTo>
                  <a:lnTo>
                    <a:pt x="87274" y="43154"/>
                  </a:lnTo>
                  <a:lnTo>
                    <a:pt x="86436" y="41821"/>
                  </a:lnTo>
                  <a:lnTo>
                    <a:pt x="85953" y="41008"/>
                  </a:lnTo>
                  <a:lnTo>
                    <a:pt x="85356" y="39992"/>
                  </a:lnTo>
                  <a:lnTo>
                    <a:pt x="85864" y="39103"/>
                  </a:lnTo>
                  <a:lnTo>
                    <a:pt x="86169" y="38557"/>
                  </a:lnTo>
                  <a:lnTo>
                    <a:pt x="86525" y="37922"/>
                  </a:lnTo>
                  <a:lnTo>
                    <a:pt x="88760" y="39535"/>
                  </a:lnTo>
                  <a:lnTo>
                    <a:pt x="88722" y="39103"/>
                  </a:lnTo>
                  <a:lnTo>
                    <a:pt x="88607" y="37922"/>
                  </a:lnTo>
                  <a:lnTo>
                    <a:pt x="88506" y="36906"/>
                  </a:lnTo>
                  <a:lnTo>
                    <a:pt x="88392" y="35737"/>
                  </a:lnTo>
                  <a:lnTo>
                    <a:pt x="85039" y="35737"/>
                  </a:lnTo>
                  <a:lnTo>
                    <a:pt x="84124" y="38557"/>
                  </a:lnTo>
                  <a:lnTo>
                    <a:pt x="84226" y="34683"/>
                  </a:lnTo>
                  <a:lnTo>
                    <a:pt x="83185" y="32537"/>
                  </a:lnTo>
                  <a:lnTo>
                    <a:pt x="79006" y="31369"/>
                  </a:lnTo>
                  <a:lnTo>
                    <a:pt x="78930" y="31648"/>
                  </a:lnTo>
                  <a:lnTo>
                    <a:pt x="78193" y="34429"/>
                  </a:lnTo>
                  <a:lnTo>
                    <a:pt x="78130" y="35496"/>
                  </a:lnTo>
                  <a:lnTo>
                    <a:pt x="79324" y="37414"/>
                  </a:lnTo>
                  <a:lnTo>
                    <a:pt x="83261" y="39103"/>
                  </a:lnTo>
                  <a:lnTo>
                    <a:pt x="81038" y="38862"/>
                  </a:lnTo>
                  <a:lnTo>
                    <a:pt x="78663" y="41008"/>
                  </a:lnTo>
                  <a:lnTo>
                    <a:pt x="81686" y="43548"/>
                  </a:lnTo>
                  <a:lnTo>
                    <a:pt x="81686" y="41351"/>
                  </a:lnTo>
                  <a:lnTo>
                    <a:pt x="83705" y="41008"/>
                  </a:lnTo>
                  <a:lnTo>
                    <a:pt x="84886" y="42557"/>
                  </a:lnTo>
                  <a:lnTo>
                    <a:pt x="85572" y="43548"/>
                  </a:lnTo>
                  <a:lnTo>
                    <a:pt x="85572" y="44246"/>
                  </a:lnTo>
                  <a:lnTo>
                    <a:pt x="85432" y="45504"/>
                  </a:lnTo>
                  <a:lnTo>
                    <a:pt x="83934" y="46558"/>
                  </a:lnTo>
                  <a:lnTo>
                    <a:pt x="82905" y="47244"/>
                  </a:lnTo>
                  <a:lnTo>
                    <a:pt x="80149" y="47244"/>
                  </a:lnTo>
                  <a:lnTo>
                    <a:pt x="76949" y="44246"/>
                  </a:lnTo>
                  <a:lnTo>
                    <a:pt x="77609" y="43967"/>
                  </a:lnTo>
                  <a:lnTo>
                    <a:pt x="78574" y="43967"/>
                  </a:lnTo>
                  <a:lnTo>
                    <a:pt x="79921" y="44246"/>
                  </a:lnTo>
                  <a:lnTo>
                    <a:pt x="80289" y="44246"/>
                  </a:lnTo>
                  <a:lnTo>
                    <a:pt x="80048" y="43967"/>
                  </a:lnTo>
                  <a:lnTo>
                    <a:pt x="79349" y="43154"/>
                  </a:lnTo>
                  <a:lnTo>
                    <a:pt x="76631" y="39992"/>
                  </a:lnTo>
                  <a:lnTo>
                    <a:pt x="76136" y="39535"/>
                  </a:lnTo>
                  <a:lnTo>
                    <a:pt x="76200" y="42557"/>
                  </a:lnTo>
                  <a:lnTo>
                    <a:pt x="75831" y="43154"/>
                  </a:lnTo>
                  <a:lnTo>
                    <a:pt x="74396" y="39992"/>
                  </a:lnTo>
                  <a:lnTo>
                    <a:pt x="74269" y="39382"/>
                  </a:lnTo>
                  <a:lnTo>
                    <a:pt x="71056" y="42075"/>
                  </a:lnTo>
                  <a:lnTo>
                    <a:pt x="70827" y="42075"/>
                  </a:lnTo>
                  <a:lnTo>
                    <a:pt x="74041" y="43967"/>
                  </a:lnTo>
                  <a:lnTo>
                    <a:pt x="77660" y="46913"/>
                  </a:lnTo>
                  <a:lnTo>
                    <a:pt x="81965" y="52768"/>
                  </a:lnTo>
                  <a:lnTo>
                    <a:pt x="86372" y="49885"/>
                  </a:lnTo>
                  <a:lnTo>
                    <a:pt x="92011" y="47244"/>
                  </a:lnTo>
                  <a:lnTo>
                    <a:pt x="94424" y="46113"/>
                  </a:lnTo>
                  <a:lnTo>
                    <a:pt x="99644" y="43967"/>
                  </a:lnTo>
                  <a:lnTo>
                    <a:pt x="100736" y="43548"/>
                  </a:lnTo>
                  <a:lnTo>
                    <a:pt x="104559" y="42075"/>
                  </a:lnTo>
                  <a:lnTo>
                    <a:pt x="112534" y="39535"/>
                  </a:lnTo>
                  <a:lnTo>
                    <a:pt x="113017" y="39382"/>
                  </a:lnTo>
                  <a:lnTo>
                    <a:pt x="118211" y="38125"/>
                  </a:lnTo>
                  <a:lnTo>
                    <a:pt x="118097" y="37414"/>
                  </a:lnTo>
                  <a:lnTo>
                    <a:pt x="118021" y="36906"/>
                  </a:lnTo>
                  <a:lnTo>
                    <a:pt x="117805" y="35496"/>
                  </a:lnTo>
                  <a:lnTo>
                    <a:pt x="117678" y="34683"/>
                  </a:lnTo>
                  <a:lnTo>
                    <a:pt x="117576" y="34036"/>
                  </a:lnTo>
                  <a:lnTo>
                    <a:pt x="117462" y="33248"/>
                  </a:lnTo>
                  <a:lnTo>
                    <a:pt x="117348" y="32537"/>
                  </a:lnTo>
                  <a:lnTo>
                    <a:pt x="117208" y="31648"/>
                  </a:lnTo>
                  <a:lnTo>
                    <a:pt x="117271" y="30035"/>
                  </a:lnTo>
                  <a:lnTo>
                    <a:pt x="117335" y="29489"/>
                  </a:lnTo>
                  <a:lnTo>
                    <a:pt x="117424" y="28829"/>
                  </a:lnTo>
                  <a:lnTo>
                    <a:pt x="117487" y="28333"/>
                  </a:lnTo>
                  <a:lnTo>
                    <a:pt x="117602" y="27457"/>
                  </a:lnTo>
                  <a:lnTo>
                    <a:pt x="117690" y="26771"/>
                  </a:lnTo>
                  <a:lnTo>
                    <a:pt x="118529" y="23126"/>
                  </a:lnTo>
                  <a:close/>
                </a:path>
                <a:path w="492759" h="325119">
                  <a:moveTo>
                    <a:pt x="119253" y="18161"/>
                  </a:moveTo>
                  <a:lnTo>
                    <a:pt x="118110" y="16916"/>
                  </a:lnTo>
                  <a:lnTo>
                    <a:pt x="116979" y="15887"/>
                  </a:lnTo>
                  <a:lnTo>
                    <a:pt x="115150" y="15887"/>
                  </a:lnTo>
                  <a:lnTo>
                    <a:pt x="113944" y="16916"/>
                  </a:lnTo>
                  <a:lnTo>
                    <a:pt x="112903" y="18161"/>
                  </a:lnTo>
                  <a:lnTo>
                    <a:pt x="112903" y="20040"/>
                  </a:lnTo>
                  <a:lnTo>
                    <a:pt x="113944" y="21145"/>
                  </a:lnTo>
                  <a:lnTo>
                    <a:pt x="115150" y="22085"/>
                  </a:lnTo>
                  <a:lnTo>
                    <a:pt x="116979" y="22085"/>
                  </a:lnTo>
                  <a:lnTo>
                    <a:pt x="118110" y="21031"/>
                  </a:lnTo>
                  <a:lnTo>
                    <a:pt x="119253" y="20040"/>
                  </a:lnTo>
                  <a:lnTo>
                    <a:pt x="119253" y="18161"/>
                  </a:lnTo>
                  <a:close/>
                </a:path>
                <a:path w="492759" h="325119">
                  <a:moveTo>
                    <a:pt x="179311" y="207314"/>
                  </a:moveTo>
                  <a:lnTo>
                    <a:pt x="176161" y="206044"/>
                  </a:lnTo>
                  <a:lnTo>
                    <a:pt x="177507" y="202234"/>
                  </a:lnTo>
                  <a:lnTo>
                    <a:pt x="178765" y="199694"/>
                  </a:lnTo>
                  <a:lnTo>
                    <a:pt x="174840" y="197154"/>
                  </a:lnTo>
                  <a:lnTo>
                    <a:pt x="172885" y="195884"/>
                  </a:lnTo>
                  <a:lnTo>
                    <a:pt x="171792" y="188264"/>
                  </a:lnTo>
                  <a:lnTo>
                    <a:pt x="171602" y="186994"/>
                  </a:lnTo>
                  <a:lnTo>
                    <a:pt x="172186" y="183184"/>
                  </a:lnTo>
                  <a:lnTo>
                    <a:pt x="167233" y="176834"/>
                  </a:lnTo>
                  <a:lnTo>
                    <a:pt x="162941" y="173024"/>
                  </a:lnTo>
                  <a:lnTo>
                    <a:pt x="161518" y="171754"/>
                  </a:lnTo>
                  <a:lnTo>
                    <a:pt x="139700" y="147624"/>
                  </a:lnTo>
                  <a:lnTo>
                    <a:pt x="144119" y="147624"/>
                  </a:lnTo>
                  <a:lnTo>
                    <a:pt x="147243" y="150164"/>
                  </a:lnTo>
                  <a:lnTo>
                    <a:pt x="149161" y="151434"/>
                  </a:lnTo>
                  <a:lnTo>
                    <a:pt x="152844" y="155244"/>
                  </a:lnTo>
                  <a:lnTo>
                    <a:pt x="156222" y="159054"/>
                  </a:lnTo>
                  <a:lnTo>
                    <a:pt x="159893" y="150164"/>
                  </a:lnTo>
                  <a:lnTo>
                    <a:pt x="161569" y="147624"/>
                  </a:lnTo>
                  <a:lnTo>
                    <a:pt x="164096" y="143814"/>
                  </a:lnTo>
                  <a:lnTo>
                    <a:pt x="168948" y="136194"/>
                  </a:lnTo>
                  <a:lnTo>
                    <a:pt x="174599" y="129844"/>
                  </a:lnTo>
                  <a:lnTo>
                    <a:pt x="176682" y="127304"/>
                  </a:lnTo>
                  <a:lnTo>
                    <a:pt x="177685" y="126034"/>
                  </a:lnTo>
                  <a:lnTo>
                    <a:pt x="174777" y="127304"/>
                  </a:lnTo>
                  <a:lnTo>
                    <a:pt x="170154" y="127304"/>
                  </a:lnTo>
                  <a:lnTo>
                    <a:pt x="167678" y="129844"/>
                  </a:lnTo>
                  <a:lnTo>
                    <a:pt x="167678" y="120954"/>
                  </a:lnTo>
                  <a:lnTo>
                    <a:pt x="164338" y="117144"/>
                  </a:lnTo>
                  <a:lnTo>
                    <a:pt x="164617" y="112064"/>
                  </a:lnTo>
                  <a:lnTo>
                    <a:pt x="162864" y="105714"/>
                  </a:lnTo>
                  <a:lnTo>
                    <a:pt x="160858" y="103174"/>
                  </a:lnTo>
                  <a:lnTo>
                    <a:pt x="157873" y="99364"/>
                  </a:lnTo>
                  <a:lnTo>
                    <a:pt x="148463" y="91744"/>
                  </a:lnTo>
                  <a:lnTo>
                    <a:pt x="156654" y="94284"/>
                  </a:lnTo>
                  <a:lnTo>
                    <a:pt x="161404" y="100634"/>
                  </a:lnTo>
                  <a:lnTo>
                    <a:pt x="167678" y="95554"/>
                  </a:lnTo>
                  <a:lnTo>
                    <a:pt x="164160" y="93014"/>
                  </a:lnTo>
                  <a:lnTo>
                    <a:pt x="163182" y="91744"/>
                  </a:lnTo>
                  <a:lnTo>
                    <a:pt x="160274" y="87934"/>
                  </a:lnTo>
                  <a:lnTo>
                    <a:pt x="153619" y="81584"/>
                  </a:lnTo>
                  <a:lnTo>
                    <a:pt x="141795" y="73964"/>
                  </a:lnTo>
                  <a:lnTo>
                    <a:pt x="147332" y="75234"/>
                  </a:lnTo>
                  <a:lnTo>
                    <a:pt x="152666" y="79044"/>
                  </a:lnTo>
                  <a:lnTo>
                    <a:pt x="158229" y="80314"/>
                  </a:lnTo>
                  <a:lnTo>
                    <a:pt x="164477" y="79044"/>
                  </a:lnTo>
                  <a:lnTo>
                    <a:pt x="158902" y="75234"/>
                  </a:lnTo>
                  <a:lnTo>
                    <a:pt x="157619" y="73964"/>
                  </a:lnTo>
                  <a:lnTo>
                    <a:pt x="156337" y="72694"/>
                  </a:lnTo>
                  <a:lnTo>
                    <a:pt x="149948" y="66344"/>
                  </a:lnTo>
                  <a:lnTo>
                    <a:pt x="147408" y="63804"/>
                  </a:lnTo>
                  <a:lnTo>
                    <a:pt x="145084" y="62534"/>
                  </a:lnTo>
                  <a:lnTo>
                    <a:pt x="138137" y="58724"/>
                  </a:lnTo>
                  <a:lnTo>
                    <a:pt x="143268" y="58724"/>
                  </a:lnTo>
                  <a:lnTo>
                    <a:pt x="148755" y="61264"/>
                  </a:lnTo>
                  <a:lnTo>
                    <a:pt x="151015" y="58724"/>
                  </a:lnTo>
                  <a:lnTo>
                    <a:pt x="153276" y="56184"/>
                  </a:lnTo>
                  <a:lnTo>
                    <a:pt x="148082" y="56184"/>
                  </a:lnTo>
                  <a:lnTo>
                    <a:pt x="144868" y="52374"/>
                  </a:lnTo>
                  <a:lnTo>
                    <a:pt x="139280" y="51104"/>
                  </a:lnTo>
                  <a:lnTo>
                    <a:pt x="140144" y="48564"/>
                  </a:lnTo>
                  <a:lnTo>
                    <a:pt x="141439" y="44754"/>
                  </a:lnTo>
                  <a:lnTo>
                    <a:pt x="140919" y="40944"/>
                  </a:lnTo>
                  <a:lnTo>
                    <a:pt x="138633" y="37134"/>
                  </a:lnTo>
                  <a:lnTo>
                    <a:pt x="134658" y="37134"/>
                  </a:lnTo>
                  <a:lnTo>
                    <a:pt x="130771" y="38404"/>
                  </a:lnTo>
                  <a:lnTo>
                    <a:pt x="127990" y="40741"/>
                  </a:lnTo>
                  <a:lnTo>
                    <a:pt x="127990" y="99364"/>
                  </a:lnTo>
                  <a:lnTo>
                    <a:pt x="122453" y="100634"/>
                  </a:lnTo>
                  <a:lnTo>
                    <a:pt x="117322" y="103174"/>
                  </a:lnTo>
                  <a:lnTo>
                    <a:pt x="113169" y="99364"/>
                  </a:lnTo>
                  <a:lnTo>
                    <a:pt x="112522" y="96824"/>
                  </a:lnTo>
                  <a:lnTo>
                    <a:pt x="112191" y="95554"/>
                  </a:lnTo>
                  <a:lnTo>
                    <a:pt x="111137" y="93014"/>
                  </a:lnTo>
                  <a:lnTo>
                    <a:pt x="110350" y="90474"/>
                  </a:lnTo>
                  <a:lnTo>
                    <a:pt x="113868" y="86664"/>
                  </a:lnTo>
                  <a:lnTo>
                    <a:pt x="114452" y="85394"/>
                  </a:lnTo>
                  <a:lnTo>
                    <a:pt x="113880" y="84124"/>
                  </a:lnTo>
                  <a:lnTo>
                    <a:pt x="112750" y="81584"/>
                  </a:lnTo>
                  <a:lnTo>
                    <a:pt x="111620" y="79044"/>
                  </a:lnTo>
                  <a:lnTo>
                    <a:pt x="108216" y="81584"/>
                  </a:lnTo>
                  <a:lnTo>
                    <a:pt x="104571" y="81584"/>
                  </a:lnTo>
                  <a:lnTo>
                    <a:pt x="106286" y="79044"/>
                  </a:lnTo>
                  <a:lnTo>
                    <a:pt x="106362" y="76504"/>
                  </a:lnTo>
                  <a:lnTo>
                    <a:pt x="104127" y="76504"/>
                  </a:lnTo>
                  <a:lnTo>
                    <a:pt x="101358" y="77774"/>
                  </a:lnTo>
                  <a:lnTo>
                    <a:pt x="101358" y="81584"/>
                  </a:lnTo>
                  <a:lnTo>
                    <a:pt x="99771" y="81584"/>
                  </a:lnTo>
                  <a:lnTo>
                    <a:pt x="98336" y="80314"/>
                  </a:lnTo>
                  <a:lnTo>
                    <a:pt x="99148" y="77774"/>
                  </a:lnTo>
                  <a:lnTo>
                    <a:pt x="99148" y="75234"/>
                  </a:lnTo>
                  <a:lnTo>
                    <a:pt x="100431" y="73964"/>
                  </a:lnTo>
                  <a:lnTo>
                    <a:pt x="102184" y="73964"/>
                  </a:lnTo>
                  <a:lnTo>
                    <a:pt x="108242" y="71424"/>
                  </a:lnTo>
                  <a:lnTo>
                    <a:pt x="117322" y="67614"/>
                  </a:lnTo>
                  <a:lnTo>
                    <a:pt x="119253" y="67614"/>
                  </a:lnTo>
                  <a:lnTo>
                    <a:pt x="120573" y="66344"/>
                  </a:lnTo>
                  <a:lnTo>
                    <a:pt x="121945" y="67614"/>
                  </a:lnTo>
                  <a:lnTo>
                    <a:pt x="122872" y="68884"/>
                  </a:lnTo>
                  <a:lnTo>
                    <a:pt x="125285" y="70154"/>
                  </a:lnTo>
                  <a:lnTo>
                    <a:pt x="124701" y="71424"/>
                  </a:lnTo>
                  <a:lnTo>
                    <a:pt x="123837" y="72694"/>
                  </a:lnTo>
                  <a:lnTo>
                    <a:pt x="120573" y="70154"/>
                  </a:lnTo>
                  <a:lnTo>
                    <a:pt x="116611" y="72694"/>
                  </a:lnTo>
                  <a:lnTo>
                    <a:pt x="118198" y="73964"/>
                  </a:lnTo>
                  <a:lnTo>
                    <a:pt x="121640" y="75234"/>
                  </a:lnTo>
                  <a:lnTo>
                    <a:pt x="118351" y="77774"/>
                  </a:lnTo>
                  <a:lnTo>
                    <a:pt x="114795" y="79044"/>
                  </a:lnTo>
                  <a:lnTo>
                    <a:pt x="115938" y="81584"/>
                  </a:lnTo>
                  <a:lnTo>
                    <a:pt x="116979" y="84124"/>
                  </a:lnTo>
                  <a:lnTo>
                    <a:pt x="118605" y="85394"/>
                  </a:lnTo>
                  <a:lnTo>
                    <a:pt x="123444" y="85394"/>
                  </a:lnTo>
                  <a:lnTo>
                    <a:pt x="124701" y="87934"/>
                  </a:lnTo>
                  <a:lnTo>
                    <a:pt x="126047" y="90474"/>
                  </a:lnTo>
                  <a:lnTo>
                    <a:pt x="127508" y="94284"/>
                  </a:lnTo>
                  <a:lnTo>
                    <a:pt x="127635" y="95554"/>
                  </a:lnTo>
                  <a:lnTo>
                    <a:pt x="127749" y="96824"/>
                  </a:lnTo>
                  <a:lnTo>
                    <a:pt x="127990" y="99364"/>
                  </a:lnTo>
                  <a:lnTo>
                    <a:pt x="127990" y="40741"/>
                  </a:lnTo>
                  <a:lnTo>
                    <a:pt x="127812" y="40881"/>
                  </a:lnTo>
                  <a:lnTo>
                    <a:pt x="127812" y="48564"/>
                  </a:lnTo>
                  <a:lnTo>
                    <a:pt x="123837" y="54914"/>
                  </a:lnTo>
                  <a:lnTo>
                    <a:pt x="126466" y="57454"/>
                  </a:lnTo>
                  <a:lnTo>
                    <a:pt x="123317" y="59994"/>
                  </a:lnTo>
                  <a:lnTo>
                    <a:pt x="119341" y="62534"/>
                  </a:lnTo>
                  <a:lnTo>
                    <a:pt x="113868" y="59994"/>
                  </a:lnTo>
                  <a:lnTo>
                    <a:pt x="111506" y="56184"/>
                  </a:lnTo>
                  <a:lnTo>
                    <a:pt x="123444" y="51104"/>
                  </a:lnTo>
                  <a:lnTo>
                    <a:pt x="127812" y="48564"/>
                  </a:lnTo>
                  <a:lnTo>
                    <a:pt x="127812" y="40881"/>
                  </a:lnTo>
                  <a:lnTo>
                    <a:pt x="127304" y="37134"/>
                  </a:lnTo>
                  <a:lnTo>
                    <a:pt x="120103" y="37134"/>
                  </a:lnTo>
                  <a:lnTo>
                    <a:pt x="120370" y="38404"/>
                  </a:lnTo>
                  <a:lnTo>
                    <a:pt x="121107" y="40944"/>
                  </a:lnTo>
                  <a:lnTo>
                    <a:pt x="116611" y="40944"/>
                  </a:lnTo>
                  <a:lnTo>
                    <a:pt x="107657" y="43484"/>
                  </a:lnTo>
                  <a:lnTo>
                    <a:pt x="100787" y="45999"/>
                  </a:lnTo>
                  <a:lnTo>
                    <a:pt x="100787" y="65074"/>
                  </a:lnTo>
                  <a:lnTo>
                    <a:pt x="98907" y="71424"/>
                  </a:lnTo>
                  <a:lnTo>
                    <a:pt x="89750" y="71424"/>
                  </a:lnTo>
                  <a:lnTo>
                    <a:pt x="89852" y="67614"/>
                  </a:lnTo>
                  <a:lnTo>
                    <a:pt x="82880" y="66344"/>
                  </a:lnTo>
                  <a:lnTo>
                    <a:pt x="87757" y="65074"/>
                  </a:lnTo>
                  <a:lnTo>
                    <a:pt x="99771" y="61264"/>
                  </a:lnTo>
                  <a:lnTo>
                    <a:pt x="100787" y="65074"/>
                  </a:lnTo>
                  <a:lnTo>
                    <a:pt x="100787" y="45999"/>
                  </a:lnTo>
                  <a:lnTo>
                    <a:pt x="93726" y="48564"/>
                  </a:lnTo>
                  <a:lnTo>
                    <a:pt x="85864" y="53644"/>
                  </a:lnTo>
                  <a:lnTo>
                    <a:pt x="82118" y="56184"/>
                  </a:lnTo>
                  <a:lnTo>
                    <a:pt x="80949" y="53644"/>
                  </a:lnTo>
                  <a:lnTo>
                    <a:pt x="80086" y="53644"/>
                  </a:lnTo>
                  <a:lnTo>
                    <a:pt x="77660" y="54914"/>
                  </a:lnTo>
                  <a:lnTo>
                    <a:pt x="75184" y="57454"/>
                  </a:lnTo>
                  <a:lnTo>
                    <a:pt x="77101" y="59994"/>
                  </a:lnTo>
                  <a:lnTo>
                    <a:pt x="73152" y="61264"/>
                  </a:lnTo>
                  <a:lnTo>
                    <a:pt x="68872" y="61264"/>
                  </a:lnTo>
                  <a:lnTo>
                    <a:pt x="65252" y="65074"/>
                  </a:lnTo>
                  <a:lnTo>
                    <a:pt x="65252" y="68884"/>
                  </a:lnTo>
                  <a:lnTo>
                    <a:pt x="69011" y="72694"/>
                  </a:lnTo>
                  <a:lnTo>
                    <a:pt x="74536" y="75234"/>
                  </a:lnTo>
                  <a:lnTo>
                    <a:pt x="70332" y="82854"/>
                  </a:lnTo>
                  <a:lnTo>
                    <a:pt x="69583" y="89204"/>
                  </a:lnTo>
                  <a:lnTo>
                    <a:pt x="69481" y="90474"/>
                  </a:lnTo>
                  <a:lnTo>
                    <a:pt x="69367" y="91744"/>
                  </a:lnTo>
                  <a:lnTo>
                    <a:pt x="69265" y="93014"/>
                  </a:lnTo>
                  <a:lnTo>
                    <a:pt x="69151" y="94284"/>
                  </a:lnTo>
                  <a:lnTo>
                    <a:pt x="69037" y="95554"/>
                  </a:lnTo>
                  <a:lnTo>
                    <a:pt x="65455" y="100634"/>
                  </a:lnTo>
                  <a:lnTo>
                    <a:pt x="71932" y="99364"/>
                  </a:lnTo>
                  <a:lnTo>
                    <a:pt x="75272" y="93014"/>
                  </a:lnTo>
                  <a:lnTo>
                    <a:pt x="77533" y="87934"/>
                  </a:lnTo>
                  <a:lnTo>
                    <a:pt x="80759" y="84124"/>
                  </a:lnTo>
                  <a:lnTo>
                    <a:pt x="79476" y="90474"/>
                  </a:lnTo>
                  <a:lnTo>
                    <a:pt x="77114" y="95554"/>
                  </a:lnTo>
                  <a:lnTo>
                    <a:pt x="74841" y="100634"/>
                  </a:lnTo>
                  <a:lnTo>
                    <a:pt x="73825" y="108254"/>
                  </a:lnTo>
                  <a:lnTo>
                    <a:pt x="73825" y="114604"/>
                  </a:lnTo>
                  <a:lnTo>
                    <a:pt x="77812" y="122224"/>
                  </a:lnTo>
                  <a:lnTo>
                    <a:pt x="74371" y="126034"/>
                  </a:lnTo>
                  <a:lnTo>
                    <a:pt x="79641" y="120954"/>
                  </a:lnTo>
                  <a:lnTo>
                    <a:pt x="82283" y="112064"/>
                  </a:lnTo>
                  <a:lnTo>
                    <a:pt x="84251" y="103174"/>
                  </a:lnTo>
                  <a:lnTo>
                    <a:pt x="87490" y="96824"/>
                  </a:lnTo>
                  <a:lnTo>
                    <a:pt x="88582" y="99364"/>
                  </a:lnTo>
                  <a:lnTo>
                    <a:pt x="87820" y="103174"/>
                  </a:lnTo>
                  <a:lnTo>
                    <a:pt x="86588" y="106984"/>
                  </a:lnTo>
                  <a:lnTo>
                    <a:pt x="85166" y="114604"/>
                  </a:lnTo>
                  <a:lnTo>
                    <a:pt x="85077" y="117144"/>
                  </a:lnTo>
                  <a:lnTo>
                    <a:pt x="85026" y="118414"/>
                  </a:lnTo>
                  <a:lnTo>
                    <a:pt x="84937" y="120954"/>
                  </a:lnTo>
                  <a:lnTo>
                    <a:pt x="84886" y="122224"/>
                  </a:lnTo>
                  <a:lnTo>
                    <a:pt x="84785" y="123494"/>
                  </a:lnTo>
                  <a:lnTo>
                    <a:pt x="84670" y="124764"/>
                  </a:lnTo>
                  <a:lnTo>
                    <a:pt x="84569" y="126034"/>
                  </a:lnTo>
                  <a:lnTo>
                    <a:pt x="84467" y="127304"/>
                  </a:lnTo>
                  <a:lnTo>
                    <a:pt x="84353" y="128574"/>
                  </a:lnTo>
                  <a:lnTo>
                    <a:pt x="84251" y="129844"/>
                  </a:lnTo>
                  <a:lnTo>
                    <a:pt x="81749" y="134924"/>
                  </a:lnTo>
                  <a:lnTo>
                    <a:pt x="87782" y="131114"/>
                  </a:lnTo>
                  <a:lnTo>
                    <a:pt x="91973" y="124764"/>
                  </a:lnTo>
                  <a:lnTo>
                    <a:pt x="95834" y="118414"/>
                  </a:lnTo>
                  <a:lnTo>
                    <a:pt x="100863" y="112064"/>
                  </a:lnTo>
                  <a:lnTo>
                    <a:pt x="95580" y="124764"/>
                  </a:lnTo>
                  <a:lnTo>
                    <a:pt x="89928" y="141274"/>
                  </a:lnTo>
                  <a:lnTo>
                    <a:pt x="83604" y="157784"/>
                  </a:lnTo>
                  <a:lnTo>
                    <a:pt x="54737" y="203504"/>
                  </a:lnTo>
                  <a:lnTo>
                    <a:pt x="34188" y="220014"/>
                  </a:lnTo>
                  <a:lnTo>
                    <a:pt x="27292" y="220014"/>
                  </a:lnTo>
                  <a:lnTo>
                    <a:pt x="22275" y="216204"/>
                  </a:lnTo>
                  <a:lnTo>
                    <a:pt x="22275" y="207314"/>
                  </a:lnTo>
                  <a:lnTo>
                    <a:pt x="29210" y="189534"/>
                  </a:lnTo>
                  <a:lnTo>
                    <a:pt x="59677" y="156514"/>
                  </a:lnTo>
                  <a:lnTo>
                    <a:pt x="66611" y="137464"/>
                  </a:lnTo>
                  <a:lnTo>
                    <a:pt x="66611" y="126034"/>
                  </a:lnTo>
                  <a:lnTo>
                    <a:pt x="56540" y="122224"/>
                  </a:lnTo>
                  <a:lnTo>
                    <a:pt x="46024" y="122224"/>
                  </a:lnTo>
                  <a:lnTo>
                    <a:pt x="41008" y="123494"/>
                  </a:lnTo>
                  <a:lnTo>
                    <a:pt x="36728" y="127304"/>
                  </a:lnTo>
                  <a:lnTo>
                    <a:pt x="34886" y="126034"/>
                  </a:lnTo>
                  <a:lnTo>
                    <a:pt x="31457" y="126034"/>
                  </a:lnTo>
                  <a:lnTo>
                    <a:pt x="22860" y="129844"/>
                  </a:lnTo>
                  <a:lnTo>
                    <a:pt x="18186" y="140004"/>
                  </a:lnTo>
                  <a:lnTo>
                    <a:pt x="13868" y="148894"/>
                  </a:lnTo>
                  <a:lnTo>
                    <a:pt x="6350" y="152704"/>
                  </a:lnTo>
                  <a:lnTo>
                    <a:pt x="11036" y="153974"/>
                  </a:lnTo>
                  <a:lnTo>
                    <a:pt x="16459" y="151434"/>
                  </a:lnTo>
                  <a:lnTo>
                    <a:pt x="21882" y="147624"/>
                  </a:lnTo>
                  <a:lnTo>
                    <a:pt x="26606" y="142544"/>
                  </a:lnTo>
                  <a:lnTo>
                    <a:pt x="21170" y="152704"/>
                  </a:lnTo>
                  <a:lnTo>
                    <a:pt x="11671" y="159054"/>
                  </a:lnTo>
                  <a:lnTo>
                    <a:pt x="2984" y="165404"/>
                  </a:lnTo>
                  <a:lnTo>
                    <a:pt x="0" y="176834"/>
                  </a:lnTo>
                  <a:lnTo>
                    <a:pt x="8699" y="167944"/>
                  </a:lnTo>
                  <a:lnTo>
                    <a:pt x="24218" y="160324"/>
                  </a:lnTo>
                  <a:lnTo>
                    <a:pt x="39052" y="151434"/>
                  </a:lnTo>
                  <a:lnTo>
                    <a:pt x="43256" y="142544"/>
                  </a:lnTo>
                  <a:lnTo>
                    <a:pt x="45656" y="137464"/>
                  </a:lnTo>
                  <a:lnTo>
                    <a:pt x="45656" y="134924"/>
                  </a:lnTo>
                  <a:lnTo>
                    <a:pt x="44043" y="132384"/>
                  </a:lnTo>
                  <a:lnTo>
                    <a:pt x="42037" y="129844"/>
                  </a:lnTo>
                  <a:lnTo>
                    <a:pt x="45161" y="128574"/>
                  </a:lnTo>
                  <a:lnTo>
                    <a:pt x="48094" y="127304"/>
                  </a:lnTo>
                  <a:lnTo>
                    <a:pt x="55829" y="127304"/>
                  </a:lnTo>
                  <a:lnTo>
                    <a:pt x="60401" y="131114"/>
                  </a:lnTo>
                  <a:lnTo>
                    <a:pt x="60401" y="138734"/>
                  </a:lnTo>
                  <a:lnTo>
                    <a:pt x="53543" y="155244"/>
                  </a:lnTo>
                  <a:lnTo>
                    <a:pt x="23368" y="188264"/>
                  </a:lnTo>
                  <a:lnTo>
                    <a:pt x="16510" y="207314"/>
                  </a:lnTo>
                  <a:lnTo>
                    <a:pt x="16510" y="212394"/>
                  </a:lnTo>
                  <a:lnTo>
                    <a:pt x="17830" y="216204"/>
                  </a:lnTo>
                  <a:lnTo>
                    <a:pt x="20078" y="218744"/>
                  </a:lnTo>
                  <a:lnTo>
                    <a:pt x="16992" y="220014"/>
                  </a:lnTo>
                  <a:lnTo>
                    <a:pt x="13716" y="220014"/>
                  </a:lnTo>
                  <a:lnTo>
                    <a:pt x="11137" y="217474"/>
                  </a:lnTo>
                  <a:lnTo>
                    <a:pt x="11036" y="220014"/>
                  </a:lnTo>
                  <a:lnTo>
                    <a:pt x="10947" y="222554"/>
                  </a:lnTo>
                  <a:lnTo>
                    <a:pt x="10896" y="223824"/>
                  </a:lnTo>
                  <a:lnTo>
                    <a:pt x="21221" y="228904"/>
                  </a:lnTo>
                  <a:lnTo>
                    <a:pt x="27800" y="225094"/>
                  </a:lnTo>
                  <a:lnTo>
                    <a:pt x="29210" y="225094"/>
                  </a:lnTo>
                  <a:lnTo>
                    <a:pt x="30848" y="226364"/>
                  </a:lnTo>
                  <a:lnTo>
                    <a:pt x="32397" y="226364"/>
                  </a:lnTo>
                  <a:lnTo>
                    <a:pt x="30403" y="231444"/>
                  </a:lnTo>
                  <a:lnTo>
                    <a:pt x="23749" y="232714"/>
                  </a:lnTo>
                  <a:lnTo>
                    <a:pt x="20078" y="232714"/>
                  </a:lnTo>
                  <a:lnTo>
                    <a:pt x="29337" y="235254"/>
                  </a:lnTo>
                  <a:lnTo>
                    <a:pt x="38938" y="232714"/>
                  </a:lnTo>
                  <a:lnTo>
                    <a:pt x="46266" y="227634"/>
                  </a:lnTo>
                  <a:lnTo>
                    <a:pt x="47091" y="225094"/>
                  </a:lnTo>
                  <a:lnTo>
                    <a:pt x="48755" y="220014"/>
                  </a:lnTo>
                  <a:lnTo>
                    <a:pt x="54610" y="214934"/>
                  </a:lnTo>
                  <a:lnTo>
                    <a:pt x="59690" y="207314"/>
                  </a:lnTo>
                  <a:lnTo>
                    <a:pt x="69011" y="194614"/>
                  </a:lnTo>
                  <a:lnTo>
                    <a:pt x="68592" y="195884"/>
                  </a:lnTo>
                  <a:lnTo>
                    <a:pt x="67957" y="199694"/>
                  </a:lnTo>
                  <a:lnTo>
                    <a:pt x="63398" y="208584"/>
                  </a:lnTo>
                  <a:lnTo>
                    <a:pt x="59321" y="216204"/>
                  </a:lnTo>
                  <a:lnTo>
                    <a:pt x="56083" y="225094"/>
                  </a:lnTo>
                  <a:lnTo>
                    <a:pt x="54038" y="236524"/>
                  </a:lnTo>
                  <a:lnTo>
                    <a:pt x="52171" y="245414"/>
                  </a:lnTo>
                  <a:lnTo>
                    <a:pt x="48602" y="251764"/>
                  </a:lnTo>
                  <a:lnTo>
                    <a:pt x="43611" y="258114"/>
                  </a:lnTo>
                  <a:lnTo>
                    <a:pt x="37465" y="259384"/>
                  </a:lnTo>
                  <a:lnTo>
                    <a:pt x="35496" y="259384"/>
                  </a:lnTo>
                  <a:lnTo>
                    <a:pt x="32232" y="256844"/>
                  </a:lnTo>
                  <a:lnTo>
                    <a:pt x="30746" y="258114"/>
                  </a:lnTo>
                  <a:lnTo>
                    <a:pt x="27901" y="260654"/>
                  </a:lnTo>
                  <a:lnTo>
                    <a:pt x="30543" y="263194"/>
                  </a:lnTo>
                  <a:lnTo>
                    <a:pt x="30543" y="268274"/>
                  </a:lnTo>
                  <a:lnTo>
                    <a:pt x="23749" y="272084"/>
                  </a:lnTo>
                  <a:lnTo>
                    <a:pt x="23749" y="288594"/>
                  </a:lnTo>
                  <a:lnTo>
                    <a:pt x="26606" y="293674"/>
                  </a:lnTo>
                  <a:lnTo>
                    <a:pt x="25463" y="297484"/>
                  </a:lnTo>
                  <a:lnTo>
                    <a:pt x="28359" y="296214"/>
                  </a:lnTo>
                  <a:lnTo>
                    <a:pt x="32156" y="291134"/>
                  </a:lnTo>
                  <a:lnTo>
                    <a:pt x="33616" y="284784"/>
                  </a:lnTo>
                  <a:lnTo>
                    <a:pt x="33667" y="286054"/>
                  </a:lnTo>
                  <a:lnTo>
                    <a:pt x="33782" y="288594"/>
                  </a:lnTo>
                  <a:lnTo>
                    <a:pt x="33896" y="291134"/>
                  </a:lnTo>
                  <a:lnTo>
                    <a:pt x="34010" y="293674"/>
                  </a:lnTo>
                  <a:lnTo>
                    <a:pt x="32435" y="298754"/>
                  </a:lnTo>
                  <a:lnTo>
                    <a:pt x="31559" y="303834"/>
                  </a:lnTo>
                  <a:lnTo>
                    <a:pt x="34061" y="311454"/>
                  </a:lnTo>
                  <a:lnTo>
                    <a:pt x="34886" y="307644"/>
                  </a:lnTo>
                  <a:lnTo>
                    <a:pt x="39166" y="305104"/>
                  </a:lnTo>
                  <a:lnTo>
                    <a:pt x="41821" y="307644"/>
                  </a:lnTo>
                  <a:lnTo>
                    <a:pt x="44538" y="308914"/>
                  </a:lnTo>
                  <a:lnTo>
                    <a:pt x="43256" y="310184"/>
                  </a:lnTo>
                  <a:lnTo>
                    <a:pt x="41325" y="312724"/>
                  </a:lnTo>
                  <a:lnTo>
                    <a:pt x="39331" y="313994"/>
                  </a:lnTo>
                  <a:lnTo>
                    <a:pt x="37553" y="324154"/>
                  </a:lnTo>
                  <a:lnTo>
                    <a:pt x="46456" y="322884"/>
                  </a:lnTo>
                  <a:lnTo>
                    <a:pt x="44729" y="321614"/>
                  </a:lnTo>
                  <a:lnTo>
                    <a:pt x="44615" y="319074"/>
                  </a:lnTo>
                  <a:lnTo>
                    <a:pt x="49085" y="319074"/>
                  </a:lnTo>
                  <a:lnTo>
                    <a:pt x="55181" y="317804"/>
                  </a:lnTo>
                  <a:lnTo>
                    <a:pt x="57010" y="320344"/>
                  </a:lnTo>
                  <a:lnTo>
                    <a:pt x="67665" y="320344"/>
                  </a:lnTo>
                  <a:lnTo>
                    <a:pt x="68122" y="317804"/>
                  </a:lnTo>
                  <a:lnTo>
                    <a:pt x="68592" y="315264"/>
                  </a:lnTo>
                  <a:lnTo>
                    <a:pt x="75107" y="315264"/>
                  </a:lnTo>
                  <a:lnTo>
                    <a:pt x="75107" y="317804"/>
                  </a:lnTo>
                  <a:lnTo>
                    <a:pt x="73964" y="319074"/>
                  </a:lnTo>
                  <a:lnTo>
                    <a:pt x="79070" y="317804"/>
                  </a:lnTo>
                  <a:lnTo>
                    <a:pt x="80035" y="315264"/>
                  </a:lnTo>
                  <a:lnTo>
                    <a:pt x="80035" y="310184"/>
                  </a:lnTo>
                  <a:lnTo>
                    <a:pt x="77660" y="307644"/>
                  </a:lnTo>
                  <a:lnTo>
                    <a:pt x="79451" y="306374"/>
                  </a:lnTo>
                  <a:lnTo>
                    <a:pt x="81305" y="305104"/>
                  </a:lnTo>
                  <a:lnTo>
                    <a:pt x="87312" y="306374"/>
                  </a:lnTo>
                  <a:lnTo>
                    <a:pt x="84874" y="311454"/>
                  </a:lnTo>
                  <a:lnTo>
                    <a:pt x="87934" y="311454"/>
                  </a:lnTo>
                  <a:lnTo>
                    <a:pt x="89611" y="308914"/>
                  </a:lnTo>
                  <a:lnTo>
                    <a:pt x="89611" y="305104"/>
                  </a:lnTo>
                  <a:lnTo>
                    <a:pt x="89611" y="302564"/>
                  </a:lnTo>
                  <a:lnTo>
                    <a:pt x="89611" y="301294"/>
                  </a:lnTo>
                  <a:lnTo>
                    <a:pt x="87490" y="300024"/>
                  </a:lnTo>
                  <a:lnTo>
                    <a:pt x="85369" y="298754"/>
                  </a:lnTo>
                  <a:lnTo>
                    <a:pt x="81305" y="300024"/>
                  </a:lnTo>
                  <a:lnTo>
                    <a:pt x="80645" y="297484"/>
                  </a:lnTo>
                  <a:lnTo>
                    <a:pt x="77177" y="296214"/>
                  </a:lnTo>
                  <a:lnTo>
                    <a:pt x="66738" y="296214"/>
                  </a:lnTo>
                  <a:lnTo>
                    <a:pt x="67792" y="302564"/>
                  </a:lnTo>
                  <a:lnTo>
                    <a:pt x="62826" y="302564"/>
                  </a:lnTo>
                  <a:lnTo>
                    <a:pt x="47180" y="274624"/>
                  </a:lnTo>
                  <a:lnTo>
                    <a:pt x="47180" y="265734"/>
                  </a:lnTo>
                  <a:lnTo>
                    <a:pt x="57175" y="263194"/>
                  </a:lnTo>
                  <a:lnTo>
                    <a:pt x="64363" y="260654"/>
                  </a:lnTo>
                  <a:lnTo>
                    <a:pt x="66408" y="259384"/>
                  </a:lnTo>
                  <a:lnTo>
                    <a:pt x="70510" y="256844"/>
                  </a:lnTo>
                  <a:lnTo>
                    <a:pt x="77673" y="253034"/>
                  </a:lnTo>
                  <a:lnTo>
                    <a:pt x="84912" y="246684"/>
                  </a:lnTo>
                  <a:lnTo>
                    <a:pt x="91262" y="237794"/>
                  </a:lnTo>
                  <a:lnTo>
                    <a:pt x="94653" y="230174"/>
                  </a:lnTo>
                  <a:lnTo>
                    <a:pt x="96367" y="222554"/>
                  </a:lnTo>
                  <a:lnTo>
                    <a:pt x="96443" y="221284"/>
                  </a:lnTo>
                  <a:lnTo>
                    <a:pt x="96532" y="220014"/>
                  </a:lnTo>
                  <a:lnTo>
                    <a:pt x="96596" y="206044"/>
                  </a:lnTo>
                  <a:lnTo>
                    <a:pt x="106603" y="211124"/>
                  </a:lnTo>
                  <a:lnTo>
                    <a:pt x="107657" y="218744"/>
                  </a:lnTo>
                  <a:lnTo>
                    <a:pt x="107657" y="232714"/>
                  </a:lnTo>
                  <a:lnTo>
                    <a:pt x="103619" y="235254"/>
                  </a:lnTo>
                  <a:lnTo>
                    <a:pt x="100457" y="236524"/>
                  </a:lnTo>
                  <a:lnTo>
                    <a:pt x="97840" y="237794"/>
                  </a:lnTo>
                  <a:lnTo>
                    <a:pt x="96926" y="237794"/>
                  </a:lnTo>
                  <a:lnTo>
                    <a:pt x="96685" y="239064"/>
                  </a:lnTo>
                  <a:lnTo>
                    <a:pt x="96278" y="241604"/>
                  </a:lnTo>
                  <a:lnTo>
                    <a:pt x="97612" y="242874"/>
                  </a:lnTo>
                  <a:lnTo>
                    <a:pt x="98793" y="242874"/>
                  </a:lnTo>
                  <a:lnTo>
                    <a:pt x="102425" y="245414"/>
                  </a:lnTo>
                  <a:lnTo>
                    <a:pt x="101536" y="247954"/>
                  </a:lnTo>
                  <a:lnTo>
                    <a:pt x="102679" y="251764"/>
                  </a:lnTo>
                  <a:lnTo>
                    <a:pt x="103619" y="255574"/>
                  </a:lnTo>
                  <a:lnTo>
                    <a:pt x="107010" y="260654"/>
                  </a:lnTo>
                  <a:lnTo>
                    <a:pt x="112610" y="265734"/>
                  </a:lnTo>
                  <a:lnTo>
                    <a:pt x="113144" y="263194"/>
                  </a:lnTo>
                  <a:lnTo>
                    <a:pt x="113017" y="259384"/>
                  </a:lnTo>
                  <a:lnTo>
                    <a:pt x="112915" y="258114"/>
                  </a:lnTo>
                  <a:lnTo>
                    <a:pt x="112814" y="256844"/>
                  </a:lnTo>
                  <a:lnTo>
                    <a:pt x="112712" y="255574"/>
                  </a:lnTo>
                  <a:lnTo>
                    <a:pt x="112610" y="254304"/>
                  </a:lnTo>
                  <a:lnTo>
                    <a:pt x="116344" y="259384"/>
                  </a:lnTo>
                  <a:lnTo>
                    <a:pt x="118135" y="265734"/>
                  </a:lnTo>
                  <a:lnTo>
                    <a:pt x="121272" y="270814"/>
                  </a:lnTo>
                  <a:lnTo>
                    <a:pt x="129095" y="273354"/>
                  </a:lnTo>
                  <a:lnTo>
                    <a:pt x="126403" y="272084"/>
                  </a:lnTo>
                  <a:lnTo>
                    <a:pt x="127088" y="268274"/>
                  </a:lnTo>
                  <a:lnTo>
                    <a:pt x="128651" y="268274"/>
                  </a:lnTo>
                  <a:lnTo>
                    <a:pt x="130251" y="267004"/>
                  </a:lnTo>
                  <a:lnTo>
                    <a:pt x="132194" y="268274"/>
                  </a:lnTo>
                  <a:lnTo>
                    <a:pt x="135178" y="272084"/>
                  </a:lnTo>
                  <a:lnTo>
                    <a:pt x="138023" y="275894"/>
                  </a:lnTo>
                  <a:lnTo>
                    <a:pt x="151409" y="275894"/>
                  </a:lnTo>
                  <a:lnTo>
                    <a:pt x="148082" y="273354"/>
                  </a:lnTo>
                  <a:lnTo>
                    <a:pt x="155600" y="273354"/>
                  </a:lnTo>
                  <a:lnTo>
                    <a:pt x="155498" y="275894"/>
                  </a:lnTo>
                  <a:lnTo>
                    <a:pt x="155397" y="278434"/>
                  </a:lnTo>
                  <a:lnTo>
                    <a:pt x="153352" y="280974"/>
                  </a:lnTo>
                  <a:lnTo>
                    <a:pt x="159702" y="279704"/>
                  </a:lnTo>
                  <a:lnTo>
                    <a:pt x="161594" y="274624"/>
                  </a:lnTo>
                  <a:lnTo>
                    <a:pt x="161061" y="273354"/>
                  </a:lnTo>
                  <a:lnTo>
                    <a:pt x="159461" y="269544"/>
                  </a:lnTo>
                  <a:lnTo>
                    <a:pt x="164973" y="267004"/>
                  </a:lnTo>
                  <a:lnTo>
                    <a:pt x="167970" y="270814"/>
                  </a:lnTo>
                  <a:lnTo>
                    <a:pt x="168694" y="273354"/>
                  </a:lnTo>
                  <a:lnTo>
                    <a:pt x="174205" y="268274"/>
                  </a:lnTo>
                  <a:lnTo>
                    <a:pt x="173101" y="267004"/>
                  </a:lnTo>
                  <a:lnTo>
                    <a:pt x="168694" y="261924"/>
                  </a:lnTo>
                  <a:lnTo>
                    <a:pt x="164477" y="261924"/>
                  </a:lnTo>
                  <a:lnTo>
                    <a:pt x="164477" y="260654"/>
                  </a:lnTo>
                  <a:lnTo>
                    <a:pt x="164477" y="259384"/>
                  </a:lnTo>
                  <a:lnTo>
                    <a:pt x="162674" y="258114"/>
                  </a:lnTo>
                  <a:lnTo>
                    <a:pt x="158038" y="256844"/>
                  </a:lnTo>
                  <a:lnTo>
                    <a:pt x="150787" y="256844"/>
                  </a:lnTo>
                  <a:lnTo>
                    <a:pt x="149288" y="260654"/>
                  </a:lnTo>
                  <a:lnTo>
                    <a:pt x="146304" y="260654"/>
                  </a:lnTo>
                  <a:lnTo>
                    <a:pt x="118516" y="237794"/>
                  </a:lnTo>
                  <a:lnTo>
                    <a:pt x="121272" y="232714"/>
                  </a:lnTo>
                  <a:lnTo>
                    <a:pt x="127317" y="227634"/>
                  </a:lnTo>
                  <a:lnTo>
                    <a:pt x="133362" y="221284"/>
                  </a:lnTo>
                  <a:lnTo>
                    <a:pt x="136105" y="214934"/>
                  </a:lnTo>
                  <a:lnTo>
                    <a:pt x="133959" y="206044"/>
                  </a:lnTo>
                  <a:lnTo>
                    <a:pt x="133654" y="204774"/>
                  </a:lnTo>
                  <a:lnTo>
                    <a:pt x="127330" y="198424"/>
                  </a:lnTo>
                  <a:lnTo>
                    <a:pt x="122161" y="194614"/>
                  </a:lnTo>
                  <a:lnTo>
                    <a:pt x="118706" y="192074"/>
                  </a:lnTo>
                  <a:lnTo>
                    <a:pt x="109321" y="185724"/>
                  </a:lnTo>
                  <a:lnTo>
                    <a:pt x="113931" y="183184"/>
                  </a:lnTo>
                  <a:lnTo>
                    <a:pt x="120421" y="181914"/>
                  </a:lnTo>
                  <a:lnTo>
                    <a:pt x="127457" y="181914"/>
                  </a:lnTo>
                  <a:lnTo>
                    <a:pt x="133756" y="183184"/>
                  </a:lnTo>
                  <a:lnTo>
                    <a:pt x="133985" y="181914"/>
                  </a:lnTo>
                  <a:lnTo>
                    <a:pt x="134442" y="179374"/>
                  </a:lnTo>
                  <a:lnTo>
                    <a:pt x="137185" y="180644"/>
                  </a:lnTo>
                  <a:lnTo>
                    <a:pt x="137350" y="179374"/>
                  </a:lnTo>
                  <a:lnTo>
                    <a:pt x="138137" y="173024"/>
                  </a:lnTo>
                  <a:lnTo>
                    <a:pt x="140690" y="179374"/>
                  </a:lnTo>
                  <a:lnTo>
                    <a:pt x="138023" y="184454"/>
                  </a:lnTo>
                  <a:lnTo>
                    <a:pt x="140690" y="186994"/>
                  </a:lnTo>
                  <a:lnTo>
                    <a:pt x="142824" y="184454"/>
                  </a:lnTo>
                  <a:lnTo>
                    <a:pt x="148082" y="184454"/>
                  </a:lnTo>
                  <a:lnTo>
                    <a:pt x="148018" y="183184"/>
                  </a:lnTo>
                  <a:lnTo>
                    <a:pt x="147942" y="181914"/>
                  </a:lnTo>
                  <a:lnTo>
                    <a:pt x="147878" y="180644"/>
                  </a:lnTo>
                  <a:lnTo>
                    <a:pt x="147815" y="179374"/>
                  </a:lnTo>
                  <a:lnTo>
                    <a:pt x="147688" y="176834"/>
                  </a:lnTo>
                  <a:lnTo>
                    <a:pt x="149288" y="181914"/>
                  </a:lnTo>
                  <a:lnTo>
                    <a:pt x="145732" y="189534"/>
                  </a:lnTo>
                  <a:lnTo>
                    <a:pt x="149288" y="192074"/>
                  </a:lnTo>
                  <a:lnTo>
                    <a:pt x="149948" y="188264"/>
                  </a:lnTo>
                  <a:lnTo>
                    <a:pt x="155397" y="188264"/>
                  </a:lnTo>
                  <a:lnTo>
                    <a:pt x="156654" y="189534"/>
                  </a:lnTo>
                  <a:lnTo>
                    <a:pt x="156654" y="197154"/>
                  </a:lnTo>
                  <a:lnTo>
                    <a:pt x="149428" y="194614"/>
                  </a:lnTo>
                  <a:lnTo>
                    <a:pt x="149428" y="203504"/>
                  </a:lnTo>
                  <a:lnTo>
                    <a:pt x="152920" y="204774"/>
                  </a:lnTo>
                  <a:lnTo>
                    <a:pt x="152920" y="208584"/>
                  </a:lnTo>
                  <a:lnTo>
                    <a:pt x="150025" y="211124"/>
                  </a:lnTo>
                  <a:lnTo>
                    <a:pt x="146532" y="208584"/>
                  </a:lnTo>
                  <a:lnTo>
                    <a:pt x="147586" y="211124"/>
                  </a:lnTo>
                  <a:lnTo>
                    <a:pt x="149948" y="213664"/>
                  </a:lnTo>
                  <a:lnTo>
                    <a:pt x="156222" y="213664"/>
                  </a:lnTo>
                  <a:lnTo>
                    <a:pt x="159702" y="211124"/>
                  </a:lnTo>
                  <a:lnTo>
                    <a:pt x="161112" y="207314"/>
                  </a:lnTo>
                  <a:lnTo>
                    <a:pt x="162674" y="212394"/>
                  </a:lnTo>
                  <a:lnTo>
                    <a:pt x="161404" y="216204"/>
                  </a:lnTo>
                  <a:lnTo>
                    <a:pt x="158419" y="217474"/>
                  </a:lnTo>
                  <a:lnTo>
                    <a:pt x="161645" y="218744"/>
                  </a:lnTo>
                  <a:lnTo>
                    <a:pt x="169303" y="217474"/>
                  </a:lnTo>
                  <a:lnTo>
                    <a:pt x="169202" y="216204"/>
                  </a:lnTo>
                  <a:lnTo>
                    <a:pt x="169100" y="214934"/>
                  </a:lnTo>
                  <a:lnTo>
                    <a:pt x="168998" y="213664"/>
                  </a:lnTo>
                  <a:lnTo>
                    <a:pt x="168897" y="212394"/>
                  </a:lnTo>
                  <a:lnTo>
                    <a:pt x="168795" y="211124"/>
                  </a:lnTo>
                  <a:lnTo>
                    <a:pt x="168490" y="207314"/>
                  </a:lnTo>
                  <a:lnTo>
                    <a:pt x="172745" y="208584"/>
                  </a:lnTo>
                  <a:lnTo>
                    <a:pt x="175107" y="211124"/>
                  </a:lnTo>
                  <a:lnTo>
                    <a:pt x="172478" y="216204"/>
                  </a:lnTo>
                  <a:lnTo>
                    <a:pt x="176034" y="214934"/>
                  </a:lnTo>
                  <a:lnTo>
                    <a:pt x="179311" y="213664"/>
                  </a:lnTo>
                  <a:lnTo>
                    <a:pt x="179311" y="207314"/>
                  </a:lnTo>
                  <a:close/>
                </a:path>
                <a:path w="492759" h="325119">
                  <a:moveTo>
                    <a:pt x="351866" y="173456"/>
                  </a:moveTo>
                  <a:lnTo>
                    <a:pt x="351332" y="171704"/>
                  </a:lnTo>
                  <a:lnTo>
                    <a:pt x="350418" y="169164"/>
                  </a:lnTo>
                  <a:lnTo>
                    <a:pt x="348843" y="167652"/>
                  </a:lnTo>
                  <a:lnTo>
                    <a:pt x="348843" y="174574"/>
                  </a:lnTo>
                  <a:lnTo>
                    <a:pt x="348145" y="175653"/>
                  </a:lnTo>
                  <a:lnTo>
                    <a:pt x="347700" y="176771"/>
                  </a:lnTo>
                  <a:lnTo>
                    <a:pt x="346570" y="177380"/>
                  </a:lnTo>
                  <a:lnTo>
                    <a:pt x="344220" y="178257"/>
                  </a:lnTo>
                  <a:lnTo>
                    <a:pt x="342074" y="178079"/>
                  </a:lnTo>
                  <a:lnTo>
                    <a:pt x="340004" y="177050"/>
                  </a:lnTo>
                  <a:lnTo>
                    <a:pt x="337032" y="175653"/>
                  </a:lnTo>
                  <a:lnTo>
                    <a:pt x="336943" y="175488"/>
                  </a:lnTo>
                  <a:lnTo>
                    <a:pt x="335330" y="172554"/>
                  </a:lnTo>
                  <a:lnTo>
                    <a:pt x="336499" y="170218"/>
                  </a:lnTo>
                  <a:lnTo>
                    <a:pt x="337032" y="169011"/>
                  </a:lnTo>
                  <a:lnTo>
                    <a:pt x="338061" y="168389"/>
                  </a:lnTo>
                  <a:lnTo>
                    <a:pt x="338759" y="168249"/>
                  </a:lnTo>
                  <a:lnTo>
                    <a:pt x="340410" y="167627"/>
                  </a:lnTo>
                  <a:lnTo>
                    <a:pt x="342531" y="167830"/>
                  </a:lnTo>
                  <a:lnTo>
                    <a:pt x="346265" y="169519"/>
                  </a:lnTo>
                  <a:lnTo>
                    <a:pt x="347700" y="171145"/>
                  </a:lnTo>
                  <a:lnTo>
                    <a:pt x="348259" y="172707"/>
                  </a:lnTo>
                  <a:lnTo>
                    <a:pt x="348576" y="173456"/>
                  </a:lnTo>
                  <a:lnTo>
                    <a:pt x="348843" y="174574"/>
                  </a:lnTo>
                  <a:lnTo>
                    <a:pt x="348843" y="167652"/>
                  </a:lnTo>
                  <a:lnTo>
                    <a:pt x="348399" y="167233"/>
                  </a:lnTo>
                  <a:lnTo>
                    <a:pt x="345757" y="165989"/>
                  </a:lnTo>
                  <a:lnTo>
                    <a:pt x="343179" y="164680"/>
                  </a:lnTo>
                  <a:lnTo>
                    <a:pt x="331622" y="172707"/>
                  </a:lnTo>
                  <a:lnTo>
                    <a:pt x="334048" y="177711"/>
                  </a:lnTo>
                  <a:lnTo>
                    <a:pt x="338696" y="179946"/>
                  </a:lnTo>
                  <a:lnTo>
                    <a:pt x="341477" y="181203"/>
                  </a:lnTo>
                  <a:lnTo>
                    <a:pt x="344398" y="181483"/>
                  </a:lnTo>
                  <a:lnTo>
                    <a:pt x="346989" y="180555"/>
                  </a:lnTo>
                  <a:lnTo>
                    <a:pt x="348843" y="179946"/>
                  </a:lnTo>
                  <a:lnTo>
                    <a:pt x="350418" y="178689"/>
                  </a:lnTo>
                  <a:lnTo>
                    <a:pt x="350583" y="178257"/>
                  </a:lnTo>
                  <a:lnTo>
                    <a:pt x="350659" y="178079"/>
                  </a:lnTo>
                  <a:lnTo>
                    <a:pt x="351066" y="177050"/>
                  </a:lnTo>
                  <a:lnTo>
                    <a:pt x="351815" y="175653"/>
                  </a:lnTo>
                  <a:lnTo>
                    <a:pt x="351866" y="173456"/>
                  </a:lnTo>
                  <a:close/>
                </a:path>
                <a:path w="492759" h="325119">
                  <a:moveTo>
                    <a:pt x="357720" y="116687"/>
                  </a:moveTo>
                  <a:lnTo>
                    <a:pt x="357682" y="116166"/>
                  </a:lnTo>
                  <a:lnTo>
                    <a:pt x="357593" y="115912"/>
                  </a:lnTo>
                  <a:lnTo>
                    <a:pt x="357212" y="114719"/>
                  </a:lnTo>
                  <a:lnTo>
                    <a:pt x="356565" y="113868"/>
                  </a:lnTo>
                  <a:lnTo>
                    <a:pt x="355180" y="112064"/>
                  </a:lnTo>
                  <a:lnTo>
                    <a:pt x="354393" y="111607"/>
                  </a:lnTo>
                  <a:lnTo>
                    <a:pt x="354393" y="116166"/>
                  </a:lnTo>
                  <a:lnTo>
                    <a:pt x="354317" y="118237"/>
                  </a:lnTo>
                  <a:lnTo>
                    <a:pt x="354253" y="118579"/>
                  </a:lnTo>
                  <a:lnTo>
                    <a:pt x="354126" y="119329"/>
                  </a:lnTo>
                  <a:lnTo>
                    <a:pt x="353199" y="120853"/>
                  </a:lnTo>
                  <a:lnTo>
                    <a:pt x="349351" y="123799"/>
                  </a:lnTo>
                  <a:lnTo>
                    <a:pt x="346049" y="123799"/>
                  </a:lnTo>
                  <a:lnTo>
                    <a:pt x="344779" y="122135"/>
                  </a:lnTo>
                  <a:lnTo>
                    <a:pt x="344258" y="121551"/>
                  </a:lnTo>
                  <a:lnTo>
                    <a:pt x="344106" y="120853"/>
                  </a:lnTo>
                  <a:lnTo>
                    <a:pt x="344106" y="118579"/>
                  </a:lnTo>
                  <a:lnTo>
                    <a:pt x="345046" y="116687"/>
                  </a:lnTo>
                  <a:lnTo>
                    <a:pt x="346684" y="115493"/>
                  </a:lnTo>
                  <a:lnTo>
                    <a:pt x="348157" y="114376"/>
                  </a:lnTo>
                  <a:lnTo>
                    <a:pt x="349910" y="113868"/>
                  </a:lnTo>
                  <a:lnTo>
                    <a:pt x="351091" y="113868"/>
                  </a:lnTo>
                  <a:lnTo>
                    <a:pt x="352069" y="114147"/>
                  </a:lnTo>
                  <a:lnTo>
                    <a:pt x="352793" y="114376"/>
                  </a:lnTo>
                  <a:lnTo>
                    <a:pt x="352971" y="114376"/>
                  </a:lnTo>
                  <a:lnTo>
                    <a:pt x="354393" y="116166"/>
                  </a:lnTo>
                  <a:lnTo>
                    <a:pt x="354393" y="111607"/>
                  </a:lnTo>
                  <a:lnTo>
                    <a:pt x="353745" y="111213"/>
                  </a:lnTo>
                  <a:lnTo>
                    <a:pt x="351853" y="110947"/>
                  </a:lnTo>
                  <a:lnTo>
                    <a:pt x="349351" y="110642"/>
                  </a:lnTo>
                  <a:lnTo>
                    <a:pt x="346887" y="111417"/>
                  </a:lnTo>
                  <a:lnTo>
                    <a:pt x="344779" y="113106"/>
                  </a:lnTo>
                  <a:lnTo>
                    <a:pt x="340868" y="115912"/>
                  </a:lnTo>
                  <a:lnTo>
                    <a:pt x="340753" y="116433"/>
                  </a:lnTo>
                  <a:lnTo>
                    <a:pt x="340690" y="116687"/>
                  </a:lnTo>
                  <a:lnTo>
                    <a:pt x="339750" y="120853"/>
                  </a:lnTo>
                  <a:lnTo>
                    <a:pt x="340207" y="121551"/>
                  </a:lnTo>
                  <a:lnTo>
                    <a:pt x="342188" y="124028"/>
                  </a:lnTo>
                  <a:lnTo>
                    <a:pt x="344779" y="127152"/>
                  </a:lnTo>
                  <a:lnTo>
                    <a:pt x="349770" y="127355"/>
                  </a:lnTo>
                  <a:lnTo>
                    <a:pt x="353745" y="124383"/>
                  </a:lnTo>
                  <a:lnTo>
                    <a:pt x="354495" y="123799"/>
                  </a:lnTo>
                  <a:lnTo>
                    <a:pt x="355828" y="122758"/>
                  </a:lnTo>
                  <a:lnTo>
                    <a:pt x="357212" y="120586"/>
                  </a:lnTo>
                  <a:lnTo>
                    <a:pt x="357263" y="120091"/>
                  </a:lnTo>
                  <a:lnTo>
                    <a:pt x="357365" y="119329"/>
                  </a:lnTo>
                  <a:lnTo>
                    <a:pt x="357454" y="118579"/>
                  </a:lnTo>
                  <a:lnTo>
                    <a:pt x="357555" y="117805"/>
                  </a:lnTo>
                  <a:lnTo>
                    <a:pt x="357720" y="116687"/>
                  </a:lnTo>
                  <a:close/>
                </a:path>
                <a:path w="492759" h="325119">
                  <a:moveTo>
                    <a:pt x="411416" y="274193"/>
                  </a:moveTo>
                  <a:lnTo>
                    <a:pt x="411353" y="268147"/>
                  </a:lnTo>
                  <a:lnTo>
                    <a:pt x="411264" y="267804"/>
                  </a:lnTo>
                  <a:lnTo>
                    <a:pt x="410921" y="266509"/>
                  </a:lnTo>
                  <a:lnTo>
                    <a:pt x="409473" y="264642"/>
                  </a:lnTo>
                  <a:lnTo>
                    <a:pt x="408432" y="263271"/>
                  </a:lnTo>
                  <a:lnTo>
                    <a:pt x="408432" y="267804"/>
                  </a:lnTo>
                  <a:lnTo>
                    <a:pt x="408393" y="273164"/>
                  </a:lnTo>
                  <a:lnTo>
                    <a:pt x="408012" y="274193"/>
                  </a:lnTo>
                  <a:lnTo>
                    <a:pt x="407657" y="275056"/>
                  </a:lnTo>
                  <a:lnTo>
                    <a:pt x="405765" y="276860"/>
                  </a:lnTo>
                  <a:lnTo>
                    <a:pt x="404761" y="277533"/>
                  </a:lnTo>
                  <a:lnTo>
                    <a:pt x="402107" y="277533"/>
                  </a:lnTo>
                  <a:lnTo>
                    <a:pt x="401269" y="276860"/>
                  </a:lnTo>
                  <a:lnTo>
                    <a:pt x="400685" y="276263"/>
                  </a:lnTo>
                  <a:lnTo>
                    <a:pt x="399554" y="275056"/>
                  </a:lnTo>
                  <a:lnTo>
                    <a:pt x="398767" y="273164"/>
                  </a:lnTo>
                  <a:lnTo>
                    <a:pt x="398830" y="268909"/>
                  </a:lnTo>
                  <a:lnTo>
                    <a:pt x="408432" y="267804"/>
                  </a:lnTo>
                  <a:lnTo>
                    <a:pt x="408432" y="263271"/>
                  </a:lnTo>
                  <a:lnTo>
                    <a:pt x="408051" y="262763"/>
                  </a:lnTo>
                  <a:lnTo>
                    <a:pt x="405574" y="261569"/>
                  </a:lnTo>
                  <a:lnTo>
                    <a:pt x="401942" y="261569"/>
                  </a:lnTo>
                  <a:lnTo>
                    <a:pt x="400138" y="262356"/>
                  </a:lnTo>
                  <a:lnTo>
                    <a:pt x="398703" y="263702"/>
                  </a:lnTo>
                  <a:lnTo>
                    <a:pt x="396824" y="265417"/>
                  </a:lnTo>
                  <a:lnTo>
                    <a:pt x="395719" y="268147"/>
                  </a:lnTo>
                  <a:lnTo>
                    <a:pt x="395681" y="274193"/>
                  </a:lnTo>
                  <a:lnTo>
                    <a:pt x="396621" y="276593"/>
                  </a:lnTo>
                  <a:lnTo>
                    <a:pt x="398424" y="278396"/>
                  </a:lnTo>
                  <a:lnTo>
                    <a:pt x="399783" y="279844"/>
                  </a:lnTo>
                  <a:lnTo>
                    <a:pt x="401637" y="280606"/>
                  </a:lnTo>
                  <a:lnTo>
                    <a:pt x="405472" y="280606"/>
                  </a:lnTo>
                  <a:lnTo>
                    <a:pt x="407136" y="279984"/>
                  </a:lnTo>
                  <a:lnTo>
                    <a:pt x="409778" y="277533"/>
                  </a:lnTo>
                  <a:lnTo>
                    <a:pt x="410514" y="276860"/>
                  </a:lnTo>
                  <a:lnTo>
                    <a:pt x="410603" y="276593"/>
                  </a:lnTo>
                  <a:lnTo>
                    <a:pt x="410718" y="276263"/>
                  </a:lnTo>
                  <a:lnTo>
                    <a:pt x="411416" y="274193"/>
                  </a:lnTo>
                  <a:close/>
                </a:path>
                <a:path w="492759" h="325119">
                  <a:moveTo>
                    <a:pt x="430123" y="287591"/>
                  </a:moveTo>
                  <a:lnTo>
                    <a:pt x="428066" y="285229"/>
                  </a:lnTo>
                  <a:lnTo>
                    <a:pt x="426478" y="283413"/>
                  </a:lnTo>
                  <a:lnTo>
                    <a:pt x="426262" y="283375"/>
                  </a:lnTo>
                  <a:lnTo>
                    <a:pt x="426262" y="288366"/>
                  </a:lnTo>
                  <a:lnTo>
                    <a:pt x="426161" y="291312"/>
                  </a:lnTo>
                  <a:lnTo>
                    <a:pt x="426046" y="291884"/>
                  </a:lnTo>
                  <a:lnTo>
                    <a:pt x="425627" y="293827"/>
                  </a:lnTo>
                  <a:lnTo>
                    <a:pt x="422427" y="295465"/>
                  </a:lnTo>
                  <a:lnTo>
                    <a:pt x="418896" y="294805"/>
                  </a:lnTo>
                  <a:lnTo>
                    <a:pt x="415340" y="294170"/>
                  </a:lnTo>
                  <a:lnTo>
                    <a:pt x="412915" y="291528"/>
                  </a:lnTo>
                  <a:lnTo>
                    <a:pt x="412953" y="291312"/>
                  </a:lnTo>
                  <a:lnTo>
                    <a:pt x="413054" y="290677"/>
                  </a:lnTo>
                  <a:lnTo>
                    <a:pt x="413321" y="289064"/>
                  </a:lnTo>
                  <a:lnTo>
                    <a:pt x="413626" y="287769"/>
                  </a:lnTo>
                  <a:lnTo>
                    <a:pt x="414350" y="286893"/>
                  </a:lnTo>
                  <a:lnTo>
                    <a:pt x="415112" y="286575"/>
                  </a:lnTo>
                  <a:lnTo>
                    <a:pt x="416623" y="285572"/>
                  </a:lnTo>
                  <a:lnTo>
                    <a:pt x="418553" y="285229"/>
                  </a:lnTo>
                  <a:lnTo>
                    <a:pt x="423900" y="286118"/>
                  </a:lnTo>
                  <a:lnTo>
                    <a:pt x="426262" y="288366"/>
                  </a:lnTo>
                  <a:lnTo>
                    <a:pt x="426262" y="283375"/>
                  </a:lnTo>
                  <a:lnTo>
                    <a:pt x="421208" y="282422"/>
                  </a:lnTo>
                  <a:lnTo>
                    <a:pt x="418249" y="281952"/>
                  </a:lnTo>
                  <a:lnTo>
                    <a:pt x="415340" y="282422"/>
                  </a:lnTo>
                  <a:lnTo>
                    <a:pt x="413321" y="284035"/>
                  </a:lnTo>
                  <a:lnTo>
                    <a:pt x="411556" y="285038"/>
                  </a:lnTo>
                  <a:lnTo>
                    <a:pt x="411441" y="285229"/>
                  </a:lnTo>
                  <a:lnTo>
                    <a:pt x="410578" y="286575"/>
                  </a:lnTo>
                  <a:lnTo>
                    <a:pt x="410476" y="286893"/>
                  </a:lnTo>
                  <a:lnTo>
                    <a:pt x="409765" y="290677"/>
                  </a:lnTo>
                  <a:lnTo>
                    <a:pt x="410527" y="292798"/>
                  </a:lnTo>
                  <a:lnTo>
                    <a:pt x="412127" y="294525"/>
                  </a:lnTo>
                  <a:lnTo>
                    <a:pt x="413626" y="296316"/>
                  </a:lnTo>
                  <a:lnTo>
                    <a:pt x="415937" y="297421"/>
                  </a:lnTo>
                  <a:lnTo>
                    <a:pt x="418249" y="297865"/>
                  </a:lnTo>
                  <a:lnTo>
                    <a:pt x="420916" y="298284"/>
                  </a:lnTo>
                  <a:lnTo>
                    <a:pt x="423964" y="297865"/>
                  </a:lnTo>
                  <a:lnTo>
                    <a:pt x="423545" y="297865"/>
                  </a:lnTo>
                  <a:lnTo>
                    <a:pt x="425348" y="296913"/>
                  </a:lnTo>
                  <a:lnTo>
                    <a:pt x="429285" y="291884"/>
                  </a:lnTo>
                  <a:lnTo>
                    <a:pt x="429399" y="291312"/>
                  </a:lnTo>
                  <a:lnTo>
                    <a:pt x="429526" y="290677"/>
                  </a:lnTo>
                  <a:lnTo>
                    <a:pt x="430123" y="287591"/>
                  </a:lnTo>
                  <a:close/>
                </a:path>
                <a:path w="492759" h="325119">
                  <a:moveTo>
                    <a:pt x="484619" y="266001"/>
                  </a:moveTo>
                  <a:lnTo>
                    <a:pt x="482269" y="263702"/>
                  </a:lnTo>
                  <a:lnTo>
                    <a:pt x="481469" y="262928"/>
                  </a:lnTo>
                  <a:lnTo>
                    <a:pt x="481469" y="267804"/>
                  </a:lnTo>
                  <a:lnTo>
                    <a:pt x="481469" y="277698"/>
                  </a:lnTo>
                  <a:lnTo>
                    <a:pt x="477342" y="281800"/>
                  </a:lnTo>
                  <a:lnTo>
                    <a:pt x="466966" y="281800"/>
                  </a:lnTo>
                  <a:lnTo>
                    <a:pt x="462940" y="277698"/>
                  </a:lnTo>
                  <a:lnTo>
                    <a:pt x="462940" y="267804"/>
                  </a:lnTo>
                  <a:lnTo>
                    <a:pt x="466966" y="263702"/>
                  </a:lnTo>
                  <a:lnTo>
                    <a:pt x="477342" y="263702"/>
                  </a:lnTo>
                  <a:lnTo>
                    <a:pt x="481469" y="267804"/>
                  </a:lnTo>
                  <a:lnTo>
                    <a:pt x="481469" y="262928"/>
                  </a:lnTo>
                  <a:lnTo>
                    <a:pt x="479031" y="260540"/>
                  </a:lnTo>
                  <a:lnTo>
                    <a:pt x="465429" y="260540"/>
                  </a:lnTo>
                  <a:lnTo>
                    <a:pt x="459765" y="266001"/>
                  </a:lnTo>
                  <a:lnTo>
                    <a:pt x="459765" y="279412"/>
                  </a:lnTo>
                  <a:lnTo>
                    <a:pt x="465429" y="284886"/>
                  </a:lnTo>
                  <a:lnTo>
                    <a:pt x="479031" y="284886"/>
                  </a:lnTo>
                  <a:lnTo>
                    <a:pt x="482180" y="281800"/>
                  </a:lnTo>
                  <a:lnTo>
                    <a:pt x="484619" y="279412"/>
                  </a:lnTo>
                  <a:lnTo>
                    <a:pt x="484619" y="266001"/>
                  </a:lnTo>
                  <a:close/>
                </a:path>
                <a:path w="492759" h="325119">
                  <a:moveTo>
                    <a:pt x="492290" y="184150"/>
                  </a:moveTo>
                  <a:lnTo>
                    <a:pt x="490448" y="175260"/>
                  </a:lnTo>
                  <a:lnTo>
                    <a:pt x="482346" y="170180"/>
                  </a:lnTo>
                  <a:lnTo>
                    <a:pt x="473278" y="163830"/>
                  </a:lnTo>
                  <a:lnTo>
                    <a:pt x="472706" y="162560"/>
                  </a:lnTo>
                  <a:lnTo>
                    <a:pt x="468541" y="152400"/>
                  </a:lnTo>
                  <a:lnTo>
                    <a:pt x="472757" y="162560"/>
                  </a:lnTo>
                  <a:lnTo>
                    <a:pt x="480745" y="166370"/>
                  </a:lnTo>
                  <a:lnTo>
                    <a:pt x="486765" y="163830"/>
                  </a:lnTo>
                  <a:lnTo>
                    <a:pt x="480288" y="160020"/>
                  </a:lnTo>
                  <a:lnTo>
                    <a:pt x="478434" y="152400"/>
                  </a:lnTo>
                  <a:lnTo>
                    <a:pt x="478129" y="151130"/>
                  </a:lnTo>
                  <a:lnTo>
                    <a:pt x="475221" y="143510"/>
                  </a:lnTo>
                  <a:lnTo>
                    <a:pt x="469404" y="140970"/>
                  </a:lnTo>
                  <a:lnTo>
                    <a:pt x="466496" y="139700"/>
                  </a:lnTo>
                  <a:lnTo>
                    <a:pt x="463778" y="139700"/>
                  </a:lnTo>
                  <a:lnTo>
                    <a:pt x="460679" y="137160"/>
                  </a:lnTo>
                  <a:lnTo>
                    <a:pt x="457301" y="135890"/>
                  </a:lnTo>
                  <a:lnTo>
                    <a:pt x="452170" y="135890"/>
                  </a:lnTo>
                  <a:lnTo>
                    <a:pt x="445808" y="137160"/>
                  </a:lnTo>
                  <a:lnTo>
                    <a:pt x="439178" y="140970"/>
                  </a:lnTo>
                  <a:lnTo>
                    <a:pt x="433959" y="147320"/>
                  </a:lnTo>
                  <a:lnTo>
                    <a:pt x="431838" y="157480"/>
                  </a:lnTo>
                  <a:lnTo>
                    <a:pt x="437680" y="176530"/>
                  </a:lnTo>
                  <a:lnTo>
                    <a:pt x="463359" y="201930"/>
                  </a:lnTo>
                  <a:lnTo>
                    <a:pt x="469201" y="219710"/>
                  </a:lnTo>
                  <a:lnTo>
                    <a:pt x="469201" y="227330"/>
                  </a:lnTo>
                  <a:lnTo>
                    <a:pt x="462864" y="232410"/>
                  </a:lnTo>
                  <a:lnTo>
                    <a:pt x="449491" y="232410"/>
                  </a:lnTo>
                  <a:lnTo>
                    <a:pt x="444500" y="224790"/>
                  </a:lnTo>
                  <a:lnTo>
                    <a:pt x="440537" y="217170"/>
                  </a:lnTo>
                  <a:lnTo>
                    <a:pt x="439216" y="214630"/>
                  </a:lnTo>
                  <a:lnTo>
                    <a:pt x="437349" y="210820"/>
                  </a:lnTo>
                  <a:lnTo>
                    <a:pt x="436727" y="209550"/>
                  </a:lnTo>
                  <a:lnTo>
                    <a:pt x="431253" y="201930"/>
                  </a:lnTo>
                  <a:lnTo>
                    <a:pt x="429983" y="200507"/>
                  </a:lnTo>
                  <a:lnTo>
                    <a:pt x="429983" y="217170"/>
                  </a:lnTo>
                  <a:lnTo>
                    <a:pt x="425983" y="222250"/>
                  </a:lnTo>
                  <a:lnTo>
                    <a:pt x="422414" y="223520"/>
                  </a:lnTo>
                  <a:lnTo>
                    <a:pt x="417893" y="220980"/>
                  </a:lnTo>
                  <a:lnTo>
                    <a:pt x="417830" y="219710"/>
                  </a:lnTo>
                  <a:lnTo>
                    <a:pt x="417703" y="217170"/>
                  </a:lnTo>
                  <a:lnTo>
                    <a:pt x="421906" y="212090"/>
                  </a:lnTo>
                  <a:lnTo>
                    <a:pt x="425196" y="210820"/>
                  </a:lnTo>
                  <a:lnTo>
                    <a:pt x="427583" y="212090"/>
                  </a:lnTo>
                  <a:lnTo>
                    <a:pt x="429895" y="213360"/>
                  </a:lnTo>
                  <a:lnTo>
                    <a:pt x="429983" y="217170"/>
                  </a:lnTo>
                  <a:lnTo>
                    <a:pt x="429983" y="200507"/>
                  </a:lnTo>
                  <a:lnTo>
                    <a:pt x="425627" y="195580"/>
                  </a:lnTo>
                  <a:lnTo>
                    <a:pt x="427202" y="196850"/>
                  </a:lnTo>
                  <a:lnTo>
                    <a:pt x="434835" y="196850"/>
                  </a:lnTo>
                  <a:lnTo>
                    <a:pt x="436270" y="195580"/>
                  </a:lnTo>
                  <a:lnTo>
                    <a:pt x="437692" y="194310"/>
                  </a:lnTo>
                  <a:lnTo>
                    <a:pt x="438391" y="191770"/>
                  </a:lnTo>
                  <a:lnTo>
                    <a:pt x="438518" y="187960"/>
                  </a:lnTo>
                  <a:lnTo>
                    <a:pt x="437299" y="185420"/>
                  </a:lnTo>
                  <a:lnTo>
                    <a:pt x="435508" y="182880"/>
                  </a:lnTo>
                  <a:lnTo>
                    <a:pt x="435292" y="182626"/>
                  </a:lnTo>
                  <a:lnTo>
                    <a:pt x="435292" y="187960"/>
                  </a:lnTo>
                  <a:lnTo>
                    <a:pt x="435229" y="190500"/>
                  </a:lnTo>
                  <a:lnTo>
                    <a:pt x="435038" y="191770"/>
                  </a:lnTo>
                  <a:lnTo>
                    <a:pt x="434035" y="193040"/>
                  </a:lnTo>
                  <a:lnTo>
                    <a:pt x="433108" y="194310"/>
                  </a:lnTo>
                  <a:lnTo>
                    <a:pt x="429450" y="194310"/>
                  </a:lnTo>
                  <a:lnTo>
                    <a:pt x="427443" y="193040"/>
                  </a:lnTo>
                  <a:lnTo>
                    <a:pt x="424751" y="190500"/>
                  </a:lnTo>
                  <a:lnTo>
                    <a:pt x="424332" y="189230"/>
                  </a:lnTo>
                  <a:lnTo>
                    <a:pt x="423913" y="187960"/>
                  </a:lnTo>
                  <a:lnTo>
                    <a:pt x="423989" y="186690"/>
                  </a:lnTo>
                  <a:lnTo>
                    <a:pt x="424116" y="184150"/>
                  </a:lnTo>
                  <a:lnTo>
                    <a:pt x="425170" y="184150"/>
                  </a:lnTo>
                  <a:lnTo>
                    <a:pt x="425996" y="182880"/>
                  </a:lnTo>
                  <a:lnTo>
                    <a:pt x="429793" y="182880"/>
                  </a:lnTo>
                  <a:lnTo>
                    <a:pt x="431685" y="184150"/>
                  </a:lnTo>
                  <a:lnTo>
                    <a:pt x="433108" y="185420"/>
                  </a:lnTo>
                  <a:lnTo>
                    <a:pt x="434479" y="186690"/>
                  </a:lnTo>
                  <a:lnTo>
                    <a:pt x="435292" y="187960"/>
                  </a:lnTo>
                  <a:lnTo>
                    <a:pt x="435292" y="182626"/>
                  </a:lnTo>
                  <a:lnTo>
                    <a:pt x="433425" y="180340"/>
                  </a:lnTo>
                  <a:lnTo>
                    <a:pt x="430631" y="179070"/>
                  </a:lnTo>
                  <a:lnTo>
                    <a:pt x="426173" y="179070"/>
                  </a:lnTo>
                  <a:lnTo>
                    <a:pt x="424205" y="180340"/>
                  </a:lnTo>
                  <a:lnTo>
                    <a:pt x="422960" y="181610"/>
                  </a:lnTo>
                  <a:lnTo>
                    <a:pt x="421614" y="182880"/>
                  </a:lnTo>
                  <a:lnTo>
                    <a:pt x="420916" y="184150"/>
                  </a:lnTo>
                  <a:lnTo>
                    <a:pt x="420839" y="188506"/>
                  </a:lnTo>
                  <a:lnTo>
                    <a:pt x="415556" y="181610"/>
                  </a:lnTo>
                  <a:lnTo>
                    <a:pt x="415340" y="181343"/>
                  </a:lnTo>
                  <a:lnTo>
                    <a:pt x="415340" y="240030"/>
                  </a:lnTo>
                  <a:lnTo>
                    <a:pt x="413334" y="242570"/>
                  </a:lnTo>
                  <a:lnTo>
                    <a:pt x="411175" y="245110"/>
                  </a:lnTo>
                  <a:lnTo>
                    <a:pt x="407771" y="246380"/>
                  </a:lnTo>
                  <a:lnTo>
                    <a:pt x="403326" y="243840"/>
                  </a:lnTo>
                  <a:lnTo>
                    <a:pt x="403237" y="242570"/>
                  </a:lnTo>
                  <a:lnTo>
                    <a:pt x="403161" y="241300"/>
                  </a:lnTo>
                  <a:lnTo>
                    <a:pt x="403072" y="240030"/>
                  </a:lnTo>
                  <a:lnTo>
                    <a:pt x="405117" y="237490"/>
                  </a:lnTo>
                  <a:lnTo>
                    <a:pt x="407123" y="233680"/>
                  </a:lnTo>
                  <a:lnTo>
                    <a:pt x="410603" y="233680"/>
                  </a:lnTo>
                  <a:lnTo>
                    <a:pt x="412915" y="234950"/>
                  </a:lnTo>
                  <a:lnTo>
                    <a:pt x="415150" y="236220"/>
                  </a:lnTo>
                  <a:lnTo>
                    <a:pt x="415277" y="238760"/>
                  </a:lnTo>
                  <a:lnTo>
                    <a:pt x="415340" y="240030"/>
                  </a:lnTo>
                  <a:lnTo>
                    <a:pt x="415340" y="181343"/>
                  </a:lnTo>
                  <a:lnTo>
                    <a:pt x="410591" y="175260"/>
                  </a:lnTo>
                  <a:lnTo>
                    <a:pt x="407136" y="168910"/>
                  </a:lnTo>
                  <a:lnTo>
                    <a:pt x="405841" y="163830"/>
                  </a:lnTo>
                  <a:lnTo>
                    <a:pt x="405841" y="158750"/>
                  </a:lnTo>
                  <a:lnTo>
                    <a:pt x="409321" y="154940"/>
                  </a:lnTo>
                  <a:lnTo>
                    <a:pt x="411429" y="152400"/>
                  </a:lnTo>
                  <a:lnTo>
                    <a:pt x="413537" y="149860"/>
                  </a:lnTo>
                  <a:lnTo>
                    <a:pt x="414972" y="149860"/>
                  </a:lnTo>
                  <a:lnTo>
                    <a:pt x="416052" y="148590"/>
                  </a:lnTo>
                  <a:lnTo>
                    <a:pt x="417576" y="147320"/>
                  </a:lnTo>
                  <a:lnTo>
                    <a:pt x="420776" y="144780"/>
                  </a:lnTo>
                  <a:lnTo>
                    <a:pt x="427202" y="137160"/>
                  </a:lnTo>
                  <a:lnTo>
                    <a:pt x="427443" y="137160"/>
                  </a:lnTo>
                  <a:lnTo>
                    <a:pt x="429209" y="135890"/>
                  </a:lnTo>
                  <a:lnTo>
                    <a:pt x="425996" y="132956"/>
                  </a:lnTo>
                  <a:lnTo>
                    <a:pt x="425996" y="135890"/>
                  </a:lnTo>
                  <a:lnTo>
                    <a:pt x="418261" y="143510"/>
                  </a:lnTo>
                  <a:lnTo>
                    <a:pt x="414566" y="147320"/>
                  </a:lnTo>
                  <a:lnTo>
                    <a:pt x="410083" y="144780"/>
                  </a:lnTo>
                  <a:lnTo>
                    <a:pt x="362991" y="118110"/>
                  </a:lnTo>
                  <a:lnTo>
                    <a:pt x="368033" y="102870"/>
                  </a:lnTo>
                  <a:lnTo>
                    <a:pt x="373672" y="105410"/>
                  </a:lnTo>
                  <a:lnTo>
                    <a:pt x="372059" y="105410"/>
                  </a:lnTo>
                  <a:lnTo>
                    <a:pt x="370001" y="106680"/>
                  </a:lnTo>
                  <a:lnTo>
                    <a:pt x="368211" y="109220"/>
                  </a:lnTo>
                  <a:lnTo>
                    <a:pt x="371894" y="109220"/>
                  </a:lnTo>
                  <a:lnTo>
                    <a:pt x="373405" y="107950"/>
                  </a:lnTo>
                  <a:lnTo>
                    <a:pt x="371182" y="114300"/>
                  </a:lnTo>
                  <a:lnTo>
                    <a:pt x="370611" y="113030"/>
                  </a:lnTo>
                  <a:lnTo>
                    <a:pt x="368973" y="111760"/>
                  </a:lnTo>
                  <a:lnTo>
                    <a:pt x="367385" y="110490"/>
                  </a:lnTo>
                  <a:lnTo>
                    <a:pt x="366268" y="115570"/>
                  </a:lnTo>
                  <a:lnTo>
                    <a:pt x="369189" y="116840"/>
                  </a:lnTo>
                  <a:lnTo>
                    <a:pt x="371182" y="118110"/>
                  </a:lnTo>
                  <a:lnTo>
                    <a:pt x="374700" y="119380"/>
                  </a:lnTo>
                  <a:lnTo>
                    <a:pt x="376859" y="119380"/>
                  </a:lnTo>
                  <a:lnTo>
                    <a:pt x="377825" y="118110"/>
                  </a:lnTo>
                  <a:lnTo>
                    <a:pt x="378917" y="116840"/>
                  </a:lnTo>
                  <a:lnTo>
                    <a:pt x="377799" y="115570"/>
                  </a:lnTo>
                  <a:lnTo>
                    <a:pt x="376694" y="114300"/>
                  </a:lnTo>
                  <a:lnTo>
                    <a:pt x="373773" y="115570"/>
                  </a:lnTo>
                  <a:lnTo>
                    <a:pt x="373646" y="114300"/>
                  </a:lnTo>
                  <a:lnTo>
                    <a:pt x="373519" y="113030"/>
                  </a:lnTo>
                  <a:lnTo>
                    <a:pt x="373405" y="111760"/>
                  </a:lnTo>
                  <a:lnTo>
                    <a:pt x="375069" y="110490"/>
                  </a:lnTo>
                  <a:lnTo>
                    <a:pt x="378625" y="110490"/>
                  </a:lnTo>
                  <a:lnTo>
                    <a:pt x="379857" y="111760"/>
                  </a:lnTo>
                  <a:lnTo>
                    <a:pt x="380326" y="114300"/>
                  </a:lnTo>
                  <a:lnTo>
                    <a:pt x="380263" y="113030"/>
                  </a:lnTo>
                  <a:lnTo>
                    <a:pt x="380149" y="110490"/>
                  </a:lnTo>
                  <a:lnTo>
                    <a:pt x="380085" y="109220"/>
                  </a:lnTo>
                  <a:lnTo>
                    <a:pt x="380834" y="107950"/>
                  </a:lnTo>
                  <a:lnTo>
                    <a:pt x="382320" y="105410"/>
                  </a:lnTo>
                  <a:lnTo>
                    <a:pt x="386626" y="104140"/>
                  </a:lnTo>
                  <a:lnTo>
                    <a:pt x="388315" y="109220"/>
                  </a:lnTo>
                  <a:lnTo>
                    <a:pt x="386981" y="111760"/>
                  </a:lnTo>
                  <a:lnTo>
                    <a:pt x="383514" y="115570"/>
                  </a:lnTo>
                  <a:lnTo>
                    <a:pt x="385419" y="114300"/>
                  </a:lnTo>
                  <a:lnTo>
                    <a:pt x="387464" y="114300"/>
                  </a:lnTo>
                  <a:lnTo>
                    <a:pt x="388200" y="115570"/>
                  </a:lnTo>
                  <a:lnTo>
                    <a:pt x="389394" y="116840"/>
                  </a:lnTo>
                  <a:lnTo>
                    <a:pt x="388988" y="119380"/>
                  </a:lnTo>
                  <a:lnTo>
                    <a:pt x="386334" y="120650"/>
                  </a:lnTo>
                  <a:lnTo>
                    <a:pt x="385762" y="118110"/>
                  </a:lnTo>
                  <a:lnTo>
                    <a:pt x="382193" y="118110"/>
                  </a:lnTo>
                  <a:lnTo>
                    <a:pt x="381190" y="119380"/>
                  </a:lnTo>
                  <a:lnTo>
                    <a:pt x="380085" y="121920"/>
                  </a:lnTo>
                  <a:lnTo>
                    <a:pt x="381762" y="123190"/>
                  </a:lnTo>
                  <a:lnTo>
                    <a:pt x="384835" y="125730"/>
                  </a:lnTo>
                  <a:lnTo>
                    <a:pt x="388493" y="127000"/>
                  </a:lnTo>
                  <a:lnTo>
                    <a:pt x="391490" y="125730"/>
                  </a:lnTo>
                  <a:lnTo>
                    <a:pt x="392480" y="124460"/>
                  </a:lnTo>
                  <a:lnTo>
                    <a:pt x="393484" y="123190"/>
                  </a:lnTo>
                  <a:lnTo>
                    <a:pt x="392277" y="121920"/>
                  </a:lnTo>
                  <a:lnTo>
                    <a:pt x="390169" y="123190"/>
                  </a:lnTo>
                  <a:lnTo>
                    <a:pt x="388175" y="124460"/>
                  </a:lnTo>
                  <a:lnTo>
                    <a:pt x="390042" y="120650"/>
                  </a:lnTo>
                  <a:lnTo>
                    <a:pt x="391909" y="116840"/>
                  </a:lnTo>
                  <a:lnTo>
                    <a:pt x="392137" y="118110"/>
                  </a:lnTo>
                  <a:lnTo>
                    <a:pt x="392696" y="119380"/>
                  </a:lnTo>
                  <a:lnTo>
                    <a:pt x="394398" y="120650"/>
                  </a:lnTo>
                  <a:lnTo>
                    <a:pt x="395706" y="116840"/>
                  </a:lnTo>
                  <a:lnTo>
                    <a:pt x="394614" y="114300"/>
                  </a:lnTo>
                  <a:lnTo>
                    <a:pt x="402628" y="119380"/>
                  </a:lnTo>
                  <a:lnTo>
                    <a:pt x="399910" y="119380"/>
                  </a:lnTo>
                  <a:lnTo>
                    <a:pt x="396963" y="121920"/>
                  </a:lnTo>
                  <a:lnTo>
                    <a:pt x="398780" y="123190"/>
                  </a:lnTo>
                  <a:lnTo>
                    <a:pt x="400685" y="123190"/>
                  </a:lnTo>
                  <a:lnTo>
                    <a:pt x="401726" y="121920"/>
                  </a:lnTo>
                  <a:lnTo>
                    <a:pt x="397535" y="129540"/>
                  </a:lnTo>
                  <a:lnTo>
                    <a:pt x="397535" y="127000"/>
                  </a:lnTo>
                  <a:lnTo>
                    <a:pt x="396608" y="124460"/>
                  </a:lnTo>
                  <a:lnTo>
                    <a:pt x="395706" y="124460"/>
                  </a:lnTo>
                  <a:lnTo>
                    <a:pt x="393954" y="127000"/>
                  </a:lnTo>
                  <a:lnTo>
                    <a:pt x="394398" y="130810"/>
                  </a:lnTo>
                  <a:lnTo>
                    <a:pt x="398043" y="132080"/>
                  </a:lnTo>
                  <a:lnTo>
                    <a:pt x="401104" y="134620"/>
                  </a:lnTo>
                  <a:lnTo>
                    <a:pt x="403466" y="134620"/>
                  </a:lnTo>
                  <a:lnTo>
                    <a:pt x="404698" y="133350"/>
                  </a:lnTo>
                  <a:lnTo>
                    <a:pt x="405917" y="130810"/>
                  </a:lnTo>
                  <a:lnTo>
                    <a:pt x="404914" y="129540"/>
                  </a:lnTo>
                  <a:lnTo>
                    <a:pt x="403910" y="128270"/>
                  </a:lnTo>
                  <a:lnTo>
                    <a:pt x="400900" y="129540"/>
                  </a:lnTo>
                  <a:lnTo>
                    <a:pt x="400799" y="125730"/>
                  </a:lnTo>
                  <a:lnTo>
                    <a:pt x="402551" y="124460"/>
                  </a:lnTo>
                  <a:lnTo>
                    <a:pt x="406069" y="124460"/>
                  </a:lnTo>
                  <a:lnTo>
                    <a:pt x="407250" y="127000"/>
                  </a:lnTo>
                  <a:lnTo>
                    <a:pt x="407504" y="128270"/>
                  </a:lnTo>
                  <a:lnTo>
                    <a:pt x="408660" y="124460"/>
                  </a:lnTo>
                  <a:lnTo>
                    <a:pt x="410730" y="121920"/>
                  </a:lnTo>
                  <a:lnTo>
                    <a:pt x="415582" y="120650"/>
                  </a:lnTo>
                  <a:lnTo>
                    <a:pt x="416623" y="124460"/>
                  </a:lnTo>
                  <a:lnTo>
                    <a:pt x="414439" y="128270"/>
                  </a:lnTo>
                  <a:lnTo>
                    <a:pt x="412305" y="129540"/>
                  </a:lnTo>
                  <a:lnTo>
                    <a:pt x="412076" y="129540"/>
                  </a:lnTo>
                  <a:lnTo>
                    <a:pt x="410184" y="130810"/>
                  </a:lnTo>
                  <a:lnTo>
                    <a:pt x="412178" y="129616"/>
                  </a:lnTo>
                  <a:lnTo>
                    <a:pt x="414058" y="130810"/>
                  </a:lnTo>
                  <a:lnTo>
                    <a:pt x="414769" y="132080"/>
                  </a:lnTo>
                  <a:lnTo>
                    <a:pt x="415798" y="133350"/>
                  </a:lnTo>
                  <a:lnTo>
                    <a:pt x="415150" y="135890"/>
                  </a:lnTo>
                  <a:lnTo>
                    <a:pt x="412483" y="137160"/>
                  </a:lnTo>
                  <a:lnTo>
                    <a:pt x="411975" y="133350"/>
                  </a:lnTo>
                  <a:lnTo>
                    <a:pt x="408571" y="133350"/>
                  </a:lnTo>
                  <a:lnTo>
                    <a:pt x="406476" y="137160"/>
                  </a:lnTo>
                  <a:lnTo>
                    <a:pt x="407873" y="138430"/>
                  </a:lnTo>
                  <a:lnTo>
                    <a:pt x="411111" y="140970"/>
                  </a:lnTo>
                  <a:lnTo>
                    <a:pt x="413105" y="142240"/>
                  </a:lnTo>
                  <a:lnTo>
                    <a:pt x="416026" y="143510"/>
                  </a:lnTo>
                  <a:lnTo>
                    <a:pt x="419328" y="139700"/>
                  </a:lnTo>
                  <a:lnTo>
                    <a:pt x="418261" y="138430"/>
                  </a:lnTo>
                  <a:lnTo>
                    <a:pt x="414680" y="138430"/>
                  </a:lnTo>
                  <a:lnTo>
                    <a:pt x="415607" y="137160"/>
                  </a:lnTo>
                  <a:lnTo>
                    <a:pt x="418414" y="133350"/>
                  </a:lnTo>
                  <a:lnTo>
                    <a:pt x="418338" y="134620"/>
                  </a:lnTo>
                  <a:lnTo>
                    <a:pt x="418261" y="135890"/>
                  </a:lnTo>
                  <a:lnTo>
                    <a:pt x="419557" y="137160"/>
                  </a:lnTo>
                  <a:lnTo>
                    <a:pt x="420687" y="138430"/>
                  </a:lnTo>
                  <a:lnTo>
                    <a:pt x="421297" y="135890"/>
                  </a:lnTo>
                  <a:lnTo>
                    <a:pt x="421398" y="134620"/>
                  </a:lnTo>
                  <a:lnTo>
                    <a:pt x="421500" y="133350"/>
                  </a:lnTo>
                  <a:lnTo>
                    <a:pt x="421297" y="132080"/>
                  </a:lnTo>
                  <a:lnTo>
                    <a:pt x="425996" y="135890"/>
                  </a:lnTo>
                  <a:lnTo>
                    <a:pt x="425996" y="132956"/>
                  </a:lnTo>
                  <a:lnTo>
                    <a:pt x="425043" y="132080"/>
                  </a:lnTo>
                  <a:lnTo>
                    <a:pt x="426173" y="129540"/>
                  </a:lnTo>
                  <a:lnTo>
                    <a:pt x="427062" y="127000"/>
                  </a:lnTo>
                  <a:lnTo>
                    <a:pt x="427685" y="124460"/>
                  </a:lnTo>
                  <a:lnTo>
                    <a:pt x="428993" y="129540"/>
                  </a:lnTo>
                  <a:lnTo>
                    <a:pt x="431685" y="133350"/>
                  </a:lnTo>
                  <a:lnTo>
                    <a:pt x="435292" y="132080"/>
                  </a:lnTo>
                  <a:lnTo>
                    <a:pt x="434594" y="127000"/>
                  </a:lnTo>
                  <a:lnTo>
                    <a:pt x="434898" y="124460"/>
                  </a:lnTo>
                  <a:lnTo>
                    <a:pt x="435216" y="121920"/>
                  </a:lnTo>
                  <a:lnTo>
                    <a:pt x="435305" y="120650"/>
                  </a:lnTo>
                  <a:lnTo>
                    <a:pt x="435406" y="119380"/>
                  </a:lnTo>
                  <a:lnTo>
                    <a:pt x="435521" y="114300"/>
                  </a:lnTo>
                  <a:lnTo>
                    <a:pt x="434568" y="106680"/>
                  </a:lnTo>
                  <a:lnTo>
                    <a:pt x="437692" y="111760"/>
                  </a:lnTo>
                  <a:lnTo>
                    <a:pt x="441985" y="114300"/>
                  </a:lnTo>
                  <a:lnTo>
                    <a:pt x="445135" y="113030"/>
                  </a:lnTo>
                  <a:lnTo>
                    <a:pt x="441909" y="107950"/>
                  </a:lnTo>
                  <a:lnTo>
                    <a:pt x="441921" y="106680"/>
                  </a:lnTo>
                  <a:lnTo>
                    <a:pt x="441871" y="97790"/>
                  </a:lnTo>
                  <a:lnTo>
                    <a:pt x="441756" y="95250"/>
                  </a:lnTo>
                  <a:lnTo>
                    <a:pt x="441706" y="93980"/>
                  </a:lnTo>
                  <a:lnTo>
                    <a:pt x="441591" y="91440"/>
                  </a:lnTo>
                  <a:lnTo>
                    <a:pt x="436968" y="81280"/>
                  </a:lnTo>
                  <a:lnTo>
                    <a:pt x="440359" y="82550"/>
                  </a:lnTo>
                  <a:lnTo>
                    <a:pt x="442785" y="81280"/>
                  </a:lnTo>
                  <a:lnTo>
                    <a:pt x="444207" y="80010"/>
                  </a:lnTo>
                  <a:lnTo>
                    <a:pt x="439000" y="77470"/>
                  </a:lnTo>
                  <a:lnTo>
                    <a:pt x="435749" y="72390"/>
                  </a:lnTo>
                  <a:lnTo>
                    <a:pt x="431101" y="66040"/>
                  </a:lnTo>
                  <a:lnTo>
                    <a:pt x="421741" y="60960"/>
                  </a:lnTo>
                  <a:lnTo>
                    <a:pt x="425996" y="60960"/>
                  </a:lnTo>
                  <a:lnTo>
                    <a:pt x="428498" y="58420"/>
                  </a:lnTo>
                  <a:lnTo>
                    <a:pt x="428218" y="57150"/>
                  </a:lnTo>
                  <a:lnTo>
                    <a:pt x="427926" y="55880"/>
                  </a:lnTo>
                  <a:lnTo>
                    <a:pt x="424446" y="57150"/>
                  </a:lnTo>
                  <a:lnTo>
                    <a:pt x="420065" y="54610"/>
                  </a:lnTo>
                  <a:lnTo>
                    <a:pt x="413753" y="52070"/>
                  </a:lnTo>
                  <a:lnTo>
                    <a:pt x="404418" y="50800"/>
                  </a:lnTo>
                  <a:lnTo>
                    <a:pt x="404037" y="48260"/>
                  </a:lnTo>
                  <a:lnTo>
                    <a:pt x="403466" y="44450"/>
                  </a:lnTo>
                  <a:lnTo>
                    <a:pt x="398322" y="39370"/>
                  </a:lnTo>
                  <a:lnTo>
                    <a:pt x="392404" y="36830"/>
                  </a:lnTo>
                  <a:lnTo>
                    <a:pt x="393496" y="40640"/>
                  </a:lnTo>
                  <a:lnTo>
                    <a:pt x="392557" y="44450"/>
                  </a:lnTo>
                  <a:lnTo>
                    <a:pt x="391464" y="48260"/>
                  </a:lnTo>
                  <a:lnTo>
                    <a:pt x="388200" y="45110"/>
                  </a:lnTo>
                  <a:lnTo>
                    <a:pt x="388200" y="64770"/>
                  </a:lnTo>
                  <a:lnTo>
                    <a:pt x="382524" y="66040"/>
                  </a:lnTo>
                  <a:lnTo>
                    <a:pt x="377151" y="67310"/>
                  </a:lnTo>
                  <a:lnTo>
                    <a:pt x="373011" y="69850"/>
                  </a:lnTo>
                  <a:lnTo>
                    <a:pt x="374700" y="66040"/>
                  </a:lnTo>
                  <a:lnTo>
                    <a:pt x="373011" y="60960"/>
                  </a:lnTo>
                  <a:lnTo>
                    <a:pt x="382143" y="60960"/>
                  </a:lnTo>
                  <a:lnTo>
                    <a:pt x="384708" y="64770"/>
                  </a:lnTo>
                  <a:lnTo>
                    <a:pt x="388200" y="64770"/>
                  </a:lnTo>
                  <a:lnTo>
                    <a:pt x="388200" y="45110"/>
                  </a:lnTo>
                  <a:lnTo>
                    <a:pt x="342785" y="1270"/>
                  </a:lnTo>
                  <a:lnTo>
                    <a:pt x="341261" y="0"/>
                  </a:lnTo>
                  <a:lnTo>
                    <a:pt x="339813" y="0"/>
                  </a:lnTo>
                  <a:lnTo>
                    <a:pt x="339813" y="1270"/>
                  </a:lnTo>
                  <a:lnTo>
                    <a:pt x="340626" y="2540"/>
                  </a:lnTo>
                  <a:lnTo>
                    <a:pt x="382524" y="53340"/>
                  </a:lnTo>
                  <a:lnTo>
                    <a:pt x="379323" y="54610"/>
                  </a:lnTo>
                  <a:lnTo>
                    <a:pt x="376212" y="55880"/>
                  </a:lnTo>
                  <a:lnTo>
                    <a:pt x="370916" y="57150"/>
                  </a:lnTo>
                  <a:lnTo>
                    <a:pt x="369354" y="59690"/>
                  </a:lnTo>
                  <a:lnTo>
                    <a:pt x="369354" y="62230"/>
                  </a:lnTo>
                  <a:lnTo>
                    <a:pt x="361581" y="66040"/>
                  </a:lnTo>
                  <a:lnTo>
                    <a:pt x="354990" y="71005"/>
                  </a:lnTo>
                  <a:lnTo>
                    <a:pt x="348843" y="76200"/>
                  </a:lnTo>
                  <a:lnTo>
                    <a:pt x="346748" y="76200"/>
                  </a:lnTo>
                  <a:lnTo>
                    <a:pt x="349072" y="81280"/>
                  </a:lnTo>
                  <a:lnTo>
                    <a:pt x="349910" y="83820"/>
                  </a:lnTo>
                  <a:lnTo>
                    <a:pt x="347179" y="88900"/>
                  </a:lnTo>
                  <a:lnTo>
                    <a:pt x="357212" y="82550"/>
                  </a:lnTo>
                  <a:lnTo>
                    <a:pt x="366268" y="77470"/>
                  </a:lnTo>
                  <a:lnTo>
                    <a:pt x="367614" y="81280"/>
                  </a:lnTo>
                  <a:lnTo>
                    <a:pt x="368338" y="82550"/>
                  </a:lnTo>
                  <a:lnTo>
                    <a:pt x="363918" y="83820"/>
                  </a:lnTo>
                  <a:lnTo>
                    <a:pt x="360781" y="85090"/>
                  </a:lnTo>
                  <a:lnTo>
                    <a:pt x="357759" y="86360"/>
                  </a:lnTo>
                  <a:lnTo>
                    <a:pt x="354418" y="88900"/>
                  </a:lnTo>
                  <a:lnTo>
                    <a:pt x="355396" y="91440"/>
                  </a:lnTo>
                  <a:lnTo>
                    <a:pt x="357886" y="90170"/>
                  </a:lnTo>
                  <a:lnTo>
                    <a:pt x="357962" y="91440"/>
                  </a:lnTo>
                  <a:lnTo>
                    <a:pt x="358178" y="92710"/>
                  </a:lnTo>
                  <a:lnTo>
                    <a:pt x="359092" y="93980"/>
                  </a:lnTo>
                  <a:lnTo>
                    <a:pt x="361581" y="93980"/>
                  </a:lnTo>
                  <a:lnTo>
                    <a:pt x="363143" y="91440"/>
                  </a:lnTo>
                  <a:lnTo>
                    <a:pt x="364058" y="92710"/>
                  </a:lnTo>
                  <a:lnTo>
                    <a:pt x="365112" y="92710"/>
                  </a:lnTo>
                  <a:lnTo>
                    <a:pt x="363677" y="99060"/>
                  </a:lnTo>
                  <a:lnTo>
                    <a:pt x="362623" y="100330"/>
                  </a:lnTo>
                  <a:lnTo>
                    <a:pt x="367385" y="99060"/>
                  </a:lnTo>
                  <a:lnTo>
                    <a:pt x="370344" y="95250"/>
                  </a:lnTo>
                  <a:lnTo>
                    <a:pt x="370408" y="93980"/>
                  </a:lnTo>
                  <a:lnTo>
                    <a:pt x="370535" y="91440"/>
                  </a:lnTo>
                  <a:lnTo>
                    <a:pt x="370560" y="90170"/>
                  </a:lnTo>
                  <a:lnTo>
                    <a:pt x="370611" y="87630"/>
                  </a:lnTo>
                  <a:lnTo>
                    <a:pt x="371627" y="87630"/>
                  </a:lnTo>
                  <a:lnTo>
                    <a:pt x="372338" y="86360"/>
                  </a:lnTo>
                  <a:lnTo>
                    <a:pt x="373100" y="86360"/>
                  </a:lnTo>
                  <a:lnTo>
                    <a:pt x="373913" y="90170"/>
                  </a:lnTo>
                  <a:lnTo>
                    <a:pt x="373011" y="92710"/>
                  </a:lnTo>
                  <a:lnTo>
                    <a:pt x="375475" y="92710"/>
                  </a:lnTo>
                  <a:lnTo>
                    <a:pt x="378079" y="88900"/>
                  </a:lnTo>
                  <a:lnTo>
                    <a:pt x="377977" y="87630"/>
                  </a:lnTo>
                  <a:lnTo>
                    <a:pt x="377888" y="86360"/>
                  </a:lnTo>
                  <a:lnTo>
                    <a:pt x="377799" y="85090"/>
                  </a:lnTo>
                  <a:lnTo>
                    <a:pt x="377710" y="83820"/>
                  </a:lnTo>
                  <a:lnTo>
                    <a:pt x="378917" y="82550"/>
                  </a:lnTo>
                  <a:lnTo>
                    <a:pt x="380263" y="81280"/>
                  </a:lnTo>
                  <a:lnTo>
                    <a:pt x="382739" y="81280"/>
                  </a:lnTo>
                  <a:lnTo>
                    <a:pt x="385991" y="86360"/>
                  </a:lnTo>
                  <a:lnTo>
                    <a:pt x="398703" y="86360"/>
                  </a:lnTo>
                  <a:lnTo>
                    <a:pt x="402399" y="81280"/>
                  </a:lnTo>
                  <a:lnTo>
                    <a:pt x="403326" y="80010"/>
                  </a:lnTo>
                  <a:lnTo>
                    <a:pt x="403669" y="77470"/>
                  </a:lnTo>
                  <a:lnTo>
                    <a:pt x="404177" y="73660"/>
                  </a:lnTo>
                  <a:lnTo>
                    <a:pt x="404075" y="72390"/>
                  </a:lnTo>
                  <a:lnTo>
                    <a:pt x="403860" y="71005"/>
                  </a:lnTo>
                  <a:lnTo>
                    <a:pt x="402628" y="69850"/>
                  </a:lnTo>
                  <a:lnTo>
                    <a:pt x="405561" y="72390"/>
                  </a:lnTo>
                  <a:lnTo>
                    <a:pt x="406476" y="74930"/>
                  </a:lnTo>
                  <a:lnTo>
                    <a:pt x="406476" y="78740"/>
                  </a:lnTo>
                  <a:lnTo>
                    <a:pt x="403123" y="86360"/>
                  </a:lnTo>
                  <a:lnTo>
                    <a:pt x="395097" y="91440"/>
                  </a:lnTo>
                  <a:lnTo>
                    <a:pt x="385483" y="97790"/>
                  </a:lnTo>
                  <a:lnTo>
                    <a:pt x="377329" y="102870"/>
                  </a:lnTo>
                  <a:lnTo>
                    <a:pt x="376936" y="102870"/>
                  </a:lnTo>
                  <a:lnTo>
                    <a:pt x="376694" y="104140"/>
                  </a:lnTo>
                  <a:lnTo>
                    <a:pt x="376389" y="104140"/>
                  </a:lnTo>
                  <a:lnTo>
                    <a:pt x="373164" y="102870"/>
                  </a:lnTo>
                  <a:lnTo>
                    <a:pt x="366687" y="100330"/>
                  </a:lnTo>
                  <a:lnTo>
                    <a:pt x="365912" y="102870"/>
                  </a:lnTo>
                  <a:lnTo>
                    <a:pt x="365467" y="104140"/>
                  </a:lnTo>
                  <a:lnTo>
                    <a:pt x="364401" y="107950"/>
                  </a:lnTo>
                  <a:lnTo>
                    <a:pt x="362356" y="114300"/>
                  </a:lnTo>
                  <a:lnTo>
                    <a:pt x="360972" y="118110"/>
                  </a:lnTo>
                  <a:lnTo>
                    <a:pt x="360451" y="119380"/>
                  </a:lnTo>
                  <a:lnTo>
                    <a:pt x="361327" y="120650"/>
                  </a:lnTo>
                  <a:lnTo>
                    <a:pt x="357263" y="125730"/>
                  </a:lnTo>
                  <a:lnTo>
                    <a:pt x="353860" y="132080"/>
                  </a:lnTo>
                  <a:lnTo>
                    <a:pt x="351345" y="138430"/>
                  </a:lnTo>
                  <a:lnTo>
                    <a:pt x="349910" y="144780"/>
                  </a:lnTo>
                  <a:lnTo>
                    <a:pt x="347560" y="142240"/>
                  </a:lnTo>
                  <a:lnTo>
                    <a:pt x="345998" y="140970"/>
                  </a:lnTo>
                  <a:lnTo>
                    <a:pt x="342849" y="138430"/>
                  </a:lnTo>
                  <a:lnTo>
                    <a:pt x="343115" y="137160"/>
                  </a:lnTo>
                  <a:lnTo>
                    <a:pt x="343255" y="137160"/>
                  </a:lnTo>
                  <a:lnTo>
                    <a:pt x="343344" y="135890"/>
                  </a:lnTo>
                  <a:lnTo>
                    <a:pt x="343433" y="134620"/>
                  </a:lnTo>
                  <a:lnTo>
                    <a:pt x="343535" y="133350"/>
                  </a:lnTo>
                  <a:lnTo>
                    <a:pt x="342709" y="130810"/>
                  </a:lnTo>
                  <a:lnTo>
                    <a:pt x="341071" y="129540"/>
                  </a:lnTo>
                  <a:lnTo>
                    <a:pt x="340283" y="128651"/>
                  </a:lnTo>
                  <a:lnTo>
                    <a:pt x="340283" y="133350"/>
                  </a:lnTo>
                  <a:lnTo>
                    <a:pt x="340169" y="134620"/>
                  </a:lnTo>
                  <a:lnTo>
                    <a:pt x="340042" y="137160"/>
                  </a:lnTo>
                  <a:lnTo>
                    <a:pt x="339242" y="138430"/>
                  </a:lnTo>
                  <a:lnTo>
                    <a:pt x="338289" y="139700"/>
                  </a:lnTo>
                  <a:lnTo>
                    <a:pt x="337769" y="139700"/>
                  </a:lnTo>
                  <a:lnTo>
                    <a:pt x="336931" y="140970"/>
                  </a:lnTo>
                  <a:lnTo>
                    <a:pt x="333756" y="140970"/>
                  </a:lnTo>
                  <a:lnTo>
                    <a:pt x="332130" y="138430"/>
                  </a:lnTo>
                  <a:lnTo>
                    <a:pt x="332244" y="133350"/>
                  </a:lnTo>
                  <a:lnTo>
                    <a:pt x="332892" y="132080"/>
                  </a:lnTo>
                  <a:lnTo>
                    <a:pt x="334556" y="130810"/>
                  </a:lnTo>
                  <a:lnTo>
                    <a:pt x="335470" y="129540"/>
                  </a:lnTo>
                  <a:lnTo>
                    <a:pt x="337464" y="129540"/>
                  </a:lnTo>
                  <a:lnTo>
                    <a:pt x="338340" y="130810"/>
                  </a:lnTo>
                  <a:lnTo>
                    <a:pt x="338759" y="130810"/>
                  </a:lnTo>
                  <a:lnTo>
                    <a:pt x="339813" y="132080"/>
                  </a:lnTo>
                  <a:lnTo>
                    <a:pt x="340283" y="133350"/>
                  </a:lnTo>
                  <a:lnTo>
                    <a:pt x="340283" y="128651"/>
                  </a:lnTo>
                  <a:lnTo>
                    <a:pt x="339953" y="128270"/>
                  </a:lnTo>
                  <a:lnTo>
                    <a:pt x="338340" y="127000"/>
                  </a:lnTo>
                  <a:lnTo>
                    <a:pt x="333248" y="127000"/>
                  </a:lnTo>
                  <a:lnTo>
                    <a:pt x="331546" y="128270"/>
                  </a:lnTo>
                  <a:lnTo>
                    <a:pt x="330987" y="129540"/>
                  </a:lnTo>
                  <a:lnTo>
                    <a:pt x="330352" y="128270"/>
                  </a:lnTo>
                  <a:lnTo>
                    <a:pt x="330085" y="128270"/>
                  </a:lnTo>
                  <a:lnTo>
                    <a:pt x="326758" y="125730"/>
                  </a:lnTo>
                  <a:lnTo>
                    <a:pt x="322948" y="123190"/>
                  </a:lnTo>
                  <a:lnTo>
                    <a:pt x="320459" y="120650"/>
                  </a:lnTo>
                  <a:lnTo>
                    <a:pt x="319417" y="119380"/>
                  </a:lnTo>
                  <a:lnTo>
                    <a:pt x="309676" y="119380"/>
                  </a:lnTo>
                  <a:lnTo>
                    <a:pt x="308051" y="121920"/>
                  </a:lnTo>
                  <a:lnTo>
                    <a:pt x="307073" y="121920"/>
                  </a:lnTo>
                  <a:lnTo>
                    <a:pt x="304977" y="124460"/>
                  </a:lnTo>
                  <a:lnTo>
                    <a:pt x="302539" y="125730"/>
                  </a:lnTo>
                  <a:lnTo>
                    <a:pt x="303682" y="127000"/>
                  </a:lnTo>
                  <a:lnTo>
                    <a:pt x="304761" y="128270"/>
                  </a:lnTo>
                  <a:lnTo>
                    <a:pt x="305917" y="129540"/>
                  </a:lnTo>
                  <a:lnTo>
                    <a:pt x="306628" y="129540"/>
                  </a:lnTo>
                  <a:lnTo>
                    <a:pt x="307822" y="130810"/>
                  </a:lnTo>
                  <a:lnTo>
                    <a:pt x="309486" y="130810"/>
                  </a:lnTo>
                  <a:lnTo>
                    <a:pt x="310553" y="129540"/>
                  </a:lnTo>
                  <a:lnTo>
                    <a:pt x="316103" y="129540"/>
                  </a:lnTo>
                  <a:lnTo>
                    <a:pt x="317347" y="132080"/>
                  </a:lnTo>
                  <a:lnTo>
                    <a:pt x="318185" y="133350"/>
                  </a:lnTo>
                  <a:lnTo>
                    <a:pt x="326174" y="143510"/>
                  </a:lnTo>
                  <a:lnTo>
                    <a:pt x="332574" y="149860"/>
                  </a:lnTo>
                  <a:lnTo>
                    <a:pt x="331876" y="151130"/>
                  </a:lnTo>
                  <a:lnTo>
                    <a:pt x="330479" y="151130"/>
                  </a:lnTo>
                  <a:lnTo>
                    <a:pt x="327837" y="152400"/>
                  </a:lnTo>
                  <a:lnTo>
                    <a:pt x="318655" y="152400"/>
                  </a:lnTo>
                  <a:lnTo>
                    <a:pt x="315899" y="151130"/>
                  </a:lnTo>
                  <a:lnTo>
                    <a:pt x="315328" y="151130"/>
                  </a:lnTo>
                  <a:lnTo>
                    <a:pt x="311848" y="156210"/>
                  </a:lnTo>
                  <a:lnTo>
                    <a:pt x="310819" y="157480"/>
                  </a:lnTo>
                  <a:lnTo>
                    <a:pt x="309841" y="158750"/>
                  </a:lnTo>
                  <a:lnTo>
                    <a:pt x="309206" y="160020"/>
                  </a:lnTo>
                  <a:lnTo>
                    <a:pt x="313931" y="167640"/>
                  </a:lnTo>
                  <a:lnTo>
                    <a:pt x="317512" y="173990"/>
                  </a:lnTo>
                  <a:lnTo>
                    <a:pt x="321005" y="180340"/>
                  </a:lnTo>
                  <a:lnTo>
                    <a:pt x="323545" y="185420"/>
                  </a:lnTo>
                  <a:lnTo>
                    <a:pt x="325793" y="191770"/>
                  </a:lnTo>
                  <a:lnTo>
                    <a:pt x="328752" y="193040"/>
                  </a:lnTo>
                  <a:lnTo>
                    <a:pt x="337769" y="195580"/>
                  </a:lnTo>
                  <a:lnTo>
                    <a:pt x="345617" y="200660"/>
                  </a:lnTo>
                  <a:lnTo>
                    <a:pt x="346468" y="201930"/>
                  </a:lnTo>
                  <a:lnTo>
                    <a:pt x="346583" y="199390"/>
                  </a:lnTo>
                  <a:lnTo>
                    <a:pt x="346684" y="196850"/>
                  </a:lnTo>
                  <a:lnTo>
                    <a:pt x="345465" y="195580"/>
                  </a:lnTo>
                  <a:lnTo>
                    <a:pt x="341071" y="194310"/>
                  </a:lnTo>
                  <a:lnTo>
                    <a:pt x="339407" y="193040"/>
                  </a:lnTo>
                  <a:lnTo>
                    <a:pt x="341223" y="193040"/>
                  </a:lnTo>
                  <a:lnTo>
                    <a:pt x="346684" y="194310"/>
                  </a:lnTo>
                  <a:lnTo>
                    <a:pt x="350608" y="195580"/>
                  </a:lnTo>
                  <a:lnTo>
                    <a:pt x="349770" y="193040"/>
                  </a:lnTo>
                  <a:lnTo>
                    <a:pt x="349351" y="191770"/>
                  </a:lnTo>
                  <a:lnTo>
                    <a:pt x="345313" y="186690"/>
                  </a:lnTo>
                  <a:lnTo>
                    <a:pt x="342849" y="184150"/>
                  </a:lnTo>
                  <a:lnTo>
                    <a:pt x="339509" y="182880"/>
                  </a:lnTo>
                  <a:lnTo>
                    <a:pt x="336245" y="182880"/>
                  </a:lnTo>
                  <a:lnTo>
                    <a:pt x="334848" y="184150"/>
                  </a:lnTo>
                  <a:lnTo>
                    <a:pt x="335064" y="185420"/>
                  </a:lnTo>
                  <a:lnTo>
                    <a:pt x="334340" y="186690"/>
                  </a:lnTo>
                  <a:lnTo>
                    <a:pt x="331749" y="186690"/>
                  </a:lnTo>
                  <a:lnTo>
                    <a:pt x="330898" y="185420"/>
                  </a:lnTo>
                  <a:lnTo>
                    <a:pt x="331749" y="182880"/>
                  </a:lnTo>
                  <a:lnTo>
                    <a:pt x="333616" y="182880"/>
                  </a:lnTo>
                  <a:lnTo>
                    <a:pt x="333248" y="180340"/>
                  </a:lnTo>
                  <a:lnTo>
                    <a:pt x="332828" y="177800"/>
                  </a:lnTo>
                  <a:lnTo>
                    <a:pt x="329666" y="177800"/>
                  </a:lnTo>
                  <a:lnTo>
                    <a:pt x="327837" y="176530"/>
                  </a:lnTo>
                  <a:lnTo>
                    <a:pt x="324878" y="172720"/>
                  </a:lnTo>
                  <a:lnTo>
                    <a:pt x="321818" y="167640"/>
                  </a:lnTo>
                  <a:lnTo>
                    <a:pt x="320255" y="165100"/>
                  </a:lnTo>
                  <a:lnTo>
                    <a:pt x="318858" y="162560"/>
                  </a:lnTo>
                  <a:lnTo>
                    <a:pt x="320776" y="160020"/>
                  </a:lnTo>
                  <a:lnTo>
                    <a:pt x="323126" y="158750"/>
                  </a:lnTo>
                  <a:lnTo>
                    <a:pt x="328142" y="161290"/>
                  </a:lnTo>
                  <a:lnTo>
                    <a:pt x="337921" y="162560"/>
                  </a:lnTo>
                  <a:lnTo>
                    <a:pt x="350177" y="162560"/>
                  </a:lnTo>
                  <a:lnTo>
                    <a:pt x="351904" y="171450"/>
                  </a:lnTo>
                  <a:lnTo>
                    <a:pt x="355638" y="179070"/>
                  </a:lnTo>
                  <a:lnTo>
                    <a:pt x="362140" y="184150"/>
                  </a:lnTo>
                  <a:lnTo>
                    <a:pt x="372186" y="187960"/>
                  </a:lnTo>
                  <a:lnTo>
                    <a:pt x="379857" y="190500"/>
                  </a:lnTo>
                  <a:lnTo>
                    <a:pt x="387934" y="195580"/>
                  </a:lnTo>
                  <a:lnTo>
                    <a:pt x="390728" y="203200"/>
                  </a:lnTo>
                  <a:lnTo>
                    <a:pt x="371500" y="205740"/>
                  </a:lnTo>
                  <a:lnTo>
                    <a:pt x="360311" y="210820"/>
                  </a:lnTo>
                  <a:lnTo>
                    <a:pt x="355104" y="218440"/>
                  </a:lnTo>
                  <a:lnTo>
                    <a:pt x="353822" y="226060"/>
                  </a:lnTo>
                  <a:lnTo>
                    <a:pt x="355574" y="233680"/>
                  </a:lnTo>
                  <a:lnTo>
                    <a:pt x="359435" y="238760"/>
                  </a:lnTo>
                  <a:lnTo>
                    <a:pt x="363296" y="242570"/>
                  </a:lnTo>
                  <a:lnTo>
                    <a:pt x="365048" y="248920"/>
                  </a:lnTo>
                  <a:lnTo>
                    <a:pt x="360730" y="254000"/>
                  </a:lnTo>
                  <a:lnTo>
                    <a:pt x="350647" y="257810"/>
                  </a:lnTo>
                  <a:lnTo>
                    <a:pt x="339013" y="260350"/>
                  </a:lnTo>
                  <a:lnTo>
                    <a:pt x="330085" y="261620"/>
                  </a:lnTo>
                  <a:lnTo>
                    <a:pt x="323126" y="262890"/>
                  </a:lnTo>
                  <a:lnTo>
                    <a:pt x="319354" y="264160"/>
                  </a:lnTo>
                  <a:lnTo>
                    <a:pt x="315937" y="267970"/>
                  </a:lnTo>
                  <a:lnTo>
                    <a:pt x="312686" y="270510"/>
                  </a:lnTo>
                  <a:lnTo>
                    <a:pt x="303352" y="279400"/>
                  </a:lnTo>
                  <a:lnTo>
                    <a:pt x="305917" y="280670"/>
                  </a:lnTo>
                  <a:lnTo>
                    <a:pt x="308483" y="280670"/>
                  </a:lnTo>
                  <a:lnTo>
                    <a:pt x="313067" y="274320"/>
                  </a:lnTo>
                  <a:lnTo>
                    <a:pt x="314350" y="273050"/>
                  </a:lnTo>
                  <a:lnTo>
                    <a:pt x="315328" y="270510"/>
                  </a:lnTo>
                  <a:lnTo>
                    <a:pt x="316166" y="271780"/>
                  </a:lnTo>
                  <a:lnTo>
                    <a:pt x="317119" y="271780"/>
                  </a:lnTo>
                  <a:lnTo>
                    <a:pt x="315429" y="274320"/>
                  </a:lnTo>
                  <a:lnTo>
                    <a:pt x="311670" y="280670"/>
                  </a:lnTo>
                  <a:lnTo>
                    <a:pt x="327406" y="281940"/>
                  </a:lnTo>
                  <a:lnTo>
                    <a:pt x="328422" y="276860"/>
                  </a:lnTo>
                  <a:lnTo>
                    <a:pt x="328422" y="271780"/>
                  </a:lnTo>
                  <a:lnTo>
                    <a:pt x="324472" y="270510"/>
                  </a:lnTo>
                  <a:lnTo>
                    <a:pt x="326758" y="267970"/>
                  </a:lnTo>
                  <a:lnTo>
                    <a:pt x="329120" y="266700"/>
                  </a:lnTo>
                  <a:lnTo>
                    <a:pt x="330987" y="267970"/>
                  </a:lnTo>
                  <a:lnTo>
                    <a:pt x="334632" y="271780"/>
                  </a:lnTo>
                  <a:lnTo>
                    <a:pt x="335203" y="274320"/>
                  </a:lnTo>
                  <a:lnTo>
                    <a:pt x="339598" y="271780"/>
                  </a:lnTo>
                  <a:lnTo>
                    <a:pt x="353187" y="266700"/>
                  </a:lnTo>
                  <a:lnTo>
                    <a:pt x="370166" y="260350"/>
                  </a:lnTo>
                  <a:lnTo>
                    <a:pt x="375221" y="257810"/>
                  </a:lnTo>
                  <a:lnTo>
                    <a:pt x="378282" y="256540"/>
                  </a:lnTo>
                  <a:lnTo>
                    <a:pt x="382143" y="255270"/>
                  </a:lnTo>
                  <a:lnTo>
                    <a:pt x="381000" y="252730"/>
                  </a:lnTo>
                  <a:lnTo>
                    <a:pt x="378625" y="251460"/>
                  </a:lnTo>
                  <a:lnTo>
                    <a:pt x="376212" y="248920"/>
                  </a:lnTo>
                  <a:lnTo>
                    <a:pt x="375666" y="246380"/>
                  </a:lnTo>
                  <a:lnTo>
                    <a:pt x="375666" y="232410"/>
                  </a:lnTo>
                  <a:lnTo>
                    <a:pt x="381927" y="228600"/>
                  </a:lnTo>
                  <a:lnTo>
                    <a:pt x="393192" y="228600"/>
                  </a:lnTo>
                  <a:lnTo>
                    <a:pt x="392696" y="232410"/>
                  </a:lnTo>
                  <a:lnTo>
                    <a:pt x="392696" y="233680"/>
                  </a:lnTo>
                  <a:lnTo>
                    <a:pt x="396659" y="245110"/>
                  </a:lnTo>
                  <a:lnTo>
                    <a:pt x="405841" y="255270"/>
                  </a:lnTo>
                  <a:lnTo>
                    <a:pt x="416255" y="262890"/>
                  </a:lnTo>
                  <a:lnTo>
                    <a:pt x="423913" y="265430"/>
                  </a:lnTo>
                  <a:lnTo>
                    <a:pt x="426872" y="265430"/>
                  </a:lnTo>
                  <a:lnTo>
                    <a:pt x="430911" y="262890"/>
                  </a:lnTo>
                  <a:lnTo>
                    <a:pt x="431025" y="267970"/>
                  </a:lnTo>
                  <a:lnTo>
                    <a:pt x="431139" y="273050"/>
                  </a:lnTo>
                  <a:lnTo>
                    <a:pt x="431253" y="279400"/>
                  </a:lnTo>
                  <a:lnTo>
                    <a:pt x="432803" y="284480"/>
                  </a:lnTo>
                  <a:lnTo>
                    <a:pt x="430110" y="300990"/>
                  </a:lnTo>
                  <a:lnTo>
                    <a:pt x="427685" y="302260"/>
                  </a:lnTo>
                  <a:lnTo>
                    <a:pt x="417766" y="309880"/>
                  </a:lnTo>
                  <a:lnTo>
                    <a:pt x="413105" y="320040"/>
                  </a:lnTo>
                  <a:lnTo>
                    <a:pt x="411048" y="322580"/>
                  </a:lnTo>
                  <a:lnTo>
                    <a:pt x="413207" y="323850"/>
                  </a:lnTo>
                  <a:lnTo>
                    <a:pt x="415505" y="323850"/>
                  </a:lnTo>
                  <a:lnTo>
                    <a:pt x="417347" y="318770"/>
                  </a:lnTo>
                  <a:lnTo>
                    <a:pt x="419049" y="313690"/>
                  </a:lnTo>
                  <a:lnTo>
                    <a:pt x="420776" y="311150"/>
                  </a:lnTo>
                  <a:lnTo>
                    <a:pt x="422656" y="309880"/>
                  </a:lnTo>
                  <a:lnTo>
                    <a:pt x="420687" y="314960"/>
                  </a:lnTo>
                  <a:lnTo>
                    <a:pt x="419328" y="321310"/>
                  </a:lnTo>
                  <a:lnTo>
                    <a:pt x="418261" y="323850"/>
                  </a:lnTo>
                  <a:lnTo>
                    <a:pt x="424751" y="325120"/>
                  </a:lnTo>
                  <a:lnTo>
                    <a:pt x="434784" y="320040"/>
                  </a:lnTo>
                  <a:lnTo>
                    <a:pt x="434784" y="311150"/>
                  </a:lnTo>
                  <a:lnTo>
                    <a:pt x="431253" y="311150"/>
                  </a:lnTo>
                  <a:lnTo>
                    <a:pt x="431253" y="309880"/>
                  </a:lnTo>
                  <a:lnTo>
                    <a:pt x="431253" y="307340"/>
                  </a:lnTo>
                  <a:lnTo>
                    <a:pt x="432841" y="306070"/>
                  </a:lnTo>
                  <a:lnTo>
                    <a:pt x="437273" y="306070"/>
                  </a:lnTo>
                  <a:lnTo>
                    <a:pt x="439216" y="307340"/>
                  </a:lnTo>
                  <a:lnTo>
                    <a:pt x="439331" y="308610"/>
                  </a:lnTo>
                  <a:lnTo>
                    <a:pt x="441998" y="307340"/>
                  </a:lnTo>
                  <a:lnTo>
                    <a:pt x="442925" y="306070"/>
                  </a:lnTo>
                  <a:lnTo>
                    <a:pt x="443839" y="304800"/>
                  </a:lnTo>
                  <a:lnTo>
                    <a:pt x="443814" y="302260"/>
                  </a:lnTo>
                  <a:lnTo>
                    <a:pt x="443699" y="290830"/>
                  </a:lnTo>
                  <a:lnTo>
                    <a:pt x="444119" y="290830"/>
                  </a:lnTo>
                  <a:lnTo>
                    <a:pt x="445274" y="293370"/>
                  </a:lnTo>
                  <a:lnTo>
                    <a:pt x="447344" y="294640"/>
                  </a:lnTo>
                  <a:lnTo>
                    <a:pt x="454558" y="294640"/>
                  </a:lnTo>
                  <a:lnTo>
                    <a:pt x="456590" y="292100"/>
                  </a:lnTo>
                  <a:lnTo>
                    <a:pt x="458990" y="290830"/>
                  </a:lnTo>
                  <a:lnTo>
                    <a:pt x="460717" y="288290"/>
                  </a:lnTo>
                  <a:lnTo>
                    <a:pt x="461416" y="285750"/>
                  </a:lnTo>
                  <a:lnTo>
                    <a:pt x="461416" y="283210"/>
                  </a:lnTo>
                  <a:lnTo>
                    <a:pt x="461124" y="281940"/>
                  </a:lnTo>
                  <a:lnTo>
                    <a:pt x="460336" y="280670"/>
                  </a:lnTo>
                  <a:lnTo>
                    <a:pt x="459333" y="279400"/>
                  </a:lnTo>
                  <a:lnTo>
                    <a:pt x="458419" y="278714"/>
                  </a:lnTo>
                  <a:lnTo>
                    <a:pt x="458419" y="283210"/>
                  </a:lnTo>
                  <a:lnTo>
                    <a:pt x="458279" y="284480"/>
                  </a:lnTo>
                  <a:lnTo>
                    <a:pt x="458101" y="285750"/>
                  </a:lnTo>
                  <a:lnTo>
                    <a:pt x="457771" y="287020"/>
                  </a:lnTo>
                  <a:lnTo>
                    <a:pt x="456590" y="289560"/>
                  </a:lnTo>
                  <a:lnTo>
                    <a:pt x="454875" y="289560"/>
                  </a:lnTo>
                  <a:lnTo>
                    <a:pt x="451815" y="292100"/>
                  </a:lnTo>
                  <a:lnTo>
                    <a:pt x="448259" y="292100"/>
                  </a:lnTo>
                  <a:lnTo>
                    <a:pt x="447535" y="290830"/>
                  </a:lnTo>
                  <a:lnTo>
                    <a:pt x="446811" y="289560"/>
                  </a:lnTo>
                  <a:lnTo>
                    <a:pt x="445973" y="288290"/>
                  </a:lnTo>
                  <a:lnTo>
                    <a:pt x="446062" y="287020"/>
                  </a:lnTo>
                  <a:lnTo>
                    <a:pt x="446227" y="287020"/>
                  </a:lnTo>
                  <a:lnTo>
                    <a:pt x="446392" y="285750"/>
                  </a:lnTo>
                  <a:lnTo>
                    <a:pt x="446557" y="284480"/>
                  </a:lnTo>
                  <a:lnTo>
                    <a:pt x="447903" y="283210"/>
                  </a:lnTo>
                  <a:lnTo>
                    <a:pt x="449491" y="281940"/>
                  </a:lnTo>
                  <a:lnTo>
                    <a:pt x="451345" y="280670"/>
                  </a:lnTo>
                  <a:lnTo>
                    <a:pt x="455129" y="280670"/>
                  </a:lnTo>
                  <a:lnTo>
                    <a:pt x="457060" y="281940"/>
                  </a:lnTo>
                  <a:lnTo>
                    <a:pt x="457644" y="283210"/>
                  </a:lnTo>
                  <a:lnTo>
                    <a:pt x="458419" y="283210"/>
                  </a:lnTo>
                  <a:lnTo>
                    <a:pt x="458419" y="278714"/>
                  </a:lnTo>
                  <a:lnTo>
                    <a:pt x="457644" y="278130"/>
                  </a:lnTo>
                  <a:lnTo>
                    <a:pt x="455764" y="278130"/>
                  </a:lnTo>
                  <a:lnTo>
                    <a:pt x="453199" y="276860"/>
                  </a:lnTo>
                  <a:lnTo>
                    <a:pt x="450265" y="278130"/>
                  </a:lnTo>
                  <a:lnTo>
                    <a:pt x="445681" y="280670"/>
                  </a:lnTo>
                  <a:lnTo>
                    <a:pt x="443839" y="283210"/>
                  </a:lnTo>
                  <a:lnTo>
                    <a:pt x="443280" y="285750"/>
                  </a:lnTo>
                  <a:lnTo>
                    <a:pt x="443217" y="284480"/>
                  </a:lnTo>
                  <a:lnTo>
                    <a:pt x="443141" y="283210"/>
                  </a:lnTo>
                  <a:lnTo>
                    <a:pt x="443064" y="281940"/>
                  </a:lnTo>
                  <a:lnTo>
                    <a:pt x="443001" y="280670"/>
                  </a:lnTo>
                  <a:lnTo>
                    <a:pt x="442925" y="279400"/>
                  </a:lnTo>
                  <a:lnTo>
                    <a:pt x="442849" y="278130"/>
                  </a:lnTo>
                  <a:lnTo>
                    <a:pt x="442785" y="276860"/>
                  </a:lnTo>
                  <a:lnTo>
                    <a:pt x="441998" y="269240"/>
                  </a:lnTo>
                  <a:lnTo>
                    <a:pt x="442125" y="267970"/>
                  </a:lnTo>
                  <a:lnTo>
                    <a:pt x="442252" y="266700"/>
                  </a:lnTo>
                  <a:lnTo>
                    <a:pt x="442366" y="265430"/>
                  </a:lnTo>
                  <a:lnTo>
                    <a:pt x="442468" y="264160"/>
                  </a:lnTo>
                  <a:lnTo>
                    <a:pt x="442569" y="262890"/>
                  </a:lnTo>
                  <a:lnTo>
                    <a:pt x="442671" y="261620"/>
                  </a:lnTo>
                  <a:lnTo>
                    <a:pt x="442785" y="260350"/>
                  </a:lnTo>
                  <a:lnTo>
                    <a:pt x="442925" y="257810"/>
                  </a:lnTo>
                  <a:lnTo>
                    <a:pt x="441325" y="257810"/>
                  </a:lnTo>
                  <a:lnTo>
                    <a:pt x="439623" y="256540"/>
                  </a:lnTo>
                  <a:lnTo>
                    <a:pt x="437781" y="260350"/>
                  </a:lnTo>
                  <a:lnTo>
                    <a:pt x="432930" y="260350"/>
                  </a:lnTo>
                  <a:lnTo>
                    <a:pt x="425742" y="252730"/>
                  </a:lnTo>
                  <a:lnTo>
                    <a:pt x="425742" y="246380"/>
                  </a:lnTo>
                  <a:lnTo>
                    <a:pt x="426923" y="241300"/>
                  </a:lnTo>
                  <a:lnTo>
                    <a:pt x="429983" y="233680"/>
                  </a:lnTo>
                  <a:lnTo>
                    <a:pt x="431977" y="228600"/>
                  </a:lnTo>
                  <a:lnTo>
                    <a:pt x="432612" y="223520"/>
                  </a:lnTo>
                  <a:lnTo>
                    <a:pt x="432930" y="220980"/>
                  </a:lnTo>
                  <a:lnTo>
                    <a:pt x="432841" y="218440"/>
                  </a:lnTo>
                  <a:lnTo>
                    <a:pt x="434682" y="217170"/>
                  </a:lnTo>
                  <a:lnTo>
                    <a:pt x="437299" y="222250"/>
                  </a:lnTo>
                  <a:lnTo>
                    <a:pt x="439470" y="227330"/>
                  </a:lnTo>
                  <a:lnTo>
                    <a:pt x="442785" y="231140"/>
                  </a:lnTo>
                  <a:lnTo>
                    <a:pt x="443852" y="238760"/>
                  </a:lnTo>
                  <a:lnTo>
                    <a:pt x="448995" y="245110"/>
                  </a:lnTo>
                  <a:lnTo>
                    <a:pt x="456577" y="248920"/>
                  </a:lnTo>
                  <a:lnTo>
                    <a:pt x="462165" y="246380"/>
                  </a:lnTo>
                  <a:lnTo>
                    <a:pt x="464959" y="245110"/>
                  </a:lnTo>
                  <a:lnTo>
                    <a:pt x="459587" y="246380"/>
                  </a:lnTo>
                  <a:lnTo>
                    <a:pt x="455790" y="241300"/>
                  </a:lnTo>
                  <a:lnTo>
                    <a:pt x="453402" y="236220"/>
                  </a:lnTo>
                  <a:lnTo>
                    <a:pt x="454355" y="236220"/>
                  </a:lnTo>
                  <a:lnTo>
                    <a:pt x="457974" y="237490"/>
                  </a:lnTo>
                  <a:lnTo>
                    <a:pt x="461835" y="241300"/>
                  </a:lnTo>
                  <a:lnTo>
                    <a:pt x="474002" y="241300"/>
                  </a:lnTo>
                  <a:lnTo>
                    <a:pt x="475411" y="236220"/>
                  </a:lnTo>
                  <a:lnTo>
                    <a:pt x="476110" y="233680"/>
                  </a:lnTo>
                  <a:lnTo>
                    <a:pt x="477164" y="229870"/>
                  </a:lnTo>
                  <a:lnTo>
                    <a:pt x="475043" y="232410"/>
                  </a:lnTo>
                  <a:lnTo>
                    <a:pt x="470611" y="233680"/>
                  </a:lnTo>
                  <a:lnTo>
                    <a:pt x="467575" y="233680"/>
                  </a:lnTo>
                  <a:lnTo>
                    <a:pt x="469087" y="232410"/>
                  </a:lnTo>
                  <a:lnTo>
                    <a:pt x="472109" y="229870"/>
                  </a:lnTo>
                  <a:lnTo>
                    <a:pt x="474484" y="224790"/>
                  </a:lnTo>
                  <a:lnTo>
                    <a:pt x="474484" y="218440"/>
                  </a:lnTo>
                  <a:lnTo>
                    <a:pt x="468680" y="199390"/>
                  </a:lnTo>
                  <a:lnTo>
                    <a:pt x="443090" y="173990"/>
                  </a:lnTo>
                  <a:lnTo>
                    <a:pt x="437273" y="157480"/>
                  </a:lnTo>
                  <a:lnTo>
                    <a:pt x="437273" y="147320"/>
                  </a:lnTo>
                  <a:lnTo>
                    <a:pt x="446354" y="140970"/>
                  </a:lnTo>
                  <a:lnTo>
                    <a:pt x="455129" y="140970"/>
                  </a:lnTo>
                  <a:lnTo>
                    <a:pt x="456984" y="142240"/>
                  </a:lnTo>
                  <a:lnTo>
                    <a:pt x="458419" y="142240"/>
                  </a:lnTo>
                  <a:lnTo>
                    <a:pt x="456082" y="144780"/>
                  </a:lnTo>
                  <a:lnTo>
                    <a:pt x="454748" y="148590"/>
                  </a:lnTo>
                  <a:lnTo>
                    <a:pt x="454875" y="153670"/>
                  </a:lnTo>
                  <a:lnTo>
                    <a:pt x="461048" y="165100"/>
                  </a:lnTo>
                  <a:lnTo>
                    <a:pt x="473748" y="172720"/>
                  </a:lnTo>
                  <a:lnTo>
                    <a:pt x="486371" y="177800"/>
                  </a:lnTo>
                  <a:lnTo>
                    <a:pt x="492290" y="184150"/>
                  </a:lnTo>
                  <a:close/>
                </a:path>
              </a:pathLst>
            </a:custGeom>
            <a:solidFill>
              <a:srgbClr val="FFFFFF"/>
            </a:solidFill>
          </p:spPr>
          <p:txBody>
            <a:bodyPr wrap="square" lIns="0" tIns="0" rIns="0" bIns="0" rtlCol="0"/>
            <a:lstStyle/>
            <a:p>
              <a:endParaRPr/>
            </a:p>
          </p:txBody>
        </p:sp>
        <p:pic>
          <p:nvPicPr>
            <p:cNvPr id="8" name="object 8"/>
            <p:cNvPicPr>
              <a:picLocks noGrp="1" noRot="1" noMove="1" noResize="1" noEditPoints="1" noAdjustHandles="1" noChangeArrowheads="1" noChangeShapeType="1" noCrop="1"/>
            </p:cNvPicPr>
            <p:nvPr/>
          </p:nvPicPr>
          <p:blipFill>
            <a:blip r:embed="rId5" cstate="print"/>
            <a:stretch>
              <a:fillRect/>
            </a:stretch>
          </p:blipFill>
          <p:spPr>
            <a:xfrm>
              <a:off x="723307" y="1028083"/>
              <a:ext cx="162182" cy="202135"/>
            </a:xfrm>
            <a:prstGeom prst="rect">
              <a:avLst/>
            </a:prstGeom>
          </p:spPr>
        </p:pic>
        <p:pic>
          <p:nvPicPr>
            <p:cNvPr id="9" name="object 9"/>
            <p:cNvPicPr>
              <a:picLocks noGrp="1" noRot="1" noMove="1" noResize="1" noEditPoints="1" noAdjustHandles="1" noChangeArrowheads="1" noChangeShapeType="1" noCrop="1"/>
            </p:cNvPicPr>
            <p:nvPr/>
          </p:nvPicPr>
          <p:blipFill>
            <a:blip r:embed="rId6" cstate="print"/>
            <a:stretch>
              <a:fillRect/>
            </a:stretch>
          </p:blipFill>
          <p:spPr>
            <a:xfrm>
              <a:off x="928447" y="1028087"/>
              <a:ext cx="167248" cy="197425"/>
            </a:xfrm>
            <a:prstGeom prst="rect">
              <a:avLst/>
            </a:prstGeom>
          </p:spPr>
        </p:pic>
        <p:sp>
          <p:nvSpPr>
            <p:cNvPr id="10" name="object 10"/>
            <p:cNvSpPr>
              <a:spLocks noGrp="1" noRot="1" noMove="1" noResize="1" noEditPoints="1" noAdjustHandles="1" noChangeArrowheads="1" noChangeShapeType="1"/>
            </p:cNvSpPr>
            <p:nvPr/>
          </p:nvSpPr>
          <p:spPr>
            <a:xfrm>
              <a:off x="1195451" y="1028089"/>
              <a:ext cx="160020" cy="197485"/>
            </a:xfrm>
            <a:custGeom>
              <a:avLst/>
              <a:gdLst/>
              <a:ahLst/>
              <a:cxnLst/>
              <a:rect l="l" t="t" r="r" b="b"/>
              <a:pathLst>
                <a:path w="160019" h="197484">
                  <a:moveTo>
                    <a:pt x="159918" y="0"/>
                  </a:moveTo>
                  <a:lnTo>
                    <a:pt x="133070" y="0"/>
                  </a:lnTo>
                  <a:lnTo>
                    <a:pt x="133070" y="85432"/>
                  </a:lnTo>
                  <a:lnTo>
                    <a:pt x="26835" y="85432"/>
                  </a:lnTo>
                  <a:lnTo>
                    <a:pt x="26835" y="0"/>
                  </a:lnTo>
                  <a:lnTo>
                    <a:pt x="0" y="0"/>
                  </a:lnTo>
                  <a:lnTo>
                    <a:pt x="0" y="85432"/>
                  </a:lnTo>
                  <a:lnTo>
                    <a:pt x="0" y="106794"/>
                  </a:lnTo>
                  <a:lnTo>
                    <a:pt x="0" y="197243"/>
                  </a:lnTo>
                  <a:lnTo>
                    <a:pt x="26835" y="197243"/>
                  </a:lnTo>
                  <a:lnTo>
                    <a:pt x="26835" y="106794"/>
                  </a:lnTo>
                  <a:lnTo>
                    <a:pt x="133070" y="106794"/>
                  </a:lnTo>
                  <a:lnTo>
                    <a:pt x="133070" y="197243"/>
                  </a:lnTo>
                  <a:lnTo>
                    <a:pt x="159918" y="197243"/>
                  </a:lnTo>
                  <a:lnTo>
                    <a:pt x="159918" y="106794"/>
                  </a:lnTo>
                  <a:lnTo>
                    <a:pt x="159918" y="85432"/>
                  </a:lnTo>
                  <a:lnTo>
                    <a:pt x="159918" y="0"/>
                  </a:lnTo>
                  <a:close/>
                </a:path>
              </a:pathLst>
            </a:custGeom>
            <a:solidFill>
              <a:srgbClr val="FFFFFF"/>
            </a:solidFill>
          </p:spPr>
          <p:txBody>
            <a:bodyPr wrap="square" lIns="0" tIns="0" rIns="0" bIns="0" rtlCol="0"/>
            <a:lstStyle/>
            <a:p>
              <a:endParaRPr/>
            </a:p>
          </p:txBody>
        </p:sp>
        <p:pic>
          <p:nvPicPr>
            <p:cNvPr id="11" name="object 11"/>
            <p:cNvPicPr>
              <a:picLocks noGrp="1" noRot="1" noMove="1" noResize="1" noEditPoints="1" noAdjustHandles="1" noChangeArrowheads="1" noChangeShapeType="1" noCrop="1"/>
            </p:cNvPicPr>
            <p:nvPr/>
          </p:nvPicPr>
          <p:blipFill>
            <a:blip r:embed="rId7" cstate="print"/>
            <a:stretch>
              <a:fillRect/>
            </a:stretch>
          </p:blipFill>
          <p:spPr>
            <a:xfrm>
              <a:off x="1387592" y="1079243"/>
              <a:ext cx="289038" cy="149587"/>
            </a:xfrm>
            <a:prstGeom prst="rect">
              <a:avLst/>
            </a:prstGeom>
          </p:spPr>
        </p:pic>
        <p:sp>
          <p:nvSpPr>
            <p:cNvPr id="12" name="object 12"/>
            <p:cNvSpPr>
              <a:spLocks noGrp="1" noRot="1" noMove="1" noResize="1" noEditPoints="1" noAdjustHandles="1" noChangeArrowheads="1" noChangeShapeType="1"/>
            </p:cNvSpPr>
            <p:nvPr/>
          </p:nvSpPr>
          <p:spPr>
            <a:xfrm>
              <a:off x="1700362" y="1028087"/>
              <a:ext cx="24130" cy="197485"/>
            </a:xfrm>
            <a:custGeom>
              <a:avLst/>
              <a:gdLst/>
              <a:ahLst/>
              <a:cxnLst/>
              <a:rect l="l" t="t" r="r" b="b"/>
              <a:pathLst>
                <a:path w="24130" h="197484">
                  <a:moveTo>
                    <a:pt x="24017" y="197425"/>
                  </a:moveTo>
                  <a:lnTo>
                    <a:pt x="0" y="197425"/>
                  </a:lnTo>
                  <a:lnTo>
                    <a:pt x="0" y="0"/>
                  </a:lnTo>
                  <a:lnTo>
                    <a:pt x="24017" y="0"/>
                  </a:lnTo>
                  <a:lnTo>
                    <a:pt x="24017" y="197425"/>
                  </a:lnTo>
                  <a:close/>
                </a:path>
              </a:pathLst>
            </a:custGeom>
            <a:solidFill>
              <a:srgbClr val="FFFFFF"/>
            </a:solidFill>
          </p:spPr>
          <p:txBody>
            <a:bodyPr wrap="square" lIns="0" tIns="0" rIns="0" bIns="0" rtlCol="0"/>
            <a:lstStyle/>
            <a:p>
              <a:endParaRPr/>
            </a:p>
          </p:txBody>
        </p:sp>
        <p:pic>
          <p:nvPicPr>
            <p:cNvPr id="13" name="object 13"/>
            <p:cNvPicPr>
              <a:picLocks noGrp="1" noRot="1" noMove="1" noResize="1" noEditPoints="1" noAdjustHandles="1" noChangeArrowheads="1" noChangeShapeType="1" noCrop="1"/>
            </p:cNvPicPr>
            <p:nvPr/>
          </p:nvPicPr>
          <p:blipFill>
            <a:blip r:embed="rId8" cstate="print"/>
            <a:stretch>
              <a:fillRect/>
            </a:stretch>
          </p:blipFill>
          <p:spPr>
            <a:xfrm>
              <a:off x="1746146" y="1039702"/>
              <a:ext cx="77972" cy="185820"/>
            </a:xfrm>
            <a:prstGeom prst="rect">
              <a:avLst/>
            </a:prstGeom>
          </p:spPr>
        </p:pic>
        <p:pic>
          <p:nvPicPr>
            <p:cNvPr id="14" name="object 14"/>
            <p:cNvPicPr>
              <a:picLocks noGrp="1" noRot="1" noMove="1" noResize="1" noEditPoints="1" noAdjustHandles="1" noChangeArrowheads="1" noChangeShapeType="1" noCrop="1"/>
            </p:cNvPicPr>
            <p:nvPr/>
          </p:nvPicPr>
          <p:blipFill>
            <a:blip r:embed="rId9" cstate="print"/>
            <a:stretch>
              <a:fillRect/>
            </a:stretch>
          </p:blipFill>
          <p:spPr>
            <a:xfrm>
              <a:off x="1850678" y="1028087"/>
              <a:ext cx="120924" cy="197425"/>
            </a:xfrm>
            <a:prstGeom prst="rect">
              <a:avLst/>
            </a:prstGeom>
          </p:spPr>
        </p:pic>
        <p:pic>
          <p:nvPicPr>
            <p:cNvPr id="15" name="object 15"/>
            <p:cNvPicPr>
              <a:picLocks noGrp="1" noRot="1" noMove="1" noResize="1" noEditPoints="1" noAdjustHandles="1" noChangeArrowheads="1" noChangeShapeType="1" noCrop="1"/>
            </p:cNvPicPr>
            <p:nvPr/>
          </p:nvPicPr>
          <p:blipFill>
            <a:blip r:embed="rId10" cstate="print"/>
            <a:stretch>
              <a:fillRect/>
            </a:stretch>
          </p:blipFill>
          <p:spPr>
            <a:xfrm>
              <a:off x="712861" y="1314126"/>
              <a:ext cx="162182" cy="206814"/>
            </a:xfrm>
            <a:prstGeom prst="rect">
              <a:avLst/>
            </a:prstGeom>
          </p:spPr>
        </p:pic>
        <p:pic>
          <p:nvPicPr>
            <p:cNvPr id="16" name="object 16"/>
            <p:cNvPicPr>
              <a:picLocks noGrp="1" noRot="1" noMove="1" noResize="1" noEditPoints="1" noAdjustHandles="1" noChangeArrowheads="1" noChangeShapeType="1" noCrop="1"/>
            </p:cNvPicPr>
            <p:nvPr/>
          </p:nvPicPr>
          <p:blipFill>
            <a:blip r:embed="rId11" cstate="print"/>
            <a:stretch>
              <a:fillRect/>
            </a:stretch>
          </p:blipFill>
          <p:spPr>
            <a:xfrm>
              <a:off x="895674" y="1369975"/>
              <a:ext cx="284513" cy="149595"/>
            </a:xfrm>
            <a:prstGeom prst="rect">
              <a:avLst/>
            </a:prstGeom>
          </p:spPr>
        </p:pic>
        <p:pic>
          <p:nvPicPr>
            <p:cNvPr id="17" name="object 17"/>
            <p:cNvPicPr>
              <a:picLocks noGrp="1" noRot="1" noMove="1" noResize="1" noEditPoints="1" noAdjustHandles="1" noChangeArrowheads="1" noChangeShapeType="1" noCrop="1"/>
            </p:cNvPicPr>
            <p:nvPr/>
          </p:nvPicPr>
          <p:blipFill>
            <a:blip r:embed="rId12" cstate="print"/>
            <a:stretch>
              <a:fillRect/>
            </a:stretch>
          </p:blipFill>
          <p:spPr>
            <a:xfrm>
              <a:off x="1207038" y="1373286"/>
              <a:ext cx="120924" cy="146279"/>
            </a:xfrm>
            <a:prstGeom prst="rect">
              <a:avLst/>
            </a:prstGeom>
          </p:spPr>
        </p:pic>
        <p:pic>
          <p:nvPicPr>
            <p:cNvPr id="18" name="object 18"/>
            <p:cNvPicPr>
              <a:picLocks noGrp="1" noRot="1" noMove="1" noResize="1" noEditPoints="1" noAdjustHandles="1" noChangeArrowheads="1" noChangeShapeType="1" noCrop="1"/>
            </p:cNvPicPr>
            <p:nvPr/>
          </p:nvPicPr>
          <p:blipFill>
            <a:blip r:embed="rId13" cstate="print"/>
            <a:stretch>
              <a:fillRect/>
            </a:stretch>
          </p:blipFill>
          <p:spPr>
            <a:xfrm>
              <a:off x="1363291" y="1369976"/>
              <a:ext cx="76848" cy="146279"/>
            </a:xfrm>
            <a:prstGeom prst="rect">
              <a:avLst/>
            </a:prstGeom>
          </p:spPr>
        </p:pic>
        <p:sp>
          <p:nvSpPr>
            <p:cNvPr id="19" name="object 19"/>
            <p:cNvSpPr>
              <a:spLocks noGrp="1" noRot="1" noMove="1" noResize="1" noEditPoints="1" noAdjustHandles="1" noChangeArrowheads="1" noChangeShapeType="1"/>
            </p:cNvSpPr>
            <p:nvPr/>
          </p:nvSpPr>
          <p:spPr>
            <a:xfrm>
              <a:off x="1459636" y="1318843"/>
              <a:ext cx="24130" cy="197485"/>
            </a:xfrm>
            <a:custGeom>
              <a:avLst/>
              <a:gdLst/>
              <a:ahLst/>
              <a:cxnLst/>
              <a:rect l="l" t="t" r="r" b="b"/>
              <a:pathLst>
                <a:path w="24130" h="197484">
                  <a:moveTo>
                    <a:pt x="24015" y="54457"/>
                  </a:moveTo>
                  <a:lnTo>
                    <a:pt x="0" y="54457"/>
                  </a:lnTo>
                  <a:lnTo>
                    <a:pt x="0" y="197421"/>
                  </a:lnTo>
                  <a:lnTo>
                    <a:pt x="24015" y="197421"/>
                  </a:lnTo>
                  <a:lnTo>
                    <a:pt x="24015" y="54457"/>
                  </a:lnTo>
                  <a:close/>
                </a:path>
                <a:path w="24130" h="197484">
                  <a:moveTo>
                    <a:pt x="24015" y="0"/>
                  </a:moveTo>
                  <a:lnTo>
                    <a:pt x="0" y="0"/>
                  </a:lnTo>
                  <a:lnTo>
                    <a:pt x="0" y="28752"/>
                  </a:lnTo>
                  <a:lnTo>
                    <a:pt x="24015" y="28752"/>
                  </a:lnTo>
                  <a:lnTo>
                    <a:pt x="24015" y="0"/>
                  </a:lnTo>
                  <a:close/>
                </a:path>
              </a:pathLst>
            </a:custGeom>
            <a:solidFill>
              <a:srgbClr val="FFFFFF"/>
            </a:solidFill>
          </p:spPr>
          <p:txBody>
            <a:bodyPr wrap="square" lIns="0" tIns="0" rIns="0" bIns="0" rtlCol="0"/>
            <a:lstStyle/>
            <a:p>
              <a:endParaRPr/>
            </a:p>
          </p:txBody>
        </p:sp>
        <p:pic>
          <p:nvPicPr>
            <p:cNvPr id="20" name="object 20"/>
            <p:cNvPicPr>
              <a:picLocks noGrp="1" noRot="1" noMove="1" noResize="1" noEditPoints="1" noAdjustHandles="1" noChangeArrowheads="1" noChangeShapeType="1" noCrop="1"/>
            </p:cNvPicPr>
            <p:nvPr/>
          </p:nvPicPr>
          <p:blipFill>
            <a:blip r:embed="rId14" cstate="print"/>
            <a:stretch>
              <a:fillRect/>
            </a:stretch>
          </p:blipFill>
          <p:spPr>
            <a:xfrm>
              <a:off x="1505414" y="1330435"/>
              <a:ext cx="225455" cy="243047"/>
            </a:xfrm>
            <a:prstGeom prst="rect">
              <a:avLst/>
            </a:prstGeom>
          </p:spPr>
        </p:pic>
        <p:pic>
          <p:nvPicPr>
            <p:cNvPr id="21" name="object 21"/>
            <p:cNvPicPr>
              <a:picLocks noGrp="1" noRot="1" noMove="1" noResize="1" noEditPoints="1" noAdjustHandles="1" noChangeArrowheads="1" noChangeShapeType="1" noCrop="1"/>
            </p:cNvPicPr>
            <p:nvPr/>
          </p:nvPicPr>
          <p:blipFill>
            <a:blip r:embed="rId15" cstate="print"/>
            <a:stretch>
              <a:fillRect/>
            </a:stretch>
          </p:blipFill>
          <p:spPr>
            <a:xfrm>
              <a:off x="700430" y="1609553"/>
              <a:ext cx="329161" cy="255481"/>
            </a:xfrm>
            <a:prstGeom prst="rect">
              <a:avLst/>
            </a:prstGeom>
          </p:spPr>
        </p:pic>
        <p:pic>
          <p:nvPicPr>
            <p:cNvPr id="22" name="object 22"/>
            <p:cNvPicPr>
              <a:picLocks noGrp="1" noRot="1" noMove="1" noResize="1" noEditPoints="1" noAdjustHandles="1" noChangeArrowheads="1" noChangeShapeType="1" noCrop="1"/>
            </p:cNvPicPr>
            <p:nvPr/>
          </p:nvPicPr>
          <p:blipFill>
            <a:blip r:embed="rId16" cstate="print"/>
            <a:stretch>
              <a:fillRect/>
            </a:stretch>
          </p:blipFill>
          <p:spPr>
            <a:xfrm>
              <a:off x="1057859" y="1660702"/>
              <a:ext cx="134761" cy="149579"/>
            </a:xfrm>
            <a:prstGeom prst="rect">
              <a:avLst/>
            </a:prstGeom>
          </p:spPr>
        </p:pic>
        <p:pic>
          <p:nvPicPr>
            <p:cNvPr id="23" name="object 23"/>
            <p:cNvPicPr>
              <a:picLocks noGrp="1" noRot="1" noMove="1" noResize="1" noEditPoints="1" noAdjustHandles="1" noChangeArrowheads="1" noChangeShapeType="1" noCrop="1"/>
            </p:cNvPicPr>
            <p:nvPr/>
          </p:nvPicPr>
          <p:blipFill>
            <a:blip r:embed="rId17" cstate="print"/>
            <a:stretch>
              <a:fillRect/>
            </a:stretch>
          </p:blipFill>
          <p:spPr>
            <a:xfrm>
              <a:off x="1217495" y="1660710"/>
              <a:ext cx="120924" cy="146263"/>
            </a:xfrm>
            <a:prstGeom prst="rect">
              <a:avLst/>
            </a:prstGeom>
          </p:spPr>
        </p:pic>
        <p:pic>
          <p:nvPicPr>
            <p:cNvPr id="24" name="object 24"/>
            <p:cNvPicPr>
              <a:picLocks noGrp="1" noRot="1" noMove="1" noResize="1" noEditPoints="1" noAdjustHandles="1" noChangeArrowheads="1" noChangeShapeType="1" noCrop="1"/>
            </p:cNvPicPr>
            <p:nvPr/>
          </p:nvPicPr>
          <p:blipFill>
            <a:blip r:embed="rId18" cstate="print"/>
            <a:stretch>
              <a:fillRect/>
            </a:stretch>
          </p:blipFill>
          <p:spPr>
            <a:xfrm>
              <a:off x="1366679" y="1660701"/>
              <a:ext cx="280563" cy="203500"/>
            </a:xfrm>
            <a:prstGeom prst="rect">
              <a:avLst/>
            </a:prstGeom>
          </p:spPr>
        </p:pic>
        <p:sp>
          <p:nvSpPr>
            <p:cNvPr id="25" name="object 25"/>
            <p:cNvSpPr>
              <a:spLocks noGrp="1" noRot="1" noMove="1" noResize="1" noEditPoints="1" noAdjustHandles="1" noChangeArrowheads="1" noChangeShapeType="1"/>
            </p:cNvSpPr>
            <p:nvPr/>
          </p:nvSpPr>
          <p:spPr>
            <a:xfrm>
              <a:off x="0" y="2362200"/>
              <a:ext cx="17348200" cy="6705600"/>
            </a:xfrm>
            <a:custGeom>
              <a:avLst/>
              <a:gdLst/>
              <a:ahLst/>
              <a:cxnLst/>
              <a:rect l="l" t="t" r="r" b="b"/>
              <a:pathLst>
                <a:path w="17348200" h="6705600">
                  <a:moveTo>
                    <a:pt x="17348200" y="0"/>
                  </a:moveTo>
                  <a:lnTo>
                    <a:pt x="0" y="0"/>
                  </a:lnTo>
                  <a:lnTo>
                    <a:pt x="0" y="6705600"/>
                  </a:lnTo>
                  <a:lnTo>
                    <a:pt x="17348200" y="6705600"/>
                  </a:lnTo>
                  <a:lnTo>
                    <a:pt x="17348200" y="0"/>
                  </a:lnTo>
                  <a:close/>
                </a:path>
              </a:pathLst>
            </a:custGeom>
            <a:solidFill>
              <a:srgbClr val="FFFFFF"/>
            </a:solidFill>
          </p:spPr>
          <p:txBody>
            <a:bodyPr wrap="square" lIns="0" tIns="0" rIns="0" bIns="0" rtlCol="0"/>
            <a:lstStyle/>
            <a:p>
              <a:endParaRPr/>
            </a:p>
          </p:txBody>
        </p:sp>
      </p:grpSp>
      <p:sp>
        <p:nvSpPr>
          <p:cNvPr id="30" name="object 27">
            <a:extLst>
              <a:ext uri="{FF2B5EF4-FFF2-40B4-BE49-F238E27FC236}">
                <a16:creationId xmlns:a16="http://schemas.microsoft.com/office/drawing/2014/main" id="{B59F34E0-5AAA-7299-462D-533445777F6F}"/>
              </a:ext>
            </a:extLst>
          </p:cNvPr>
          <p:cNvSpPr txBox="1">
            <a:spLocks/>
          </p:cNvSpPr>
          <p:nvPr/>
        </p:nvSpPr>
        <p:spPr>
          <a:xfrm>
            <a:off x="2335536" y="796859"/>
            <a:ext cx="16540501" cy="751488"/>
          </a:xfrm>
          <a:prstGeom prst="rect">
            <a:avLst/>
          </a:prstGeom>
        </p:spPr>
        <p:txBody>
          <a:bodyPr vert="horz" wrap="square" lIns="0" tIns="12700" rIns="0" bIns="0" rtlCol="0" anchor="t">
            <a:spAutoFit/>
          </a:bodyPr>
          <a:lstStyle>
            <a:lvl1pPr>
              <a:defRPr sz="5200" b="1" i="0">
                <a:solidFill>
                  <a:schemeClr val="bg1"/>
                </a:solidFill>
                <a:latin typeface="Helvetica Neue"/>
                <a:ea typeface="+mj-ea"/>
                <a:cs typeface="Helvetica Neue"/>
              </a:defRPr>
            </a:lvl1pPr>
          </a:lstStyle>
          <a:p>
            <a:pPr marL="12700">
              <a:spcBef>
                <a:spcPts val="100"/>
              </a:spcBef>
              <a:tabLst>
                <a:tab pos="2597150" algn="l"/>
              </a:tabLst>
            </a:pPr>
            <a:r>
              <a:rPr lang="en-GB" sz="4800">
                <a:solidFill>
                  <a:srgbClr val="92D050"/>
                </a:solidFill>
                <a:latin typeface="Arial"/>
              </a:rPr>
              <a:t>Surveillance for Invasive mosquitoes in the UK</a:t>
            </a:r>
            <a:endParaRPr lang="en-US">
              <a:solidFill>
                <a:srgbClr val="92D050"/>
              </a:solidFill>
            </a:endParaRPr>
          </a:p>
        </p:txBody>
      </p:sp>
      <p:pic>
        <p:nvPicPr>
          <p:cNvPr id="33" name="Picture 32" descr="A map of england with different colored dots and numbers&#10;&#10;Description automatically generated">
            <a:extLst>
              <a:ext uri="{FF2B5EF4-FFF2-40B4-BE49-F238E27FC236}">
                <a16:creationId xmlns:a16="http://schemas.microsoft.com/office/drawing/2014/main" id="{E303BE3D-CFAD-DA35-D9D6-D3B6C1D3DEA2}"/>
              </a:ext>
            </a:extLst>
          </p:cNvPr>
          <p:cNvPicPr>
            <a:picLocks noChangeAspect="1"/>
          </p:cNvPicPr>
          <p:nvPr/>
        </p:nvPicPr>
        <p:blipFill>
          <a:blip r:embed="rId19"/>
          <a:stretch>
            <a:fillRect/>
          </a:stretch>
        </p:blipFill>
        <p:spPr>
          <a:xfrm>
            <a:off x="10995949" y="2480455"/>
            <a:ext cx="6217916" cy="6394740"/>
          </a:xfrm>
          <a:prstGeom prst="rect">
            <a:avLst/>
          </a:prstGeom>
        </p:spPr>
      </p:pic>
      <p:sp>
        <p:nvSpPr>
          <p:cNvPr id="34" name="TextBox 33">
            <a:extLst>
              <a:ext uri="{FF2B5EF4-FFF2-40B4-BE49-F238E27FC236}">
                <a16:creationId xmlns:a16="http://schemas.microsoft.com/office/drawing/2014/main" id="{AAE5A518-96DC-0636-03AD-F8B46C8A7D19}"/>
              </a:ext>
            </a:extLst>
          </p:cNvPr>
          <p:cNvSpPr txBox="1"/>
          <p:nvPr/>
        </p:nvSpPr>
        <p:spPr>
          <a:xfrm>
            <a:off x="1635743" y="2795977"/>
            <a:ext cx="9649252" cy="60016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69900" indent="-457200" rtl="0">
              <a:buFont typeface="Arial" panose="020B0604020202020204" pitchFamily="34" charset="0"/>
              <a:buChar char="•"/>
            </a:pPr>
            <a:r>
              <a:rPr lang="en-GB" sz="3200">
                <a:solidFill>
                  <a:schemeClr val="accent5">
                    <a:lumMod val="75000"/>
                  </a:schemeClr>
                </a:solidFill>
                <a:latin typeface="Arial"/>
                <a:cs typeface="Arial"/>
              </a:rPr>
              <a:t>Work with </a:t>
            </a:r>
            <a:r>
              <a:rPr lang="en-GB" sz="3200" b="1">
                <a:solidFill>
                  <a:schemeClr val="accent5">
                    <a:lumMod val="75000"/>
                  </a:schemeClr>
                </a:solidFill>
                <a:latin typeface="Arial"/>
                <a:cs typeface="Arial"/>
              </a:rPr>
              <a:t>local authorities</a:t>
            </a:r>
            <a:r>
              <a:rPr lang="en-GB" sz="3200">
                <a:solidFill>
                  <a:schemeClr val="accent5">
                    <a:lumMod val="75000"/>
                  </a:schemeClr>
                </a:solidFill>
                <a:latin typeface="Arial"/>
                <a:cs typeface="Arial"/>
              </a:rPr>
              <a:t> and </a:t>
            </a:r>
            <a:r>
              <a:rPr lang="en-GB" sz="3200" b="1">
                <a:solidFill>
                  <a:schemeClr val="accent5">
                    <a:lumMod val="75000"/>
                  </a:schemeClr>
                </a:solidFill>
                <a:latin typeface="Arial"/>
                <a:cs typeface="Arial"/>
              </a:rPr>
              <a:t>port health </a:t>
            </a:r>
            <a:r>
              <a:rPr lang="en-GB" sz="3200">
                <a:solidFill>
                  <a:schemeClr val="accent5">
                    <a:lumMod val="75000"/>
                  </a:schemeClr>
                </a:solidFill>
                <a:latin typeface="Arial"/>
                <a:cs typeface="Arial"/>
              </a:rPr>
              <a:t>to monitor</a:t>
            </a:r>
          </a:p>
          <a:p>
            <a:pPr marL="469900" indent="-457200" rtl="0">
              <a:buFont typeface="Arial" panose="020B0604020202020204" pitchFamily="34" charset="0"/>
              <a:buChar char="•"/>
            </a:pPr>
            <a:endParaRPr lang="en-US" sz="3200">
              <a:solidFill>
                <a:schemeClr val="accent5">
                  <a:lumMod val="75000"/>
                </a:schemeClr>
              </a:solidFill>
              <a:latin typeface="Arial"/>
              <a:cs typeface="Arial"/>
            </a:endParaRPr>
          </a:p>
          <a:p>
            <a:pPr marL="469900" indent="-457200" rtl="0">
              <a:buFont typeface="Arial" panose="020B0604020202020204" pitchFamily="34" charset="0"/>
              <a:buChar char="•"/>
            </a:pPr>
            <a:r>
              <a:rPr lang="en-US" sz="3200">
                <a:solidFill>
                  <a:schemeClr val="accent5">
                    <a:lumMod val="75000"/>
                  </a:schemeClr>
                </a:solidFill>
                <a:latin typeface="Arial"/>
                <a:cs typeface="Arial"/>
              </a:rPr>
              <a:t>Focus on </a:t>
            </a:r>
            <a:r>
              <a:rPr lang="en-US" sz="3200" b="1">
                <a:solidFill>
                  <a:schemeClr val="accent5">
                    <a:lumMod val="75000"/>
                  </a:schemeClr>
                </a:solidFill>
                <a:latin typeface="Arial"/>
                <a:cs typeface="Arial"/>
              </a:rPr>
              <a:t>points of entry </a:t>
            </a:r>
            <a:r>
              <a:rPr lang="en-US" sz="3200">
                <a:solidFill>
                  <a:schemeClr val="accent5">
                    <a:lumMod val="75000"/>
                  </a:schemeClr>
                </a:solidFill>
                <a:latin typeface="Arial"/>
                <a:cs typeface="Arial"/>
              </a:rPr>
              <a:t>and </a:t>
            </a:r>
            <a:r>
              <a:rPr lang="en-US" sz="3200" b="1">
                <a:solidFill>
                  <a:schemeClr val="accent5">
                    <a:lumMod val="75000"/>
                  </a:schemeClr>
                </a:solidFill>
                <a:latin typeface="Arial"/>
                <a:cs typeface="Arial"/>
              </a:rPr>
              <a:t>Urban </a:t>
            </a:r>
            <a:r>
              <a:rPr lang="en-US" sz="3200" b="1" err="1">
                <a:solidFill>
                  <a:schemeClr val="accent5">
                    <a:lumMod val="75000"/>
                  </a:schemeClr>
                </a:solidFill>
                <a:latin typeface="Arial"/>
                <a:cs typeface="Arial"/>
              </a:rPr>
              <a:t>centres</a:t>
            </a:r>
            <a:r>
              <a:rPr lang="en-US" sz="3200" b="1">
                <a:solidFill>
                  <a:schemeClr val="accent5">
                    <a:lumMod val="75000"/>
                  </a:schemeClr>
                </a:solidFill>
                <a:latin typeface="Arial"/>
                <a:cs typeface="Arial"/>
              </a:rPr>
              <a:t> </a:t>
            </a:r>
          </a:p>
          <a:p>
            <a:pPr marL="12700"/>
            <a:r>
              <a:rPr lang="en-US" sz="3200">
                <a:solidFill>
                  <a:schemeClr val="accent5">
                    <a:lumMod val="75000"/>
                  </a:schemeClr>
                </a:solidFill>
                <a:latin typeface="Arial"/>
                <a:cs typeface="Arial"/>
              </a:rPr>
              <a:t>    with accommodating climates</a:t>
            </a:r>
            <a:endParaRPr lang="en-US">
              <a:solidFill>
                <a:schemeClr val="accent5">
                  <a:lumMod val="75000"/>
                </a:schemeClr>
              </a:solidFill>
            </a:endParaRPr>
          </a:p>
          <a:p>
            <a:pPr marL="469900" indent="-457200" rtl="0">
              <a:buFont typeface="Arial" panose="020B0604020202020204" pitchFamily="34" charset="0"/>
              <a:buChar char="•"/>
            </a:pPr>
            <a:endParaRPr lang="en-US" sz="3200">
              <a:solidFill>
                <a:schemeClr val="accent5">
                  <a:lumMod val="75000"/>
                </a:schemeClr>
              </a:solidFill>
              <a:latin typeface="Arial"/>
              <a:cs typeface="Arial"/>
            </a:endParaRPr>
          </a:p>
          <a:p>
            <a:pPr marL="469900" indent="-457200" rtl="0">
              <a:buFont typeface="Arial" panose="020B0604020202020204" pitchFamily="34" charset="0"/>
              <a:buChar char="•"/>
            </a:pPr>
            <a:r>
              <a:rPr lang="en-GB" sz="3200">
                <a:solidFill>
                  <a:schemeClr val="accent5">
                    <a:lumMod val="75000"/>
                  </a:schemeClr>
                </a:solidFill>
                <a:latin typeface="Arial"/>
                <a:cs typeface="Arial"/>
              </a:rPr>
              <a:t>Work on the ground to </a:t>
            </a:r>
            <a:r>
              <a:rPr lang="en-GB" sz="3200" b="1">
                <a:solidFill>
                  <a:schemeClr val="accent5">
                    <a:lumMod val="75000"/>
                  </a:schemeClr>
                </a:solidFill>
                <a:latin typeface="Arial"/>
                <a:cs typeface="Arial"/>
              </a:rPr>
              <a:t>prevent incursions </a:t>
            </a:r>
            <a:r>
              <a:rPr lang="en-GB" sz="3200">
                <a:solidFill>
                  <a:schemeClr val="accent5">
                    <a:lumMod val="75000"/>
                  </a:schemeClr>
                </a:solidFill>
                <a:latin typeface="Arial"/>
                <a:cs typeface="Arial"/>
              </a:rPr>
              <a:t>though implementation of </a:t>
            </a:r>
            <a:r>
              <a:rPr lang="en-GB" sz="3200" b="1">
                <a:solidFill>
                  <a:schemeClr val="accent5">
                    <a:lumMod val="75000"/>
                  </a:schemeClr>
                </a:solidFill>
                <a:latin typeface="Arial"/>
                <a:cs typeface="Arial"/>
              </a:rPr>
              <a:t>plans</a:t>
            </a:r>
          </a:p>
          <a:p>
            <a:pPr marL="469900" indent="-457200" rtl="0">
              <a:buFont typeface="Arial" panose="020B0604020202020204" pitchFamily="34" charset="0"/>
              <a:buChar char="•"/>
            </a:pPr>
            <a:endParaRPr lang="en-GB" sz="3200">
              <a:solidFill>
                <a:schemeClr val="accent5">
                  <a:lumMod val="75000"/>
                </a:schemeClr>
              </a:solidFill>
              <a:latin typeface="Arial"/>
              <a:cs typeface="Arial"/>
            </a:endParaRPr>
          </a:p>
          <a:p>
            <a:pPr marL="469900" indent="-457200">
              <a:buFont typeface="Arial" panose="020B0604020202020204" pitchFamily="34" charset="0"/>
              <a:buChar char="•"/>
            </a:pPr>
            <a:r>
              <a:rPr lang="en-GB" sz="3200" b="1">
                <a:solidFill>
                  <a:schemeClr val="accent5">
                    <a:lumMod val="75000"/>
                  </a:schemeClr>
                </a:solidFill>
                <a:latin typeface="Arial"/>
                <a:cs typeface="Arial"/>
              </a:rPr>
              <a:t>Advice and information </a:t>
            </a:r>
            <a:r>
              <a:rPr lang="en-GB" sz="3200">
                <a:solidFill>
                  <a:schemeClr val="accent5">
                    <a:lumMod val="75000"/>
                  </a:schemeClr>
                </a:solidFill>
                <a:latin typeface="Arial"/>
                <a:cs typeface="Arial"/>
              </a:rPr>
              <a:t>to the public</a:t>
            </a:r>
          </a:p>
          <a:p>
            <a:pPr marL="469900" indent="-457200">
              <a:buFont typeface="Arial" panose="020B0604020202020204" pitchFamily="34" charset="0"/>
              <a:buChar char="•"/>
            </a:pPr>
            <a:endParaRPr lang="en-GB" sz="3200">
              <a:solidFill>
                <a:schemeClr val="accent5">
                  <a:lumMod val="75000"/>
                </a:schemeClr>
              </a:solidFill>
              <a:latin typeface="Arial"/>
              <a:cs typeface="Arial"/>
            </a:endParaRPr>
          </a:p>
          <a:p>
            <a:pPr marL="469900" indent="-457200">
              <a:buFont typeface="Arial" panose="020B0604020202020204" pitchFamily="34" charset="0"/>
              <a:buChar char="•"/>
            </a:pPr>
            <a:r>
              <a:rPr lang="en-GB" sz="3200" b="1">
                <a:solidFill>
                  <a:schemeClr val="accent5">
                    <a:lumMod val="75000"/>
                  </a:schemeClr>
                </a:solidFill>
                <a:latin typeface="Arial"/>
                <a:cs typeface="Arial"/>
              </a:rPr>
              <a:t>Support</a:t>
            </a:r>
            <a:r>
              <a:rPr lang="en-GB" sz="3200">
                <a:solidFill>
                  <a:schemeClr val="accent5">
                    <a:lumMod val="75000"/>
                  </a:schemeClr>
                </a:solidFill>
                <a:latin typeface="Arial"/>
                <a:cs typeface="Arial"/>
              </a:rPr>
              <a:t> overseas territories in </a:t>
            </a:r>
            <a:r>
              <a:rPr lang="en-GB" sz="3200" b="1">
                <a:solidFill>
                  <a:schemeClr val="accent5">
                    <a:lumMod val="75000"/>
                  </a:schemeClr>
                </a:solidFill>
                <a:latin typeface="Arial"/>
                <a:cs typeface="Arial"/>
              </a:rPr>
              <a:t>prevention</a:t>
            </a:r>
            <a:r>
              <a:rPr lang="en-GB" sz="3200">
                <a:solidFill>
                  <a:schemeClr val="accent5">
                    <a:lumMod val="75000"/>
                  </a:schemeClr>
                </a:solidFill>
                <a:latin typeface="Arial"/>
                <a:cs typeface="Arial"/>
              </a:rPr>
              <a:t> </a:t>
            </a:r>
          </a:p>
        </p:txBody>
      </p:sp>
      <p:pic>
        <p:nvPicPr>
          <p:cNvPr id="27" name="Graphic 26" descr="Cruise ship with solid fill">
            <a:extLst>
              <a:ext uri="{FF2B5EF4-FFF2-40B4-BE49-F238E27FC236}">
                <a16:creationId xmlns:a16="http://schemas.microsoft.com/office/drawing/2014/main" id="{4CFDCB4C-2A64-C768-81B2-2D4F4C6EFD77}"/>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309696" y="2904802"/>
            <a:ext cx="914400" cy="914400"/>
          </a:xfrm>
          <a:prstGeom prst="rect">
            <a:avLst/>
          </a:prstGeom>
        </p:spPr>
      </p:pic>
      <p:pic>
        <p:nvPicPr>
          <p:cNvPr id="29" name="Graphic 28" descr="Truck with solid fill">
            <a:extLst>
              <a:ext uri="{FF2B5EF4-FFF2-40B4-BE49-F238E27FC236}">
                <a16:creationId xmlns:a16="http://schemas.microsoft.com/office/drawing/2014/main" id="{3D30E33C-A7AE-DFB8-5F87-425F524515C4}"/>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03095" y="4007734"/>
            <a:ext cx="914400" cy="914400"/>
          </a:xfrm>
          <a:prstGeom prst="rect">
            <a:avLst/>
          </a:prstGeom>
        </p:spPr>
      </p:pic>
      <p:pic>
        <p:nvPicPr>
          <p:cNvPr id="36" name="Graphic 35" descr="Information with solid fill">
            <a:extLst>
              <a:ext uri="{FF2B5EF4-FFF2-40B4-BE49-F238E27FC236}">
                <a16:creationId xmlns:a16="http://schemas.microsoft.com/office/drawing/2014/main" id="{0F9CDB21-28FC-DF85-54A3-1AAAE403437C}"/>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275265" y="6608491"/>
            <a:ext cx="914400" cy="914400"/>
          </a:xfrm>
          <a:prstGeom prst="rect">
            <a:avLst/>
          </a:prstGeom>
        </p:spPr>
      </p:pic>
      <p:pic>
        <p:nvPicPr>
          <p:cNvPr id="38" name="Graphic 37" descr="Clipboard with solid fill">
            <a:extLst>
              <a:ext uri="{FF2B5EF4-FFF2-40B4-BE49-F238E27FC236}">
                <a16:creationId xmlns:a16="http://schemas.microsoft.com/office/drawing/2014/main" id="{C7F5638F-0CF1-9E3B-C82A-063FF703BC6A}"/>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278220" y="5337438"/>
            <a:ext cx="914400" cy="914400"/>
          </a:xfrm>
          <a:prstGeom prst="rect">
            <a:avLst/>
          </a:prstGeom>
        </p:spPr>
      </p:pic>
      <p:pic>
        <p:nvPicPr>
          <p:cNvPr id="40" name="Graphic 39" descr="Stop with solid fill">
            <a:extLst>
              <a:ext uri="{FF2B5EF4-FFF2-40B4-BE49-F238E27FC236}">
                <a16:creationId xmlns:a16="http://schemas.microsoft.com/office/drawing/2014/main" id="{0370CEB7-5FF0-33B0-BBD3-9F7455D1197E}"/>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296268" y="7789325"/>
            <a:ext cx="914400" cy="914400"/>
          </a:xfrm>
          <a:prstGeom prst="rect">
            <a:avLst/>
          </a:prstGeom>
        </p:spPr>
      </p:pic>
      <p:sp>
        <p:nvSpPr>
          <p:cNvPr id="26" name="Rectangle 25">
            <a:extLst>
              <a:ext uri="{FF2B5EF4-FFF2-40B4-BE49-F238E27FC236}">
                <a16:creationId xmlns:a16="http://schemas.microsoft.com/office/drawing/2014/main" id="{638236D9-82D0-27D4-CEA4-27D80A99B8E6}"/>
              </a:ext>
            </a:extLst>
          </p:cNvPr>
          <p:cNvSpPr/>
          <p:nvPr/>
        </p:nvSpPr>
        <p:spPr>
          <a:xfrm>
            <a:off x="104172" y="2480455"/>
            <a:ext cx="10891777" cy="6394740"/>
          </a:xfrm>
          <a:prstGeom prst="rect">
            <a:avLst/>
          </a:prstGeom>
          <a:no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79699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a:grpSpLocks noGrp="1" noUngrp="1" noRot="1" noMove="1" noResize="1"/>
          </p:cNvGrpSpPr>
          <p:nvPr/>
        </p:nvGrpSpPr>
        <p:grpSpPr>
          <a:xfrm>
            <a:off x="0" y="0"/>
            <a:ext cx="17348200" cy="9753600"/>
            <a:chOff x="0" y="0"/>
            <a:chExt cx="17348200" cy="9753600"/>
          </a:xfrm>
        </p:grpSpPr>
        <p:sp>
          <p:nvSpPr>
            <p:cNvPr id="3" name="object 3"/>
            <p:cNvSpPr>
              <a:spLocks noGrp="1" noRot="1" noMove="1" noResize="1" noEditPoints="1" noAdjustHandles="1" noChangeArrowheads="1" noChangeShapeType="1"/>
            </p:cNvSpPr>
            <p:nvPr/>
          </p:nvSpPr>
          <p:spPr>
            <a:xfrm>
              <a:off x="580440" y="535698"/>
              <a:ext cx="431165" cy="1273810"/>
            </a:xfrm>
            <a:custGeom>
              <a:avLst/>
              <a:gdLst/>
              <a:ahLst/>
              <a:cxnLst/>
              <a:rect l="l" t="t" r="r" b="b"/>
              <a:pathLst>
                <a:path w="431165" h="1273810">
                  <a:moveTo>
                    <a:pt x="23545" y="0"/>
                  </a:moveTo>
                  <a:lnTo>
                    <a:pt x="0" y="0"/>
                  </a:lnTo>
                  <a:lnTo>
                    <a:pt x="0" y="1273492"/>
                  </a:lnTo>
                  <a:lnTo>
                    <a:pt x="23545" y="1273492"/>
                  </a:lnTo>
                  <a:lnTo>
                    <a:pt x="23545" y="0"/>
                  </a:lnTo>
                  <a:close/>
                </a:path>
                <a:path w="431165" h="1273810">
                  <a:moveTo>
                    <a:pt x="300494" y="65722"/>
                  </a:moveTo>
                  <a:lnTo>
                    <a:pt x="298564" y="63982"/>
                  </a:lnTo>
                  <a:lnTo>
                    <a:pt x="294246" y="63982"/>
                  </a:lnTo>
                  <a:lnTo>
                    <a:pt x="292481" y="65722"/>
                  </a:lnTo>
                  <a:lnTo>
                    <a:pt x="292481" y="70129"/>
                  </a:lnTo>
                  <a:lnTo>
                    <a:pt x="294246" y="71729"/>
                  </a:lnTo>
                  <a:lnTo>
                    <a:pt x="298564" y="71729"/>
                  </a:lnTo>
                  <a:lnTo>
                    <a:pt x="300494" y="70129"/>
                  </a:lnTo>
                  <a:lnTo>
                    <a:pt x="300494" y="67830"/>
                  </a:lnTo>
                  <a:lnTo>
                    <a:pt x="300494" y="65722"/>
                  </a:lnTo>
                  <a:close/>
                </a:path>
                <a:path w="431165" h="1273810">
                  <a:moveTo>
                    <a:pt x="301802" y="56197"/>
                  </a:moveTo>
                  <a:lnTo>
                    <a:pt x="299999" y="54305"/>
                  </a:lnTo>
                  <a:lnTo>
                    <a:pt x="295567" y="54305"/>
                  </a:lnTo>
                  <a:lnTo>
                    <a:pt x="293725" y="56197"/>
                  </a:lnTo>
                  <a:lnTo>
                    <a:pt x="293725" y="60490"/>
                  </a:lnTo>
                  <a:lnTo>
                    <a:pt x="295567" y="62318"/>
                  </a:lnTo>
                  <a:lnTo>
                    <a:pt x="297764" y="62318"/>
                  </a:lnTo>
                  <a:lnTo>
                    <a:pt x="299999" y="62318"/>
                  </a:lnTo>
                  <a:lnTo>
                    <a:pt x="301802" y="60490"/>
                  </a:lnTo>
                  <a:lnTo>
                    <a:pt x="301802" y="56197"/>
                  </a:lnTo>
                  <a:close/>
                </a:path>
                <a:path w="431165" h="1273810">
                  <a:moveTo>
                    <a:pt x="302501" y="75171"/>
                  </a:moveTo>
                  <a:lnTo>
                    <a:pt x="300659" y="73393"/>
                  </a:lnTo>
                  <a:lnTo>
                    <a:pt x="296202" y="73393"/>
                  </a:lnTo>
                  <a:lnTo>
                    <a:pt x="294335" y="75171"/>
                  </a:lnTo>
                  <a:lnTo>
                    <a:pt x="294335" y="79565"/>
                  </a:lnTo>
                  <a:lnTo>
                    <a:pt x="296202" y="81343"/>
                  </a:lnTo>
                  <a:lnTo>
                    <a:pt x="300659" y="81343"/>
                  </a:lnTo>
                  <a:lnTo>
                    <a:pt x="302501" y="79565"/>
                  </a:lnTo>
                  <a:lnTo>
                    <a:pt x="302501" y="77470"/>
                  </a:lnTo>
                  <a:lnTo>
                    <a:pt x="302501" y="75171"/>
                  </a:lnTo>
                  <a:close/>
                </a:path>
                <a:path w="431165" h="1273810">
                  <a:moveTo>
                    <a:pt x="306197" y="47142"/>
                  </a:moveTo>
                  <a:lnTo>
                    <a:pt x="304342" y="45440"/>
                  </a:lnTo>
                  <a:lnTo>
                    <a:pt x="299999" y="45440"/>
                  </a:lnTo>
                  <a:lnTo>
                    <a:pt x="298157" y="47142"/>
                  </a:lnTo>
                  <a:lnTo>
                    <a:pt x="298157" y="51600"/>
                  </a:lnTo>
                  <a:lnTo>
                    <a:pt x="299999" y="53225"/>
                  </a:lnTo>
                  <a:lnTo>
                    <a:pt x="302221" y="53225"/>
                  </a:lnTo>
                  <a:lnTo>
                    <a:pt x="304342" y="53225"/>
                  </a:lnTo>
                  <a:lnTo>
                    <a:pt x="306197" y="51600"/>
                  </a:lnTo>
                  <a:lnTo>
                    <a:pt x="306197" y="47142"/>
                  </a:lnTo>
                  <a:close/>
                </a:path>
                <a:path w="431165" h="1273810">
                  <a:moveTo>
                    <a:pt x="314058" y="40386"/>
                  </a:moveTo>
                  <a:lnTo>
                    <a:pt x="312254" y="38684"/>
                  </a:lnTo>
                  <a:lnTo>
                    <a:pt x="307848" y="38684"/>
                  </a:lnTo>
                  <a:lnTo>
                    <a:pt x="305968" y="40386"/>
                  </a:lnTo>
                  <a:lnTo>
                    <a:pt x="305968" y="44856"/>
                  </a:lnTo>
                  <a:lnTo>
                    <a:pt x="307848" y="46507"/>
                  </a:lnTo>
                  <a:lnTo>
                    <a:pt x="309994" y="46507"/>
                  </a:lnTo>
                  <a:lnTo>
                    <a:pt x="312254" y="46507"/>
                  </a:lnTo>
                  <a:lnTo>
                    <a:pt x="314058" y="44856"/>
                  </a:lnTo>
                  <a:lnTo>
                    <a:pt x="314058" y="40386"/>
                  </a:lnTo>
                  <a:close/>
                </a:path>
                <a:path w="431165" h="1273810">
                  <a:moveTo>
                    <a:pt x="324015" y="37541"/>
                  </a:moveTo>
                  <a:lnTo>
                    <a:pt x="322148" y="35699"/>
                  </a:lnTo>
                  <a:lnTo>
                    <a:pt x="317741" y="35699"/>
                  </a:lnTo>
                  <a:lnTo>
                    <a:pt x="316001" y="37541"/>
                  </a:lnTo>
                  <a:lnTo>
                    <a:pt x="316001" y="41694"/>
                  </a:lnTo>
                  <a:lnTo>
                    <a:pt x="317741" y="43586"/>
                  </a:lnTo>
                  <a:lnTo>
                    <a:pt x="320052" y="43586"/>
                  </a:lnTo>
                  <a:lnTo>
                    <a:pt x="322148" y="43586"/>
                  </a:lnTo>
                  <a:lnTo>
                    <a:pt x="324015" y="41694"/>
                  </a:lnTo>
                  <a:lnTo>
                    <a:pt x="324015" y="37541"/>
                  </a:lnTo>
                  <a:close/>
                </a:path>
                <a:path w="431165" h="1273810">
                  <a:moveTo>
                    <a:pt x="334505" y="38442"/>
                  </a:moveTo>
                  <a:lnTo>
                    <a:pt x="332587" y="36753"/>
                  </a:lnTo>
                  <a:lnTo>
                    <a:pt x="328358" y="36753"/>
                  </a:lnTo>
                  <a:lnTo>
                    <a:pt x="326504" y="38442"/>
                  </a:lnTo>
                  <a:lnTo>
                    <a:pt x="326504" y="42710"/>
                  </a:lnTo>
                  <a:lnTo>
                    <a:pt x="328358" y="44526"/>
                  </a:lnTo>
                  <a:lnTo>
                    <a:pt x="330403" y="44526"/>
                  </a:lnTo>
                  <a:lnTo>
                    <a:pt x="332587" y="44526"/>
                  </a:lnTo>
                  <a:lnTo>
                    <a:pt x="334505" y="42710"/>
                  </a:lnTo>
                  <a:lnTo>
                    <a:pt x="334505" y="38442"/>
                  </a:lnTo>
                  <a:close/>
                </a:path>
                <a:path w="431165" h="1273810">
                  <a:moveTo>
                    <a:pt x="337553" y="77203"/>
                  </a:moveTo>
                  <a:lnTo>
                    <a:pt x="337032" y="71132"/>
                  </a:lnTo>
                  <a:lnTo>
                    <a:pt x="332727" y="66992"/>
                  </a:lnTo>
                  <a:lnTo>
                    <a:pt x="331863" y="64820"/>
                  </a:lnTo>
                  <a:lnTo>
                    <a:pt x="329653" y="69037"/>
                  </a:lnTo>
                  <a:lnTo>
                    <a:pt x="327596" y="71640"/>
                  </a:lnTo>
                  <a:lnTo>
                    <a:pt x="327914" y="74891"/>
                  </a:lnTo>
                  <a:lnTo>
                    <a:pt x="328345" y="78308"/>
                  </a:lnTo>
                  <a:lnTo>
                    <a:pt x="331863" y="80645"/>
                  </a:lnTo>
                  <a:lnTo>
                    <a:pt x="333540" y="84035"/>
                  </a:lnTo>
                  <a:lnTo>
                    <a:pt x="335064" y="80149"/>
                  </a:lnTo>
                  <a:lnTo>
                    <a:pt x="337553" y="77203"/>
                  </a:lnTo>
                  <a:close/>
                </a:path>
                <a:path w="431165" h="1273810">
                  <a:moveTo>
                    <a:pt x="344360" y="41186"/>
                  </a:moveTo>
                  <a:lnTo>
                    <a:pt x="342633" y="39420"/>
                  </a:lnTo>
                  <a:lnTo>
                    <a:pt x="338074" y="39420"/>
                  </a:lnTo>
                  <a:lnTo>
                    <a:pt x="336359" y="41186"/>
                  </a:lnTo>
                  <a:lnTo>
                    <a:pt x="336359" y="45580"/>
                  </a:lnTo>
                  <a:lnTo>
                    <a:pt x="338074" y="47307"/>
                  </a:lnTo>
                  <a:lnTo>
                    <a:pt x="340296" y="47307"/>
                  </a:lnTo>
                  <a:lnTo>
                    <a:pt x="342633" y="47307"/>
                  </a:lnTo>
                  <a:lnTo>
                    <a:pt x="344360" y="45580"/>
                  </a:lnTo>
                  <a:lnTo>
                    <a:pt x="344360" y="41186"/>
                  </a:lnTo>
                  <a:close/>
                </a:path>
                <a:path w="431165" h="1273810">
                  <a:moveTo>
                    <a:pt x="353720" y="45440"/>
                  </a:moveTo>
                  <a:lnTo>
                    <a:pt x="351980" y="43878"/>
                  </a:lnTo>
                  <a:lnTo>
                    <a:pt x="347649" y="43878"/>
                  </a:lnTo>
                  <a:lnTo>
                    <a:pt x="345732" y="45440"/>
                  </a:lnTo>
                  <a:lnTo>
                    <a:pt x="345732" y="49872"/>
                  </a:lnTo>
                  <a:lnTo>
                    <a:pt x="347649" y="51689"/>
                  </a:lnTo>
                  <a:lnTo>
                    <a:pt x="349656" y="51689"/>
                  </a:lnTo>
                  <a:lnTo>
                    <a:pt x="351980" y="51689"/>
                  </a:lnTo>
                  <a:lnTo>
                    <a:pt x="353720" y="49872"/>
                  </a:lnTo>
                  <a:lnTo>
                    <a:pt x="353720" y="45440"/>
                  </a:lnTo>
                  <a:close/>
                </a:path>
                <a:path w="431165" h="1273810">
                  <a:moveTo>
                    <a:pt x="358990" y="22199"/>
                  </a:moveTo>
                  <a:lnTo>
                    <a:pt x="353961" y="23253"/>
                  </a:lnTo>
                  <a:lnTo>
                    <a:pt x="350113" y="27165"/>
                  </a:lnTo>
                  <a:lnTo>
                    <a:pt x="349097" y="32194"/>
                  </a:lnTo>
                  <a:lnTo>
                    <a:pt x="358990" y="32194"/>
                  </a:lnTo>
                  <a:lnTo>
                    <a:pt x="358990" y="22199"/>
                  </a:lnTo>
                  <a:close/>
                </a:path>
                <a:path w="431165" h="1273810">
                  <a:moveTo>
                    <a:pt x="359194" y="52082"/>
                  </a:moveTo>
                  <a:lnTo>
                    <a:pt x="357606" y="51841"/>
                  </a:lnTo>
                  <a:lnTo>
                    <a:pt x="356069" y="51346"/>
                  </a:lnTo>
                  <a:lnTo>
                    <a:pt x="354660" y="50787"/>
                  </a:lnTo>
                  <a:lnTo>
                    <a:pt x="354660" y="68884"/>
                  </a:lnTo>
                  <a:lnTo>
                    <a:pt x="359194" y="68884"/>
                  </a:lnTo>
                  <a:lnTo>
                    <a:pt x="359194" y="52082"/>
                  </a:lnTo>
                  <a:close/>
                </a:path>
                <a:path w="431165" h="1273810">
                  <a:moveTo>
                    <a:pt x="368490" y="50774"/>
                  </a:moveTo>
                  <a:lnTo>
                    <a:pt x="367004" y="51346"/>
                  </a:lnTo>
                  <a:lnTo>
                    <a:pt x="365569" y="51828"/>
                  </a:lnTo>
                  <a:lnTo>
                    <a:pt x="363855" y="52082"/>
                  </a:lnTo>
                  <a:lnTo>
                    <a:pt x="363855" y="68872"/>
                  </a:lnTo>
                  <a:lnTo>
                    <a:pt x="368490" y="68872"/>
                  </a:lnTo>
                  <a:lnTo>
                    <a:pt x="368490" y="50774"/>
                  </a:lnTo>
                  <a:close/>
                </a:path>
                <a:path w="431165" h="1273810">
                  <a:moveTo>
                    <a:pt x="372084" y="4114"/>
                  </a:moveTo>
                  <a:lnTo>
                    <a:pt x="369938" y="6832"/>
                  </a:lnTo>
                  <a:lnTo>
                    <a:pt x="366166" y="9245"/>
                  </a:lnTo>
                  <a:lnTo>
                    <a:pt x="362978" y="9880"/>
                  </a:lnTo>
                  <a:lnTo>
                    <a:pt x="363347" y="6400"/>
                  </a:lnTo>
                  <a:lnTo>
                    <a:pt x="365455" y="3568"/>
                  </a:lnTo>
                  <a:lnTo>
                    <a:pt x="368274" y="0"/>
                  </a:lnTo>
                  <a:lnTo>
                    <a:pt x="354850" y="0"/>
                  </a:lnTo>
                  <a:lnTo>
                    <a:pt x="357619" y="3568"/>
                  </a:lnTo>
                  <a:lnTo>
                    <a:pt x="359740" y="6400"/>
                  </a:lnTo>
                  <a:lnTo>
                    <a:pt x="360172" y="9880"/>
                  </a:lnTo>
                  <a:lnTo>
                    <a:pt x="356920" y="9245"/>
                  </a:lnTo>
                  <a:lnTo>
                    <a:pt x="353174" y="6832"/>
                  </a:lnTo>
                  <a:lnTo>
                    <a:pt x="351015" y="4114"/>
                  </a:lnTo>
                  <a:lnTo>
                    <a:pt x="351015" y="17754"/>
                  </a:lnTo>
                  <a:lnTo>
                    <a:pt x="353174" y="14846"/>
                  </a:lnTo>
                  <a:lnTo>
                    <a:pt x="356844" y="12395"/>
                  </a:lnTo>
                  <a:lnTo>
                    <a:pt x="360172" y="11925"/>
                  </a:lnTo>
                  <a:lnTo>
                    <a:pt x="359702" y="15367"/>
                  </a:lnTo>
                  <a:lnTo>
                    <a:pt x="357352" y="18453"/>
                  </a:lnTo>
                  <a:lnTo>
                    <a:pt x="354571" y="20612"/>
                  </a:lnTo>
                  <a:lnTo>
                    <a:pt x="368490" y="20612"/>
                  </a:lnTo>
                  <a:lnTo>
                    <a:pt x="365645" y="18453"/>
                  </a:lnTo>
                  <a:lnTo>
                    <a:pt x="363448" y="15367"/>
                  </a:lnTo>
                  <a:lnTo>
                    <a:pt x="362978" y="11925"/>
                  </a:lnTo>
                  <a:lnTo>
                    <a:pt x="366293" y="12395"/>
                  </a:lnTo>
                  <a:lnTo>
                    <a:pt x="369938" y="14846"/>
                  </a:lnTo>
                  <a:lnTo>
                    <a:pt x="372084" y="17754"/>
                  </a:lnTo>
                  <a:lnTo>
                    <a:pt x="372084" y="4114"/>
                  </a:lnTo>
                  <a:close/>
                </a:path>
                <a:path w="431165" h="1273810">
                  <a:moveTo>
                    <a:pt x="373849" y="37109"/>
                  </a:moveTo>
                  <a:lnTo>
                    <a:pt x="349224" y="37109"/>
                  </a:lnTo>
                  <a:lnTo>
                    <a:pt x="350507" y="42595"/>
                  </a:lnTo>
                  <a:lnTo>
                    <a:pt x="355485" y="46570"/>
                  </a:lnTo>
                  <a:lnTo>
                    <a:pt x="367588" y="46570"/>
                  </a:lnTo>
                  <a:lnTo>
                    <a:pt x="372643" y="42595"/>
                  </a:lnTo>
                  <a:lnTo>
                    <a:pt x="373849" y="37109"/>
                  </a:lnTo>
                  <a:close/>
                </a:path>
                <a:path w="431165" h="1273810">
                  <a:moveTo>
                    <a:pt x="374015" y="32194"/>
                  </a:moveTo>
                  <a:lnTo>
                    <a:pt x="373087" y="27165"/>
                  </a:lnTo>
                  <a:lnTo>
                    <a:pt x="369163" y="23380"/>
                  </a:lnTo>
                  <a:lnTo>
                    <a:pt x="364197" y="22199"/>
                  </a:lnTo>
                  <a:lnTo>
                    <a:pt x="364197" y="32194"/>
                  </a:lnTo>
                  <a:lnTo>
                    <a:pt x="374015" y="32194"/>
                  </a:lnTo>
                  <a:close/>
                </a:path>
                <a:path w="431165" h="1273810">
                  <a:moveTo>
                    <a:pt x="377444" y="45427"/>
                  </a:moveTo>
                  <a:lnTo>
                    <a:pt x="375589" y="43865"/>
                  </a:lnTo>
                  <a:lnTo>
                    <a:pt x="371144" y="43865"/>
                  </a:lnTo>
                  <a:lnTo>
                    <a:pt x="369366" y="45427"/>
                  </a:lnTo>
                  <a:lnTo>
                    <a:pt x="369366" y="47663"/>
                  </a:lnTo>
                  <a:lnTo>
                    <a:pt x="369366" y="49872"/>
                  </a:lnTo>
                  <a:lnTo>
                    <a:pt x="371144" y="51689"/>
                  </a:lnTo>
                  <a:lnTo>
                    <a:pt x="375589" y="51689"/>
                  </a:lnTo>
                  <a:lnTo>
                    <a:pt x="377444" y="49872"/>
                  </a:lnTo>
                  <a:lnTo>
                    <a:pt x="377444" y="45427"/>
                  </a:lnTo>
                  <a:close/>
                </a:path>
                <a:path w="431165" h="1273810">
                  <a:moveTo>
                    <a:pt x="386740" y="41186"/>
                  </a:moveTo>
                  <a:lnTo>
                    <a:pt x="384873" y="39420"/>
                  </a:lnTo>
                  <a:lnTo>
                    <a:pt x="380593" y="39420"/>
                  </a:lnTo>
                  <a:lnTo>
                    <a:pt x="378726" y="41186"/>
                  </a:lnTo>
                  <a:lnTo>
                    <a:pt x="378726" y="45580"/>
                  </a:lnTo>
                  <a:lnTo>
                    <a:pt x="380593" y="47307"/>
                  </a:lnTo>
                  <a:lnTo>
                    <a:pt x="382701" y="47307"/>
                  </a:lnTo>
                  <a:lnTo>
                    <a:pt x="384873" y="47307"/>
                  </a:lnTo>
                  <a:lnTo>
                    <a:pt x="386740" y="45580"/>
                  </a:lnTo>
                  <a:lnTo>
                    <a:pt x="386740" y="41186"/>
                  </a:lnTo>
                  <a:close/>
                </a:path>
                <a:path w="431165" h="1273810">
                  <a:moveTo>
                    <a:pt x="395592" y="71640"/>
                  </a:moveTo>
                  <a:lnTo>
                    <a:pt x="393585" y="69037"/>
                  </a:lnTo>
                  <a:lnTo>
                    <a:pt x="391363" y="64820"/>
                  </a:lnTo>
                  <a:lnTo>
                    <a:pt x="390550" y="66992"/>
                  </a:lnTo>
                  <a:lnTo>
                    <a:pt x="386181" y="71132"/>
                  </a:lnTo>
                  <a:lnTo>
                    <a:pt x="385559" y="77203"/>
                  </a:lnTo>
                  <a:lnTo>
                    <a:pt x="388239" y="80149"/>
                  </a:lnTo>
                  <a:lnTo>
                    <a:pt x="389712" y="84035"/>
                  </a:lnTo>
                  <a:lnTo>
                    <a:pt x="391363" y="80645"/>
                  </a:lnTo>
                  <a:lnTo>
                    <a:pt x="394995" y="78308"/>
                  </a:lnTo>
                  <a:lnTo>
                    <a:pt x="395592" y="71640"/>
                  </a:lnTo>
                  <a:close/>
                </a:path>
                <a:path w="431165" h="1273810">
                  <a:moveTo>
                    <a:pt x="396595" y="38442"/>
                  </a:moveTo>
                  <a:lnTo>
                    <a:pt x="394919" y="36753"/>
                  </a:lnTo>
                  <a:lnTo>
                    <a:pt x="390410" y="36753"/>
                  </a:lnTo>
                  <a:lnTo>
                    <a:pt x="388632" y="38442"/>
                  </a:lnTo>
                  <a:lnTo>
                    <a:pt x="388632" y="42710"/>
                  </a:lnTo>
                  <a:lnTo>
                    <a:pt x="390410" y="44526"/>
                  </a:lnTo>
                  <a:lnTo>
                    <a:pt x="392633" y="44526"/>
                  </a:lnTo>
                  <a:lnTo>
                    <a:pt x="394919" y="44526"/>
                  </a:lnTo>
                  <a:lnTo>
                    <a:pt x="396595" y="42710"/>
                  </a:lnTo>
                  <a:lnTo>
                    <a:pt x="396595" y="38442"/>
                  </a:lnTo>
                  <a:close/>
                </a:path>
                <a:path w="431165" h="1273810">
                  <a:moveTo>
                    <a:pt x="407123" y="37541"/>
                  </a:moveTo>
                  <a:lnTo>
                    <a:pt x="405218" y="35699"/>
                  </a:lnTo>
                  <a:lnTo>
                    <a:pt x="400888" y="35699"/>
                  </a:lnTo>
                  <a:lnTo>
                    <a:pt x="399161" y="37541"/>
                  </a:lnTo>
                  <a:lnTo>
                    <a:pt x="399161" y="41694"/>
                  </a:lnTo>
                  <a:lnTo>
                    <a:pt x="400888" y="43586"/>
                  </a:lnTo>
                  <a:lnTo>
                    <a:pt x="403199" y="43586"/>
                  </a:lnTo>
                  <a:lnTo>
                    <a:pt x="405218" y="43586"/>
                  </a:lnTo>
                  <a:lnTo>
                    <a:pt x="407123" y="41694"/>
                  </a:lnTo>
                  <a:lnTo>
                    <a:pt x="407123" y="37541"/>
                  </a:lnTo>
                  <a:close/>
                </a:path>
                <a:path w="431165" h="1273810">
                  <a:moveTo>
                    <a:pt x="417156" y="40386"/>
                  </a:moveTo>
                  <a:lnTo>
                    <a:pt x="415315" y="38684"/>
                  </a:lnTo>
                  <a:lnTo>
                    <a:pt x="410819" y="38684"/>
                  </a:lnTo>
                  <a:lnTo>
                    <a:pt x="409079" y="40386"/>
                  </a:lnTo>
                  <a:lnTo>
                    <a:pt x="409079" y="44856"/>
                  </a:lnTo>
                  <a:lnTo>
                    <a:pt x="410819" y="46507"/>
                  </a:lnTo>
                  <a:lnTo>
                    <a:pt x="413131" y="46507"/>
                  </a:lnTo>
                  <a:lnTo>
                    <a:pt x="415315" y="46507"/>
                  </a:lnTo>
                  <a:lnTo>
                    <a:pt x="417156" y="44856"/>
                  </a:lnTo>
                  <a:lnTo>
                    <a:pt x="417156" y="40386"/>
                  </a:lnTo>
                  <a:close/>
                </a:path>
                <a:path w="431165" h="1273810">
                  <a:moveTo>
                    <a:pt x="424954" y="47142"/>
                  </a:moveTo>
                  <a:lnTo>
                    <a:pt x="423075" y="45440"/>
                  </a:lnTo>
                  <a:lnTo>
                    <a:pt x="418706" y="45440"/>
                  </a:lnTo>
                  <a:lnTo>
                    <a:pt x="416941" y="47142"/>
                  </a:lnTo>
                  <a:lnTo>
                    <a:pt x="416941" y="51600"/>
                  </a:lnTo>
                  <a:lnTo>
                    <a:pt x="418706" y="53225"/>
                  </a:lnTo>
                  <a:lnTo>
                    <a:pt x="421005" y="53225"/>
                  </a:lnTo>
                  <a:lnTo>
                    <a:pt x="423075" y="53225"/>
                  </a:lnTo>
                  <a:lnTo>
                    <a:pt x="424954" y="51600"/>
                  </a:lnTo>
                  <a:lnTo>
                    <a:pt x="424954" y="47142"/>
                  </a:lnTo>
                  <a:close/>
                </a:path>
                <a:path w="431165" h="1273810">
                  <a:moveTo>
                    <a:pt x="428637" y="75158"/>
                  </a:moveTo>
                  <a:lnTo>
                    <a:pt x="426923" y="73393"/>
                  </a:lnTo>
                  <a:lnTo>
                    <a:pt x="424726" y="73393"/>
                  </a:lnTo>
                  <a:lnTo>
                    <a:pt x="422478" y="73393"/>
                  </a:lnTo>
                  <a:lnTo>
                    <a:pt x="420598" y="75158"/>
                  </a:lnTo>
                  <a:lnTo>
                    <a:pt x="420598" y="79552"/>
                  </a:lnTo>
                  <a:lnTo>
                    <a:pt x="422478" y="81330"/>
                  </a:lnTo>
                  <a:lnTo>
                    <a:pt x="426923" y="81330"/>
                  </a:lnTo>
                  <a:lnTo>
                    <a:pt x="428637" y="79552"/>
                  </a:lnTo>
                  <a:lnTo>
                    <a:pt x="428637" y="75158"/>
                  </a:lnTo>
                  <a:close/>
                </a:path>
                <a:path w="431165" h="1273810">
                  <a:moveTo>
                    <a:pt x="429285" y="56184"/>
                  </a:moveTo>
                  <a:lnTo>
                    <a:pt x="427507" y="54317"/>
                  </a:lnTo>
                  <a:lnTo>
                    <a:pt x="423075" y="54317"/>
                  </a:lnTo>
                  <a:lnTo>
                    <a:pt x="421360" y="56184"/>
                  </a:lnTo>
                  <a:lnTo>
                    <a:pt x="421360" y="58331"/>
                  </a:lnTo>
                  <a:lnTo>
                    <a:pt x="421360" y="60502"/>
                  </a:lnTo>
                  <a:lnTo>
                    <a:pt x="423075" y="62306"/>
                  </a:lnTo>
                  <a:lnTo>
                    <a:pt x="427507" y="62306"/>
                  </a:lnTo>
                  <a:lnTo>
                    <a:pt x="429285" y="60502"/>
                  </a:lnTo>
                  <a:lnTo>
                    <a:pt x="429285" y="56184"/>
                  </a:lnTo>
                  <a:close/>
                </a:path>
                <a:path w="431165" h="1273810">
                  <a:moveTo>
                    <a:pt x="430644" y="65735"/>
                  </a:moveTo>
                  <a:lnTo>
                    <a:pt x="428879" y="63995"/>
                  </a:lnTo>
                  <a:lnTo>
                    <a:pt x="426631" y="63995"/>
                  </a:lnTo>
                  <a:lnTo>
                    <a:pt x="424510" y="63995"/>
                  </a:lnTo>
                  <a:lnTo>
                    <a:pt x="422579" y="65735"/>
                  </a:lnTo>
                  <a:lnTo>
                    <a:pt x="422579" y="70129"/>
                  </a:lnTo>
                  <a:lnTo>
                    <a:pt x="424510" y="71742"/>
                  </a:lnTo>
                  <a:lnTo>
                    <a:pt x="428879" y="71742"/>
                  </a:lnTo>
                  <a:lnTo>
                    <a:pt x="430644" y="70129"/>
                  </a:lnTo>
                  <a:lnTo>
                    <a:pt x="430644" y="65735"/>
                  </a:lnTo>
                  <a:close/>
                </a:path>
              </a:pathLst>
            </a:custGeom>
            <a:solidFill>
              <a:srgbClr val="FFFFFF"/>
            </a:solidFill>
          </p:spPr>
          <p:txBody>
            <a:bodyPr wrap="square" lIns="0" tIns="0" rIns="0" bIns="0" rtlCol="0"/>
            <a:lstStyle/>
            <a:p>
              <a:endParaRPr/>
            </a:p>
          </p:txBody>
        </p:sp>
        <p:pic>
          <p:nvPicPr>
            <p:cNvPr id="4" name="object 4"/>
            <p:cNvPicPr>
              <a:picLocks noGrp="1" noRot="1" noMove="1" noResize="1" noEditPoints="1" noAdjustHandles="1" noChangeArrowheads="1" noChangeShapeType="1" noCrop="1"/>
            </p:cNvPicPr>
            <p:nvPr/>
          </p:nvPicPr>
          <p:blipFill>
            <a:blip r:embed="rId3" cstate="print"/>
            <a:stretch>
              <a:fillRect/>
            </a:stretch>
          </p:blipFill>
          <p:spPr>
            <a:xfrm>
              <a:off x="859313" y="758855"/>
              <a:ext cx="127684" cy="138549"/>
            </a:xfrm>
            <a:prstGeom prst="rect">
              <a:avLst/>
            </a:prstGeom>
          </p:spPr>
        </p:pic>
        <p:sp>
          <p:nvSpPr>
            <p:cNvPr id="5" name="object 5"/>
            <p:cNvSpPr>
              <a:spLocks noGrp="1" noRot="1" noMove="1" noResize="1" noEditPoints="1" noAdjustHandles="1" noChangeArrowheads="1" noChangeShapeType="1"/>
            </p:cNvSpPr>
            <p:nvPr/>
          </p:nvSpPr>
          <p:spPr>
            <a:xfrm>
              <a:off x="750720" y="833538"/>
              <a:ext cx="382905" cy="100965"/>
            </a:xfrm>
            <a:custGeom>
              <a:avLst/>
              <a:gdLst/>
              <a:ahLst/>
              <a:cxnLst/>
              <a:rect l="l" t="t" r="r" b="b"/>
              <a:pathLst>
                <a:path w="382905" h="100965">
                  <a:moveTo>
                    <a:pt x="191296" y="100680"/>
                  </a:moveTo>
                  <a:lnTo>
                    <a:pt x="141980" y="95797"/>
                  </a:lnTo>
                  <a:lnTo>
                    <a:pt x="116222" y="66004"/>
                  </a:lnTo>
                  <a:lnTo>
                    <a:pt x="108211" y="49550"/>
                  </a:lnTo>
                  <a:lnTo>
                    <a:pt x="108211" y="38518"/>
                  </a:lnTo>
                  <a:lnTo>
                    <a:pt x="119910" y="28106"/>
                  </a:lnTo>
                  <a:lnTo>
                    <a:pt x="109483" y="30361"/>
                  </a:lnTo>
                  <a:lnTo>
                    <a:pt x="98933" y="35024"/>
                  </a:lnTo>
                  <a:lnTo>
                    <a:pt x="88336" y="41244"/>
                  </a:lnTo>
                  <a:lnTo>
                    <a:pt x="61533" y="58575"/>
                  </a:lnTo>
                  <a:lnTo>
                    <a:pt x="47923" y="65679"/>
                  </a:lnTo>
                  <a:lnTo>
                    <a:pt x="41178" y="67616"/>
                  </a:lnTo>
                  <a:lnTo>
                    <a:pt x="28212" y="67616"/>
                  </a:lnTo>
                  <a:lnTo>
                    <a:pt x="6506" y="51161"/>
                  </a:lnTo>
                  <a:lnTo>
                    <a:pt x="348" y="48403"/>
                  </a:lnTo>
                  <a:lnTo>
                    <a:pt x="0" y="47551"/>
                  </a:lnTo>
                  <a:lnTo>
                    <a:pt x="522" y="45924"/>
                  </a:lnTo>
                  <a:lnTo>
                    <a:pt x="1409" y="45521"/>
                  </a:lnTo>
                  <a:lnTo>
                    <a:pt x="2216" y="45769"/>
                  </a:lnTo>
                  <a:lnTo>
                    <a:pt x="16212" y="46242"/>
                  </a:lnTo>
                  <a:lnTo>
                    <a:pt x="31341" y="41314"/>
                  </a:lnTo>
                  <a:lnTo>
                    <a:pt x="47137" y="32831"/>
                  </a:lnTo>
                  <a:lnTo>
                    <a:pt x="76300" y="14203"/>
                  </a:lnTo>
                  <a:lnTo>
                    <a:pt x="88981" y="6966"/>
                  </a:lnTo>
                  <a:lnTo>
                    <a:pt x="101041" y="1905"/>
                  </a:lnTo>
                  <a:lnTo>
                    <a:pt x="112343" y="0"/>
                  </a:lnTo>
                  <a:lnTo>
                    <a:pt x="117662" y="0"/>
                  </a:lnTo>
                  <a:lnTo>
                    <a:pt x="122364" y="1146"/>
                  </a:lnTo>
                  <a:lnTo>
                    <a:pt x="131531" y="5965"/>
                  </a:lnTo>
                  <a:lnTo>
                    <a:pt x="135346" y="10365"/>
                  </a:lnTo>
                  <a:lnTo>
                    <a:pt x="140223" y="21846"/>
                  </a:lnTo>
                  <a:lnTo>
                    <a:pt x="148946" y="35527"/>
                  </a:lnTo>
                  <a:lnTo>
                    <a:pt x="148946" y="41756"/>
                  </a:lnTo>
                  <a:lnTo>
                    <a:pt x="147870" y="44080"/>
                  </a:lnTo>
                  <a:lnTo>
                    <a:pt x="143136" y="48171"/>
                  </a:lnTo>
                  <a:lnTo>
                    <a:pt x="127526" y="56026"/>
                  </a:lnTo>
                  <a:lnTo>
                    <a:pt x="127272" y="58908"/>
                  </a:lnTo>
                  <a:lnTo>
                    <a:pt x="171766" y="68448"/>
                  </a:lnTo>
                  <a:lnTo>
                    <a:pt x="191296" y="69242"/>
                  </a:lnTo>
                  <a:lnTo>
                    <a:pt x="201286" y="69039"/>
                  </a:lnTo>
                  <a:lnTo>
                    <a:pt x="243526" y="63080"/>
                  </a:lnTo>
                  <a:lnTo>
                    <a:pt x="255511" y="59016"/>
                  </a:lnTo>
                  <a:lnTo>
                    <a:pt x="255020" y="57064"/>
                  </a:lnTo>
                  <a:lnTo>
                    <a:pt x="242307" y="50650"/>
                  </a:lnTo>
                  <a:lnTo>
                    <a:pt x="239441" y="48682"/>
                  </a:lnTo>
                  <a:lnTo>
                    <a:pt x="234945" y="44251"/>
                  </a:lnTo>
                  <a:lnTo>
                    <a:pt x="233726" y="41756"/>
                  </a:lnTo>
                  <a:lnTo>
                    <a:pt x="233726" y="35527"/>
                  </a:lnTo>
                  <a:lnTo>
                    <a:pt x="242560" y="21846"/>
                  </a:lnTo>
                  <a:lnTo>
                    <a:pt x="247389" y="10365"/>
                  </a:lnTo>
                  <a:lnTo>
                    <a:pt x="251236" y="5965"/>
                  </a:lnTo>
                  <a:lnTo>
                    <a:pt x="256096" y="3176"/>
                  </a:lnTo>
                  <a:lnTo>
                    <a:pt x="260260" y="1146"/>
                  </a:lnTo>
                  <a:lnTo>
                    <a:pt x="264962" y="0"/>
                  </a:lnTo>
                  <a:lnTo>
                    <a:pt x="270424" y="0"/>
                  </a:lnTo>
                  <a:lnTo>
                    <a:pt x="281660" y="1905"/>
                  </a:lnTo>
                  <a:lnTo>
                    <a:pt x="293697" y="6966"/>
                  </a:lnTo>
                  <a:lnTo>
                    <a:pt x="306376" y="14203"/>
                  </a:lnTo>
                  <a:lnTo>
                    <a:pt x="335500" y="32831"/>
                  </a:lnTo>
                  <a:lnTo>
                    <a:pt x="351306" y="41314"/>
                  </a:lnTo>
                  <a:lnTo>
                    <a:pt x="366475" y="46242"/>
                  </a:lnTo>
                  <a:lnTo>
                    <a:pt x="380535" y="45769"/>
                  </a:lnTo>
                  <a:lnTo>
                    <a:pt x="381311" y="45521"/>
                  </a:lnTo>
                  <a:lnTo>
                    <a:pt x="382182" y="45924"/>
                  </a:lnTo>
                  <a:lnTo>
                    <a:pt x="382467" y="46683"/>
                  </a:lnTo>
                  <a:lnTo>
                    <a:pt x="382688" y="47551"/>
                  </a:lnTo>
                  <a:lnTo>
                    <a:pt x="382324" y="48403"/>
                  </a:lnTo>
                  <a:lnTo>
                    <a:pt x="376166" y="51083"/>
                  </a:lnTo>
                  <a:lnTo>
                    <a:pt x="354460" y="67616"/>
                  </a:lnTo>
                  <a:lnTo>
                    <a:pt x="341510" y="67616"/>
                  </a:lnTo>
                  <a:lnTo>
                    <a:pt x="334860" y="65679"/>
                  </a:lnTo>
                  <a:lnTo>
                    <a:pt x="319456" y="57715"/>
                  </a:lnTo>
                  <a:lnTo>
                    <a:pt x="294434" y="41212"/>
                  </a:lnTo>
                  <a:lnTo>
                    <a:pt x="283777" y="34995"/>
                  </a:lnTo>
                  <a:lnTo>
                    <a:pt x="273188" y="30350"/>
                  </a:lnTo>
                  <a:lnTo>
                    <a:pt x="262746" y="28106"/>
                  </a:lnTo>
                  <a:lnTo>
                    <a:pt x="274968" y="38936"/>
                  </a:lnTo>
                  <a:lnTo>
                    <a:pt x="274968" y="49704"/>
                  </a:lnTo>
                  <a:lnTo>
                    <a:pt x="271216" y="56599"/>
                  </a:lnTo>
                  <a:lnTo>
                    <a:pt x="266593" y="66004"/>
                  </a:lnTo>
                  <a:lnTo>
                    <a:pt x="261099" y="86999"/>
                  </a:lnTo>
                  <a:lnTo>
                    <a:pt x="251078" y="92034"/>
                  </a:lnTo>
                  <a:lnTo>
                    <a:pt x="240766" y="95797"/>
                  </a:lnTo>
                  <a:lnTo>
                    <a:pt x="227326" y="98501"/>
                  </a:lnTo>
                  <a:lnTo>
                    <a:pt x="210816" y="100133"/>
                  </a:lnTo>
                  <a:lnTo>
                    <a:pt x="191296" y="100680"/>
                  </a:lnTo>
                  <a:close/>
                </a:path>
              </a:pathLst>
            </a:custGeom>
            <a:solidFill>
              <a:srgbClr val="FFFFFF"/>
            </a:solidFill>
          </p:spPr>
          <p:txBody>
            <a:bodyPr wrap="square" lIns="0" tIns="0" rIns="0" bIns="0" rtlCol="0"/>
            <a:lstStyle/>
            <a:p>
              <a:endParaRPr/>
            </a:p>
          </p:txBody>
        </p:sp>
        <p:pic>
          <p:nvPicPr>
            <p:cNvPr id="6" name="object 6"/>
            <p:cNvPicPr>
              <a:picLocks noGrp="1" noRot="1" noMove="1" noResize="1" noEditPoints="1" noAdjustHandles="1" noChangeArrowheads="1" noChangeShapeType="1" noCrop="1"/>
            </p:cNvPicPr>
            <p:nvPr/>
          </p:nvPicPr>
          <p:blipFill>
            <a:blip r:embed="rId4" cstate="print"/>
            <a:stretch>
              <a:fillRect/>
            </a:stretch>
          </p:blipFill>
          <p:spPr>
            <a:xfrm>
              <a:off x="864000" y="607992"/>
              <a:ext cx="162906" cy="217170"/>
            </a:xfrm>
            <a:prstGeom prst="rect">
              <a:avLst/>
            </a:prstGeom>
          </p:spPr>
        </p:pic>
        <p:sp>
          <p:nvSpPr>
            <p:cNvPr id="7" name="object 7"/>
            <p:cNvSpPr>
              <a:spLocks noGrp="1" noRot="1" noMove="1" noResize="1" noEditPoints="1" noAdjustHandles="1" noChangeArrowheads="1" noChangeShapeType="1"/>
            </p:cNvSpPr>
            <p:nvPr/>
          </p:nvSpPr>
          <p:spPr>
            <a:xfrm>
              <a:off x="702043" y="546036"/>
              <a:ext cx="492759" cy="325120"/>
            </a:xfrm>
            <a:custGeom>
              <a:avLst/>
              <a:gdLst/>
              <a:ahLst/>
              <a:cxnLst/>
              <a:rect l="l" t="t" r="r" b="b"/>
              <a:pathLst>
                <a:path w="492759" h="325119">
                  <a:moveTo>
                    <a:pt x="71945" y="28511"/>
                  </a:moveTo>
                  <a:lnTo>
                    <a:pt x="70612" y="27266"/>
                  </a:lnTo>
                  <a:lnTo>
                    <a:pt x="67449" y="27266"/>
                  </a:lnTo>
                  <a:lnTo>
                    <a:pt x="66065" y="28511"/>
                  </a:lnTo>
                  <a:lnTo>
                    <a:pt x="66065" y="31661"/>
                  </a:lnTo>
                  <a:lnTo>
                    <a:pt x="67449" y="32893"/>
                  </a:lnTo>
                  <a:lnTo>
                    <a:pt x="70612" y="32893"/>
                  </a:lnTo>
                  <a:lnTo>
                    <a:pt x="71945" y="31661"/>
                  </a:lnTo>
                  <a:lnTo>
                    <a:pt x="71945" y="30048"/>
                  </a:lnTo>
                  <a:lnTo>
                    <a:pt x="71945" y="28511"/>
                  </a:lnTo>
                  <a:close/>
                </a:path>
                <a:path w="492759" h="325119">
                  <a:moveTo>
                    <a:pt x="73012" y="36055"/>
                  </a:moveTo>
                  <a:lnTo>
                    <a:pt x="71653" y="34772"/>
                  </a:lnTo>
                  <a:lnTo>
                    <a:pt x="68478" y="34772"/>
                  </a:lnTo>
                  <a:lnTo>
                    <a:pt x="67106" y="36055"/>
                  </a:lnTo>
                  <a:lnTo>
                    <a:pt x="67106" y="39103"/>
                  </a:lnTo>
                  <a:lnTo>
                    <a:pt x="68478" y="40513"/>
                  </a:lnTo>
                  <a:lnTo>
                    <a:pt x="71653" y="40513"/>
                  </a:lnTo>
                  <a:lnTo>
                    <a:pt x="73012" y="39103"/>
                  </a:lnTo>
                  <a:lnTo>
                    <a:pt x="73012" y="37490"/>
                  </a:lnTo>
                  <a:lnTo>
                    <a:pt x="73012" y="36055"/>
                  </a:lnTo>
                  <a:close/>
                </a:path>
                <a:path w="492759" h="325119">
                  <a:moveTo>
                    <a:pt x="76466" y="22326"/>
                  </a:moveTo>
                  <a:lnTo>
                    <a:pt x="75107" y="21132"/>
                  </a:lnTo>
                  <a:lnTo>
                    <a:pt x="71945" y="21132"/>
                  </a:lnTo>
                  <a:lnTo>
                    <a:pt x="70688" y="22326"/>
                  </a:lnTo>
                  <a:lnTo>
                    <a:pt x="70688" y="25438"/>
                  </a:lnTo>
                  <a:lnTo>
                    <a:pt x="71945" y="26771"/>
                  </a:lnTo>
                  <a:lnTo>
                    <a:pt x="73596" y="26771"/>
                  </a:lnTo>
                  <a:lnTo>
                    <a:pt x="75107" y="26771"/>
                  </a:lnTo>
                  <a:lnTo>
                    <a:pt x="76466" y="25438"/>
                  </a:lnTo>
                  <a:lnTo>
                    <a:pt x="76466" y="22326"/>
                  </a:lnTo>
                  <a:close/>
                </a:path>
                <a:path w="492759" h="325119">
                  <a:moveTo>
                    <a:pt x="84124" y="21856"/>
                  </a:moveTo>
                  <a:lnTo>
                    <a:pt x="82880" y="20637"/>
                  </a:lnTo>
                  <a:lnTo>
                    <a:pt x="79679" y="20637"/>
                  </a:lnTo>
                  <a:lnTo>
                    <a:pt x="78409" y="21856"/>
                  </a:lnTo>
                  <a:lnTo>
                    <a:pt x="78409" y="24993"/>
                  </a:lnTo>
                  <a:lnTo>
                    <a:pt x="79679" y="26327"/>
                  </a:lnTo>
                  <a:lnTo>
                    <a:pt x="81229" y="26327"/>
                  </a:lnTo>
                  <a:lnTo>
                    <a:pt x="82880" y="26327"/>
                  </a:lnTo>
                  <a:lnTo>
                    <a:pt x="84124" y="24993"/>
                  </a:lnTo>
                  <a:lnTo>
                    <a:pt x="84124" y="21856"/>
                  </a:lnTo>
                  <a:close/>
                </a:path>
                <a:path w="492759" h="325119">
                  <a:moveTo>
                    <a:pt x="94157" y="24358"/>
                  </a:moveTo>
                  <a:lnTo>
                    <a:pt x="94043" y="20967"/>
                  </a:lnTo>
                  <a:lnTo>
                    <a:pt x="93319" y="19939"/>
                  </a:lnTo>
                  <a:lnTo>
                    <a:pt x="92087" y="19316"/>
                  </a:lnTo>
                  <a:lnTo>
                    <a:pt x="90779" y="18237"/>
                  </a:lnTo>
                  <a:lnTo>
                    <a:pt x="89103" y="16637"/>
                  </a:lnTo>
                  <a:lnTo>
                    <a:pt x="88595" y="16052"/>
                  </a:lnTo>
                  <a:lnTo>
                    <a:pt x="88112" y="15494"/>
                  </a:lnTo>
                  <a:lnTo>
                    <a:pt x="88163" y="15341"/>
                  </a:lnTo>
                  <a:lnTo>
                    <a:pt x="88265" y="15113"/>
                  </a:lnTo>
                  <a:lnTo>
                    <a:pt x="93243" y="15494"/>
                  </a:lnTo>
                  <a:lnTo>
                    <a:pt x="93179" y="15341"/>
                  </a:lnTo>
                  <a:lnTo>
                    <a:pt x="93091" y="15113"/>
                  </a:lnTo>
                  <a:lnTo>
                    <a:pt x="92456" y="13474"/>
                  </a:lnTo>
                  <a:lnTo>
                    <a:pt x="91262" y="10426"/>
                  </a:lnTo>
                  <a:lnTo>
                    <a:pt x="87731" y="13474"/>
                  </a:lnTo>
                  <a:lnTo>
                    <a:pt x="87363" y="13474"/>
                  </a:lnTo>
                  <a:lnTo>
                    <a:pt x="87083" y="8115"/>
                  </a:lnTo>
                  <a:lnTo>
                    <a:pt x="82042" y="9906"/>
                  </a:lnTo>
                  <a:lnTo>
                    <a:pt x="85382" y="13995"/>
                  </a:lnTo>
                  <a:lnTo>
                    <a:pt x="85242" y="14224"/>
                  </a:lnTo>
                  <a:lnTo>
                    <a:pt x="85242" y="14376"/>
                  </a:lnTo>
                  <a:lnTo>
                    <a:pt x="80759" y="14630"/>
                  </a:lnTo>
                  <a:lnTo>
                    <a:pt x="83185" y="19697"/>
                  </a:lnTo>
                  <a:lnTo>
                    <a:pt x="86080" y="16052"/>
                  </a:lnTo>
                  <a:lnTo>
                    <a:pt x="86220" y="16052"/>
                  </a:lnTo>
                  <a:lnTo>
                    <a:pt x="86347" y="16637"/>
                  </a:lnTo>
                  <a:lnTo>
                    <a:pt x="86588" y="17881"/>
                  </a:lnTo>
                  <a:lnTo>
                    <a:pt x="86715" y="19697"/>
                  </a:lnTo>
                  <a:lnTo>
                    <a:pt x="86791" y="24358"/>
                  </a:lnTo>
                  <a:lnTo>
                    <a:pt x="88392" y="26060"/>
                  </a:lnTo>
                  <a:lnTo>
                    <a:pt x="92506" y="26060"/>
                  </a:lnTo>
                  <a:lnTo>
                    <a:pt x="94157" y="24358"/>
                  </a:lnTo>
                  <a:close/>
                </a:path>
                <a:path w="492759" h="325119">
                  <a:moveTo>
                    <a:pt x="100431" y="15557"/>
                  </a:moveTo>
                  <a:lnTo>
                    <a:pt x="99174" y="14630"/>
                  </a:lnTo>
                  <a:lnTo>
                    <a:pt x="98107" y="13474"/>
                  </a:lnTo>
                  <a:lnTo>
                    <a:pt x="96126" y="13474"/>
                  </a:lnTo>
                  <a:lnTo>
                    <a:pt x="95008" y="14630"/>
                  </a:lnTo>
                  <a:lnTo>
                    <a:pt x="93941" y="15557"/>
                  </a:lnTo>
                  <a:lnTo>
                    <a:pt x="93941" y="17360"/>
                  </a:lnTo>
                  <a:lnTo>
                    <a:pt x="95084" y="18605"/>
                  </a:lnTo>
                  <a:lnTo>
                    <a:pt x="96126" y="19685"/>
                  </a:lnTo>
                  <a:lnTo>
                    <a:pt x="98107" y="19685"/>
                  </a:lnTo>
                  <a:lnTo>
                    <a:pt x="99174" y="18516"/>
                  </a:lnTo>
                  <a:lnTo>
                    <a:pt x="100431" y="17360"/>
                  </a:lnTo>
                  <a:lnTo>
                    <a:pt x="100431" y="15557"/>
                  </a:lnTo>
                  <a:close/>
                </a:path>
                <a:path w="492759" h="325119">
                  <a:moveTo>
                    <a:pt x="106845" y="10795"/>
                  </a:moveTo>
                  <a:lnTo>
                    <a:pt x="105765" y="9817"/>
                  </a:lnTo>
                  <a:lnTo>
                    <a:pt x="104559" y="8572"/>
                  </a:lnTo>
                  <a:lnTo>
                    <a:pt x="102730" y="8572"/>
                  </a:lnTo>
                  <a:lnTo>
                    <a:pt x="101536" y="9817"/>
                  </a:lnTo>
                  <a:lnTo>
                    <a:pt x="100457" y="10795"/>
                  </a:lnTo>
                  <a:lnTo>
                    <a:pt x="100457" y="12661"/>
                  </a:lnTo>
                  <a:lnTo>
                    <a:pt x="101536" y="13906"/>
                  </a:lnTo>
                  <a:lnTo>
                    <a:pt x="102730" y="14859"/>
                  </a:lnTo>
                  <a:lnTo>
                    <a:pt x="104559" y="14859"/>
                  </a:lnTo>
                  <a:lnTo>
                    <a:pt x="105765" y="13906"/>
                  </a:lnTo>
                  <a:lnTo>
                    <a:pt x="106845" y="12661"/>
                  </a:lnTo>
                  <a:lnTo>
                    <a:pt x="106845" y="10795"/>
                  </a:lnTo>
                  <a:close/>
                </a:path>
                <a:path w="492759" h="325119">
                  <a:moveTo>
                    <a:pt x="114452" y="12128"/>
                  </a:moveTo>
                  <a:lnTo>
                    <a:pt x="113347" y="10960"/>
                  </a:lnTo>
                  <a:lnTo>
                    <a:pt x="112191" y="9906"/>
                  </a:lnTo>
                  <a:lnTo>
                    <a:pt x="110337" y="9906"/>
                  </a:lnTo>
                  <a:lnTo>
                    <a:pt x="109321" y="10960"/>
                  </a:lnTo>
                  <a:lnTo>
                    <a:pt x="108089" y="12128"/>
                  </a:lnTo>
                  <a:lnTo>
                    <a:pt x="108216" y="13995"/>
                  </a:lnTo>
                  <a:lnTo>
                    <a:pt x="110464" y="16052"/>
                  </a:lnTo>
                  <a:lnTo>
                    <a:pt x="112318" y="16052"/>
                  </a:lnTo>
                  <a:lnTo>
                    <a:pt x="113347" y="15024"/>
                  </a:lnTo>
                  <a:lnTo>
                    <a:pt x="114452" y="13995"/>
                  </a:lnTo>
                  <a:lnTo>
                    <a:pt x="114452" y="12128"/>
                  </a:lnTo>
                  <a:close/>
                </a:path>
                <a:path w="492759" h="325119">
                  <a:moveTo>
                    <a:pt x="118529" y="23126"/>
                  </a:moveTo>
                  <a:lnTo>
                    <a:pt x="114071" y="23393"/>
                  </a:lnTo>
                  <a:lnTo>
                    <a:pt x="115328" y="25158"/>
                  </a:lnTo>
                  <a:lnTo>
                    <a:pt x="115722" y="25984"/>
                  </a:lnTo>
                  <a:lnTo>
                    <a:pt x="115836" y="27457"/>
                  </a:lnTo>
                  <a:lnTo>
                    <a:pt x="115011" y="27051"/>
                  </a:lnTo>
                  <a:lnTo>
                    <a:pt x="113855" y="26162"/>
                  </a:lnTo>
                  <a:lnTo>
                    <a:pt x="112826" y="24726"/>
                  </a:lnTo>
                  <a:lnTo>
                    <a:pt x="112941" y="26162"/>
                  </a:lnTo>
                  <a:lnTo>
                    <a:pt x="113042" y="27457"/>
                  </a:lnTo>
                  <a:lnTo>
                    <a:pt x="113157" y="28829"/>
                  </a:lnTo>
                  <a:lnTo>
                    <a:pt x="113258" y="30035"/>
                  </a:lnTo>
                  <a:lnTo>
                    <a:pt x="113322" y="30848"/>
                  </a:lnTo>
                  <a:lnTo>
                    <a:pt x="113398" y="31127"/>
                  </a:lnTo>
                  <a:lnTo>
                    <a:pt x="114071" y="30035"/>
                  </a:lnTo>
                  <a:lnTo>
                    <a:pt x="114198" y="29908"/>
                  </a:lnTo>
                  <a:lnTo>
                    <a:pt x="114782" y="29235"/>
                  </a:lnTo>
                  <a:lnTo>
                    <a:pt x="115836" y="28829"/>
                  </a:lnTo>
                  <a:lnTo>
                    <a:pt x="115722" y="31127"/>
                  </a:lnTo>
                  <a:lnTo>
                    <a:pt x="115608" y="33248"/>
                  </a:lnTo>
                  <a:lnTo>
                    <a:pt x="113855" y="34925"/>
                  </a:lnTo>
                  <a:lnTo>
                    <a:pt x="112318" y="35242"/>
                  </a:lnTo>
                  <a:lnTo>
                    <a:pt x="111023" y="35496"/>
                  </a:lnTo>
                  <a:lnTo>
                    <a:pt x="110426" y="35496"/>
                  </a:lnTo>
                  <a:lnTo>
                    <a:pt x="109093" y="34429"/>
                  </a:lnTo>
                  <a:lnTo>
                    <a:pt x="109029" y="34036"/>
                  </a:lnTo>
                  <a:lnTo>
                    <a:pt x="108940" y="33528"/>
                  </a:lnTo>
                  <a:lnTo>
                    <a:pt x="108889" y="33248"/>
                  </a:lnTo>
                  <a:lnTo>
                    <a:pt x="108775" y="32537"/>
                  </a:lnTo>
                  <a:lnTo>
                    <a:pt x="108534" y="31127"/>
                  </a:lnTo>
                  <a:lnTo>
                    <a:pt x="108915" y="30848"/>
                  </a:lnTo>
                  <a:lnTo>
                    <a:pt x="110197" y="29908"/>
                  </a:lnTo>
                  <a:lnTo>
                    <a:pt x="112014" y="31648"/>
                  </a:lnTo>
                  <a:lnTo>
                    <a:pt x="112039" y="31369"/>
                  </a:lnTo>
                  <a:lnTo>
                    <a:pt x="112153" y="29908"/>
                  </a:lnTo>
                  <a:lnTo>
                    <a:pt x="112191" y="29489"/>
                  </a:lnTo>
                  <a:lnTo>
                    <a:pt x="112204" y="29235"/>
                  </a:lnTo>
                  <a:lnTo>
                    <a:pt x="112318" y="27774"/>
                  </a:lnTo>
                  <a:lnTo>
                    <a:pt x="109004" y="27774"/>
                  </a:lnTo>
                  <a:lnTo>
                    <a:pt x="107619" y="29235"/>
                  </a:lnTo>
                  <a:lnTo>
                    <a:pt x="109321" y="25615"/>
                  </a:lnTo>
                  <a:lnTo>
                    <a:pt x="109207" y="25158"/>
                  </a:lnTo>
                  <a:lnTo>
                    <a:pt x="109080" y="24726"/>
                  </a:lnTo>
                  <a:lnTo>
                    <a:pt x="109029" y="24561"/>
                  </a:lnTo>
                  <a:lnTo>
                    <a:pt x="108597" y="22974"/>
                  </a:lnTo>
                  <a:lnTo>
                    <a:pt x="105181" y="21132"/>
                  </a:lnTo>
                  <a:lnTo>
                    <a:pt x="102971" y="24561"/>
                  </a:lnTo>
                  <a:lnTo>
                    <a:pt x="103035" y="24726"/>
                  </a:lnTo>
                  <a:lnTo>
                    <a:pt x="103911" y="27051"/>
                  </a:lnTo>
                  <a:lnTo>
                    <a:pt x="106489" y="29489"/>
                  </a:lnTo>
                  <a:lnTo>
                    <a:pt x="103911" y="28333"/>
                  </a:lnTo>
                  <a:lnTo>
                    <a:pt x="101536" y="30492"/>
                  </a:lnTo>
                  <a:lnTo>
                    <a:pt x="103911" y="33528"/>
                  </a:lnTo>
                  <a:lnTo>
                    <a:pt x="103962" y="33248"/>
                  </a:lnTo>
                  <a:lnTo>
                    <a:pt x="104432" y="30848"/>
                  </a:lnTo>
                  <a:lnTo>
                    <a:pt x="106730" y="31369"/>
                  </a:lnTo>
                  <a:lnTo>
                    <a:pt x="106794" y="31648"/>
                  </a:lnTo>
                  <a:lnTo>
                    <a:pt x="107632" y="35242"/>
                  </a:lnTo>
                  <a:lnTo>
                    <a:pt x="105879" y="37414"/>
                  </a:lnTo>
                  <a:lnTo>
                    <a:pt x="99047" y="39535"/>
                  </a:lnTo>
                  <a:lnTo>
                    <a:pt x="98971" y="39382"/>
                  </a:lnTo>
                  <a:lnTo>
                    <a:pt x="97599" y="36906"/>
                  </a:lnTo>
                  <a:lnTo>
                    <a:pt x="96939" y="35496"/>
                  </a:lnTo>
                  <a:lnTo>
                    <a:pt x="96824" y="35242"/>
                  </a:lnTo>
                  <a:lnTo>
                    <a:pt x="96672" y="34925"/>
                  </a:lnTo>
                  <a:lnTo>
                    <a:pt x="96710" y="34683"/>
                  </a:lnTo>
                  <a:lnTo>
                    <a:pt x="97485" y="34188"/>
                  </a:lnTo>
                  <a:lnTo>
                    <a:pt x="99631" y="34429"/>
                  </a:lnTo>
                  <a:lnTo>
                    <a:pt x="101879" y="35737"/>
                  </a:lnTo>
                  <a:lnTo>
                    <a:pt x="102006" y="35737"/>
                  </a:lnTo>
                  <a:lnTo>
                    <a:pt x="101930" y="35496"/>
                  </a:lnTo>
                  <a:lnTo>
                    <a:pt x="101854" y="35242"/>
                  </a:lnTo>
                  <a:lnTo>
                    <a:pt x="101739" y="34925"/>
                  </a:lnTo>
                  <a:lnTo>
                    <a:pt x="101663" y="34683"/>
                  </a:lnTo>
                  <a:lnTo>
                    <a:pt x="101574" y="34429"/>
                  </a:lnTo>
                  <a:lnTo>
                    <a:pt x="101180" y="33248"/>
                  </a:lnTo>
                  <a:lnTo>
                    <a:pt x="99936" y="29489"/>
                  </a:lnTo>
                  <a:lnTo>
                    <a:pt x="99174" y="31648"/>
                  </a:lnTo>
                  <a:lnTo>
                    <a:pt x="98005" y="32537"/>
                  </a:lnTo>
                  <a:lnTo>
                    <a:pt x="98285" y="32537"/>
                  </a:lnTo>
                  <a:lnTo>
                    <a:pt x="96304" y="33248"/>
                  </a:lnTo>
                  <a:lnTo>
                    <a:pt x="96037" y="33248"/>
                  </a:lnTo>
                  <a:lnTo>
                    <a:pt x="96113" y="30848"/>
                  </a:lnTo>
                  <a:lnTo>
                    <a:pt x="97243" y="27774"/>
                  </a:lnTo>
                  <a:lnTo>
                    <a:pt x="89408" y="30848"/>
                  </a:lnTo>
                  <a:lnTo>
                    <a:pt x="92862" y="32537"/>
                  </a:lnTo>
                  <a:lnTo>
                    <a:pt x="93573" y="33248"/>
                  </a:lnTo>
                  <a:lnTo>
                    <a:pt x="94259" y="34036"/>
                  </a:lnTo>
                  <a:lnTo>
                    <a:pt x="94500" y="34036"/>
                  </a:lnTo>
                  <a:lnTo>
                    <a:pt x="92570" y="34683"/>
                  </a:lnTo>
                  <a:lnTo>
                    <a:pt x="91084" y="34925"/>
                  </a:lnTo>
                  <a:lnTo>
                    <a:pt x="88684" y="34036"/>
                  </a:lnTo>
                  <a:lnTo>
                    <a:pt x="91757" y="39992"/>
                  </a:lnTo>
                  <a:lnTo>
                    <a:pt x="91871" y="39535"/>
                  </a:lnTo>
                  <a:lnTo>
                    <a:pt x="91986" y="39103"/>
                  </a:lnTo>
                  <a:lnTo>
                    <a:pt x="92049" y="38862"/>
                  </a:lnTo>
                  <a:lnTo>
                    <a:pt x="92138" y="38557"/>
                  </a:lnTo>
                  <a:lnTo>
                    <a:pt x="92252" y="38125"/>
                  </a:lnTo>
                  <a:lnTo>
                    <a:pt x="92303" y="37922"/>
                  </a:lnTo>
                  <a:lnTo>
                    <a:pt x="92506" y="37134"/>
                  </a:lnTo>
                  <a:lnTo>
                    <a:pt x="93941" y="35496"/>
                  </a:lnTo>
                  <a:lnTo>
                    <a:pt x="95008" y="35496"/>
                  </a:lnTo>
                  <a:lnTo>
                    <a:pt x="95097" y="35737"/>
                  </a:lnTo>
                  <a:lnTo>
                    <a:pt x="96672" y="40513"/>
                  </a:lnTo>
                  <a:lnTo>
                    <a:pt x="92227" y="42557"/>
                  </a:lnTo>
                  <a:lnTo>
                    <a:pt x="91262" y="43154"/>
                  </a:lnTo>
                  <a:lnTo>
                    <a:pt x="90538" y="43548"/>
                  </a:lnTo>
                  <a:lnTo>
                    <a:pt x="89154" y="43548"/>
                  </a:lnTo>
                  <a:lnTo>
                    <a:pt x="87363" y="43307"/>
                  </a:lnTo>
                  <a:lnTo>
                    <a:pt x="87274" y="43154"/>
                  </a:lnTo>
                  <a:lnTo>
                    <a:pt x="86436" y="41821"/>
                  </a:lnTo>
                  <a:lnTo>
                    <a:pt x="85953" y="41008"/>
                  </a:lnTo>
                  <a:lnTo>
                    <a:pt x="85356" y="39992"/>
                  </a:lnTo>
                  <a:lnTo>
                    <a:pt x="85864" y="39103"/>
                  </a:lnTo>
                  <a:lnTo>
                    <a:pt x="86169" y="38557"/>
                  </a:lnTo>
                  <a:lnTo>
                    <a:pt x="86525" y="37922"/>
                  </a:lnTo>
                  <a:lnTo>
                    <a:pt x="88760" y="39535"/>
                  </a:lnTo>
                  <a:lnTo>
                    <a:pt x="88722" y="39103"/>
                  </a:lnTo>
                  <a:lnTo>
                    <a:pt x="88607" y="37922"/>
                  </a:lnTo>
                  <a:lnTo>
                    <a:pt x="88506" y="36906"/>
                  </a:lnTo>
                  <a:lnTo>
                    <a:pt x="88392" y="35737"/>
                  </a:lnTo>
                  <a:lnTo>
                    <a:pt x="85039" y="35737"/>
                  </a:lnTo>
                  <a:lnTo>
                    <a:pt x="84124" y="38557"/>
                  </a:lnTo>
                  <a:lnTo>
                    <a:pt x="84226" y="34683"/>
                  </a:lnTo>
                  <a:lnTo>
                    <a:pt x="83185" y="32537"/>
                  </a:lnTo>
                  <a:lnTo>
                    <a:pt x="79006" y="31369"/>
                  </a:lnTo>
                  <a:lnTo>
                    <a:pt x="78930" y="31648"/>
                  </a:lnTo>
                  <a:lnTo>
                    <a:pt x="78193" y="34429"/>
                  </a:lnTo>
                  <a:lnTo>
                    <a:pt x="78130" y="35496"/>
                  </a:lnTo>
                  <a:lnTo>
                    <a:pt x="79324" y="37414"/>
                  </a:lnTo>
                  <a:lnTo>
                    <a:pt x="83261" y="39103"/>
                  </a:lnTo>
                  <a:lnTo>
                    <a:pt x="81038" y="38862"/>
                  </a:lnTo>
                  <a:lnTo>
                    <a:pt x="78663" y="41008"/>
                  </a:lnTo>
                  <a:lnTo>
                    <a:pt x="81686" y="43548"/>
                  </a:lnTo>
                  <a:lnTo>
                    <a:pt x="81686" y="41351"/>
                  </a:lnTo>
                  <a:lnTo>
                    <a:pt x="83705" y="41008"/>
                  </a:lnTo>
                  <a:lnTo>
                    <a:pt x="84886" y="42557"/>
                  </a:lnTo>
                  <a:lnTo>
                    <a:pt x="85572" y="43548"/>
                  </a:lnTo>
                  <a:lnTo>
                    <a:pt x="85572" y="44246"/>
                  </a:lnTo>
                  <a:lnTo>
                    <a:pt x="85432" y="45504"/>
                  </a:lnTo>
                  <a:lnTo>
                    <a:pt x="83934" y="46558"/>
                  </a:lnTo>
                  <a:lnTo>
                    <a:pt x="82905" y="47244"/>
                  </a:lnTo>
                  <a:lnTo>
                    <a:pt x="80149" y="47244"/>
                  </a:lnTo>
                  <a:lnTo>
                    <a:pt x="76949" y="44246"/>
                  </a:lnTo>
                  <a:lnTo>
                    <a:pt x="77609" y="43967"/>
                  </a:lnTo>
                  <a:lnTo>
                    <a:pt x="78574" y="43967"/>
                  </a:lnTo>
                  <a:lnTo>
                    <a:pt x="79921" y="44246"/>
                  </a:lnTo>
                  <a:lnTo>
                    <a:pt x="80289" y="44246"/>
                  </a:lnTo>
                  <a:lnTo>
                    <a:pt x="80048" y="43967"/>
                  </a:lnTo>
                  <a:lnTo>
                    <a:pt x="79349" y="43154"/>
                  </a:lnTo>
                  <a:lnTo>
                    <a:pt x="76631" y="39992"/>
                  </a:lnTo>
                  <a:lnTo>
                    <a:pt x="76136" y="39535"/>
                  </a:lnTo>
                  <a:lnTo>
                    <a:pt x="76200" y="42557"/>
                  </a:lnTo>
                  <a:lnTo>
                    <a:pt x="75831" y="43154"/>
                  </a:lnTo>
                  <a:lnTo>
                    <a:pt x="74396" y="39992"/>
                  </a:lnTo>
                  <a:lnTo>
                    <a:pt x="74269" y="39382"/>
                  </a:lnTo>
                  <a:lnTo>
                    <a:pt x="71056" y="42075"/>
                  </a:lnTo>
                  <a:lnTo>
                    <a:pt x="70827" y="42075"/>
                  </a:lnTo>
                  <a:lnTo>
                    <a:pt x="74041" y="43967"/>
                  </a:lnTo>
                  <a:lnTo>
                    <a:pt x="77660" y="46913"/>
                  </a:lnTo>
                  <a:lnTo>
                    <a:pt x="81965" y="52768"/>
                  </a:lnTo>
                  <a:lnTo>
                    <a:pt x="86372" y="49885"/>
                  </a:lnTo>
                  <a:lnTo>
                    <a:pt x="92011" y="47244"/>
                  </a:lnTo>
                  <a:lnTo>
                    <a:pt x="94424" y="46113"/>
                  </a:lnTo>
                  <a:lnTo>
                    <a:pt x="99644" y="43967"/>
                  </a:lnTo>
                  <a:lnTo>
                    <a:pt x="100736" y="43548"/>
                  </a:lnTo>
                  <a:lnTo>
                    <a:pt x="104559" y="42075"/>
                  </a:lnTo>
                  <a:lnTo>
                    <a:pt x="112534" y="39535"/>
                  </a:lnTo>
                  <a:lnTo>
                    <a:pt x="113017" y="39382"/>
                  </a:lnTo>
                  <a:lnTo>
                    <a:pt x="118211" y="38125"/>
                  </a:lnTo>
                  <a:lnTo>
                    <a:pt x="118097" y="37414"/>
                  </a:lnTo>
                  <a:lnTo>
                    <a:pt x="118021" y="36906"/>
                  </a:lnTo>
                  <a:lnTo>
                    <a:pt x="117805" y="35496"/>
                  </a:lnTo>
                  <a:lnTo>
                    <a:pt x="117678" y="34683"/>
                  </a:lnTo>
                  <a:lnTo>
                    <a:pt x="117576" y="34036"/>
                  </a:lnTo>
                  <a:lnTo>
                    <a:pt x="117462" y="33248"/>
                  </a:lnTo>
                  <a:lnTo>
                    <a:pt x="117348" y="32537"/>
                  </a:lnTo>
                  <a:lnTo>
                    <a:pt x="117208" y="31648"/>
                  </a:lnTo>
                  <a:lnTo>
                    <a:pt x="117271" y="30035"/>
                  </a:lnTo>
                  <a:lnTo>
                    <a:pt x="117335" y="29489"/>
                  </a:lnTo>
                  <a:lnTo>
                    <a:pt x="117424" y="28829"/>
                  </a:lnTo>
                  <a:lnTo>
                    <a:pt x="117487" y="28333"/>
                  </a:lnTo>
                  <a:lnTo>
                    <a:pt x="117602" y="27457"/>
                  </a:lnTo>
                  <a:lnTo>
                    <a:pt x="117690" y="26771"/>
                  </a:lnTo>
                  <a:lnTo>
                    <a:pt x="118529" y="23126"/>
                  </a:lnTo>
                  <a:close/>
                </a:path>
                <a:path w="492759" h="325119">
                  <a:moveTo>
                    <a:pt x="119253" y="18161"/>
                  </a:moveTo>
                  <a:lnTo>
                    <a:pt x="118110" y="16916"/>
                  </a:lnTo>
                  <a:lnTo>
                    <a:pt x="116979" y="15887"/>
                  </a:lnTo>
                  <a:lnTo>
                    <a:pt x="115150" y="15887"/>
                  </a:lnTo>
                  <a:lnTo>
                    <a:pt x="113944" y="16916"/>
                  </a:lnTo>
                  <a:lnTo>
                    <a:pt x="112903" y="18161"/>
                  </a:lnTo>
                  <a:lnTo>
                    <a:pt x="112903" y="20040"/>
                  </a:lnTo>
                  <a:lnTo>
                    <a:pt x="113944" y="21145"/>
                  </a:lnTo>
                  <a:lnTo>
                    <a:pt x="115150" y="22085"/>
                  </a:lnTo>
                  <a:lnTo>
                    <a:pt x="116979" y="22085"/>
                  </a:lnTo>
                  <a:lnTo>
                    <a:pt x="118110" y="21031"/>
                  </a:lnTo>
                  <a:lnTo>
                    <a:pt x="119253" y="20040"/>
                  </a:lnTo>
                  <a:lnTo>
                    <a:pt x="119253" y="18161"/>
                  </a:lnTo>
                  <a:close/>
                </a:path>
                <a:path w="492759" h="325119">
                  <a:moveTo>
                    <a:pt x="179311" y="207314"/>
                  </a:moveTo>
                  <a:lnTo>
                    <a:pt x="176161" y="206044"/>
                  </a:lnTo>
                  <a:lnTo>
                    <a:pt x="177507" y="202234"/>
                  </a:lnTo>
                  <a:lnTo>
                    <a:pt x="178765" y="199694"/>
                  </a:lnTo>
                  <a:lnTo>
                    <a:pt x="174840" y="197154"/>
                  </a:lnTo>
                  <a:lnTo>
                    <a:pt x="172885" y="195884"/>
                  </a:lnTo>
                  <a:lnTo>
                    <a:pt x="171792" y="188264"/>
                  </a:lnTo>
                  <a:lnTo>
                    <a:pt x="171602" y="186994"/>
                  </a:lnTo>
                  <a:lnTo>
                    <a:pt x="172186" y="183184"/>
                  </a:lnTo>
                  <a:lnTo>
                    <a:pt x="167233" y="176834"/>
                  </a:lnTo>
                  <a:lnTo>
                    <a:pt x="162941" y="173024"/>
                  </a:lnTo>
                  <a:lnTo>
                    <a:pt x="161518" y="171754"/>
                  </a:lnTo>
                  <a:lnTo>
                    <a:pt x="139700" y="147624"/>
                  </a:lnTo>
                  <a:lnTo>
                    <a:pt x="144119" y="147624"/>
                  </a:lnTo>
                  <a:lnTo>
                    <a:pt x="147243" y="150164"/>
                  </a:lnTo>
                  <a:lnTo>
                    <a:pt x="149161" y="151434"/>
                  </a:lnTo>
                  <a:lnTo>
                    <a:pt x="152844" y="155244"/>
                  </a:lnTo>
                  <a:lnTo>
                    <a:pt x="156222" y="159054"/>
                  </a:lnTo>
                  <a:lnTo>
                    <a:pt x="159893" y="150164"/>
                  </a:lnTo>
                  <a:lnTo>
                    <a:pt x="161569" y="147624"/>
                  </a:lnTo>
                  <a:lnTo>
                    <a:pt x="164096" y="143814"/>
                  </a:lnTo>
                  <a:lnTo>
                    <a:pt x="168948" y="136194"/>
                  </a:lnTo>
                  <a:lnTo>
                    <a:pt x="174599" y="129844"/>
                  </a:lnTo>
                  <a:lnTo>
                    <a:pt x="176682" y="127304"/>
                  </a:lnTo>
                  <a:lnTo>
                    <a:pt x="177685" y="126034"/>
                  </a:lnTo>
                  <a:lnTo>
                    <a:pt x="174777" y="127304"/>
                  </a:lnTo>
                  <a:lnTo>
                    <a:pt x="170154" y="127304"/>
                  </a:lnTo>
                  <a:lnTo>
                    <a:pt x="167678" y="129844"/>
                  </a:lnTo>
                  <a:lnTo>
                    <a:pt x="167678" y="120954"/>
                  </a:lnTo>
                  <a:lnTo>
                    <a:pt x="164338" y="117144"/>
                  </a:lnTo>
                  <a:lnTo>
                    <a:pt x="164617" y="112064"/>
                  </a:lnTo>
                  <a:lnTo>
                    <a:pt x="162864" y="105714"/>
                  </a:lnTo>
                  <a:lnTo>
                    <a:pt x="160858" y="103174"/>
                  </a:lnTo>
                  <a:lnTo>
                    <a:pt x="157873" y="99364"/>
                  </a:lnTo>
                  <a:lnTo>
                    <a:pt x="148463" y="91744"/>
                  </a:lnTo>
                  <a:lnTo>
                    <a:pt x="156654" y="94284"/>
                  </a:lnTo>
                  <a:lnTo>
                    <a:pt x="161404" y="100634"/>
                  </a:lnTo>
                  <a:lnTo>
                    <a:pt x="167678" y="95554"/>
                  </a:lnTo>
                  <a:lnTo>
                    <a:pt x="164160" y="93014"/>
                  </a:lnTo>
                  <a:lnTo>
                    <a:pt x="163182" y="91744"/>
                  </a:lnTo>
                  <a:lnTo>
                    <a:pt x="160274" y="87934"/>
                  </a:lnTo>
                  <a:lnTo>
                    <a:pt x="153619" y="81584"/>
                  </a:lnTo>
                  <a:lnTo>
                    <a:pt x="141795" y="73964"/>
                  </a:lnTo>
                  <a:lnTo>
                    <a:pt x="147332" y="75234"/>
                  </a:lnTo>
                  <a:lnTo>
                    <a:pt x="152666" y="79044"/>
                  </a:lnTo>
                  <a:lnTo>
                    <a:pt x="158229" y="80314"/>
                  </a:lnTo>
                  <a:lnTo>
                    <a:pt x="164477" y="79044"/>
                  </a:lnTo>
                  <a:lnTo>
                    <a:pt x="158902" y="75234"/>
                  </a:lnTo>
                  <a:lnTo>
                    <a:pt x="157619" y="73964"/>
                  </a:lnTo>
                  <a:lnTo>
                    <a:pt x="156337" y="72694"/>
                  </a:lnTo>
                  <a:lnTo>
                    <a:pt x="149948" y="66344"/>
                  </a:lnTo>
                  <a:lnTo>
                    <a:pt x="147408" y="63804"/>
                  </a:lnTo>
                  <a:lnTo>
                    <a:pt x="145084" y="62534"/>
                  </a:lnTo>
                  <a:lnTo>
                    <a:pt x="138137" y="58724"/>
                  </a:lnTo>
                  <a:lnTo>
                    <a:pt x="143268" y="58724"/>
                  </a:lnTo>
                  <a:lnTo>
                    <a:pt x="148755" y="61264"/>
                  </a:lnTo>
                  <a:lnTo>
                    <a:pt x="151015" y="58724"/>
                  </a:lnTo>
                  <a:lnTo>
                    <a:pt x="153276" y="56184"/>
                  </a:lnTo>
                  <a:lnTo>
                    <a:pt x="148082" y="56184"/>
                  </a:lnTo>
                  <a:lnTo>
                    <a:pt x="144868" y="52374"/>
                  </a:lnTo>
                  <a:lnTo>
                    <a:pt x="139280" y="51104"/>
                  </a:lnTo>
                  <a:lnTo>
                    <a:pt x="140144" y="48564"/>
                  </a:lnTo>
                  <a:lnTo>
                    <a:pt x="141439" y="44754"/>
                  </a:lnTo>
                  <a:lnTo>
                    <a:pt x="140919" y="40944"/>
                  </a:lnTo>
                  <a:lnTo>
                    <a:pt x="138633" y="37134"/>
                  </a:lnTo>
                  <a:lnTo>
                    <a:pt x="134658" y="37134"/>
                  </a:lnTo>
                  <a:lnTo>
                    <a:pt x="130771" y="38404"/>
                  </a:lnTo>
                  <a:lnTo>
                    <a:pt x="127990" y="40741"/>
                  </a:lnTo>
                  <a:lnTo>
                    <a:pt x="127990" y="99364"/>
                  </a:lnTo>
                  <a:lnTo>
                    <a:pt x="122453" y="100634"/>
                  </a:lnTo>
                  <a:lnTo>
                    <a:pt x="117322" y="103174"/>
                  </a:lnTo>
                  <a:lnTo>
                    <a:pt x="113169" y="99364"/>
                  </a:lnTo>
                  <a:lnTo>
                    <a:pt x="112522" y="96824"/>
                  </a:lnTo>
                  <a:lnTo>
                    <a:pt x="112191" y="95554"/>
                  </a:lnTo>
                  <a:lnTo>
                    <a:pt x="111137" y="93014"/>
                  </a:lnTo>
                  <a:lnTo>
                    <a:pt x="110350" y="90474"/>
                  </a:lnTo>
                  <a:lnTo>
                    <a:pt x="113868" y="86664"/>
                  </a:lnTo>
                  <a:lnTo>
                    <a:pt x="114452" y="85394"/>
                  </a:lnTo>
                  <a:lnTo>
                    <a:pt x="113880" y="84124"/>
                  </a:lnTo>
                  <a:lnTo>
                    <a:pt x="112750" y="81584"/>
                  </a:lnTo>
                  <a:lnTo>
                    <a:pt x="111620" y="79044"/>
                  </a:lnTo>
                  <a:lnTo>
                    <a:pt x="108216" y="81584"/>
                  </a:lnTo>
                  <a:lnTo>
                    <a:pt x="104571" y="81584"/>
                  </a:lnTo>
                  <a:lnTo>
                    <a:pt x="106286" y="79044"/>
                  </a:lnTo>
                  <a:lnTo>
                    <a:pt x="106362" y="76504"/>
                  </a:lnTo>
                  <a:lnTo>
                    <a:pt x="104127" y="76504"/>
                  </a:lnTo>
                  <a:lnTo>
                    <a:pt x="101358" y="77774"/>
                  </a:lnTo>
                  <a:lnTo>
                    <a:pt x="101358" y="81584"/>
                  </a:lnTo>
                  <a:lnTo>
                    <a:pt x="99771" y="81584"/>
                  </a:lnTo>
                  <a:lnTo>
                    <a:pt x="98336" y="80314"/>
                  </a:lnTo>
                  <a:lnTo>
                    <a:pt x="99148" y="77774"/>
                  </a:lnTo>
                  <a:lnTo>
                    <a:pt x="99148" y="75234"/>
                  </a:lnTo>
                  <a:lnTo>
                    <a:pt x="100431" y="73964"/>
                  </a:lnTo>
                  <a:lnTo>
                    <a:pt x="102184" y="73964"/>
                  </a:lnTo>
                  <a:lnTo>
                    <a:pt x="108242" y="71424"/>
                  </a:lnTo>
                  <a:lnTo>
                    <a:pt x="117322" y="67614"/>
                  </a:lnTo>
                  <a:lnTo>
                    <a:pt x="119253" y="67614"/>
                  </a:lnTo>
                  <a:lnTo>
                    <a:pt x="120573" y="66344"/>
                  </a:lnTo>
                  <a:lnTo>
                    <a:pt x="121945" y="67614"/>
                  </a:lnTo>
                  <a:lnTo>
                    <a:pt x="122872" y="68884"/>
                  </a:lnTo>
                  <a:lnTo>
                    <a:pt x="125285" y="70154"/>
                  </a:lnTo>
                  <a:lnTo>
                    <a:pt x="124701" y="71424"/>
                  </a:lnTo>
                  <a:lnTo>
                    <a:pt x="123837" y="72694"/>
                  </a:lnTo>
                  <a:lnTo>
                    <a:pt x="120573" y="70154"/>
                  </a:lnTo>
                  <a:lnTo>
                    <a:pt x="116611" y="72694"/>
                  </a:lnTo>
                  <a:lnTo>
                    <a:pt x="118198" y="73964"/>
                  </a:lnTo>
                  <a:lnTo>
                    <a:pt x="121640" y="75234"/>
                  </a:lnTo>
                  <a:lnTo>
                    <a:pt x="118351" y="77774"/>
                  </a:lnTo>
                  <a:lnTo>
                    <a:pt x="114795" y="79044"/>
                  </a:lnTo>
                  <a:lnTo>
                    <a:pt x="115938" y="81584"/>
                  </a:lnTo>
                  <a:lnTo>
                    <a:pt x="116979" y="84124"/>
                  </a:lnTo>
                  <a:lnTo>
                    <a:pt x="118605" y="85394"/>
                  </a:lnTo>
                  <a:lnTo>
                    <a:pt x="123444" y="85394"/>
                  </a:lnTo>
                  <a:lnTo>
                    <a:pt x="124701" y="87934"/>
                  </a:lnTo>
                  <a:lnTo>
                    <a:pt x="126047" y="90474"/>
                  </a:lnTo>
                  <a:lnTo>
                    <a:pt x="127508" y="94284"/>
                  </a:lnTo>
                  <a:lnTo>
                    <a:pt x="127635" y="95554"/>
                  </a:lnTo>
                  <a:lnTo>
                    <a:pt x="127749" y="96824"/>
                  </a:lnTo>
                  <a:lnTo>
                    <a:pt x="127990" y="99364"/>
                  </a:lnTo>
                  <a:lnTo>
                    <a:pt x="127990" y="40741"/>
                  </a:lnTo>
                  <a:lnTo>
                    <a:pt x="127812" y="40881"/>
                  </a:lnTo>
                  <a:lnTo>
                    <a:pt x="127812" y="48564"/>
                  </a:lnTo>
                  <a:lnTo>
                    <a:pt x="123837" y="54914"/>
                  </a:lnTo>
                  <a:lnTo>
                    <a:pt x="126466" y="57454"/>
                  </a:lnTo>
                  <a:lnTo>
                    <a:pt x="123317" y="59994"/>
                  </a:lnTo>
                  <a:lnTo>
                    <a:pt x="119341" y="62534"/>
                  </a:lnTo>
                  <a:lnTo>
                    <a:pt x="113868" y="59994"/>
                  </a:lnTo>
                  <a:lnTo>
                    <a:pt x="111506" y="56184"/>
                  </a:lnTo>
                  <a:lnTo>
                    <a:pt x="123444" y="51104"/>
                  </a:lnTo>
                  <a:lnTo>
                    <a:pt x="127812" y="48564"/>
                  </a:lnTo>
                  <a:lnTo>
                    <a:pt x="127812" y="40881"/>
                  </a:lnTo>
                  <a:lnTo>
                    <a:pt x="127304" y="37134"/>
                  </a:lnTo>
                  <a:lnTo>
                    <a:pt x="120103" y="37134"/>
                  </a:lnTo>
                  <a:lnTo>
                    <a:pt x="120370" y="38404"/>
                  </a:lnTo>
                  <a:lnTo>
                    <a:pt x="121107" y="40944"/>
                  </a:lnTo>
                  <a:lnTo>
                    <a:pt x="116611" y="40944"/>
                  </a:lnTo>
                  <a:lnTo>
                    <a:pt x="107657" y="43484"/>
                  </a:lnTo>
                  <a:lnTo>
                    <a:pt x="100787" y="45999"/>
                  </a:lnTo>
                  <a:lnTo>
                    <a:pt x="100787" y="65074"/>
                  </a:lnTo>
                  <a:lnTo>
                    <a:pt x="98907" y="71424"/>
                  </a:lnTo>
                  <a:lnTo>
                    <a:pt x="89750" y="71424"/>
                  </a:lnTo>
                  <a:lnTo>
                    <a:pt x="89852" y="67614"/>
                  </a:lnTo>
                  <a:lnTo>
                    <a:pt x="82880" y="66344"/>
                  </a:lnTo>
                  <a:lnTo>
                    <a:pt x="87757" y="65074"/>
                  </a:lnTo>
                  <a:lnTo>
                    <a:pt x="99771" y="61264"/>
                  </a:lnTo>
                  <a:lnTo>
                    <a:pt x="100787" y="65074"/>
                  </a:lnTo>
                  <a:lnTo>
                    <a:pt x="100787" y="45999"/>
                  </a:lnTo>
                  <a:lnTo>
                    <a:pt x="93726" y="48564"/>
                  </a:lnTo>
                  <a:lnTo>
                    <a:pt x="85864" y="53644"/>
                  </a:lnTo>
                  <a:lnTo>
                    <a:pt x="82118" y="56184"/>
                  </a:lnTo>
                  <a:lnTo>
                    <a:pt x="80949" y="53644"/>
                  </a:lnTo>
                  <a:lnTo>
                    <a:pt x="80086" y="53644"/>
                  </a:lnTo>
                  <a:lnTo>
                    <a:pt x="77660" y="54914"/>
                  </a:lnTo>
                  <a:lnTo>
                    <a:pt x="75184" y="57454"/>
                  </a:lnTo>
                  <a:lnTo>
                    <a:pt x="77101" y="59994"/>
                  </a:lnTo>
                  <a:lnTo>
                    <a:pt x="73152" y="61264"/>
                  </a:lnTo>
                  <a:lnTo>
                    <a:pt x="68872" y="61264"/>
                  </a:lnTo>
                  <a:lnTo>
                    <a:pt x="65252" y="65074"/>
                  </a:lnTo>
                  <a:lnTo>
                    <a:pt x="65252" y="68884"/>
                  </a:lnTo>
                  <a:lnTo>
                    <a:pt x="69011" y="72694"/>
                  </a:lnTo>
                  <a:lnTo>
                    <a:pt x="74536" y="75234"/>
                  </a:lnTo>
                  <a:lnTo>
                    <a:pt x="70332" y="82854"/>
                  </a:lnTo>
                  <a:lnTo>
                    <a:pt x="69583" y="89204"/>
                  </a:lnTo>
                  <a:lnTo>
                    <a:pt x="69481" y="90474"/>
                  </a:lnTo>
                  <a:lnTo>
                    <a:pt x="69367" y="91744"/>
                  </a:lnTo>
                  <a:lnTo>
                    <a:pt x="69265" y="93014"/>
                  </a:lnTo>
                  <a:lnTo>
                    <a:pt x="69151" y="94284"/>
                  </a:lnTo>
                  <a:lnTo>
                    <a:pt x="69037" y="95554"/>
                  </a:lnTo>
                  <a:lnTo>
                    <a:pt x="65455" y="100634"/>
                  </a:lnTo>
                  <a:lnTo>
                    <a:pt x="71932" y="99364"/>
                  </a:lnTo>
                  <a:lnTo>
                    <a:pt x="75272" y="93014"/>
                  </a:lnTo>
                  <a:lnTo>
                    <a:pt x="77533" y="87934"/>
                  </a:lnTo>
                  <a:lnTo>
                    <a:pt x="80759" y="84124"/>
                  </a:lnTo>
                  <a:lnTo>
                    <a:pt x="79476" y="90474"/>
                  </a:lnTo>
                  <a:lnTo>
                    <a:pt x="77114" y="95554"/>
                  </a:lnTo>
                  <a:lnTo>
                    <a:pt x="74841" y="100634"/>
                  </a:lnTo>
                  <a:lnTo>
                    <a:pt x="73825" y="108254"/>
                  </a:lnTo>
                  <a:lnTo>
                    <a:pt x="73825" y="114604"/>
                  </a:lnTo>
                  <a:lnTo>
                    <a:pt x="77812" y="122224"/>
                  </a:lnTo>
                  <a:lnTo>
                    <a:pt x="74371" y="126034"/>
                  </a:lnTo>
                  <a:lnTo>
                    <a:pt x="79641" y="120954"/>
                  </a:lnTo>
                  <a:lnTo>
                    <a:pt x="82283" y="112064"/>
                  </a:lnTo>
                  <a:lnTo>
                    <a:pt x="84251" y="103174"/>
                  </a:lnTo>
                  <a:lnTo>
                    <a:pt x="87490" y="96824"/>
                  </a:lnTo>
                  <a:lnTo>
                    <a:pt x="88582" y="99364"/>
                  </a:lnTo>
                  <a:lnTo>
                    <a:pt x="87820" y="103174"/>
                  </a:lnTo>
                  <a:lnTo>
                    <a:pt x="86588" y="106984"/>
                  </a:lnTo>
                  <a:lnTo>
                    <a:pt x="85166" y="114604"/>
                  </a:lnTo>
                  <a:lnTo>
                    <a:pt x="85077" y="117144"/>
                  </a:lnTo>
                  <a:lnTo>
                    <a:pt x="85026" y="118414"/>
                  </a:lnTo>
                  <a:lnTo>
                    <a:pt x="84937" y="120954"/>
                  </a:lnTo>
                  <a:lnTo>
                    <a:pt x="84886" y="122224"/>
                  </a:lnTo>
                  <a:lnTo>
                    <a:pt x="84785" y="123494"/>
                  </a:lnTo>
                  <a:lnTo>
                    <a:pt x="84670" y="124764"/>
                  </a:lnTo>
                  <a:lnTo>
                    <a:pt x="84569" y="126034"/>
                  </a:lnTo>
                  <a:lnTo>
                    <a:pt x="84467" y="127304"/>
                  </a:lnTo>
                  <a:lnTo>
                    <a:pt x="84353" y="128574"/>
                  </a:lnTo>
                  <a:lnTo>
                    <a:pt x="84251" y="129844"/>
                  </a:lnTo>
                  <a:lnTo>
                    <a:pt x="81749" y="134924"/>
                  </a:lnTo>
                  <a:lnTo>
                    <a:pt x="87782" y="131114"/>
                  </a:lnTo>
                  <a:lnTo>
                    <a:pt x="91973" y="124764"/>
                  </a:lnTo>
                  <a:lnTo>
                    <a:pt x="95834" y="118414"/>
                  </a:lnTo>
                  <a:lnTo>
                    <a:pt x="100863" y="112064"/>
                  </a:lnTo>
                  <a:lnTo>
                    <a:pt x="95580" y="124764"/>
                  </a:lnTo>
                  <a:lnTo>
                    <a:pt x="89928" y="141274"/>
                  </a:lnTo>
                  <a:lnTo>
                    <a:pt x="83604" y="157784"/>
                  </a:lnTo>
                  <a:lnTo>
                    <a:pt x="54737" y="203504"/>
                  </a:lnTo>
                  <a:lnTo>
                    <a:pt x="34188" y="220014"/>
                  </a:lnTo>
                  <a:lnTo>
                    <a:pt x="27292" y="220014"/>
                  </a:lnTo>
                  <a:lnTo>
                    <a:pt x="22275" y="216204"/>
                  </a:lnTo>
                  <a:lnTo>
                    <a:pt x="22275" y="207314"/>
                  </a:lnTo>
                  <a:lnTo>
                    <a:pt x="29210" y="189534"/>
                  </a:lnTo>
                  <a:lnTo>
                    <a:pt x="59677" y="156514"/>
                  </a:lnTo>
                  <a:lnTo>
                    <a:pt x="66611" y="137464"/>
                  </a:lnTo>
                  <a:lnTo>
                    <a:pt x="66611" y="126034"/>
                  </a:lnTo>
                  <a:lnTo>
                    <a:pt x="56540" y="122224"/>
                  </a:lnTo>
                  <a:lnTo>
                    <a:pt x="46024" y="122224"/>
                  </a:lnTo>
                  <a:lnTo>
                    <a:pt x="41008" y="123494"/>
                  </a:lnTo>
                  <a:lnTo>
                    <a:pt x="36728" y="127304"/>
                  </a:lnTo>
                  <a:lnTo>
                    <a:pt x="34886" y="126034"/>
                  </a:lnTo>
                  <a:lnTo>
                    <a:pt x="31457" y="126034"/>
                  </a:lnTo>
                  <a:lnTo>
                    <a:pt x="22860" y="129844"/>
                  </a:lnTo>
                  <a:lnTo>
                    <a:pt x="18186" y="140004"/>
                  </a:lnTo>
                  <a:lnTo>
                    <a:pt x="13868" y="148894"/>
                  </a:lnTo>
                  <a:lnTo>
                    <a:pt x="6350" y="152704"/>
                  </a:lnTo>
                  <a:lnTo>
                    <a:pt x="11036" y="153974"/>
                  </a:lnTo>
                  <a:lnTo>
                    <a:pt x="16459" y="151434"/>
                  </a:lnTo>
                  <a:lnTo>
                    <a:pt x="21882" y="147624"/>
                  </a:lnTo>
                  <a:lnTo>
                    <a:pt x="26606" y="142544"/>
                  </a:lnTo>
                  <a:lnTo>
                    <a:pt x="21170" y="152704"/>
                  </a:lnTo>
                  <a:lnTo>
                    <a:pt x="11671" y="159054"/>
                  </a:lnTo>
                  <a:lnTo>
                    <a:pt x="2984" y="165404"/>
                  </a:lnTo>
                  <a:lnTo>
                    <a:pt x="0" y="176834"/>
                  </a:lnTo>
                  <a:lnTo>
                    <a:pt x="8699" y="167944"/>
                  </a:lnTo>
                  <a:lnTo>
                    <a:pt x="24218" y="160324"/>
                  </a:lnTo>
                  <a:lnTo>
                    <a:pt x="39052" y="151434"/>
                  </a:lnTo>
                  <a:lnTo>
                    <a:pt x="43256" y="142544"/>
                  </a:lnTo>
                  <a:lnTo>
                    <a:pt x="45656" y="137464"/>
                  </a:lnTo>
                  <a:lnTo>
                    <a:pt x="45656" y="134924"/>
                  </a:lnTo>
                  <a:lnTo>
                    <a:pt x="44043" y="132384"/>
                  </a:lnTo>
                  <a:lnTo>
                    <a:pt x="42037" y="129844"/>
                  </a:lnTo>
                  <a:lnTo>
                    <a:pt x="45161" y="128574"/>
                  </a:lnTo>
                  <a:lnTo>
                    <a:pt x="48094" y="127304"/>
                  </a:lnTo>
                  <a:lnTo>
                    <a:pt x="55829" y="127304"/>
                  </a:lnTo>
                  <a:lnTo>
                    <a:pt x="60401" y="131114"/>
                  </a:lnTo>
                  <a:lnTo>
                    <a:pt x="60401" y="138734"/>
                  </a:lnTo>
                  <a:lnTo>
                    <a:pt x="53543" y="155244"/>
                  </a:lnTo>
                  <a:lnTo>
                    <a:pt x="23368" y="188264"/>
                  </a:lnTo>
                  <a:lnTo>
                    <a:pt x="16510" y="207314"/>
                  </a:lnTo>
                  <a:lnTo>
                    <a:pt x="16510" y="212394"/>
                  </a:lnTo>
                  <a:lnTo>
                    <a:pt x="17830" y="216204"/>
                  </a:lnTo>
                  <a:lnTo>
                    <a:pt x="20078" y="218744"/>
                  </a:lnTo>
                  <a:lnTo>
                    <a:pt x="16992" y="220014"/>
                  </a:lnTo>
                  <a:lnTo>
                    <a:pt x="13716" y="220014"/>
                  </a:lnTo>
                  <a:lnTo>
                    <a:pt x="11137" y="217474"/>
                  </a:lnTo>
                  <a:lnTo>
                    <a:pt x="11036" y="220014"/>
                  </a:lnTo>
                  <a:lnTo>
                    <a:pt x="10947" y="222554"/>
                  </a:lnTo>
                  <a:lnTo>
                    <a:pt x="10896" y="223824"/>
                  </a:lnTo>
                  <a:lnTo>
                    <a:pt x="21221" y="228904"/>
                  </a:lnTo>
                  <a:lnTo>
                    <a:pt x="27800" y="225094"/>
                  </a:lnTo>
                  <a:lnTo>
                    <a:pt x="29210" y="225094"/>
                  </a:lnTo>
                  <a:lnTo>
                    <a:pt x="30848" y="226364"/>
                  </a:lnTo>
                  <a:lnTo>
                    <a:pt x="32397" y="226364"/>
                  </a:lnTo>
                  <a:lnTo>
                    <a:pt x="30403" y="231444"/>
                  </a:lnTo>
                  <a:lnTo>
                    <a:pt x="23749" y="232714"/>
                  </a:lnTo>
                  <a:lnTo>
                    <a:pt x="20078" y="232714"/>
                  </a:lnTo>
                  <a:lnTo>
                    <a:pt x="29337" y="235254"/>
                  </a:lnTo>
                  <a:lnTo>
                    <a:pt x="38938" y="232714"/>
                  </a:lnTo>
                  <a:lnTo>
                    <a:pt x="46266" y="227634"/>
                  </a:lnTo>
                  <a:lnTo>
                    <a:pt x="47091" y="225094"/>
                  </a:lnTo>
                  <a:lnTo>
                    <a:pt x="48755" y="220014"/>
                  </a:lnTo>
                  <a:lnTo>
                    <a:pt x="54610" y="214934"/>
                  </a:lnTo>
                  <a:lnTo>
                    <a:pt x="59690" y="207314"/>
                  </a:lnTo>
                  <a:lnTo>
                    <a:pt x="69011" y="194614"/>
                  </a:lnTo>
                  <a:lnTo>
                    <a:pt x="68592" y="195884"/>
                  </a:lnTo>
                  <a:lnTo>
                    <a:pt x="67957" y="199694"/>
                  </a:lnTo>
                  <a:lnTo>
                    <a:pt x="63398" y="208584"/>
                  </a:lnTo>
                  <a:lnTo>
                    <a:pt x="59321" y="216204"/>
                  </a:lnTo>
                  <a:lnTo>
                    <a:pt x="56083" y="225094"/>
                  </a:lnTo>
                  <a:lnTo>
                    <a:pt x="54038" y="236524"/>
                  </a:lnTo>
                  <a:lnTo>
                    <a:pt x="52171" y="245414"/>
                  </a:lnTo>
                  <a:lnTo>
                    <a:pt x="48602" y="251764"/>
                  </a:lnTo>
                  <a:lnTo>
                    <a:pt x="43611" y="258114"/>
                  </a:lnTo>
                  <a:lnTo>
                    <a:pt x="37465" y="259384"/>
                  </a:lnTo>
                  <a:lnTo>
                    <a:pt x="35496" y="259384"/>
                  </a:lnTo>
                  <a:lnTo>
                    <a:pt x="32232" y="256844"/>
                  </a:lnTo>
                  <a:lnTo>
                    <a:pt x="30746" y="258114"/>
                  </a:lnTo>
                  <a:lnTo>
                    <a:pt x="27901" y="260654"/>
                  </a:lnTo>
                  <a:lnTo>
                    <a:pt x="30543" y="263194"/>
                  </a:lnTo>
                  <a:lnTo>
                    <a:pt x="30543" y="268274"/>
                  </a:lnTo>
                  <a:lnTo>
                    <a:pt x="23749" y="272084"/>
                  </a:lnTo>
                  <a:lnTo>
                    <a:pt x="23749" y="288594"/>
                  </a:lnTo>
                  <a:lnTo>
                    <a:pt x="26606" y="293674"/>
                  </a:lnTo>
                  <a:lnTo>
                    <a:pt x="25463" y="297484"/>
                  </a:lnTo>
                  <a:lnTo>
                    <a:pt x="28359" y="296214"/>
                  </a:lnTo>
                  <a:lnTo>
                    <a:pt x="32156" y="291134"/>
                  </a:lnTo>
                  <a:lnTo>
                    <a:pt x="33616" y="284784"/>
                  </a:lnTo>
                  <a:lnTo>
                    <a:pt x="33667" y="286054"/>
                  </a:lnTo>
                  <a:lnTo>
                    <a:pt x="33782" y="288594"/>
                  </a:lnTo>
                  <a:lnTo>
                    <a:pt x="33896" y="291134"/>
                  </a:lnTo>
                  <a:lnTo>
                    <a:pt x="34010" y="293674"/>
                  </a:lnTo>
                  <a:lnTo>
                    <a:pt x="32435" y="298754"/>
                  </a:lnTo>
                  <a:lnTo>
                    <a:pt x="31559" y="303834"/>
                  </a:lnTo>
                  <a:lnTo>
                    <a:pt x="34061" y="311454"/>
                  </a:lnTo>
                  <a:lnTo>
                    <a:pt x="34886" y="307644"/>
                  </a:lnTo>
                  <a:lnTo>
                    <a:pt x="39166" y="305104"/>
                  </a:lnTo>
                  <a:lnTo>
                    <a:pt x="41821" y="307644"/>
                  </a:lnTo>
                  <a:lnTo>
                    <a:pt x="44538" y="308914"/>
                  </a:lnTo>
                  <a:lnTo>
                    <a:pt x="43256" y="310184"/>
                  </a:lnTo>
                  <a:lnTo>
                    <a:pt x="41325" y="312724"/>
                  </a:lnTo>
                  <a:lnTo>
                    <a:pt x="39331" y="313994"/>
                  </a:lnTo>
                  <a:lnTo>
                    <a:pt x="37553" y="324154"/>
                  </a:lnTo>
                  <a:lnTo>
                    <a:pt x="46456" y="322884"/>
                  </a:lnTo>
                  <a:lnTo>
                    <a:pt x="44729" y="321614"/>
                  </a:lnTo>
                  <a:lnTo>
                    <a:pt x="44615" y="319074"/>
                  </a:lnTo>
                  <a:lnTo>
                    <a:pt x="49085" y="319074"/>
                  </a:lnTo>
                  <a:lnTo>
                    <a:pt x="55181" y="317804"/>
                  </a:lnTo>
                  <a:lnTo>
                    <a:pt x="57010" y="320344"/>
                  </a:lnTo>
                  <a:lnTo>
                    <a:pt x="67665" y="320344"/>
                  </a:lnTo>
                  <a:lnTo>
                    <a:pt x="68122" y="317804"/>
                  </a:lnTo>
                  <a:lnTo>
                    <a:pt x="68592" y="315264"/>
                  </a:lnTo>
                  <a:lnTo>
                    <a:pt x="75107" y="315264"/>
                  </a:lnTo>
                  <a:lnTo>
                    <a:pt x="75107" y="317804"/>
                  </a:lnTo>
                  <a:lnTo>
                    <a:pt x="73964" y="319074"/>
                  </a:lnTo>
                  <a:lnTo>
                    <a:pt x="79070" y="317804"/>
                  </a:lnTo>
                  <a:lnTo>
                    <a:pt x="80035" y="315264"/>
                  </a:lnTo>
                  <a:lnTo>
                    <a:pt x="80035" y="310184"/>
                  </a:lnTo>
                  <a:lnTo>
                    <a:pt x="77660" y="307644"/>
                  </a:lnTo>
                  <a:lnTo>
                    <a:pt x="79451" y="306374"/>
                  </a:lnTo>
                  <a:lnTo>
                    <a:pt x="81305" y="305104"/>
                  </a:lnTo>
                  <a:lnTo>
                    <a:pt x="87312" y="306374"/>
                  </a:lnTo>
                  <a:lnTo>
                    <a:pt x="84874" y="311454"/>
                  </a:lnTo>
                  <a:lnTo>
                    <a:pt x="87934" y="311454"/>
                  </a:lnTo>
                  <a:lnTo>
                    <a:pt x="89611" y="308914"/>
                  </a:lnTo>
                  <a:lnTo>
                    <a:pt x="89611" y="305104"/>
                  </a:lnTo>
                  <a:lnTo>
                    <a:pt x="89611" y="302564"/>
                  </a:lnTo>
                  <a:lnTo>
                    <a:pt x="89611" y="301294"/>
                  </a:lnTo>
                  <a:lnTo>
                    <a:pt x="87490" y="300024"/>
                  </a:lnTo>
                  <a:lnTo>
                    <a:pt x="85369" y="298754"/>
                  </a:lnTo>
                  <a:lnTo>
                    <a:pt x="81305" y="300024"/>
                  </a:lnTo>
                  <a:lnTo>
                    <a:pt x="80645" y="297484"/>
                  </a:lnTo>
                  <a:lnTo>
                    <a:pt x="77177" y="296214"/>
                  </a:lnTo>
                  <a:lnTo>
                    <a:pt x="66738" y="296214"/>
                  </a:lnTo>
                  <a:lnTo>
                    <a:pt x="67792" y="302564"/>
                  </a:lnTo>
                  <a:lnTo>
                    <a:pt x="62826" y="302564"/>
                  </a:lnTo>
                  <a:lnTo>
                    <a:pt x="47180" y="274624"/>
                  </a:lnTo>
                  <a:lnTo>
                    <a:pt x="47180" y="265734"/>
                  </a:lnTo>
                  <a:lnTo>
                    <a:pt x="57175" y="263194"/>
                  </a:lnTo>
                  <a:lnTo>
                    <a:pt x="64363" y="260654"/>
                  </a:lnTo>
                  <a:lnTo>
                    <a:pt x="66408" y="259384"/>
                  </a:lnTo>
                  <a:lnTo>
                    <a:pt x="70510" y="256844"/>
                  </a:lnTo>
                  <a:lnTo>
                    <a:pt x="77673" y="253034"/>
                  </a:lnTo>
                  <a:lnTo>
                    <a:pt x="84912" y="246684"/>
                  </a:lnTo>
                  <a:lnTo>
                    <a:pt x="91262" y="237794"/>
                  </a:lnTo>
                  <a:lnTo>
                    <a:pt x="94653" y="230174"/>
                  </a:lnTo>
                  <a:lnTo>
                    <a:pt x="96367" y="222554"/>
                  </a:lnTo>
                  <a:lnTo>
                    <a:pt x="96443" y="221284"/>
                  </a:lnTo>
                  <a:lnTo>
                    <a:pt x="96532" y="220014"/>
                  </a:lnTo>
                  <a:lnTo>
                    <a:pt x="96596" y="206044"/>
                  </a:lnTo>
                  <a:lnTo>
                    <a:pt x="106603" y="211124"/>
                  </a:lnTo>
                  <a:lnTo>
                    <a:pt x="107657" y="218744"/>
                  </a:lnTo>
                  <a:lnTo>
                    <a:pt x="107657" y="232714"/>
                  </a:lnTo>
                  <a:lnTo>
                    <a:pt x="103619" y="235254"/>
                  </a:lnTo>
                  <a:lnTo>
                    <a:pt x="100457" y="236524"/>
                  </a:lnTo>
                  <a:lnTo>
                    <a:pt x="97840" y="237794"/>
                  </a:lnTo>
                  <a:lnTo>
                    <a:pt x="96926" y="237794"/>
                  </a:lnTo>
                  <a:lnTo>
                    <a:pt x="96685" y="239064"/>
                  </a:lnTo>
                  <a:lnTo>
                    <a:pt x="96278" y="241604"/>
                  </a:lnTo>
                  <a:lnTo>
                    <a:pt x="97612" y="242874"/>
                  </a:lnTo>
                  <a:lnTo>
                    <a:pt x="98793" y="242874"/>
                  </a:lnTo>
                  <a:lnTo>
                    <a:pt x="102425" y="245414"/>
                  </a:lnTo>
                  <a:lnTo>
                    <a:pt x="101536" y="247954"/>
                  </a:lnTo>
                  <a:lnTo>
                    <a:pt x="102679" y="251764"/>
                  </a:lnTo>
                  <a:lnTo>
                    <a:pt x="103619" y="255574"/>
                  </a:lnTo>
                  <a:lnTo>
                    <a:pt x="107010" y="260654"/>
                  </a:lnTo>
                  <a:lnTo>
                    <a:pt x="112610" y="265734"/>
                  </a:lnTo>
                  <a:lnTo>
                    <a:pt x="113144" y="263194"/>
                  </a:lnTo>
                  <a:lnTo>
                    <a:pt x="113017" y="259384"/>
                  </a:lnTo>
                  <a:lnTo>
                    <a:pt x="112915" y="258114"/>
                  </a:lnTo>
                  <a:lnTo>
                    <a:pt x="112814" y="256844"/>
                  </a:lnTo>
                  <a:lnTo>
                    <a:pt x="112712" y="255574"/>
                  </a:lnTo>
                  <a:lnTo>
                    <a:pt x="112610" y="254304"/>
                  </a:lnTo>
                  <a:lnTo>
                    <a:pt x="116344" y="259384"/>
                  </a:lnTo>
                  <a:lnTo>
                    <a:pt x="118135" y="265734"/>
                  </a:lnTo>
                  <a:lnTo>
                    <a:pt x="121272" y="270814"/>
                  </a:lnTo>
                  <a:lnTo>
                    <a:pt x="129095" y="273354"/>
                  </a:lnTo>
                  <a:lnTo>
                    <a:pt x="126403" y="272084"/>
                  </a:lnTo>
                  <a:lnTo>
                    <a:pt x="127088" y="268274"/>
                  </a:lnTo>
                  <a:lnTo>
                    <a:pt x="128651" y="268274"/>
                  </a:lnTo>
                  <a:lnTo>
                    <a:pt x="130251" y="267004"/>
                  </a:lnTo>
                  <a:lnTo>
                    <a:pt x="132194" y="268274"/>
                  </a:lnTo>
                  <a:lnTo>
                    <a:pt x="135178" y="272084"/>
                  </a:lnTo>
                  <a:lnTo>
                    <a:pt x="138023" y="275894"/>
                  </a:lnTo>
                  <a:lnTo>
                    <a:pt x="151409" y="275894"/>
                  </a:lnTo>
                  <a:lnTo>
                    <a:pt x="148082" y="273354"/>
                  </a:lnTo>
                  <a:lnTo>
                    <a:pt x="155600" y="273354"/>
                  </a:lnTo>
                  <a:lnTo>
                    <a:pt x="155498" y="275894"/>
                  </a:lnTo>
                  <a:lnTo>
                    <a:pt x="155397" y="278434"/>
                  </a:lnTo>
                  <a:lnTo>
                    <a:pt x="153352" y="280974"/>
                  </a:lnTo>
                  <a:lnTo>
                    <a:pt x="159702" y="279704"/>
                  </a:lnTo>
                  <a:lnTo>
                    <a:pt x="161594" y="274624"/>
                  </a:lnTo>
                  <a:lnTo>
                    <a:pt x="161061" y="273354"/>
                  </a:lnTo>
                  <a:lnTo>
                    <a:pt x="159461" y="269544"/>
                  </a:lnTo>
                  <a:lnTo>
                    <a:pt x="164973" y="267004"/>
                  </a:lnTo>
                  <a:lnTo>
                    <a:pt x="167970" y="270814"/>
                  </a:lnTo>
                  <a:lnTo>
                    <a:pt x="168694" y="273354"/>
                  </a:lnTo>
                  <a:lnTo>
                    <a:pt x="174205" y="268274"/>
                  </a:lnTo>
                  <a:lnTo>
                    <a:pt x="173101" y="267004"/>
                  </a:lnTo>
                  <a:lnTo>
                    <a:pt x="168694" y="261924"/>
                  </a:lnTo>
                  <a:lnTo>
                    <a:pt x="164477" y="261924"/>
                  </a:lnTo>
                  <a:lnTo>
                    <a:pt x="164477" y="260654"/>
                  </a:lnTo>
                  <a:lnTo>
                    <a:pt x="164477" y="259384"/>
                  </a:lnTo>
                  <a:lnTo>
                    <a:pt x="162674" y="258114"/>
                  </a:lnTo>
                  <a:lnTo>
                    <a:pt x="158038" y="256844"/>
                  </a:lnTo>
                  <a:lnTo>
                    <a:pt x="150787" y="256844"/>
                  </a:lnTo>
                  <a:lnTo>
                    <a:pt x="149288" y="260654"/>
                  </a:lnTo>
                  <a:lnTo>
                    <a:pt x="146304" y="260654"/>
                  </a:lnTo>
                  <a:lnTo>
                    <a:pt x="118516" y="237794"/>
                  </a:lnTo>
                  <a:lnTo>
                    <a:pt x="121272" y="232714"/>
                  </a:lnTo>
                  <a:lnTo>
                    <a:pt x="127317" y="227634"/>
                  </a:lnTo>
                  <a:lnTo>
                    <a:pt x="133362" y="221284"/>
                  </a:lnTo>
                  <a:lnTo>
                    <a:pt x="136105" y="214934"/>
                  </a:lnTo>
                  <a:lnTo>
                    <a:pt x="133959" y="206044"/>
                  </a:lnTo>
                  <a:lnTo>
                    <a:pt x="133654" y="204774"/>
                  </a:lnTo>
                  <a:lnTo>
                    <a:pt x="127330" y="198424"/>
                  </a:lnTo>
                  <a:lnTo>
                    <a:pt x="122161" y="194614"/>
                  </a:lnTo>
                  <a:lnTo>
                    <a:pt x="118706" y="192074"/>
                  </a:lnTo>
                  <a:lnTo>
                    <a:pt x="109321" y="185724"/>
                  </a:lnTo>
                  <a:lnTo>
                    <a:pt x="113931" y="183184"/>
                  </a:lnTo>
                  <a:lnTo>
                    <a:pt x="120421" y="181914"/>
                  </a:lnTo>
                  <a:lnTo>
                    <a:pt x="127457" y="181914"/>
                  </a:lnTo>
                  <a:lnTo>
                    <a:pt x="133756" y="183184"/>
                  </a:lnTo>
                  <a:lnTo>
                    <a:pt x="133985" y="181914"/>
                  </a:lnTo>
                  <a:lnTo>
                    <a:pt x="134442" y="179374"/>
                  </a:lnTo>
                  <a:lnTo>
                    <a:pt x="137185" y="180644"/>
                  </a:lnTo>
                  <a:lnTo>
                    <a:pt x="137350" y="179374"/>
                  </a:lnTo>
                  <a:lnTo>
                    <a:pt x="138137" y="173024"/>
                  </a:lnTo>
                  <a:lnTo>
                    <a:pt x="140690" y="179374"/>
                  </a:lnTo>
                  <a:lnTo>
                    <a:pt x="138023" y="184454"/>
                  </a:lnTo>
                  <a:lnTo>
                    <a:pt x="140690" y="186994"/>
                  </a:lnTo>
                  <a:lnTo>
                    <a:pt x="142824" y="184454"/>
                  </a:lnTo>
                  <a:lnTo>
                    <a:pt x="148082" y="184454"/>
                  </a:lnTo>
                  <a:lnTo>
                    <a:pt x="148018" y="183184"/>
                  </a:lnTo>
                  <a:lnTo>
                    <a:pt x="147942" y="181914"/>
                  </a:lnTo>
                  <a:lnTo>
                    <a:pt x="147878" y="180644"/>
                  </a:lnTo>
                  <a:lnTo>
                    <a:pt x="147815" y="179374"/>
                  </a:lnTo>
                  <a:lnTo>
                    <a:pt x="147688" y="176834"/>
                  </a:lnTo>
                  <a:lnTo>
                    <a:pt x="149288" y="181914"/>
                  </a:lnTo>
                  <a:lnTo>
                    <a:pt x="145732" y="189534"/>
                  </a:lnTo>
                  <a:lnTo>
                    <a:pt x="149288" y="192074"/>
                  </a:lnTo>
                  <a:lnTo>
                    <a:pt x="149948" y="188264"/>
                  </a:lnTo>
                  <a:lnTo>
                    <a:pt x="155397" y="188264"/>
                  </a:lnTo>
                  <a:lnTo>
                    <a:pt x="156654" y="189534"/>
                  </a:lnTo>
                  <a:lnTo>
                    <a:pt x="156654" y="197154"/>
                  </a:lnTo>
                  <a:lnTo>
                    <a:pt x="149428" y="194614"/>
                  </a:lnTo>
                  <a:lnTo>
                    <a:pt x="149428" y="203504"/>
                  </a:lnTo>
                  <a:lnTo>
                    <a:pt x="152920" y="204774"/>
                  </a:lnTo>
                  <a:lnTo>
                    <a:pt x="152920" y="208584"/>
                  </a:lnTo>
                  <a:lnTo>
                    <a:pt x="150025" y="211124"/>
                  </a:lnTo>
                  <a:lnTo>
                    <a:pt x="146532" y="208584"/>
                  </a:lnTo>
                  <a:lnTo>
                    <a:pt x="147586" y="211124"/>
                  </a:lnTo>
                  <a:lnTo>
                    <a:pt x="149948" y="213664"/>
                  </a:lnTo>
                  <a:lnTo>
                    <a:pt x="156222" y="213664"/>
                  </a:lnTo>
                  <a:lnTo>
                    <a:pt x="159702" y="211124"/>
                  </a:lnTo>
                  <a:lnTo>
                    <a:pt x="161112" y="207314"/>
                  </a:lnTo>
                  <a:lnTo>
                    <a:pt x="162674" y="212394"/>
                  </a:lnTo>
                  <a:lnTo>
                    <a:pt x="161404" y="216204"/>
                  </a:lnTo>
                  <a:lnTo>
                    <a:pt x="158419" y="217474"/>
                  </a:lnTo>
                  <a:lnTo>
                    <a:pt x="161645" y="218744"/>
                  </a:lnTo>
                  <a:lnTo>
                    <a:pt x="169303" y="217474"/>
                  </a:lnTo>
                  <a:lnTo>
                    <a:pt x="169202" y="216204"/>
                  </a:lnTo>
                  <a:lnTo>
                    <a:pt x="169100" y="214934"/>
                  </a:lnTo>
                  <a:lnTo>
                    <a:pt x="168998" y="213664"/>
                  </a:lnTo>
                  <a:lnTo>
                    <a:pt x="168897" y="212394"/>
                  </a:lnTo>
                  <a:lnTo>
                    <a:pt x="168795" y="211124"/>
                  </a:lnTo>
                  <a:lnTo>
                    <a:pt x="168490" y="207314"/>
                  </a:lnTo>
                  <a:lnTo>
                    <a:pt x="172745" y="208584"/>
                  </a:lnTo>
                  <a:lnTo>
                    <a:pt x="175107" y="211124"/>
                  </a:lnTo>
                  <a:lnTo>
                    <a:pt x="172478" y="216204"/>
                  </a:lnTo>
                  <a:lnTo>
                    <a:pt x="176034" y="214934"/>
                  </a:lnTo>
                  <a:lnTo>
                    <a:pt x="179311" y="213664"/>
                  </a:lnTo>
                  <a:lnTo>
                    <a:pt x="179311" y="207314"/>
                  </a:lnTo>
                  <a:close/>
                </a:path>
                <a:path w="492759" h="325119">
                  <a:moveTo>
                    <a:pt x="351866" y="173456"/>
                  </a:moveTo>
                  <a:lnTo>
                    <a:pt x="351332" y="171704"/>
                  </a:lnTo>
                  <a:lnTo>
                    <a:pt x="350418" y="169164"/>
                  </a:lnTo>
                  <a:lnTo>
                    <a:pt x="348843" y="167652"/>
                  </a:lnTo>
                  <a:lnTo>
                    <a:pt x="348843" y="174574"/>
                  </a:lnTo>
                  <a:lnTo>
                    <a:pt x="348145" y="175653"/>
                  </a:lnTo>
                  <a:lnTo>
                    <a:pt x="347700" y="176771"/>
                  </a:lnTo>
                  <a:lnTo>
                    <a:pt x="346570" y="177380"/>
                  </a:lnTo>
                  <a:lnTo>
                    <a:pt x="344220" y="178257"/>
                  </a:lnTo>
                  <a:lnTo>
                    <a:pt x="342074" y="178079"/>
                  </a:lnTo>
                  <a:lnTo>
                    <a:pt x="340004" y="177050"/>
                  </a:lnTo>
                  <a:lnTo>
                    <a:pt x="337032" y="175653"/>
                  </a:lnTo>
                  <a:lnTo>
                    <a:pt x="336943" y="175488"/>
                  </a:lnTo>
                  <a:lnTo>
                    <a:pt x="335330" y="172554"/>
                  </a:lnTo>
                  <a:lnTo>
                    <a:pt x="336499" y="170218"/>
                  </a:lnTo>
                  <a:lnTo>
                    <a:pt x="337032" y="169011"/>
                  </a:lnTo>
                  <a:lnTo>
                    <a:pt x="338061" y="168389"/>
                  </a:lnTo>
                  <a:lnTo>
                    <a:pt x="338759" y="168249"/>
                  </a:lnTo>
                  <a:lnTo>
                    <a:pt x="340410" y="167627"/>
                  </a:lnTo>
                  <a:lnTo>
                    <a:pt x="342531" y="167830"/>
                  </a:lnTo>
                  <a:lnTo>
                    <a:pt x="346265" y="169519"/>
                  </a:lnTo>
                  <a:lnTo>
                    <a:pt x="347700" y="171145"/>
                  </a:lnTo>
                  <a:lnTo>
                    <a:pt x="348259" y="172707"/>
                  </a:lnTo>
                  <a:lnTo>
                    <a:pt x="348576" y="173456"/>
                  </a:lnTo>
                  <a:lnTo>
                    <a:pt x="348843" y="174574"/>
                  </a:lnTo>
                  <a:lnTo>
                    <a:pt x="348843" y="167652"/>
                  </a:lnTo>
                  <a:lnTo>
                    <a:pt x="348399" y="167233"/>
                  </a:lnTo>
                  <a:lnTo>
                    <a:pt x="345757" y="165989"/>
                  </a:lnTo>
                  <a:lnTo>
                    <a:pt x="343179" y="164680"/>
                  </a:lnTo>
                  <a:lnTo>
                    <a:pt x="331622" y="172707"/>
                  </a:lnTo>
                  <a:lnTo>
                    <a:pt x="334048" y="177711"/>
                  </a:lnTo>
                  <a:lnTo>
                    <a:pt x="338696" y="179946"/>
                  </a:lnTo>
                  <a:lnTo>
                    <a:pt x="341477" y="181203"/>
                  </a:lnTo>
                  <a:lnTo>
                    <a:pt x="344398" y="181483"/>
                  </a:lnTo>
                  <a:lnTo>
                    <a:pt x="346989" y="180555"/>
                  </a:lnTo>
                  <a:lnTo>
                    <a:pt x="348843" y="179946"/>
                  </a:lnTo>
                  <a:lnTo>
                    <a:pt x="350418" y="178689"/>
                  </a:lnTo>
                  <a:lnTo>
                    <a:pt x="350583" y="178257"/>
                  </a:lnTo>
                  <a:lnTo>
                    <a:pt x="350659" y="178079"/>
                  </a:lnTo>
                  <a:lnTo>
                    <a:pt x="351066" y="177050"/>
                  </a:lnTo>
                  <a:lnTo>
                    <a:pt x="351815" y="175653"/>
                  </a:lnTo>
                  <a:lnTo>
                    <a:pt x="351866" y="173456"/>
                  </a:lnTo>
                  <a:close/>
                </a:path>
                <a:path w="492759" h="325119">
                  <a:moveTo>
                    <a:pt x="357720" y="116687"/>
                  </a:moveTo>
                  <a:lnTo>
                    <a:pt x="357682" y="116166"/>
                  </a:lnTo>
                  <a:lnTo>
                    <a:pt x="357593" y="115912"/>
                  </a:lnTo>
                  <a:lnTo>
                    <a:pt x="357212" y="114719"/>
                  </a:lnTo>
                  <a:lnTo>
                    <a:pt x="356565" y="113868"/>
                  </a:lnTo>
                  <a:lnTo>
                    <a:pt x="355180" y="112064"/>
                  </a:lnTo>
                  <a:lnTo>
                    <a:pt x="354393" y="111607"/>
                  </a:lnTo>
                  <a:lnTo>
                    <a:pt x="354393" y="116166"/>
                  </a:lnTo>
                  <a:lnTo>
                    <a:pt x="354317" y="118237"/>
                  </a:lnTo>
                  <a:lnTo>
                    <a:pt x="354253" y="118579"/>
                  </a:lnTo>
                  <a:lnTo>
                    <a:pt x="354126" y="119329"/>
                  </a:lnTo>
                  <a:lnTo>
                    <a:pt x="353199" y="120853"/>
                  </a:lnTo>
                  <a:lnTo>
                    <a:pt x="349351" y="123799"/>
                  </a:lnTo>
                  <a:lnTo>
                    <a:pt x="346049" y="123799"/>
                  </a:lnTo>
                  <a:lnTo>
                    <a:pt x="344779" y="122135"/>
                  </a:lnTo>
                  <a:lnTo>
                    <a:pt x="344258" y="121551"/>
                  </a:lnTo>
                  <a:lnTo>
                    <a:pt x="344106" y="120853"/>
                  </a:lnTo>
                  <a:lnTo>
                    <a:pt x="344106" y="118579"/>
                  </a:lnTo>
                  <a:lnTo>
                    <a:pt x="345046" y="116687"/>
                  </a:lnTo>
                  <a:lnTo>
                    <a:pt x="346684" y="115493"/>
                  </a:lnTo>
                  <a:lnTo>
                    <a:pt x="348157" y="114376"/>
                  </a:lnTo>
                  <a:lnTo>
                    <a:pt x="349910" y="113868"/>
                  </a:lnTo>
                  <a:lnTo>
                    <a:pt x="351091" y="113868"/>
                  </a:lnTo>
                  <a:lnTo>
                    <a:pt x="352069" y="114147"/>
                  </a:lnTo>
                  <a:lnTo>
                    <a:pt x="352793" y="114376"/>
                  </a:lnTo>
                  <a:lnTo>
                    <a:pt x="352971" y="114376"/>
                  </a:lnTo>
                  <a:lnTo>
                    <a:pt x="354393" y="116166"/>
                  </a:lnTo>
                  <a:lnTo>
                    <a:pt x="354393" y="111607"/>
                  </a:lnTo>
                  <a:lnTo>
                    <a:pt x="353745" y="111213"/>
                  </a:lnTo>
                  <a:lnTo>
                    <a:pt x="351853" y="110947"/>
                  </a:lnTo>
                  <a:lnTo>
                    <a:pt x="349351" y="110642"/>
                  </a:lnTo>
                  <a:lnTo>
                    <a:pt x="346887" y="111417"/>
                  </a:lnTo>
                  <a:lnTo>
                    <a:pt x="344779" y="113106"/>
                  </a:lnTo>
                  <a:lnTo>
                    <a:pt x="340868" y="115912"/>
                  </a:lnTo>
                  <a:lnTo>
                    <a:pt x="340753" y="116433"/>
                  </a:lnTo>
                  <a:lnTo>
                    <a:pt x="340690" y="116687"/>
                  </a:lnTo>
                  <a:lnTo>
                    <a:pt x="339750" y="120853"/>
                  </a:lnTo>
                  <a:lnTo>
                    <a:pt x="340207" y="121551"/>
                  </a:lnTo>
                  <a:lnTo>
                    <a:pt x="342188" y="124028"/>
                  </a:lnTo>
                  <a:lnTo>
                    <a:pt x="344779" y="127152"/>
                  </a:lnTo>
                  <a:lnTo>
                    <a:pt x="349770" y="127355"/>
                  </a:lnTo>
                  <a:lnTo>
                    <a:pt x="353745" y="124383"/>
                  </a:lnTo>
                  <a:lnTo>
                    <a:pt x="354495" y="123799"/>
                  </a:lnTo>
                  <a:lnTo>
                    <a:pt x="355828" y="122758"/>
                  </a:lnTo>
                  <a:lnTo>
                    <a:pt x="357212" y="120586"/>
                  </a:lnTo>
                  <a:lnTo>
                    <a:pt x="357263" y="120091"/>
                  </a:lnTo>
                  <a:lnTo>
                    <a:pt x="357365" y="119329"/>
                  </a:lnTo>
                  <a:lnTo>
                    <a:pt x="357454" y="118579"/>
                  </a:lnTo>
                  <a:lnTo>
                    <a:pt x="357555" y="117805"/>
                  </a:lnTo>
                  <a:lnTo>
                    <a:pt x="357720" y="116687"/>
                  </a:lnTo>
                  <a:close/>
                </a:path>
                <a:path w="492759" h="325119">
                  <a:moveTo>
                    <a:pt x="411416" y="274193"/>
                  </a:moveTo>
                  <a:lnTo>
                    <a:pt x="411353" y="268147"/>
                  </a:lnTo>
                  <a:lnTo>
                    <a:pt x="411264" y="267804"/>
                  </a:lnTo>
                  <a:lnTo>
                    <a:pt x="410921" y="266509"/>
                  </a:lnTo>
                  <a:lnTo>
                    <a:pt x="409473" y="264642"/>
                  </a:lnTo>
                  <a:lnTo>
                    <a:pt x="408432" y="263271"/>
                  </a:lnTo>
                  <a:lnTo>
                    <a:pt x="408432" y="267804"/>
                  </a:lnTo>
                  <a:lnTo>
                    <a:pt x="408393" y="273164"/>
                  </a:lnTo>
                  <a:lnTo>
                    <a:pt x="408012" y="274193"/>
                  </a:lnTo>
                  <a:lnTo>
                    <a:pt x="407657" y="275056"/>
                  </a:lnTo>
                  <a:lnTo>
                    <a:pt x="405765" y="276860"/>
                  </a:lnTo>
                  <a:lnTo>
                    <a:pt x="404761" y="277533"/>
                  </a:lnTo>
                  <a:lnTo>
                    <a:pt x="402107" y="277533"/>
                  </a:lnTo>
                  <a:lnTo>
                    <a:pt x="401269" y="276860"/>
                  </a:lnTo>
                  <a:lnTo>
                    <a:pt x="400685" y="276263"/>
                  </a:lnTo>
                  <a:lnTo>
                    <a:pt x="399554" y="275056"/>
                  </a:lnTo>
                  <a:lnTo>
                    <a:pt x="398767" y="273164"/>
                  </a:lnTo>
                  <a:lnTo>
                    <a:pt x="398830" y="268909"/>
                  </a:lnTo>
                  <a:lnTo>
                    <a:pt x="408432" y="267804"/>
                  </a:lnTo>
                  <a:lnTo>
                    <a:pt x="408432" y="263271"/>
                  </a:lnTo>
                  <a:lnTo>
                    <a:pt x="408051" y="262763"/>
                  </a:lnTo>
                  <a:lnTo>
                    <a:pt x="405574" y="261569"/>
                  </a:lnTo>
                  <a:lnTo>
                    <a:pt x="401942" y="261569"/>
                  </a:lnTo>
                  <a:lnTo>
                    <a:pt x="400138" y="262356"/>
                  </a:lnTo>
                  <a:lnTo>
                    <a:pt x="398703" y="263702"/>
                  </a:lnTo>
                  <a:lnTo>
                    <a:pt x="396824" y="265417"/>
                  </a:lnTo>
                  <a:lnTo>
                    <a:pt x="395719" y="268147"/>
                  </a:lnTo>
                  <a:lnTo>
                    <a:pt x="395681" y="274193"/>
                  </a:lnTo>
                  <a:lnTo>
                    <a:pt x="396621" y="276593"/>
                  </a:lnTo>
                  <a:lnTo>
                    <a:pt x="398424" y="278396"/>
                  </a:lnTo>
                  <a:lnTo>
                    <a:pt x="399783" y="279844"/>
                  </a:lnTo>
                  <a:lnTo>
                    <a:pt x="401637" y="280606"/>
                  </a:lnTo>
                  <a:lnTo>
                    <a:pt x="405472" y="280606"/>
                  </a:lnTo>
                  <a:lnTo>
                    <a:pt x="407136" y="279984"/>
                  </a:lnTo>
                  <a:lnTo>
                    <a:pt x="409778" y="277533"/>
                  </a:lnTo>
                  <a:lnTo>
                    <a:pt x="410514" y="276860"/>
                  </a:lnTo>
                  <a:lnTo>
                    <a:pt x="410603" y="276593"/>
                  </a:lnTo>
                  <a:lnTo>
                    <a:pt x="410718" y="276263"/>
                  </a:lnTo>
                  <a:lnTo>
                    <a:pt x="411416" y="274193"/>
                  </a:lnTo>
                  <a:close/>
                </a:path>
                <a:path w="492759" h="325119">
                  <a:moveTo>
                    <a:pt x="430123" y="287591"/>
                  </a:moveTo>
                  <a:lnTo>
                    <a:pt x="428066" y="285229"/>
                  </a:lnTo>
                  <a:lnTo>
                    <a:pt x="426478" y="283413"/>
                  </a:lnTo>
                  <a:lnTo>
                    <a:pt x="426262" y="283375"/>
                  </a:lnTo>
                  <a:lnTo>
                    <a:pt x="426262" y="288366"/>
                  </a:lnTo>
                  <a:lnTo>
                    <a:pt x="426161" y="291312"/>
                  </a:lnTo>
                  <a:lnTo>
                    <a:pt x="426046" y="291884"/>
                  </a:lnTo>
                  <a:lnTo>
                    <a:pt x="425627" y="293827"/>
                  </a:lnTo>
                  <a:lnTo>
                    <a:pt x="422427" y="295465"/>
                  </a:lnTo>
                  <a:lnTo>
                    <a:pt x="418896" y="294805"/>
                  </a:lnTo>
                  <a:lnTo>
                    <a:pt x="415340" y="294170"/>
                  </a:lnTo>
                  <a:lnTo>
                    <a:pt x="412915" y="291528"/>
                  </a:lnTo>
                  <a:lnTo>
                    <a:pt x="412953" y="291312"/>
                  </a:lnTo>
                  <a:lnTo>
                    <a:pt x="413054" y="290677"/>
                  </a:lnTo>
                  <a:lnTo>
                    <a:pt x="413321" y="289064"/>
                  </a:lnTo>
                  <a:lnTo>
                    <a:pt x="413626" y="287769"/>
                  </a:lnTo>
                  <a:lnTo>
                    <a:pt x="414350" y="286893"/>
                  </a:lnTo>
                  <a:lnTo>
                    <a:pt x="415112" y="286575"/>
                  </a:lnTo>
                  <a:lnTo>
                    <a:pt x="416623" y="285572"/>
                  </a:lnTo>
                  <a:lnTo>
                    <a:pt x="418553" y="285229"/>
                  </a:lnTo>
                  <a:lnTo>
                    <a:pt x="423900" y="286118"/>
                  </a:lnTo>
                  <a:lnTo>
                    <a:pt x="426262" y="288366"/>
                  </a:lnTo>
                  <a:lnTo>
                    <a:pt x="426262" y="283375"/>
                  </a:lnTo>
                  <a:lnTo>
                    <a:pt x="421208" y="282422"/>
                  </a:lnTo>
                  <a:lnTo>
                    <a:pt x="418249" y="281952"/>
                  </a:lnTo>
                  <a:lnTo>
                    <a:pt x="415340" y="282422"/>
                  </a:lnTo>
                  <a:lnTo>
                    <a:pt x="413321" y="284035"/>
                  </a:lnTo>
                  <a:lnTo>
                    <a:pt x="411556" y="285038"/>
                  </a:lnTo>
                  <a:lnTo>
                    <a:pt x="411441" y="285229"/>
                  </a:lnTo>
                  <a:lnTo>
                    <a:pt x="410578" y="286575"/>
                  </a:lnTo>
                  <a:lnTo>
                    <a:pt x="410476" y="286893"/>
                  </a:lnTo>
                  <a:lnTo>
                    <a:pt x="409765" y="290677"/>
                  </a:lnTo>
                  <a:lnTo>
                    <a:pt x="410527" y="292798"/>
                  </a:lnTo>
                  <a:lnTo>
                    <a:pt x="412127" y="294525"/>
                  </a:lnTo>
                  <a:lnTo>
                    <a:pt x="413626" y="296316"/>
                  </a:lnTo>
                  <a:lnTo>
                    <a:pt x="415937" y="297421"/>
                  </a:lnTo>
                  <a:lnTo>
                    <a:pt x="418249" y="297865"/>
                  </a:lnTo>
                  <a:lnTo>
                    <a:pt x="420916" y="298284"/>
                  </a:lnTo>
                  <a:lnTo>
                    <a:pt x="423964" y="297865"/>
                  </a:lnTo>
                  <a:lnTo>
                    <a:pt x="423545" y="297865"/>
                  </a:lnTo>
                  <a:lnTo>
                    <a:pt x="425348" y="296913"/>
                  </a:lnTo>
                  <a:lnTo>
                    <a:pt x="429285" y="291884"/>
                  </a:lnTo>
                  <a:lnTo>
                    <a:pt x="429399" y="291312"/>
                  </a:lnTo>
                  <a:lnTo>
                    <a:pt x="429526" y="290677"/>
                  </a:lnTo>
                  <a:lnTo>
                    <a:pt x="430123" y="287591"/>
                  </a:lnTo>
                  <a:close/>
                </a:path>
                <a:path w="492759" h="325119">
                  <a:moveTo>
                    <a:pt x="484619" y="266001"/>
                  </a:moveTo>
                  <a:lnTo>
                    <a:pt x="482269" y="263702"/>
                  </a:lnTo>
                  <a:lnTo>
                    <a:pt x="481469" y="262928"/>
                  </a:lnTo>
                  <a:lnTo>
                    <a:pt x="481469" y="267804"/>
                  </a:lnTo>
                  <a:lnTo>
                    <a:pt x="481469" y="277698"/>
                  </a:lnTo>
                  <a:lnTo>
                    <a:pt x="477342" y="281800"/>
                  </a:lnTo>
                  <a:lnTo>
                    <a:pt x="466966" y="281800"/>
                  </a:lnTo>
                  <a:lnTo>
                    <a:pt x="462940" y="277698"/>
                  </a:lnTo>
                  <a:lnTo>
                    <a:pt x="462940" y="267804"/>
                  </a:lnTo>
                  <a:lnTo>
                    <a:pt x="466966" y="263702"/>
                  </a:lnTo>
                  <a:lnTo>
                    <a:pt x="477342" y="263702"/>
                  </a:lnTo>
                  <a:lnTo>
                    <a:pt x="481469" y="267804"/>
                  </a:lnTo>
                  <a:lnTo>
                    <a:pt x="481469" y="262928"/>
                  </a:lnTo>
                  <a:lnTo>
                    <a:pt x="479031" y="260540"/>
                  </a:lnTo>
                  <a:lnTo>
                    <a:pt x="465429" y="260540"/>
                  </a:lnTo>
                  <a:lnTo>
                    <a:pt x="459765" y="266001"/>
                  </a:lnTo>
                  <a:lnTo>
                    <a:pt x="459765" y="279412"/>
                  </a:lnTo>
                  <a:lnTo>
                    <a:pt x="465429" y="284886"/>
                  </a:lnTo>
                  <a:lnTo>
                    <a:pt x="479031" y="284886"/>
                  </a:lnTo>
                  <a:lnTo>
                    <a:pt x="482180" y="281800"/>
                  </a:lnTo>
                  <a:lnTo>
                    <a:pt x="484619" y="279412"/>
                  </a:lnTo>
                  <a:lnTo>
                    <a:pt x="484619" y="266001"/>
                  </a:lnTo>
                  <a:close/>
                </a:path>
                <a:path w="492759" h="325119">
                  <a:moveTo>
                    <a:pt x="492290" y="184150"/>
                  </a:moveTo>
                  <a:lnTo>
                    <a:pt x="490448" y="175260"/>
                  </a:lnTo>
                  <a:lnTo>
                    <a:pt x="482346" y="170180"/>
                  </a:lnTo>
                  <a:lnTo>
                    <a:pt x="473278" y="163830"/>
                  </a:lnTo>
                  <a:lnTo>
                    <a:pt x="472706" y="162560"/>
                  </a:lnTo>
                  <a:lnTo>
                    <a:pt x="468541" y="152400"/>
                  </a:lnTo>
                  <a:lnTo>
                    <a:pt x="472757" y="162560"/>
                  </a:lnTo>
                  <a:lnTo>
                    <a:pt x="480745" y="166370"/>
                  </a:lnTo>
                  <a:lnTo>
                    <a:pt x="486765" y="163830"/>
                  </a:lnTo>
                  <a:lnTo>
                    <a:pt x="480288" y="160020"/>
                  </a:lnTo>
                  <a:lnTo>
                    <a:pt x="478434" y="152400"/>
                  </a:lnTo>
                  <a:lnTo>
                    <a:pt x="478129" y="151130"/>
                  </a:lnTo>
                  <a:lnTo>
                    <a:pt x="475221" y="143510"/>
                  </a:lnTo>
                  <a:lnTo>
                    <a:pt x="469404" y="140970"/>
                  </a:lnTo>
                  <a:lnTo>
                    <a:pt x="466496" y="139700"/>
                  </a:lnTo>
                  <a:lnTo>
                    <a:pt x="463778" y="139700"/>
                  </a:lnTo>
                  <a:lnTo>
                    <a:pt x="460679" y="137160"/>
                  </a:lnTo>
                  <a:lnTo>
                    <a:pt x="457301" y="135890"/>
                  </a:lnTo>
                  <a:lnTo>
                    <a:pt x="452170" y="135890"/>
                  </a:lnTo>
                  <a:lnTo>
                    <a:pt x="445808" y="137160"/>
                  </a:lnTo>
                  <a:lnTo>
                    <a:pt x="439178" y="140970"/>
                  </a:lnTo>
                  <a:lnTo>
                    <a:pt x="433959" y="147320"/>
                  </a:lnTo>
                  <a:lnTo>
                    <a:pt x="431838" y="157480"/>
                  </a:lnTo>
                  <a:lnTo>
                    <a:pt x="437680" y="176530"/>
                  </a:lnTo>
                  <a:lnTo>
                    <a:pt x="463359" y="201930"/>
                  </a:lnTo>
                  <a:lnTo>
                    <a:pt x="469201" y="219710"/>
                  </a:lnTo>
                  <a:lnTo>
                    <a:pt x="469201" y="227330"/>
                  </a:lnTo>
                  <a:lnTo>
                    <a:pt x="462864" y="232410"/>
                  </a:lnTo>
                  <a:lnTo>
                    <a:pt x="449491" y="232410"/>
                  </a:lnTo>
                  <a:lnTo>
                    <a:pt x="444500" y="224790"/>
                  </a:lnTo>
                  <a:lnTo>
                    <a:pt x="440537" y="217170"/>
                  </a:lnTo>
                  <a:lnTo>
                    <a:pt x="439216" y="214630"/>
                  </a:lnTo>
                  <a:lnTo>
                    <a:pt x="437349" y="210820"/>
                  </a:lnTo>
                  <a:lnTo>
                    <a:pt x="436727" y="209550"/>
                  </a:lnTo>
                  <a:lnTo>
                    <a:pt x="431253" y="201930"/>
                  </a:lnTo>
                  <a:lnTo>
                    <a:pt x="429983" y="200507"/>
                  </a:lnTo>
                  <a:lnTo>
                    <a:pt x="429983" y="217170"/>
                  </a:lnTo>
                  <a:lnTo>
                    <a:pt x="425983" y="222250"/>
                  </a:lnTo>
                  <a:lnTo>
                    <a:pt x="422414" y="223520"/>
                  </a:lnTo>
                  <a:lnTo>
                    <a:pt x="417893" y="220980"/>
                  </a:lnTo>
                  <a:lnTo>
                    <a:pt x="417830" y="219710"/>
                  </a:lnTo>
                  <a:lnTo>
                    <a:pt x="417703" y="217170"/>
                  </a:lnTo>
                  <a:lnTo>
                    <a:pt x="421906" y="212090"/>
                  </a:lnTo>
                  <a:lnTo>
                    <a:pt x="425196" y="210820"/>
                  </a:lnTo>
                  <a:lnTo>
                    <a:pt x="427583" y="212090"/>
                  </a:lnTo>
                  <a:lnTo>
                    <a:pt x="429895" y="213360"/>
                  </a:lnTo>
                  <a:lnTo>
                    <a:pt x="429983" y="217170"/>
                  </a:lnTo>
                  <a:lnTo>
                    <a:pt x="429983" y="200507"/>
                  </a:lnTo>
                  <a:lnTo>
                    <a:pt x="425627" y="195580"/>
                  </a:lnTo>
                  <a:lnTo>
                    <a:pt x="427202" y="196850"/>
                  </a:lnTo>
                  <a:lnTo>
                    <a:pt x="434835" y="196850"/>
                  </a:lnTo>
                  <a:lnTo>
                    <a:pt x="436270" y="195580"/>
                  </a:lnTo>
                  <a:lnTo>
                    <a:pt x="437692" y="194310"/>
                  </a:lnTo>
                  <a:lnTo>
                    <a:pt x="438391" y="191770"/>
                  </a:lnTo>
                  <a:lnTo>
                    <a:pt x="438518" y="187960"/>
                  </a:lnTo>
                  <a:lnTo>
                    <a:pt x="437299" y="185420"/>
                  </a:lnTo>
                  <a:lnTo>
                    <a:pt x="435508" y="182880"/>
                  </a:lnTo>
                  <a:lnTo>
                    <a:pt x="435292" y="182626"/>
                  </a:lnTo>
                  <a:lnTo>
                    <a:pt x="435292" y="187960"/>
                  </a:lnTo>
                  <a:lnTo>
                    <a:pt x="435229" y="190500"/>
                  </a:lnTo>
                  <a:lnTo>
                    <a:pt x="435038" y="191770"/>
                  </a:lnTo>
                  <a:lnTo>
                    <a:pt x="434035" y="193040"/>
                  </a:lnTo>
                  <a:lnTo>
                    <a:pt x="433108" y="194310"/>
                  </a:lnTo>
                  <a:lnTo>
                    <a:pt x="429450" y="194310"/>
                  </a:lnTo>
                  <a:lnTo>
                    <a:pt x="427443" y="193040"/>
                  </a:lnTo>
                  <a:lnTo>
                    <a:pt x="424751" y="190500"/>
                  </a:lnTo>
                  <a:lnTo>
                    <a:pt x="424332" y="189230"/>
                  </a:lnTo>
                  <a:lnTo>
                    <a:pt x="423913" y="187960"/>
                  </a:lnTo>
                  <a:lnTo>
                    <a:pt x="423989" y="186690"/>
                  </a:lnTo>
                  <a:lnTo>
                    <a:pt x="424116" y="184150"/>
                  </a:lnTo>
                  <a:lnTo>
                    <a:pt x="425170" y="184150"/>
                  </a:lnTo>
                  <a:lnTo>
                    <a:pt x="425996" y="182880"/>
                  </a:lnTo>
                  <a:lnTo>
                    <a:pt x="429793" y="182880"/>
                  </a:lnTo>
                  <a:lnTo>
                    <a:pt x="431685" y="184150"/>
                  </a:lnTo>
                  <a:lnTo>
                    <a:pt x="433108" y="185420"/>
                  </a:lnTo>
                  <a:lnTo>
                    <a:pt x="434479" y="186690"/>
                  </a:lnTo>
                  <a:lnTo>
                    <a:pt x="435292" y="187960"/>
                  </a:lnTo>
                  <a:lnTo>
                    <a:pt x="435292" y="182626"/>
                  </a:lnTo>
                  <a:lnTo>
                    <a:pt x="433425" y="180340"/>
                  </a:lnTo>
                  <a:lnTo>
                    <a:pt x="430631" y="179070"/>
                  </a:lnTo>
                  <a:lnTo>
                    <a:pt x="426173" y="179070"/>
                  </a:lnTo>
                  <a:lnTo>
                    <a:pt x="424205" y="180340"/>
                  </a:lnTo>
                  <a:lnTo>
                    <a:pt x="422960" y="181610"/>
                  </a:lnTo>
                  <a:lnTo>
                    <a:pt x="421614" y="182880"/>
                  </a:lnTo>
                  <a:lnTo>
                    <a:pt x="420916" y="184150"/>
                  </a:lnTo>
                  <a:lnTo>
                    <a:pt x="420839" y="188506"/>
                  </a:lnTo>
                  <a:lnTo>
                    <a:pt x="415556" y="181610"/>
                  </a:lnTo>
                  <a:lnTo>
                    <a:pt x="415340" y="181343"/>
                  </a:lnTo>
                  <a:lnTo>
                    <a:pt x="415340" y="240030"/>
                  </a:lnTo>
                  <a:lnTo>
                    <a:pt x="413334" y="242570"/>
                  </a:lnTo>
                  <a:lnTo>
                    <a:pt x="411175" y="245110"/>
                  </a:lnTo>
                  <a:lnTo>
                    <a:pt x="407771" y="246380"/>
                  </a:lnTo>
                  <a:lnTo>
                    <a:pt x="403326" y="243840"/>
                  </a:lnTo>
                  <a:lnTo>
                    <a:pt x="403237" y="242570"/>
                  </a:lnTo>
                  <a:lnTo>
                    <a:pt x="403161" y="241300"/>
                  </a:lnTo>
                  <a:lnTo>
                    <a:pt x="403072" y="240030"/>
                  </a:lnTo>
                  <a:lnTo>
                    <a:pt x="405117" y="237490"/>
                  </a:lnTo>
                  <a:lnTo>
                    <a:pt x="407123" y="233680"/>
                  </a:lnTo>
                  <a:lnTo>
                    <a:pt x="410603" y="233680"/>
                  </a:lnTo>
                  <a:lnTo>
                    <a:pt x="412915" y="234950"/>
                  </a:lnTo>
                  <a:lnTo>
                    <a:pt x="415150" y="236220"/>
                  </a:lnTo>
                  <a:lnTo>
                    <a:pt x="415277" y="238760"/>
                  </a:lnTo>
                  <a:lnTo>
                    <a:pt x="415340" y="240030"/>
                  </a:lnTo>
                  <a:lnTo>
                    <a:pt x="415340" y="181343"/>
                  </a:lnTo>
                  <a:lnTo>
                    <a:pt x="410591" y="175260"/>
                  </a:lnTo>
                  <a:lnTo>
                    <a:pt x="407136" y="168910"/>
                  </a:lnTo>
                  <a:lnTo>
                    <a:pt x="405841" y="163830"/>
                  </a:lnTo>
                  <a:lnTo>
                    <a:pt x="405841" y="158750"/>
                  </a:lnTo>
                  <a:lnTo>
                    <a:pt x="409321" y="154940"/>
                  </a:lnTo>
                  <a:lnTo>
                    <a:pt x="411429" y="152400"/>
                  </a:lnTo>
                  <a:lnTo>
                    <a:pt x="413537" y="149860"/>
                  </a:lnTo>
                  <a:lnTo>
                    <a:pt x="414972" y="149860"/>
                  </a:lnTo>
                  <a:lnTo>
                    <a:pt x="416052" y="148590"/>
                  </a:lnTo>
                  <a:lnTo>
                    <a:pt x="417576" y="147320"/>
                  </a:lnTo>
                  <a:lnTo>
                    <a:pt x="420776" y="144780"/>
                  </a:lnTo>
                  <a:lnTo>
                    <a:pt x="427202" y="137160"/>
                  </a:lnTo>
                  <a:lnTo>
                    <a:pt x="427443" y="137160"/>
                  </a:lnTo>
                  <a:lnTo>
                    <a:pt x="429209" y="135890"/>
                  </a:lnTo>
                  <a:lnTo>
                    <a:pt x="425996" y="132956"/>
                  </a:lnTo>
                  <a:lnTo>
                    <a:pt x="425996" y="135890"/>
                  </a:lnTo>
                  <a:lnTo>
                    <a:pt x="418261" y="143510"/>
                  </a:lnTo>
                  <a:lnTo>
                    <a:pt x="414566" y="147320"/>
                  </a:lnTo>
                  <a:lnTo>
                    <a:pt x="410083" y="144780"/>
                  </a:lnTo>
                  <a:lnTo>
                    <a:pt x="362991" y="118110"/>
                  </a:lnTo>
                  <a:lnTo>
                    <a:pt x="368033" y="102870"/>
                  </a:lnTo>
                  <a:lnTo>
                    <a:pt x="373672" y="105410"/>
                  </a:lnTo>
                  <a:lnTo>
                    <a:pt x="372059" y="105410"/>
                  </a:lnTo>
                  <a:lnTo>
                    <a:pt x="370001" y="106680"/>
                  </a:lnTo>
                  <a:lnTo>
                    <a:pt x="368211" y="109220"/>
                  </a:lnTo>
                  <a:lnTo>
                    <a:pt x="371894" y="109220"/>
                  </a:lnTo>
                  <a:lnTo>
                    <a:pt x="373405" y="107950"/>
                  </a:lnTo>
                  <a:lnTo>
                    <a:pt x="371182" y="114300"/>
                  </a:lnTo>
                  <a:lnTo>
                    <a:pt x="370611" y="113030"/>
                  </a:lnTo>
                  <a:lnTo>
                    <a:pt x="368973" y="111760"/>
                  </a:lnTo>
                  <a:lnTo>
                    <a:pt x="367385" y="110490"/>
                  </a:lnTo>
                  <a:lnTo>
                    <a:pt x="366268" y="115570"/>
                  </a:lnTo>
                  <a:lnTo>
                    <a:pt x="369189" y="116840"/>
                  </a:lnTo>
                  <a:lnTo>
                    <a:pt x="371182" y="118110"/>
                  </a:lnTo>
                  <a:lnTo>
                    <a:pt x="374700" y="119380"/>
                  </a:lnTo>
                  <a:lnTo>
                    <a:pt x="376859" y="119380"/>
                  </a:lnTo>
                  <a:lnTo>
                    <a:pt x="377825" y="118110"/>
                  </a:lnTo>
                  <a:lnTo>
                    <a:pt x="378917" y="116840"/>
                  </a:lnTo>
                  <a:lnTo>
                    <a:pt x="377799" y="115570"/>
                  </a:lnTo>
                  <a:lnTo>
                    <a:pt x="376694" y="114300"/>
                  </a:lnTo>
                  <a:lnTo>
                    <a:pt x="373773" y="115570"/>
                  </a:lnTo>
                  <a:lnTo>
                    <a:pt x="373646" y="114300"/>
                  </a:lnTo>
                  <a:lnTo>
                    <a:pt x="373519" y="113030"/>
                  </a:lnTo>
                  <a:lnTo>
                    <a:pt x="373405" y="111760"/>
                  </a:lnTo>
                  <a:lnTo>
                    <a:pt x="375069" y="110490"/>
                  </a:lnTo>
                  <a:lnTo>
                    <a:pt x="378625" y="110490"/>
                  </a:lnTo>
                  <a:lnTo>
                    <a:pt x="379857" y="111760"/>
                  </a:lnTo>
                  <a:lnTo>
                    <a:pt x="380326" y="114300"/>
                  </a:lnTo>
                  <a:lnTo>
                    <a:pt x="380263" y="113030"/>
                  </a:lnTo>
                  <a:lnTo>
                    <a:pt x="380149" y="110490"/>
                  </a:lnTo>
                  <a:lnTo>
                    <a:pt x="380085" y="109220"/>
                  </a:lnTo>
                  <a:lnTo>
                    <a:pt x="380834" y="107950"/>
                  </a:lnTo>
                  <a:lnTo>
                    <a:pt x="382320" y="105410"/>
                  </a:lnTo>
                  <a:lnTo>
                    <a:pt x="386626" y="104140"/>
                  </a:lnTo>
                  <a:lnTo>
                    <a:pt x="388315" y="109220"/>
                  </a:lnTo>
                  <a:lnTo>
                    <a:pt x="386981" y="111760"/>
                  </a:lnTo>
                  <a:lnTo>
                    <a:pt x="383514" y="115570"/>
                  </a:lnTo>
                  <a:lnTo>
                    <a:pt x="385419" y="114300"/>
                  </a:lnTo>
                  <a:lnTo>
                    <a:pt x="387464" y="114300"/>
                  </a:lnTo>
                  <a:lnTo>
                    <a:pt x="388200" y="115570"/>
                  </a:lnTo>
                  <a:lnTo>
                    <a:pt x="389394" y="116840"/>
                  </a:lnTo>
                  <a:lnTo>
                    <a:pt x="388988" y="119380"/>
                  </a:lnTo>
                  <a:lnTo>
                    <a:pt x="386334" y="120650"/>
                  </a:lnTo>
                  <a:lnTo>
                    <a:pt x="385762" y="118110"/>
                  </a:lnTo>
                  <a:lnTo>
                    <a:pt x="382193" y="118110"/>
                  </a:lnTo>
                  <a:lnTo>
                    <a:pt x="381190" y="119380"/>
                  </a:lnTo>
                  <a:lnTo>
                    <a:pt x="380085" y="121920"/>
                  </a:lnTo>
                  <a:lnTo>
                    <a:pt x="381762" y="123190"/>
                  </a:lnTo>
                  <a:lnTo>
                    <a:pt x="384835" y="125730"/>
                  </a:lnTo>
                  <a:lnTo>
                    <a:pt x="388493" y="127000"/>
                  </a:lnTo>
                  <a:lnTo>
                    <a:pt x="391490" y="125730"/>
                  </a:lnTo>
                  <a:lnTo>
                    <a:pt x="392480" y="124460"/>
                  </a:lnTo>
                  <a:lnTo>
                    <a:pt x="393484" y="123190"/>
                  </a:lnTo>
                  <a:lnTo>
                    <a:pt x="392277" y="121920"/>
                  </a:lnTo>
                  <a:lnTo>
                    <a:pt x="390169" y="123190"/>
                  </a:lnTo>
                  <a:lnTo>
                    <a:pt x="388175" y="124460"/>
                  </a:lnTo>
                  <a:lnTo>
                    <a:pt x="390042" y="120650"/>
                  </a:lnTo>
                  <a:lnTo>
                    <a:pt x="391909" y="116840"/>
                  </a:lnTo>
                  <a:lnTo>
                    <a:pt x="392137" y="118110"/>
                  </a:lnTo>
                  <a:lnTo>
                    <a:pt x="392696" y="119380"/>
                  </a:lnTo>
                  <a:lnTo>
                    <a:pt x="394398" y="120650"/>
                  </a:lnTo>
                  <a:lnTo>
                    <a:pt x="395706" y="116840"/>
                  </a:lnTo>
                  <a:lnTo>
                    <a:pt x="394614" y="114300"/>
                  </a:lnTo>
                  <a:lnTo>
                    <a:pt x="402628" y="119380"/>
                  </a:lnTo>
                  <a:lnTo>
                    <a:pt x="399910" y="119380"/>
                  </a:lnTo>
                  <a:lnTo>
                    <a:pt x="396963" y="121920"/>
                  </a:lnTo>
                  <a:lnTo>
                    <a:pt x="398780" y="123190"/>
                  </a:lnTo>
                  <a:lnTo>
                    <a:pt x="400685" y="123190"/>
                  </a:lnTo>
                  <a:lnTo>
                    <a:pt x="401726" y="121920"/>
                  </a:lnTo>
                  <a:lnTo>
                    <a:pt x="397535" y="129540"/>
                  </a:lnTo>
                  <a:lnTo>
                    <a:pt x="397535" y="127000"/>
                  </a:lnTo>
                  <a:lnTo>
                    <a:pt x="396608" y="124460"/>
                  </a:lnTo>
                  <a:lnTo>
                    <a:pt x="395706" y="124460"/>
                  </a:lnTo>
                  <a:lnTo>
                    <a:pt x="393954" y="127000"/>
                  </a:lnTo>
                  <a:lnTo>
                    <a:pt x="394398" y="130810"/>
                  </a:lnTo>
                  <a:lnTo>
                    <a:pt x="398043" y="132080"/>
                  </a:lnTo>
                  <a:lnTo>
                    <a:pt x="401104" y="134620"/>
                  </a:lnTo>
                  <a:lnTo>
                    <a:pt x="403466" y="134620"/>
                  </a:lnTo>
                  <a:lnTo>
                    <a:pt x="404698" y="133350"/>
                  </a:lnTo>
                  <a:lnTo>
                    <a:pt x="405917" y="130810"/>
                  </a:lnTo>
                  <a:lnTo>
                    <a:pt x="404914" y="129540"/>
                  </a:lnTo>
                  <a:lnTo>
                    <a:pt x="403910" y="128270"/>
                  </a:lnTo>
                  <a:lnTo>
                    <a:pt x="400900" y="129540"/>
                  </a:lnTo>
                  <a:lnTo>
                    <a:pt x="400799" y="125730"/>
                  </a:lnTo>
                  <a:lnTo>
                    <a:pt x="402551" y="124460"/>
                  </a:lnTo>
                  <a:lnTo>
                    <a:pt x="406069" y="124460"/>
                  </a:lnTo>
                  <a:lnTo>
                    <a:pt x="407250" y="127000"/>
                  </a:lnTo>
                  <a:lnTo>
                    <a:pt x="407504" y="128270"/>
                  </a:lnTo>
                  <a:lnTo>
                    <a:pt x="408660" y="124460"/>
                  </a:lnTo>
                  <a:lnTo>
                    <a:pt x="410730" y="121920"/>
                  </a:lnTo>
                  <a:lnTo>
                    <a:pt x="415582" y="120650"/>
                  </a:lnTo>
                  <a:lnTo>
                    <a:pt x="416623" y="124460"/>
                  </a:lnTo>
                  <a:lnTo>
                    <a:pt x="414439" y="128270"/>
                  </a:lnTo>
                  <a:lnTo>
                    <a:pt x="412305" y="129540"/>
                  </a:lnTo>
                  <a:lnTo>
                    <a:pt x="412076" y="129540"/>
                  </a:lnTo>
                  <a:lnTo>
                    <a:pt x="410184" y="130810"/>
                  </a:lnTo>
                  <a:lnTo>
                    <a:pt x="412178" y="129616"/>
                  </a:lnTo>
                  <a:lnTo>
                    <a:pt x="414058" y="130810"/>
                  </a:lnTo>
                  <a:lnTo>
                    <a:pt x="414769" y="132080"/>
                  </a:lnTo>
                  <a:lnTo>
                    <a:pt x="415798" y="133350"/>
                  </a:lnTo>
                  <a:lnTo>
                    <a:pt x="415150" y="135890"/>
                  </a:lnTo>
                  <a:lnTo>
                    <a:pt x="412483" y="137160"/>
                  </a:lnTo>
                  <a:lnTo>
                    <a:pt x="411975" y="133350"/>
                  </a:lnTo>
                  <a:lnTo>
                    <a:pt x="408571" y="133350"/>
                  </a:lnTo>
                  <a:lnTo>
                    <a:pt x="406476" y="137160"/>
                  </a:lnTo>
                  <a:lnTo>
                    <a:pt x="407873" y="138430"/>
                  </a:lnTo>
                  <a:lnTo>
                    <a:pt x="411111" y="140970"/>
                  </a:lnTo>
                  <a:lnTo>
                    <a:pt x="413105" y="142240"/>
                  </a:lnTo>
                  <a:lnTo>
                    <a:pt x="416026" y="143510"/>
                  </a:lnTo>
                  <a:lnTo>
                    <a:pt x="419328" y="139700"/>
                  </a:lnTo>
                  <a:lnTo>
                    <a:pt x="418261" y="138430"/>
                  </a:lnTo>
                  <a:lnTo>
                    <a:pt x="414680" y="138430"/>
                  </a:lnTo>
                  <a:lnTo>
                    <a:pt x="415607" y="137160"/>
                  </a:lnTo>
                  <a:lnTo>
                    <a:pt x="418414" y="133350"/>
                  </a:lnTo>
                  <a:lnTo>
                    <a:pt x="418338" y="134620"/>
                  </a:lnTo>
                  <a:lnTo>
                    <a:pt x="418261" y="135890"/>
                  </a:lnTo>
                  <a:lnTo>
                    <a:pt x="419557" y="137160"/>
                  </a:lnTo>
                  <a:lnTo>
                    <a:pt x="420687" y="138430"/>
                  </a:lnTo>
                  <a:lnTo>
                    <a:pt x="421297" y="135890"/>
                  </a:lnTo>
                  <a:lnTo>
                    <a:pt x="421398" y="134620"/>
                  </a:lnTo>
                  <a:lnTo>
                    <a:pt x="421500" y="133350"/>
                  </a:lnTo>
                  <a:lnTo>
                    <a:pt x="421297" y="132080"/>
                  </a:lnTo>
                  <a:lnTo>
                    <a:pt x="425996" y="135890"/>
                  </a:lnTo>
                  <a:lnTo>
                    <a:pt x="425996" y="132956"/>
                  </a:lnTo>
                  <a:lnTo>
                    <a:pt x="425043" y="132080"/>
                  </a:lnTo>
                  <a:lnTo>
                    <a:pt x="426173" y="129540"/>
                  </a:lnTo>
                  <a:lnTo>
                    <a:pt x="427062" y="127000"/>
                  </a:lnTo>
                  <a:lnTo>
                    <a:pt x="427685" y="124460"/>
                  </a:lnTo>
                  <a:lnTo>
                    <a:pt x="428993" y="129540"/>
                  </a:lnTo>
                  <a:lnTo>
                    <a:pt x="431685" y="133350"/>
                  </a:lnTo>
                  <a:lnTo>
                    <a:pt x="435292" y="132080"/>
                  </a:lnTo>
                  <a:lnTo>
                    <a:pt x="434594" y="127000"/>
                  </a:lnTo>
                  <a:lnTo>
                    <a:pt x="434898" y="124460"/>
                  </a:lnTo>
                  <a:lnTo>
                    <a:pt x="435216" y="121920"/>
                  </a:lnTo>
                  <a:lnTo>
                    <a:pt x="435305" y="120650"/>
                  </a:lnTo>
                  <a:lnTo>
                    <a:pt x="435406" y="119380"/>
                  </a:lnTo>
                  <a:lnTo>
                    <a:pt x="435521" y="114300"/>
                  </a:lnTo>
                  <a:lnTo>
                    <a:pt x="434568" y="106680"/>
                  </a:lnTo>
                  <a:lnTo>
                    <a:pt x="437692" y="111760"/>
                  </a:lnTo>
                  <a:lnTo>
                    <a:pt x="441985" y="114300"/>
                  </a:lnTo>
                  <a:lnTo>
                    <a:pt x="445135" y="113030"/>
                  </a:lnTo>
                  <a:lnTo>
                    <a:pt x="441909" y="107950"/>
                  </a:lnTo>
                  <a:lnTo>
                    <a:pt x="441921" y="106680"/>
                  </a:lnTo>
                  <a:lnTo>
                    <a:pt x="441871" y="97790"/>
                  </a:lnTo>
                  <a:lnTo>
                    <a:pt x="441756" y="95250"/>
                  </a:lnTo>
                  <a:lnTo>
                    <a:pt x="441706" y="93980"/>
                  </a:lnTo>
                  <a:lnTo>
                    <a:pt x="441591" y="91440"/>
                  </a:lnTo>
                  <a:lnTo>
                    <a:pt x="436968" y="81280"/>
                  </a:lnTo>
                  <a:lnTo>
                    <a:pt x="440359" y="82550"/>
                  </a:lnTo>
                  <a:lnTo>
                    <a:pt x="442785" y="81280"/>
                  </a:lnTo>
                  <a:lnTo>
                    <a:pt x="444207" y="80010"/>
                  </a:lnTo>
                  <a:lnTo>
                    <a:pt x="439000" y="77470"/>
                  </a:lnTo>
                  <a:lnTo>
                    <a:pt x="435749" y="72390"/>
                  </a:lnTo>
                  <a:lnTo>
                    <a:pt x="431101" y="66040"/>
                  </a:lnTo>
                  <a:lnTo>
                    <a:pt x="421741" y="60960"/>
                  </a:lnTo>
                  <a:lnTo>
                    <a:pt x="425996" y="60960"/>
                  </a:lnTo>
                  <a:lnTo>
                    <a:pt x="428498" y="58420"/>
                  </a:lnTo>
                  <a:lnTo>
                    <a:pt x="428218" y="57150"/>
                  </a:lnTo>
                  <a:lnTo>
                    <a:pt x="427926" y="55880"/>
                  </a:lnTo>
                  <a:lnTo>
                    <a:pt x="424446" y="57150"/>
                  </a:lnTo>
                  <a:lnTo>
                    <a:pt x="420065" y="54610"/>
                  </a:lnTo>
                  <a:lnTo>
                    <a:pt x="413753" y="52070"/>
                  </a:lnTo>
                  <a:lnTo>
                    <a:pt x="404418" y="50800"/>
                  </a:lnTo>
                  <a:lnTo>
                    <a:pt x="404037" y="48260"/>
                  </a:lnTo>
                  <a:lnTo>
                    <a:pt x="403466" y="44450"/>
                  </a:lnTo>
                  <a:lnTo>
                    <a:pt x="398322" y="39370"/>
                  </a:lnTo>
                  <a:lnTo>
                    <a:pt x="392404" y="36830"/>
                  </a:lnTo>
                  <a:lnTo>
                    <a:pt x="393496" y="40640"/>
                  </a:lnTo>
                  <a:lnTo>
                    <a:pt x="392557" y="44450"/>
                  </a:lnTo>
                  <a:lnTo>
                    <a:pt x="391464" y="48260"/>
                  </a:lnTo>
                  <a:lnTo>
                    <a:pt x="388200" y="45110"/>
                  </a:lnTo>
                  <a:lnTo>
                    <a:pt x="388200" y="64770"/>
                  </a:lnTo>
                  <a:lnTo>
                    <a:pt x="382524" y="66040"/>
                  </a:lnTo>
                  <a:lnTo>
                    <a:pt x="377151" y="67310"/>
                  </a:lnTo>
                  <a:lnTo>
                    <a:pt x="373011" y="69850"/>
                  </a:lnTo>
                  <a:lnTo>
                    <a:pt x="374700" y="66040"/>
                  </a:lnTo>
                  <a:lnTo>
                    <a:pt x="373011" y="60960"/>
                  </a:lnTo>
                  <a:lnTo>
                    <a:pt x="382143" y="60960"/>
                  </a:lnTo>
                  <a:lnTo>
                    <a:pt x="384708" y="64770"/>
                  </a:lnTo>
                  <a:lnTo>
                    <a:pt x="388200" y="64770"/>
                  </a:lnTo>
                  <a:lnTo>
                    <a:pt x="388200" y="45110"/>
                  </a:lnTo>
                  <a:lnTo>
                    <a:pt x="342785" y="1270"/>
                  </a:lnTo>
                  <a:lnTo>
                    <a:pt x="341261" y="0"/>
                  </a:lnTo>
                  <a:lnTo>
                    <a:pt x="339813" y="0"/>
                  </a:lnTo>
                  <a:lnTo>
                    <a:pt x="339813" y="1270"/>
                  </a:lnTo>
                  <a:lnTo>
                    <a:pt x="340626" y="2540"/>
                  </a:lnTo>
                  <a:lnTo>
                    <a:pt x="382524" y="53340"/>
                  </a:lnTo>
                  <a:lnTo>
                    <a:pt x="379323" y="54610"/>
                  </a:lnTo>
                  <a:lnTo>
                    <a:pt x="376212" y="55880"/>
                  </a:lnTo>
                  <a:lnTo>
                    <a:pt x="370916" y="57150"/>
                  </a:lnTo>
                  <a:lnTo>
                    <a:pt x="369354" y="59690"/>
                  </a:lnTo>
                  <a:lnTo>
                    <a:pt x="369354" y="62230"/>
                  </a:lnTo>
                  <a:lnTo>
                    <a:pt x="361581" y="66040"/>
                  </a:lnTo>
                  <a:lnTo>
                    <a:pt x="354990" y="71005"/>
                  </a:lnTo>
                  <a:lnTo>
                    <a:pt x="348843" y="76200"/>
                  </a:lnTo>
                  <a:lnTo>
                    <a:pt x="346748" y="76200"/>
                  </a:lnTo>
                  <a:lnTo>
                    <a:pt x="349072" y="81280"/>
                  </a:lnTo>
                  <a:lnTo>
                    <a:pt x="349910" y="83820"/>
                  </a:lnTo>
                  <a:lnTo>
                    <a:pt x="347179" y="88900"/>
                  </a:lnTo>
                  <a:lnTo>
                    <a:pt x="357212" y="82550"/>
                  </a:lnTo>
                  <a:lnTo>
                    <a:pt x="366268" y="77470"/>
                  </a:lnTo>
                  <a:lnTo>
                    <a:pt x="367614" y="81280"/>
                  </a:lnTo>
                  <a:lnTo>
                    <a:pt x="368338" y="82550"/>
                  </a:lnTo>
                  <a:lnTo>
                    <a:pt x="363918" y="83820"/>
                  </a:lnTo>
                  <a:lnTo>
                    <a:pt x="360781" y="85090"/>
                  </a:lnTo>
                  <a:lnTo>
                    <a:pt x="357759" y="86360"/>
                  </a:lnTo>
                  <a:lnTo>
                    <a:pt x="354418" y="88900"/>
                  </a:lnTo>
                  <a:lnTo>
                    <a:pt x="355396" y="91440"/>
                  </a:lnTo>
                  <a:lnTo>
                    <a:pt x="357886" y="90170"/>
                  </a:lnTo>
                  <a:lnTo>
                    <a:pt x="357962" y="91440"/>
                  </a:lnTo>
                  <a:lnTo>
                    <a:pt x="358178" y="92710"/>
                  </a:lnTo>
                  <a:lnTo>
                    <a:pt x="359092" y="93980"/>
                  </a:lnTo>
                  <a:lnTo>
                    <a:pt x="361581" y="93980"/>
                  </a:lnTo>
                  <a:lnTo>
                    <a:pt x="363143" y="91440"/>
                  </a:lnTo>
                  <a:lnTo>
                    <a:pt x="364058" y="92710"/>
                  </a:lnTo>
                  <a:lnTo>
                    <a:pt x="365112" y="92710"/>
                  </a:lnTo>
                  <a:lnTo>
                    <a:pt x="363677" y="99060"/>
                  </a:lnTo>
                  <a:lnTo>
                    <a:pt x="362623" y="100330"/>
                  </a:lnTo>
                  <a:lnTo>
                    <a:pt x="367385" y="99060"/>
                  </a:lnTo>
                  <a:lnTo>
                    <a:pt x="370344" y="95250"/>
                  </a:lnTo>
                  <a:lnTo>
                    <a:pt x="370408" y="93980"/>
                  </a:lnTo>
                  <a:lnTo>
                    <a:pt x="370535" y="91440"/>
                  </a:lnTo>
                  <a:lnTo>
                    <a:pt x="370560" y="90170"/>
                  </a:lnTo>
                  <a:lnTo>
                    <a:pt x="370611" y="87630"/>
                  </a:lnTo>
                  <a:lnTo>
                    <a:pt x="371627" y="87630"/>
                  </a:lnTo>
                  <a:lnTo>
                    <a:pt x="372338" y="86360"/>
                  </a:lnTo>
                  <a:lnTo>
                    <a:pt x="373100" y="86360"/>
                  </a:lnTo>
                  <a:lnTo>
                    <a:pt x="373913" y="90170"/>
                  </a:lnTo>
                  <a:lnTo>
                    <a:pt x="373011" y="92710"/>
                  </a:lnTo>
                  <a:lnTo>
                    <a:pt x="375475" y="92710"/>
                  </a:lnTo>
                  <a:lnTo>
                    <a:pt x="378079" y="88900"/>
                  </a:lnTo>
                  <a:lnTo>
                    <a:pt x="377977" y="87630"/>
                  </a:lnTo>
                  <a:lnTo>
                    <a:pt x="377888" y="86360"/>
                  </a:lnTo>
                  <a:lnTo>
                    <a:pt x="377799" y="85090"/>
                  </a:lnTo>
                  <a:lnTo>
                    <a:pt x="377710" y="83820"/>
                  </a:lnTo>
                  <a:lnTo>
                    <a:pt x="378917" y="82550"/>
                  </a:lnTo>
                  <a:lnTo>
                    <a:pt x="380263" y="81280"/>
                  </a:lnTo>
                  <a:lnTo>
                    <a:pt x="382739" y="81280"/>
                  </a:lnTo>
                  <a:lnTo>
                    <a:pt x="385991" y="86360"/>
                  </a:lnTo>
                  <a:lnTo>
                    <a:pt x="398703" y="86360"/>
                  </a:lnTo>
                  <a:lnTo>
                    <a:pt x="402399" y="81280"/>
                  </a:lnTo>
                  <a:lnTo>
                    <a:pt x="403326" y="80010"/>
                  </a:lnTo>
                  <a:lnTo>
                    <a:pt x="403669" y="77470"/>
                  </a:lnTo>
                  <a:lnTo>
                    <a:pt x="404177" y="73660"/>
                  </a:lnTo>
                  <a:lnTo>
                    <a:pt x="404075" y="72390"/>
                  </a:lnTo>
                  <a:lnTo>
                    <a:pt x="403860" y="71005"/>
                  </a:lnTo>
                  <a:lnTo>
                    <a:pt x="402628" y="69850"/>
                  </a:lnTo>
                  <a:lnTo>
                    <a:pt x="405561" y="72390"/>
                  </a:lnTo>
                  <a:lnTo>
                    <a:pt x="406476" y="74930"/>
                  </a:lnTo>
                  <a:lnTo>
                    <a:pt x="406476" y="78740"/>
                  </a:lnTo>
                  <a:lnTo>
                    <a:pt x="403123" y="86360"/>
                  </a:lnTo>
                  <a:lnTo>
                    <a:pt x="395097" y="91440"/>
                  </a:lnTo>
                  <a:lnTo>
                    <a:pt x="385483" y="97790"/>
                  </a:lnTo>
                  <a:lnTo>
                    <a:pt x="377329" y="102870"/>
                  </a:lnTo>
                  <a:lnTo>
                    <a:pt x="376936" y="102870"/>
                  </a:lnTo>
                  <a:lnTo>
                    <a:pt x="376694" y="104140"/>
                  </a:lnTo>
                  <a:lnTo>
                    <a:pt x="376389" y="104140"/>
                  </a:lnTo>
                  <a:lnTo>
                    <a:pt x="373164" y="102870"/>
                  </a:lnTo>
                  <a:lnTo>
                    <a:pt x="366687" y="100330"/>
                  </a:lnTo>
                  <a:lnTo>
                    <a:pt x="365912" y="102870"/>
                  </a:lnTo>
                  <a:lnTo>
                    <a:pt x="365467" y="104140"/>
                  </a:lnTo>
                  <a:lnTo>
                    <a:pt x="364401" y="107950"/>
                  </a:lnTo>
                  <a:lnTo>
                    <a:pt x="362356" y="114300"/>
                  </a:lnTo>
                  <a:lnTo>
                    <a:pt x="360972" y="118110"/>
                  </a:lnTo>
                  <a:lnTo>
                    <a:pt x="360451" y="119380"/>
                  </a:lnTo>
                  <a:lnTo>
                    <a:pt x="361327" y="120650"/>
                  </a:lnTo>
                  <a:lnTo>
                    <a:pt x="357263" y="125730"/>
                  </a:lnTo>
                  <a:lnTo>
                    <a:pt x="353860" y="132080"/>
                  </a:lnTo>
                  <a:lnTo>
                    <a:pt x="351345" y="138430"/>
                  </a:lnTo>
                  <a:lnTo>
                    <a:pt x="349910" y="144780"/>
                  </a:lnTo>
                  <a:lnTo>
                    <a:pt x="347560" y="142240"/>
                  </a:lnTo>
                  <a:lnTo>
                    <a:pt x="345998" y="140970"/>
                  </a:lnTo>
                  <a:lnTo>
                    <a:pt x="342849" y="138430"/>
                  </a:lnTo>
                  <a:lnTo>
                    <a:pt x="343115" y="137160"/>
                  </a:lnTo>
                  <a:lnTo>
                    <a:pt x="343255" y="137160"/>
                  </a:lnTo>
                  <a:lnTo>
                    <a:pt x="343344" y="135890"/>
                  </a:lnTo>
                  <a:lnTo>
                    <a:pt x="343433" y="134620"/>
                  </a:lnTo>
                  <a:lnTo>
                    <a:pt x="343535" y="133350"/>
                  </a:lnTo>
                  <a:lnTo>
                    <a:pt x="342709" y="130810"/>
                  </a:lnTo>
                  <a:lnTo>
                    <a:pt x="341071" y="129540"/>
                  </a:lnTo>
                  <a:lnTo>
                    <a:pt x="340283" y="128651"/>
                  </a:lnTo>
                  <a:lnTo>
                    <a:pt x="340283" y="133350"/>
                  </a:lnTo>
                  <a:lnTo>
                    <a:pt x="340169" y="134620"/>
                  </a:lnTo>
                  <a:lnTo>
                    <a:pt x="340042" y="137160"/>
                  </a:lnTo>
                  <a:lnTo>
                    <a:pt x="339242" y="138430"/>
                  </a:lnTo>
                  <a:lnTo>
                    <a:pt x="338289" y="139700"/>
                  </a:lnTo>
                  <a:lnTo>
                    <a:pt x="337769" y="139700"/>
                  </a:lnTo>
                  <a:lnTo>
                    <a:pt x="336931" y="140970"/>
                  </a:lnTo>
                  <a:lnTo>
                    <a:pt x="333756" y="140970"/>
                  </a:lnTo>
                  <a:lnTo>
                    <a:pt x="332130" y="138430"/>
                  </a:lnTo>
                  <a:lnTo>
                    <a:pt x="332244" y="133350"/>
                  </a:lnTo>
                  <a:lnTo>
                    <a:pt x="332892" y="132080"/>
                  </a:lnTo>
                  <a:lnTo>
                    <a:pt x="334556" y="130810"/>
                  </a:lnTo>
                  <a:lnTo>
                    <a:pt x="335470" y="129540"/>
                  </a:lnTo>
                  <a:lnTo>
                    <a:pt x="337464" y="129540"/>
                  </a:lnTo>
                  <a:lnTo>
                    <a:pt x="338340" y="130810"/>
                  </a:lnTo>
                  <a:lnTo>
                    <a:pt x="338759" y="130810"/>
                  </a:lnTo>
                  <a:lnTo>
                    <a:pt x="339813" y="132080"/>
                  </a:lnTo>
                  <a:lnTo>
                    <a:pt x="340283" y="133350"/>
                  </a:lnTo>
                  <a:lnTo>
                    <a:pt x="340283" y="128651"/>
                  </a:lnTo>
                  <a:lnTo>
                    <a:pt x="339953" y="128270"/>
                  </a:lnTo>
                  <a:lnTo>
                    <a:pt x="338340" y="127000"/>
                  </a:lnTo>
                  <a:lnTo>
                    <a:pt x="333248" y="127000"/>
                  </a:lnTo>
                  <a:lnTo>
                    <a:pt x="331546" y="128270"/>
                  </a:lnTo>
                  <a:lnTo>
                    <a:pt x="330987" y="129540"/>
                  </a:lnTo>
                  <a:lnTo>
                    <a:pt x="330352" y="128270"/>
                  </a:lnTo>
                  <a:lnTo>
                    <a:pt x="330085" y="128270"/>
                  </a:lnTo>
                  <a:lnTo>
                    <a:pt x="326758" y="125730"/>
                  </a:lnTo>
                  <a:lnTo>
                    <a:pt x="322948" y="123190"/>
                  </a:lnTo>
                  <a:lnTo>
                    <a:pt x="320459" y="120650"/>
                  </a:lnTo>
                  <a:lnTo>
                    <a:pt x="319417" y="119380"/>
                  </a:lnTo>
                  <a:lnTo>
                    <a:pt x="309676" y="119380"/>
                  </a:lnTo>
                  <a:lnTo>
                    <a:pt x="308051" y="121920"/>
                  </a:lnTo>
                  <a:lnTo>
                    <a:pt x="307073" y="121920"/>
                  </a:lnTo>
                  <a:lnTo>
                    <a:pt x="304977" y="124460"/>
                  </a:lnTo>
                  <a:lnTo>
                    <a:pt x="302539" y="125730"/>
                  </a:lnTo>
                  <a:lnTo>
                    <a:pt x="303682" y="127000"/>
                  </a:lnTo>
                  <a:lnTo>
                    <a:pt x="304761" y="128270"/>
                  </a:lnTo>
                  <a:lnTo>
                    <a:pt x="305917" y="129540"/>
                  </a:lnTo>
                  <a:lnTo>
                    <a:pt x="306628" y="129540"/>
                  </a:lnTo>
                  <a:lnTo>
                    <a:pt x="307822" y="130810"/>
                  </a:lnTo>
                  <a:lnTo>
                    <a:pt x="309486" y="130810"/>
                  </a:lnTo>
                  <a:lnTo>
                    <a:pt x="310553" y="129540"/>
                  </a:lnTo>
                  <a:lnTo>
                    <a:pt x="316103" y="129540"/>
                  </a:lnTo>
                  <a:lnTo>
                    <a:pt x="317347" y="132080"/>
                  </a:lnTo>
                  <a:lnTo>
                    <a:pt x="318185" y="133350"/>
                  </a:lnTo>
                  <a:lnTo>
                    <a:pt x="326174" y="143510"/>
                  </a:lnTo>
                  <a:lnTo>
                    <a:pt x="332574" y="149860"/>
                  </a:lnTo>
                  <a:lnTo>
                    <a:pt x="331876" y="151130"/>
                  </a:lnTo>
                  <a:lnTo>
                    <a:pt x="330479" y="151130"/>
                  </a:lnTo>
                  <a:lnTo>
                    <a:pt x="327837" y="152400"/>
                  </a:lnTo>
                  <a:lnTo>
                    <a:pt x="318655" y="152400"/>
                  </a:lnTo>
                  <a:lnTo>
                    <a:pt x="315899" y="151130"/>
                  </a:lnTo>
                  <a:lnTo>
                    <a:pt x="315328" y="151130"/>
                  </a:lnTo>
                  <a:lnTo>
                    <a:pt x="311848" y="156210"/>
                  </a:lnTo>
                  <a:lnTo>
                    <a:pt x="310819" y="157480"/>
                  </a:lnTo>
                  <a:lnTo>
                    <a:pt x="309841" y="158750"/>
                  </a:lnTo>
                  <a:lnTo>
                    <a:pt x="309206" y="160020"/>
                  </a:lnTo>
                  <a:lnTo>
                    <a:pt x="313931" y="167640"/>
                  </a:lnTo>
                  <a:lnTo>
                    <a:pt x="317512" y="173990"/>
                  </a:lnTo>
                  <a:lnTo>
                    <a:pt x="321005" y="180340"/>
                  </a:lnTo>
                  <a:lnTo>
                    <a:pt x="323545" y="185420"/>
                  </a:lnTo>
                  <a:lnTo>
                    <a:pt x="325793" y="191770"/>
                  </a:lnTo>
                  <a:lnTo>
                    <a:pt x="328752" y="193040"/>
                  </a:lnTo>
                  <a:lnTo>
                    <a:pt x="337769" y="195580"/>
                  </a:lnTo>
                  <a:lnTo>
                    <a:pt x="345617" y="200660"/>
                  </a:lnTo>
                  <a:lnTo>
                    <a:pt x="346468" y="201930"/>
                  </a:lnTo>
                  <a:lnTo>
                    <a:pt x="346583" y="199390"/>
                  </a:lnTo>
                  <a:lnTo>
                    <a:pt x="346684" y="196850"/>
                  </a:lnTo>
                  <a:lnTo>
                    <a:pt x="345465" y="195580"/>
                  </a:lnTo>
                  <a:lnTo>
                    <a:pt x="341071" y="194310"/>
                  </a:lnTo>
                  <a:lnTo>
                    <a:pt x="339407" y="193040"/>
                  </a:lnTo>
                  <a:lnTo>
                    <a:pt x="341223" y="193040"/>
                  </a:lnTo>
                  <a:lnTo>
                    <a:pt x="346684" y="194310"/>
                  </a:lnTo>
                  <a:lnTo>
                    <a:pt x="350608" y="195580"/>
                  </a:lnTo>
                  <a:lnTo>
                    <a:pt x="349770" y="193040"/>
                  </a:lnTo>
                  <a:lnTo>
                    <a:pt x="349351" y="191770"/>
                  </a:lnTo>
                  <a:lnTo>
                    <a:pt x="345313" y="186690"/>
                  </a:lnTo>
                  <a:lnTo>
                    <a:pt x="342849" y="184150"/>
                  </a:lnTo>
                  <a:lnTo>
                    <a:pt x="339509" y="182880"/>
                  </a:lnTo>
                  <a:lnTo>
                    <a:pt x="336245" y="182880"/>
                  </a:lnTo>
                  <a:lnTo>
                    <a:pt x="334848" y="184150"/>
                  </a:lnTo>
                  <a:lnTo>
                    <a:pt x="335064" y="185420"/>
                  </a:lnTo>
                  <a:lnTo>
                    <a:pt x="334340" y="186690"/>
                  </a:lnTo>
                  <a:lnTo>
                    <a:pt x="331749" y="186690"/>
                  </a:lnTo>
                  <a:lnTo>
                    <a:pt x="330898" y="185420"/>
                  </a:lnTo>
                  <a:lnTo>
                    <a:pt x="331749" y="182880"/>
                  </a:lnTo>
                  <a:lnTo>
                    <a:pt x="333616" y="182880"/>
                  </a:lnTo>
                  <a:lnTo>
                    <a:pt x="333248" y="180340"/>
                  </a:lnTo>
                  <a:lnTo>
                    <a:pt x="332828" y="177800"/>
                  </a:lnTo>
                  <a:lnTo>
                    <a:pt x="329666" y="177800"/>
                  </a:lnTo>
                  <a:lnTo>
                    <a:pt x="327837" y="176530"/>
                  </a:lnTo>
                  <a:lnTo>
                    <a:pt x="324878" y="172720"/>
                  </a:lnTo>
                  <a:lnTo>
                    <a:pt x="321818" y="167640"/>
                  </a:lnTo>
                  <a:lnTo>
                    <a:pt x="320255" y="165100"/>
                  </a:lnTo>
                  <a:lnTo>
                    <a:pt x="318858" y="162560"/>
                  </a:lnTo>
                  <a:lnTo>
                    <a:pt x="320776" y="160020"/>
                  </a:lnTo>
                  <a:lnTo>
                    <a:pt x="323126" y="158750"/>
                  </a:lnTo>
                  <a:lnTo>
                    <a:pt x="328142" y="161290"/>
                  </a:lnTo>
                  <a:lnTo>
                    <a:pt x="337921" y="162560"/>
                  </a:lnTo>
                  <a:lnTo>
                    <a:pt x="350177" y="162560"/>
                  </a:lnTo>
                  <a:lnTo>
                    <a:pt x="351904" y="171450"/>
                  </a:lnTo>
                  <a:lnTo>
                    <a:pt x="355638" y="179070"/>
                  </a:lnTo>
                  <a:lnTo>
                    <a:pt x="362140" y="184150"/>
                  </a:lnTo>
                  <a:lnTo>
                    <a:pt x="372186" y="187960"/>
                  </a:lnTo>
                  <a:lnTo>
                    <a:pt x="379857" y="190500"/>
                  </a:lnTo>
                  <a:lnTo>
                    <a:pt x="387934" y="195580"/>
                  </a:lnTo>
                  <a:lnTo>
                    <a:pt x="390728" y="203200"/>
                  </a:lnTo>
                  <a:lnTo>
                    <a:pt x="371500" y="205740"/>
                  </a:lnTo>
                  <a:lnTo>
                    <a:pt x="360311" y="210820"/>
                  </a:lnTo>
                  <a:lnTo>
                    <a:pt x="355104" y="218440"/>
                  </a:lnTo>
                  <a:lnTo>
                    <a:pt x="353822" y="226060"/>
                  </a:lnTo>
                  <a:lnTo>
                    <a:pt x="355574" y="233680"/>
                  </a:lnTo>
                  <a:lnTo>
                    <a:pt x="359435" y="238760"/>
                  </a:lnTo>
                  <a:lnTo>
                    <a:pt x="363296" y="242570"/>
                  </a:lnTo>
                  <a:lnTo>
                    <a:pt x="365048" y="248920"/>
                  </a:lnTo>
                  <a:lnTo>
                    <a:pt x="360730" y="254000"/>
                  </a:lnTo>
                  <a:lnTo>
                    <a:pt x="350647" y="257810"/>
                  </a:lnTo>
                  <a:lnTo>
                    <a:pt x="339013" y="260350"/>
                  </a:lnTo>
                  <a:lnTo>
                    <a:pt x="330085" y="261620"/>
                  </a:lnTo>
                  <a:lnTo>
                    <a:pt x="323126" y="262890"/>
                  </a:lnTo>
                  <a:lnTo>
                    <a:pt x="319354" y="264160"/>
                  </a:lnTo>
                  <a:lnTo>
                    <a:pt x="315937" y="267970"/>
                  </a:lnTo>
                  <a:lnTo>
                    <a:pt x="312686" y="270510"/>
                  </a:lnTo>
                  <a:lnTo>
                    <a:pt x="303352" y="279400"/>
                  </a:lnTo>
                  <a:lnTo>
                    <a:pt x="305917" y="280670"/>
                  </a:lnTo>
                  <a:lnTo>
                    <a:pt x="308483" y="280670"/>
                  </a:lnTo>
                  <a:lnTo>
                    <a:pt x="313067" y="274320"/>
                  </a:lnTo>
                  <a:lnTo>
                    <a:pt x="314350" y="273050"/>
                  </a:lnTo>
                  <a:lnTo>
                    <a:pt x="315328" y="270510"/>
                  </a:lnTo>
                  <a:lnTo>
                    <a:pt x="316166" y="271780"/>
                  </a:lnTo>
                  <a:lnTo>
                    <a:pt x="317119" y="271780"/>
                  </a:lnTo>
                  <a:lnTo>
                    <a:pt x="315429" y="274320"/>
                  </a:lnTo>
                  <a:lnTo>
                    <a:pt x="311670" y="280670"/>
                  </a:lnTo>
                  <a:lnTo>
                    <a:pt x="327406" y="281940"/>
                  </a:lnTo>
                  <a:lnTo>
                    <a:pt x="328422" y="276860"/>
                  </a:lnTo>
                  <a:lnTo>
                    <a:pt x="328422" y="271780"/>
                  </a:lnTo>
                  <a:lnTo>
                    <a:pt x="324472" y="270510"/>
                  </a:lnTo>
                  <a:lnTo>
                    <a:pt x="326758" y="267970"/>
                  </a:lnTo>
                  <a:lnTo>
                    <a:pt x="329120" y="266700"/>
                  </a:lnTo>
                  <a:lnTo>
                    <a:pt x="330987" y="267970"/>
                  </a:lnTo>
                  <a:lnTo>
                    <a:pt x="334632" y="271780"/>
                  </a:lnTo>
                  <a:lnTo>
                    <a:pt x="335203" y="274320"/>
                  </a:lnTo>
                  <a:lnTo>
                    <a:pt x="339598" y="271780"/>
                  </a:lnTo>
                  <a:lnTo>
                    <a:pt x="353187" y="266700"/>
                  </a:lnTo>
                  <a:lnTo>
                    <a:pt x="370166" y="260350"/>
                  </a:lnTo>
                  <a:lnTo>
                    <a:pt x="375221" y="257810"/>
                  </a:lnTo>
                  <a:lnTo>
                    <a:pt x="378282" y="256540"/>
                  </a:lnTo>
                  <a:lnTo>
                    <a:pt x="382143" y="255270"/>
                  </a:lnTo>
                  <a:lnTo>
                    <a:pt x="381000" y="252730"/>
                  </a:lnTo>
                  <a:lnTo>
                    <a:pt x="378625" y="251460"/>
                  </a:lnTo>
                  <a:lnTo>
                    <a:pt x="376212" y="248920"/>
                  </a:lnTo>
                  <a:lnTo>
                    <a:pt x="375666" y="246380"/>
                  </a:lnTo>
                  <a:lnTo>
                    <a:pt x="375666" y="232410"/>
                  </a:lnTo>
                  <a:lnTo>
                    <a:pt x="381927" y="228600"/>
                  </a:lnTo>
                  <a:lnTo>
                    <a:pt x="393192" y="228600"/>
                  </a:lnTo>
                  <a:lnTo>
                    <a:pt x="392696" y="232410"/>
                  </a:lnTo>
                  <a:lnTo>
                    <a:pt x="392696" y="233680"/>
                  </a:lnTo>
                  <a:lnTo>
                    <a:pt x="396659" y="245110"/>
                  </a:lnTo>
                  <a:lnTo>
                    <a:pt x="405841" y="255270"/>
                  </a:lnTo>
                  <a:lnTo>
                    <a:pt x="416255" y="262890"/>
                  </a:lnTo>
                  <a:lnTo>
                    <a:pt x="423913" y="265430"/>
                  </a:lnTo>
                  <a:lnTo>
                    <a:pt x="426872" y="265430"/>
                  </a:lnTo>
                  <a:lnTo>
                    <a:pt x="430911" y="262890"/>
                  </a:lnTo>
                  <a:lnTo>
                    <a:pt x="431025" y="267970"/>
                  </a:lnTo>
                  <a:lnTo>
                    <a:pt x="431139" y="273050"/>
                  </a:lnTo>
                  <a:lnTo>
                    <a:pt x="431253" y="279400"/>
                  </a:lnTo>
                  <a:lnTo>
                    <a:pt x="432803" y="284480"/>
                  </a:lnTo>
                  <a:lnTo>
                    <a:pt x="430110" y="300990"/>
                  </a:lnTo>
                  <a:lnTo>
                    <a:pt x="427685" y="302260"/>
                  </a:lnTo>
                  <a:lnTo>
                    <a:pt x="417766" y="309880"/>
                  </a:lnTo>
                  <a:lnTo>
                    <a:pt x="413105" y="320040"/>
                  </a:lnTo>
                  <a:lnTo>
                    <a:pt x="411048" y="322580"/>
                  </a:lnTo>
                  <a:lnTo>
                    <a:pt x="413207" y="323850"/>
                  </a:lnTo>
                  <a:lnTo>
                    <a:pt x="415505" y="323850"/>
                  </a:lnTo>
                  <a:lnTo>
                    <a:pt x="417347" y="318770"/>
                  </a:lnTo>
                  <a:lnTo>
                    <a:pt x="419049" y="313690"/>
                  </a:lnTo>
                  <a:lnTo>
                    <a:pt x="420776" y="311150"/>
                  </a:lnTo>
                  <a:lnTo>
                    <a:pt x="422656" y="309880"/>
                  </a:lnTo>
                  <a:lnTo>
                    <a:pt x="420687" y="314960"/>
                  </a:lnTo>
                  <a:lnTo>
                    <a:pt x="419328" y="321310"/>
                  </a:lnTo>
                  <a:lnTo>
                    <a:pt x="418261" y="323850"/>
                  </a:lnTo>
                  <a:lnTo>
                    <a:pt x="424751" y="325120"/>
                  </a:lnTo>
                  <a:lnTo>
                    <a:pt x="434784" y="320040"/>
                  </a:lnTo>
                  <a:lnTo>
                    <a:pt x="434784" y="311150"/>
                  </a:lnTo>
                  <a:lnTo>
                    <a:pt x="431253" y="311150"/>
                  </a:lnTo>
                  <a:lnTo>
                    <a:pt x="431253" y="309880"/>
                  </a:lnTo>
                  <a:lnTo>
                    <a:pt x="431253" y="307340"/>
                  </a:lnTo>
                  <a:lnTo>
                    <a:pt x="432841" y="306070"/>
                  </a:lnTo>
                  <a:lnTo>
                    <a:pt x="437273" y="306070"/>
                  </a:lnTo>
                  <a:lnTo>
                    <a:pt x="439216" y="307340"/>
                  </a:lnTo>
                  <a:lnTo>
                    <a:pt x="439331" y="308610"/>
                  </a:lnTo>
                  <a:lnTo>
                    <a:pt x="441998" y="307340"/>
                  </a:lnTo>
                  <a:lnTo>
                    <a:pt x="442925" y="306070"/>
                  </a:lnTo>
                  <a:lnTo>
                    <a:pt x="443839" y="304800"/>
                  </a:lnTo>
                  <a:lnTo>
                    <a:pt x="443814" y="302260"/>
                  </a:lnTo>
                  <a:lnTo>
                    <a:pt x="443699" y="290830"/>
                  </a:lnTo>
                  <a:lnTo>
                    <a:pt x="444119" y="290830"/>
                  </a:lnTo>
                  <a:lnTo>
                    <a:pt x="445274" y="293370"/>
                  </a:lnTo>
                  <a:lnTo>
                    <a:pt x="447344" y="294640"/>
                  </a:lnTo>
                  <a:lnTo>
                    <a:pt x="454558" y="294640"/>
                  </a:lnTo>
                  <a:lnTo>
                    <a:pt x="456590" y="292100"/>
                  </a:lnTo>
                  <a:lnTo>
                    <a:pt x="458990" y="290830"/>
                  </a:lnTo>
                  <a:lnTo>
                    <a:pt x="460717" y="288290"/>
                  </a:lnTo>
                  <a:lnTo>
                    <a:pt x="461416" y="285750"/>
                  </a:lnTo>
                  <a:lnTo>
                    <a:pt x="461416" y="283210"/>
                  </a:lnTo>
                  <a:lnTo>
                    <a:pt x="461124" y="281940"/>
                  </a:lnTo>
                  <a:lnTo>
                    <a:pt x="460336" y="280670"/>
                  </a:lnTo>
                  <a:lnTo>
                    <a:pt x="459333" y="279400"/>
                  </a:lnTo>
                  <a:lnTo>
                    <a:pt x="458419" y="278714"/>
                  </a:lnTo>
                  <a:lnTo>
                    <a:pt x="458419" y="283210"/>
                  </a:lnTo>
                  <a:lnTo>
                    <a:pt x="458279" y="284480"/>
                  </a:lnTo>
                  <a:lnTo>
                    <a:pt x="458101" y="285750"/>
                  </a:lnTo>
                  <a:lnTo>
                    <a:pt x="457771" y="287020"/>
                  </a:lnTo>
                  <a:lnTo>
                    <a:pt x="456590" y="289560"/>
                  </a:lnTo>
                  <a:lnTo>
                    <a:pt x="454875" y="289560"/>
                  </a:lnTo>
                  <a:lnTo>
                    <a:pt x="451815" y="292100"/>
                  </a:lnTo>
                  <a:lnTo>
                    <a:pt x="448259" y="292100"/>
                  </a:lnTo>
                  <a:lnTo>
                    <a:pt x="447535" y="290830"/>
                  </a:lnTo>
                  <a:lnTo>
                    <a:pt x="446811" y="289560"/>
                  </a:lnTo>
                  <a:lnTo>
                    <a:pt x="445973" y="288290"/>
                  </a:lnTo>
                  <a:lnTo>
                    <a:pt x="446062" y="287020"/>
                  </a:lnTo>
                  <a:lnTo>
                    <a:pt x="446227" y="287020"/>
                  </a:lnTo>
                  <a:lnTo>
                    <a:pt x="446392" y="285750"/>
                  </a:lnTo>
                  <a:lnTo>
                    <a:pt x="446557" y="284480"/>
                  </a:lnTo>
                  <a:lnTo>
                    <a:pt x="447903" y="283210"/>
                  </a:lnTo>
                  <a:lnTo>
                    <a:pt x="449491" y="281940"/>
                  </a:lnTo>
                  <a:lnTo>
                    <a:pt x="451345" y="280670"/>
                  </a:lnTo>
                  <a:lnTo>
                    <a:pt x="455129" y="280670"/>
                  </a:lnTo>
                  <a:lnTo>
                    <a:pt x="457060" y="281940"/>
                  </a:lnTo>
                  <a:lnTo>
                    <a:pt x="457644" y="283210"/>
                  </a:lnTo>
                  <a:lnTo>
                    <a:pt x="458419" y="283210"/>
                  </a:lnTo>
                  <a:lnTo>
                    <a:pt x="458419" y="278714"/>
                  </a:lnTo>
                  <a:lnTo>
                    <a:pt x="457644" y="278130"/>
                  </a:lnTo>
                  <a:lnTo>
                    <a:pt x="455764" y="278130"/>
                  </a:lnTo>
                  <a:lnTo>
                    <a:pt x="453199" y="276860"/>
                  </a:lnTo>
                  <a:lnTo>
                    <a:pt x="450265" y="278130"/>
                  </a:lnTo>
                  <a:lnTo>
                    <a:pt x="445681" y="280670"/>
                  </a:lnTo>
                  <a:lnTo>
                    <a:pt x="443839" y="283210"/>
                  </a:lnTo>
                  <a:lnTo>
                    <a:pt x="443280" y="285750"/>
                  </a:lnTo>
                  <a:lnTo>
                    <a:pt x="443217" y="284480"/>
                  </a:lnTo>
                  <a:lnTo>
                    <a:pt x="443141" y="283210"/>
                  </a:lnTo>
                  <a:lnTo>
                    <a:pt x="443064" y="281940"/>
                  </a:lnTo>
                  <a:lnTo>
                    <a:pt x="443001" y="280670"/>
                  </a:lnTo>
                  <a:lnTo>
                    <a:pt x="442925" y="279400"/>
                  </a:lnTo>
                  <a:lnTo>
                    <a:pt x="442849" y="278130"/>
                  </a:lnTo>
                  <a:lnTo>
                    <a:pt x="442785" y="276860"/>
                  </a:lnTo>
                  <a:lnTo>
                    <a:pt x="441998" y="269240"/>
                  </a:lnTo>
                  <a:lnTo>
                    <a:pt x="442125" y="267970"/>
                  </a:lnTo>
                  <a:lnTo>
                    <a:pt x="442252" y="266700"/>
                  </a:lnTo>
                  <a:lnTo>
                    <a:pt x="442366" y="265430"/>
                  </a:lnTo>
                  <a:lnTo>
                    <a:pt x="442468" y="264160"/>
                  </a:lnTo>
                  <a:lnTo>
                    <a:pt x="442569" y="262890"/>
                  </a:lnTo>
                  <a:lnTo>
                    <a:pt x="442671" y="261620"/>
                  </a:lnTo>
                  <a:lnTo>
                    <a:pt x="442785" y="260350"/>
                  </a:lnTo>
                  <a:lnTo>
                    <a:pt x="442925" y="257810"/>
                  </a:lnTo>
                  <a:lnTo>
                    <a:pt x="441325" y="257810"/>
                  </a:lnTo>
                  <a:lnTo>
                    <a:pt x="439623" y="256540"/>
                  </a:lnTo>
                  <a:lnTo>
                    <a:pt x="437781" y="260350"/>
                  </a:lnTo>
                  <a:lnTo>
                    <a:pt x="432930" y="260350"/>
                  </a:lnTo>
                  <a:lnTo>
                    <a:pt x="425742" y="252730"/>
                  </a:lnTo>
                  <a:lnTo>
                    <a:pt x="425742" y="246380"/>
                  </a:lnTo>
                  <a:lnTo>
                    <a:pt x="426923" y="241300"/>
                  </a:lnTo>
                  <a:lnTo>
                    <a:pt x="429983" y="233680"/>
                  </a:lnTo>
                  <a:lnTo>
                    <a:pt x="431977" y="228600"/>
                  </a:lnTo>
                  <a:lnTo>
                    <a:pt x="432612" y="223520"/>
                  </a:lnTo>
                  <a:lnTo>
                    <a:pt x="432930" y="220980"/>
                  </a:lnTo>
                  <a:lnTo>
                    <a:pt x="432841" y="218440"/>
                  </a:lnTo>
                  <a:lnTo>
                    <a:pt x="434682" y="217170"/>
                  </a:lnTo>
                  <a:lnTo>
                    <a:pt x="437299" y="222250"/>
                  </a:lnTo>
                  <a:lnTo>
                    <a:pt x="439470" y="227330"/>
                  </a:lnTo>
                  <a:lnTo>
                    <a:pt x="442785" y="231140"/>
                  </a:lnTo>
                  <a:lnTo>
                    <a:pt x="443852" y="238760"/>
                  </a:lnTo>
                  <a:lnTo>
                    <a:pt x="448995" y="245110"/>
                  </a:lnTo>
                  <a:lnTo>
                    <a:pt x="456577" y="248920"/>
                  </a:lnTo>
                  <a:lnTo>
                    <a:pt x="462165" y="246380"/>
                  </a:lnTo>
                  <a:lnTo>
                    <a:pt x="464959" y="245110"/>
                  </a:lnTo>
                  <a:lnTo>
                    <a:pt x="459587" y="246380"/>
                  </a:lnTo>
                  <a:lnTo>
                    <a:pt x="455790" y="241300"/>
                  </a:lnTo>
                  <a:lnTo>
                    <a:pt x="453402" y="236220"/>
                  </a:lnTo>
                  <a:lnTo>
                    <a:pt x="454355" y="236220"/>
                  </a:lnTo>
                  <a:lnTo>
                    <a:pt x="457974" y="237490"/>
                  </a:lnTo>
                  <a:lnTo>
                    <a:pt x="461835" y="241300"/>
                  </a:lnTo>
                  <a:lnTo>
                    <a:pt x="474002" y="241300"/>
                  </a:lnTo>
                  <a:lnTo>
                    <a:pt x="475411" y="236220"/>
                  </a:lnTo>
                  <a:lnTo>
                    <a:pt x="476110" y="233680"/>
                  </a:lnTo>
                  <a:lnTo>
                    <a:pt x="477164" y="229870"/>
                  </a:lnTo>
                  <a:lnTo>
                    <a:pt x="475043" y="232410"/>
                  </a:lnTo>
                  <a:lnTo>
                    <a:pt x="470611" y="233680"/>
                  </a:lnTo>
                  <a:lnTo>
                    <a:pt x="467575" y="233680"/>
                  </a:lnTo>
                  <a:lnTo>
                    <a:pt x="469087" y="232410"/>
                  </a:lnTo>
                  <a:lnTo>
                    <a:pt x="472109" y="229870"/>
                  </a:lnTo>
                  <a:lnTo>
                    <a:pt x="474484" y="224790"/>
                  </a:lnTo>
                  <a:lnTo>
                    <a:pt x="474484" y="218440"/>
                  </a:lnTo>
                  <a:lnTo>
                    <a:pt x="468680" y="199390"/>
                  </a:lnTo>
                  <a:lnTo>
                    <a:pt x="443090" y="173990"/>
                  </a:lnTo>
                  <a:lnTo>
                    <a:pt x="437273" y="157480"/>
                  </a:lnTo>
                  <a:lnTo>
                    <a:pt x="437273" y="147320"/>
                  </a:lnTo>
                  <a:lnTo>
                    <a:pt x="446354" y="140970"/>
                  </a:lnTo>
                  <a:lnTo>
                    <a:pt x="455129" y="140970"/>
                  </a:lnTo>
                  <a:lnTo>
                    <a:pt x="456984" y="142240"/>
                  </a:lnTo>
                  <a:lnTo>
                    <a:pt x="458419" y="142240"/>
                  </a:lnTo>
                  <a:lnTo>
                    <a:pt x="456082" y="144780"/>
                  </a:lnTo>
                  <a:lnTo>
                    <a:pt x="454748" y="148590"/>
                  </a:lnTo>
                  <a:lnTo>
                    <a:pt x="454875" y="153670"/>
                  </a:lnTo>
                  <a:lnTo>
                    <a:pt x="461048" y="165100"/>
                  </a:lnTo>
                  <a:lnTo>
                    <a:pt x="473748" y="172720"/>
                  </a:lnTo>
                  <a:lnTo>
                    <a:pt x="486371" y="177800"/>
                  </a:lnTo>
                  <a:lnTo>
                    <a:pt x="492290" y="184150"/>
                  </a:lnTo>
                  <a:close/>
                </a:path>
              </a:pathLst>
            </a:custGeom>
            <a:solidFill>
              <a:srgbClr val="FFFFFF"/>
            </a:solidFill>
          </p:spPr>
          <p:txBody>
            <a:bodyPr wrap="square" lIns="0" tIns="0" rIns="0" bIns="0" rtlCol="0"/>
            <a:lstStyle/>
            <a:p>
              <a:endParaRPr/>
            </a:p>
          </p:txBody>
        </p:sp>
        <p:pic>
          <p:nvPicPr>
            <p:cNvPr id="8" name="object 8"/>
            <p:cNvPicPr>
              <a:picLocks noGrp="1" noRot="1" noMove="1" noResize="1" noEditPoints="1" noAdjustHandles="1" noChangeArrowheads="1" noChangeShapeType="1" noCrop="1"/>
            </p:cNvPicPr>
            <p:nvPr/>
          </p:nvPicPr>
          <p:blipFill>
            <a:blip r:embed="rId5" cstate="print"/>
            <a:stretch>
              <a:fillRect/>
            </a:stretch>
          </p:blipFill>
          <p:spPr>
            <a:xfrm>
              <a:off x="723307" y="1028083"/>
              <a:ext cx="162182" cy="202135"/>
            </a:xfrm>
            <a:prstGeom prst="rect">
              <a:avLst/>
            </a:prstGeom>
          </p:spPr>
        </p:pic>
        <p:pic>
          <p:nvPicPr>
            <p:cNvPr id="9" name="object 9"/>
            <p:cNvPicPr>
              <a:picLocks noGrp="1" noRot="1" noMove="1" noResize="1" noEditPoints="1" noAdjustHandles="1" noChangeArrowheads="1" noChangeShapeType="1" noCrop="1"/>
            </p:cNvPicPr>
            <p:nvPr/>
          </p:nvPicPr>
          <p:blipFill>
            <a:blip r:embed="rId6" cstate="print"/>
            <a:stretch>
              <a:fillRect/>
            </a:stretch>
          </p:blipFill>
          <p:spPr>
            <a:xfrm>
              <a:off x="928447" y="1028087"/>
              <a:ext cx="167248" cy="197425"/>
            </a:xfrm>
            <a:prstGeom prst="rect">
              <a:avLst/>
            </a:prstGeom>
          </p:spPr>
        </p:pic>
        <p:sp>
          <p:nvSpPr>
            <p:cNvPr id="10" name="object 10"/>
            <p:cNvSpPr>
              <a:spLocks noGrp="1" noRot="1" noMove="1" noResize="1" noEditPoints="1" noAdjustHandles="1" noChangeArrowheads="1" noChangeShapeType="1"/>
            </p:cNvSpPr>
            <p:nvPr/>
          </p:nvSpPr>
          <p:spPr>
            <a:xfrm>
              <a:off x="1195451" y="1028089"/>
              <a:ext cx="160020" cy="197485"/>
            </a:xfrm>
            <a:custGeom>
              <a:avLst/>
              <a:gdLst/>
              <a:ahLst/>
              <a:cxnLst/>
              <a:rect l="l" t="t" r="r" b="b"/>
              <a:pathLst>
                <a:path w="160019" h="197484">
                  <a:moveTo>
                    <a:pt x="159918" y="0"/>
                  </a:moveTo>
                  <a:lnTo>
                    <a:pt x="133070" y="0"/>
                  </a:lnTo>
                  <a:lnTo>
                    <a:pt x="133070" y="85432"/>
                  </a:lnTo>
                  <a:lnTo>
                    <a:pt x="26835" y="85432"/>
                  </a:lnTo>
                  <a:lnTo>
                    <a:pt x="26835" y="0"/>
                  </a:lnTo>
                  <a:lnTo>
                    <a:pt x="0" y="0"/>
                  </a:lnTo>
                  <a:lnTo>
                    <a:pt x="0" y="85432"/>
                  </a:lnTo>
                  <a:lnTo>
                    <a:pt x="0" y="106794"/>
                  </a:lnTo>
                  <a:lnTo>
                    <a:pt x="0" y="197243"/>
                  </a:lnTo>
                  <a:lnTo>
                    <a:pt x="26835" y="197243"/>
                  </a:lnTo>
                  <a:lnTo>
                    <a:pt x="26835" y="106794"/>
                  </a:lnTo>
                  <a:lnTo>
                    <a:pt x="133070" y="106794"/>
                  </a:lnTo>
                  <a:lnTo>
                    <a:pt x="133070" y="197243"/>
                  </a:lnTo>
                  <a:lnTo>
                    <a:pt x="159918" y="197243"/>
                  </a:lnTo>
                  <a:lnTo>
                    <a:pt x="159918" y="106794"/>
                  </a:lnTo>
                  <a:lnTo>
                    <a:pt x="159918" y="85432"/>
                  </a:lnTo>
                  <a:lnTo>
                    <a:pt x="159918" y="0"/>
                  </a:lnTo>
                  <a:close/>
                </a:path>
              </a:pathLst>
            </a:custGeom>
            <a:solidFill>
              <a:srgbClr val="FFFFFF"/>
            </a:solidFill>
          </p:spPr>
          <p:txBody>
            <a:bodyPr wrap="square" lIns="0" tIns="0" rIns="0" bIns="0" rtlCol="0"/>
            <a:lstStyle/>
            <a:p>
              <a:endParaRPr/>
            </a:p>
          </p:txBody>
        </p:sp>
        <p:pic>
          <p:nvPicPr>
            <p:cNvPr id="11" name="object 11"/>
            <p:cNvPicPr>
              <a:picLocks noGrp="1" noRot="1" noMove="1" noResize="1" noEditPoints="1" noAdjustHandles="1" noChangeArrowheads="1" noChangeShapeType="1" noCrop="1"/>
            </p:cNvPicPr>
            <p:nvPr/>
          </p:nvPicPr>
          <p:blipFill>
            <a:blip r:embed="rId7" cstate="print"/>
            <a:stretch>
              <a:fillRect/>
            </a:stretch>
          </p:blipFill>
          <p:spPr>
            <a:xfrm>
              <a:off x="1387592" y="1079243"/>
              <a:ext cx="289038" cy="149587"/>
            </a:xfrm>
            <a:prstGeom prst="rect">
              <a:avLst/>
            </a:prstGeom>
          </p:spPr>
        </p:pic>
        <p:sp>
          <p:nvSpPr>
            <p:cNvPr id="12" name="object 12"/>
            <p:cNvSpPr>
              <a:spLocks noGrp="1" noRot="1" noMove="1" noResize="1" noEditPoints="1" noAdjustHandles="1" noChangeArrowheads="1" noChangeShapeType="1"/>
            </p:cNvSpPr>
            <p:nvPr/>
          </p:nvSpPr>
          <p:spPr>
            <a:xfrm>
              <a:off x="1700362" y="1028087"/>
              <a:ext cx="24130" cy="197485"/>
            </a:xfrm>
            <a:custGeom>
              <a:avLst/>
              <a:gdLst/>
              <a:ahLst/>
              <a:cxnLst/>
              <a:rect l="l" t="t" r="r" b="b"/>
              <a:pathLst>
                <a:path w="24130" h="197484">
                  <a:moveTo>
                    <a:pt x="24017" y="197425"/>
                  </a:moveTo>
                  <a:lnTo>
                    <a:pt x="0" y="197425"/>
                  </a:lnTo>
                  <a:lnTo>
                    <a:pt x="0" y="0"/>
                  </a:lnTo>
                  <a:lnTo>
                    <a:pt x="24017" y="0"/>
                  </a:lnTo>
                  <a:lnTo>
                    <a:pt x="24017" y="197425"/>
                  </a:lnTo>
                  <a:close/>
                </a:path>
              </a:pathLst>
            </a:custGeom>
            <a:solidFill>
              <a:srgbClr val="FFFFFF"/>
            </a:solidFill>
          </p:spPr>
          <p:txBody>
            <a:bodyPr wrap="square" lIns="0" tIns="0" rIns="0" bIns="0" rtlCol="0"/>
            <a:lstStyle/>
            <a:p>
              <a:endParaRPr/>
            </a:p>
          </p:txBody>
        </p:sp>
        <p:pic>
          <p:nvPicPr>
            <p:cNvPr id="13" name="object 13"/>
            <p:cNvPicPr>
              <a:picLocks noGrp="1" noRot="1" noMove="1" noResize="1" noEditPoints="1" noAdjustHandles="1" noChangeArrowheads="1" noChangeShapeType="1" noCrop="1"/>
            </p:cNvPicPr>
            <p:nvPr/>
          </p:nvPicPr>
          <p:blipFill>
            <a:blip r:embed="rId8" cstate="print"/>
            <a:stretch>
              <a:fillRect/>
            </a:stretch>
          </p:blipFill>
          <p:spPr>
            <a:xfrm>
              <a:off x="1746146" y="1039702"/>
              <a:ext cx="77972" cy="185820"/>
            </a:xfrm>
            <a:prstGeom prst="rect">
              <a:avLst/>
            </a:prstGeom>
          </p:spPr>
        </p:pic>
        <p:pic>
          <p:nvPicPr>
            <p:cNvPr id="14" name="object 14"/>
            <p:cNvPicPr>
              <a:picLocks noGrp="1" noRot="1" noMove="1" noResize="1" noEditPoints="1" noAdjustHandles="1" noChangeArrowheads="1" noChangeShapeType="1" noCrop="1"/>
            </p:cNvPicPr>
            <p:nvPr/>
          </p:nvPicPr>
          <p:blipFill>
            <a:blip r:embed="rId9" cstate="print"/>
            <a:stretch>
              <a:fillRect/>
            </a:stretch>
          </p:blipFill>
          <p:spPr>
            <a:xfrm>
              <a:off x="1850678" y="1028087"/>
              <a:ext cx="120924" cy="197425"/>
            </a:xfrm>
            <a:prstGeom prst="rect">
              <a:avLst/>
            </a:prstGeom>
          </p:spPr>
        </p:pic>
        <p:pic>
          <p:nvPicPr>
            <p:cNvPr id="15" name="object 15"/>
            <p:cNvPicPr>
              <a:picLocks noGrp="1" noRot="1" noMove="1" noResize="1" noEditPoints="1" noAdjustHandles="1" noChangeArrowheads="1" noChangeShapeType="1" noCrop="1"/>
            </p:cNvPicPr>
            <p:nvPr/>
          </p:nvPicPr>
          <p:blipFill>
            <a:blip r:embed="rId10" cstate="print"/>
            <a:stretch>
              <a:fillRect/>
            </a:stretch>
          </p:blipFill>
          <p:spPr>
            <a:xfrm>
              <a:off x="712861" y="1314126"/>
              <a:ext cx="162182" cy="206814"/>
            </a:xfrm>
            <a:prstGeom prst="rect">
              <a:avLst/>
            </a:prstGeom>
          </p:spPr>
        </p:pic>
        <p:pic>
          <p:nvPicPr>
            <p:cNvPr id="16" name="object 16"/>
            <p:cNvPicPr>
              <a:picLocks noGrp="1" noRot="1" noMove="1" noResize="1" noEditPoints="1" noAdjustHandles="1" noChangeArrowheads="1" noChangeShapeType="1" noCrop="1"/>
            </p:cNvPicPr>
            <p:nvPr/>
          </p:nvPicPr>
          <p:blipFill>
            <a:blip r:embed="rId11" cstate="print"/>
            <a:stretch>
              <a:fillRect/>
            </a:stretch>
          </p:blipFill>
          <p:spPr>
            <a:xfrm>
              <a:off x="895674" y="1369975"/>
              <a:ext cx="284513" cy="149595"/>
            </a:xfrm>
            <a:prstGeom prst="rect">
              <a:avLst/>
            </a:prstGeom>
          </p:spPr>
        </p:pic>
        <p:pic>
          <p:nvPicPr>
            <p:cNvPr id="17" name="object 17"/>
            <p:cNvPicPr>
              <a:picLocks noGrp="1" noRot="1" noMove="1" noResize="1" noEditPoints="1" noAdjustHandles="1" noChangeArrowheads="1" noChangeShapeType="1" noCrop="1"/>
            </p:cNvPicPr>
            <p:nvPr/>
          </p:nvPicPr>
          <p:blipFill>
            <a:blip r:embed="rId12" cstate="print"/>
            <a:stretch>
              <a:fillRect/>
            </a:stretch>
          </p:blipFill>
          <p:spPr>
            <a:xfrm>
              <a:off x="1207038" y="1373286"/>
              <a:ext cx="120924" cy="146279"/>
            </a:xfrm>
            <a:prstGeom prst="rect">
              <a:avLst/>
            </a:prstGeom>
          </p:spPr>
        </p:pic>
        <p:pic>
          <p:nvPicPr>
            <p:cNvPr id="18" name="object 18"/>
            <p:cNvPicPr>
              <a:picLocks noGrp="1" noRot="1" noMove="1" noResize="1" noEditPoints="1" noAdjustHandles="1" noChangeArrowheads="1" noChangeShapeType="1" noCrop="1"/>
            </p:cNvPicPr>
            <p:nvPr/>
          </p:nvPicPr>
          <p:blipFill>
            <a:blip r:embed="rId13" cstate="print"/>
            <a:stretch>
              <a:fillRect/>
            </a:stretch>
          </p:blipFill>
          <p:spPr>
            <a:xfrm>
              <a:off x="1363291" y="1369976"/>
              <a:ext cx="76848" cy="146279"/>
            </a:xfrm>
            <a:prstGeom prst="rect">
              <a:avLst/>
            </a:prstGeom>
          </p:spPr>
        </p:pic>
        <p:sp>
          <p:nvSpPr>
            <p:cNvPr id="19" name="object 19"/>
            <p:cNvSpPr>
              <a:spLocks noGrp="1" noRot="1" noMove="1" noResize="1" noEditPoints="1" noAdjustHandles="1" noChangeArrowheads="1" noChangeShapeType="1"/>
            </p:cNvSpPr>
            <p:nvPr/>
          </p:nvSpPr>
          <p:spPr>
            <a:xfrm>
              <a:off x="1459636" y="1318843"/>
              <a:ext cx="24130" cy="197485"/>
            </a:xfrm>
            <a:custGeom>
              <a:avLst/>
              <a:gdLst/>
              <a:ahLst/>
              <a:cxnLst/>
              <a:rect l="l" t="t" r="r" b="b"/>
              <a:pathLst>
                <a:path w="24130" h="197484">
                  <a:moveTo>
                    <a:pt x="24015" y="54457"/>
                  </a:moveTo>
                  <a:lnTo>
                    <a:pt x="0" y="54457"/>
                  </a:lnTo>
                  <a:lnTo>
                    <a:pt x="0" y="197421"/>
                  </a:lnTo>
                  <a:lnTo>
                    <a:pt x="24015" y="197421"/>
                  </a:lnTo>
                  <a:lnTo>
                    <a:pt x="24015" y="54457"/>
                  </a:lnTo>
                  <a:close/>
                </a:path>
                <a:path w="24130" h="197484">
                  <a:moveTo>
                    <a:pt x="24015" y="0"/>
                  </a:moveTo>
                  <a:lnTo>
                    <a:pt x="0" y="0"/>
                  </a:lnTo>
                  <a:lnTo>
                    <a:pt x="0" y="28752"/>
                  </a:lnTo>
                  <a:lnTo>
                    <a:pt x="24015" y="28752"/>
                  </a:lnTo>
                  <a:lnTo>
                    <a:pt x="24015" y="0"/>
                  </a:lnTo>
                  <a:close/>
                </a:path>
              </a:pathLst>
            </a:custGeom>
            <a:solidFill>
              <a:srgbClr val="FFFFFF"/>
            </a:solidFill>
          </p:spPr>
          <p:txBody>
            <a:bodyPr wrap="square" lIns="0" tIns="0" rIns="0" bIns="0" rtlCol="0"/>
            <a:lstStyle/>
            <a:p>
              <a:endParaRPr/>
            </a:p>
          </p:txBody>
        </p:sp>
        <p:pic>
          <p:nvPicPr>
            <p:cNvPr id="20" name="object 20"/>
            <p:cNvPicPr>
              <a:picLocks noGrp="1" noRot="1" noMove="1" noResize="1" noEditPoints="1" noAdjustHandles="1" noChangeArrowheads="1" noChangeShapeType="1" noCrop="1"/>
            </p:cNvPicPr>
            <p:nvPr/>
          </p:nvPicPr>
          <p:blipFill>
            <a:blip r:embed="rId14" cstate="print"/>
            <a:stretch>
              <a:fillRect/>
            </a:stretch>
          </p:blipFill>
          <p:spPr>
            <a:xfrm>
              <a:off x="1505414" y="1330435"/>
              <a:ext cx="225455" cy="243047"/>
            </a:xfrm>
            <a:prstGeom prst="rect">
              <a:avLst/>
            </a:prstGeom>
          </p:spPr>
        </p:pic>
        <p:pic>
          <p:nvPicPr>
            <p:cNvPr id="21" name="object 21"/>
            <p:cNvPicPr>
              <a:picLocks noGrp="1" noRot="1" noMove="1" noResize="1" noEditPoints="1" noAdjustHandles="1" noChangeArrowheads="1" noChangeShapeType="1" noCrop="1"/>
            </p:cNvPicPr>
            <p:nvPr/>
          </p:nvPicPr>
          <p:blipFill>
            <a:blip r:embed="rId15" cstate="print"/>
            <a:stretch>
              <a:fillRect/>
            </a:stretch>
          </p:blipFill>
          <p:spPr>
            <a:xfrm>
              <a:off x="700430" y="1609553"/>
              <a:ext cx="329161" cy="255481"/>
            </a:xfrm>
            <a:prstGeom prst="rect">
              <a:avLst/>
            </a:prstGeom>
          </p:spPr>
        </p:pic>
        <p:pic>
          <p:nvPicPr>
            <p:cNvPr id="22" name="object 22"/>
            <p:cNvPicPr>
              <a:picLocks noGrp="1" noRot="1" noMove="1" noResize="1" noEditPoints="1" noAdjustHandles="1" noChangeArrowheads="1" noChangeShapeType="1" noCrop="1"/>
            </p:cNvPicPr>
            <p:nvPr/>
          </p:nvPicPr>
          <p:blipFill>
            <a:blip r:embed="rId16" cstate="print"/>
            <a:stretch>
              <a:fillRect/>
            </a:stretch>
          </p:blipFill>
          <p:spPr>
            <a:xfrm>
              <a:off x="1057859" y="1660702"/>
              <a:ext cx="134761" cy="149579"/>
            </a:xfrm>
            <a:prstGeom prst="rect">
              <a:avLst/>
            </a:prstGeom>
          </p:spPr>
        </p:pic>
        <p:pic>
          <p:nvPicPr>
            <p:cNvPr id="23" name="object 23"/>
            <p:cNvPicPr>
              <a:picLocks noGrp="1" noRot="1" noMove="1" noResize="1" noEditPoints="1" noAdjustHandles="1" noChangeArrowheads="1" noChangeShapeType="1" noCrop="1"/>
            </p:cNvPicPr>
            <p:nvPr/>
          </p:nvPicPr>
          <p:blipFill>
            <a:blip r:embed="rId17" cstate="print"/>
            <a:stretch>
              <a:fillRect/>
            </a:stretch>
          </p:blipFill>
          <p:spPr>
            <a:xfrm>
              <a:off x="1217495" y="1660710"/>
              <a:ext cx="120924" cy="146263"/>
            </a:xfrm>
            <a:prstGeom prst="rect">
              <a:avLst/>
            </a:prstGeom>
          </p:spPr>
        </p:pic>
        <p:pic>
          <p:nvPicPr>
            <p:cNvPr id="24" name="object 24"/>
            <p:cNvPicPr>
              <a:picLocks noGrp="1" noRot="1" noMove="1" noResize="1" noEditPoints="1" noAdjustHandles="1" noChangeArrowheads="1" noChangeShapeType="1" noCrop="1"/>
            </p:cNvPicPr>
            <p:nvPr/>
          </p:nvPicPr>
          <p:blipFill>
            <a:blip r:embed="rId18" cstate="print"/>
            <a:stretch>
              <a:fillRect/>
            </a:stretch>
          </p:blipFill>
          <p:spPr>
            <a:xfrm>
              <a:off x="1366679" y="1660701"/>
              <a:ext cx="280563" cy="203500"/>
            </a:xfrm>
            <a:prstGeom prst="rect">
              <a:avLst/>
            </a:prstGeom>
          </p:spPr>
        </p:pic>
        <p:sp>
          <p:nvSpPr>
            <p:cNvPr id="25" name="object 25"/>
            <p:cNvSpPr>
              <a:spLocks noGrp="1" noRot="1" noMove="1" noResize="1" noEditPoints="1" noAdjustHandles="1" noChangeArrowheads="1" noChangeShapeType="1"/>
            </p:cNvSpPr>
            <p:nvPr/>
          </p:nvSpPr>
          <p:spPr>
            <a:xfrm>
              <a:off x="0" y="2362200"/>
              <a:ext cx="17348200" cy="6705600"/>
            </a:xfrm>
            <a:custGeom>
              <a:avLst/>
              <a:gdLst/>
              <a:ahLst/>
              <a:cxnLst/>
              <a:rect l="l" t="t" r="r" b="b"/>
              <a:pathLst>
                <a:path w="17348200" h="6705600">
                  <a:moveTo>
                    <a:pt x="17348200" y="0"/>
                  </a:moveTo>
                  <a:lnTo>
                    <a:pt x="0" y="0"/>
                  </a:lnTo>
                  <a:lnTo>
                    <a:pt x="0" y="6705600"/>
                  </a:lnTo>
                  <a:lnTo>
                    <a:pt x="17348200" y="6705600"/>
                  </a:lnTo>
                  <a:lnTo>
                    <a:pt x="17348200" y="0"/>
                  </a:lnTo>
                  <a:close/>
                </a:path>
              </a:pathLst>
            </a:custGeom>
            <a:solidFill>
              <a:srgbClr val="FFFFFF"/>
            </a:solidFill>
          </p:spPr>
          <p:txBody>
            <a:bodyPr wrap="square" lIns="0" tIns="0" rIns="0" bIns="0" rtlCol="0"/>
            <a:lstStyle/>
            <a:p>
              <a:endParaRPr/>
            </a:p>
          </p:txBody>
        </p:sp>
      </p:grpSp>
      <p:sp>
        <p:nvSpPr>
          <p:cNvPr id="30" name="object 27">
            <a:extLst>
              <a:ext uri="{FF2B5EF4-FFF2-40B4-BE49-F238E27FC236}">
                <a16:creationId xmlns:a16="http://schemas.microsoft.com/office/drawing/2014/main" id="{B59F34E0-5AAA-7299-462D-533445777F6F}"/>
              </a:ext>
            </a:extLst>
          </p:cNvPr>
          <p:cNvSpPr txBox="1">
            <a:spLocks/>
          </p:cNvSpPr>
          <p:nvPr/>
        </p:nvSpPr>
        <p:spPr>
          <a:xfrm>
            <a:off x="2335536" y="821994"/>
            <a:ext cx="16540501" cy="751488"/>
          </a:xfrm>
          <a:prstGeom prst="rect">
            <a:avLst/>
          </a:prstGeom>
        </p:spPr>
        <p:txBody>
          <a:bodyPr vert="horz" wrap="square" lIns="0" tIns="12700" rIns="0" bIns="0" rtlCol="0" anchor="t">
            <a:spAutoFit/>
          </a:bodyPr>
          <a:lstStyle>
            <a:lvl1pPr>
              <a:defRPr sz="5200" b="1" i="0">
                <a:solidFill>
                  <a:schemeClr val="bg1"/>
                </a:solidFill>
                <a:latin typeface="Helvetica Neue"/>
                <a:ea typeface="+mj-ea"/>
                <a:cs typeface="Helvetica Neue"/>
              </a:defRPr>
            </a:lvl1pPr>
          </a:lstStyle>
          <a:p>
            <a:pPr marL="12700">
              <a:spcBef>
                <a:spcPts val="100"/>
              </a:spcBef>
              <a:tabLst>
                <a:tab pos="2597150" algn="l"/>
              </a:tabLst>
            </a:pPr>
            <a:r>
              <a:rPr lang="en-GB" sz="4800">
                <a:solidFill>
                  <a:srgbClr val="92D050"/>
                </a:solidFill>
                <a:latin typeface="Arial"/>
              </a:rPr>
              <a:t>Surveillance for Invasive mosquitoes in the UK</a:t>
            </a:r>
            <a:endParaRPr lang="en-US">
              <a:solidFill>
                <a:srgbClr val="92D050"/>
              </a:solidFill>
            </a:endParaRPr>
          </a:p>
        </p:txBody>
      </p:sp>
      <p:pic>
        <p:nvPicPr>
          <p:cNvPr id="31" name="Picture 30" descr="A map of europe with different colored countries/regions&#10;&#10;Description automatically generated">
            <a:extLst>
              <a:ext uri="{FF2B5EF4-FFF2-40B4-BE49-F238E27FC236}">
                <a16:creationId xmlns:a16="http://schemas.microsoft.com/office/drawing/2014/main" id="{11CE5D5A-E3AC-5FAE-B9FD-64BD4F005509}"/>
              </a:ext>
            </a:extLst>
          </p:cNvPr>
          <p:cNvPicPr>
            <a:picLocks noChangeAspect="1"/>
          </p:cNvPicPr>
          <p:nvPr/>
        </p:nvPicPr>
        <p:blipFill>
          <a:blip r:embed="rId19"/>
          <a:stretch>
            <a:fillRect/>
          </a:stretch>
        </p:blipFill>
        <p:spPr>
          <a:xfrm>
            <a:off x="0" y="2647336"/>
            <a:ext cx="8974508" cy="6272725"/>
          </a:xfrm>
          <a:prstGeom prst="rect">
            <a:avLst/>
          </a:prstGeom>
        </p:spPr>
      </p:pic>
      <p:pic>
        <p:nvPicPr>
          <p:cNvPr id="32" name="Picture 31" descr="A screenshot of a map&#10;&#10;Description automatically generated">
            <a:extLst>
              <a:ext uri="{FF2B5EF4-FFF2-40B4-BE49-F238E27FC236}">
                <a16:creationId xmlns:a16="http://schemas.microsoft.com/office/drawing/2014/main" id="{54BA0929-1233-A543-A4AE-0FA000CFE791}"/>
              </a:ext>
            </a:extLst>
          </p:cNvPr>
          <p:cNvPicPr>
            <a:picLocks noChangeAspect="1"/>
          </p:cNvPicPr>
          <p:nvPr/>
        </p:nvPicPr>
        <p:blipFill>
          <a:blip r:embed="rId20"/>
          <a:stretch>
            <a:fillRect/>
          </a:stretch>
        </p:blipFill>
        <p:spPr>
          <a:xfrm>
            <a:off x="8974508" y="2647337"/>
            <a:ext cx="8145874" cy="6272724"/>
          </a:xfrm>
          <a:prstGeom prst="rect">
            <a:avLst/>
          </a:prstGeom>
        </p:spPr>
      </p:pic>
    </p:spTree>
    <p:extLst>
      <p:ext uri="{BB962C8B-B14F-4D97-AF65-F5344CB8AC3E}">
        <p14:creationId xmlns:p14="http://schemas.microsoft.com/office/powerpoint/2010/main" val="15200638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a:grpSpLocks noGrp="1" noUngrp="1" noRot="1" noMove="1" noResize="1"/>
          </p:cNvGrpSpPr>
          <p:nvPr/>
        </p:nvGrpSpPr>
        <p:grpSpPr>
          <a:xfrm>
            <a:off x="0" y="0"/>
            <a:ext cx="17348200" cy="9753600"/>
            <a:chOff x="0" y="0"/>
            <a:chExt cx="17348200" cy="9753600"/>
          </a:xfrm>
        </p:grpSpPr>
        <p:sp>
          <p:nvSpPr>
            <p:cNvPr id="3" name="object 3"/>
            <p:cNvSpPr>
              <a:spLocks noGrp="1" noRot="1" noMove="1" noResize="1" noEditPoints="1" noAdjustHandles="1" noChangeArrowheads="1" noChangeShapeType="1"/>
            </p:cNvSpPr>
            <p:nvPr/>
          </p:nvSpPr>
          <p:spPr>
            <a:xfrm>
              <a:off x="580440" y="535698"/>
              <a:ext cx="431165" cy="1273810"/>
            </a:xfrm>
            <a:custGeom>
              <a:avLst/>
              <a:gdLst/>
              <a:ahLst/>
              <a:cxnLst/>
              <a:rect l="l" t="t" r="r" b="b"/>
              <a:pathLst>
                <a:path w="431165" h="1273810">
                  <a:moveTo>
                    <a:pt x="23545" y="0"/>
                  </a:moveTo>
                  <a:lnTo>
                    <a:pt x="0" y="0"/>
                  </a:lnTo>
                  <a:lnTo>
                    <a:pt x="0" y="1273492"/>
                  </a:lnTo>
                  <a:lnTo>
                    <a:pt x="23545" y="1273492"/>
                  </a:lnTo>
                  <a:lnTo>
                    <a:pt x="23545" y="0"/>
                  </a:lnTo>
                  <a:close/>
                </a:path>
                <a:path w="431165" h="1273810">
                  <a:moveTo>
                    <a:pt x="300494" y="65722"/>
                  </a:moveTo>
                  <a:lnTo>
                    <a:pt x="298564" y="63982"/>
                  </a:lnTo>
                  <a:lnTo>
                    <a:pt x="294246" y="63982"/>
                  </a:lnTo>
                  <a:lnTo>
                    <a:pt x="292481" y="65722"/>
                  </a:lnTo>
                  <a:lnTo>
                    <a:pt x="292481" y="70129"/>
                  </a:lnTo>
                  <a:lnTo>
                    <a:pt x="294246" y="71729"/>
                  </a:lnTo>
                  <a:lnTo>
                    <a:pt x="298564" y="71729"/>
                  </a:lnTo>
                  <a:lnTo>
                    <a:pt x="300494" y="70129"/>
                  </a:lnTo>
                  <a:lnTo>
                    <a:pt x="300494" y="67830"/>
                  </a:lnTo>
                  <a:lnTo>
                    <a:pt x="300494" y="65722"/>
                  </a:lnTo>
                  <a:close/>
                </a:path>
                <a:path w="431165" h="1273810">
                  <a:moveTo>
                    <a:pt x="301802" y="56197"/>
                  </a:moveTo>
                  <a:lnTo>
                    <a:pt x="299999" y="54305"/>
                  </a:lnTo>
                  <a:lnTo>
                    <a:pt x="295567" y="54305"/>
                  </a:lnTo>
                  <a:lnTo>
                    <a:pt x="293725" y="56197"/>
                  </a:lnTo>
                  <a:lnTo>
                    <a:pt x="293725" y="60490"/>
                  </a:lnTo>
                  <a:lnTo>
                    <a:pt x="295567" y="62318"/>
                  </a:lnTo>
                  <a:lnTo>
                    <a:pt x="297764" y="62318"/>
                  </a:lnTo>
                  <a:lnTo>
                    <a:pt x="299999" y="62318"/>
                  </a:lnTo>
                  <a:lnTo>
                    <a:pt x="301802" y="60490"/>
                  </a:lnTo>
                  <a:lnTo>
                    <a:pt x="301802" y="56197"/>
                  </a:lnTo>
                  <a:close/>
                </a:path>
                <a:path w="431165" h="1273810">
                  <a:moveTo>
                    <a:pt x="302501" y="75171"/>
                  </a:moveTo>
                  <a:lnTo>
                    <a:pt x="300659" y="73393"/>
                  </a:lnTo>
                  <a:lnTo>
                    <a:pt x="296202" y="73393"/>
                  </a:lnTo>
                  <a:lnTo>
                    <a:pt x="294335" y="75171"/>
                  </a:lnTo>
                  <a:lnTo>
                    <a:pt x="294335" y="79565"/>
                  </a:lnTo>
                  <a:lnTo>
                    <a:pt x="296202" y="81343"/>
                  </a:lnTo>
                  <a:lnTo>
                    <a:pt x="300659" y="81343"/>
                  </a:lnTo>
                  <a:lnTo>
                    <a:pt x="302501" y="79565"/>
                  </a:lnTo>
                  <a:lnTo>
                    <a:pt x="302501" y="77470"/>
                  </a:lnTo>
                  <a:lnTo>
                    <a:pt x="302501" y="75171"/>
                  </a:lnTo>
                  <a:close/>
                </a:path>
                <a:path w="431165" h="1273810">
                  <a:moveTo>
                    <a:pt x="306197" y="47142"/>
                  </a:moveTo>
                  <a:lnTo>
                    <a:pt x="304342" y="45440"/>
                  </a:lnTo>
                  <a:lnTo>
                    <a:pt x="299999" y="45440"/>
                  </a:lnTo>
                  <a:lnTo>
                    <a:pt x="298157" y="47142"/>
                  </a:lnTo>
                  <a:lnTo>
                    <a:pt x="298157" y="51600"/>
                  </a:lnTo>
                  <a:lnTo>
                    <a:pt x="299999" y="53225"/>
                  </a:lnTo>
                  <a:lnTo>
                    <a:pt x="302221" y="53225"/>
                  </a:lnTo>
                  <a:lnTo>
                    <a:pt x="304342" y="53225"/>
                  </a:lnTo>
                  <a:lnTo>
                    <a:pt x="306197" y="51600"/>
                  </a:lnTo>
                  <a:lnTo>
                    <a:pt x="306197" y="47142"/>
                  </a:lnTo>
                  <a:close/>
                </a:path>
                <a:path w="431165" h="1273810">
                  <a:moveTo>
                    <a:pt x="314058" y="40386"/>
                  </a:moveTo>
                  <a:lnTo>
                    <a:pt x="312254" y="38684"/>
                  </a:lnTo>
                  <a:lnTo>
                    <a:pt x="307848" y="38684"/>
                  </a:lnTo>
                  <a:lnTo>
                    <a:pt x="305968" y="40386"/>
                  </a:lnTo>
                  <a:lnTo>
                    <a:pt x="305968" y="44856"/>
                  </a:lnTo>
                  <a:lnTo>
                    <a:pt x="307848" y="46507"/>
                  </a:lnTo>
                  <a:lnTo>
                    <a:pt x="309994" y="46507"/>
                  </a:lnTo>
                  <a:lnTo>
                    <a:pt x="312254" y="46507"/>
                  </a:lnTo>
                  <a:lnTo>
                    <a:pt x="314058" y="44856"/>
                  </a:lnTo>
                  <a:lnTo>
                    <a:pt x="314058" y="40386"/>
                  </a:lnTo>
                  <a:close/>
                </a:path>
                <a:path w="431165" h="1273810">
                  <a:moveTo>
                    <a:pt x="324015" y="37541"/>
                  </a:moveTo>
                  <a:lnTo>
                    <a:pt x="322148" y="35699"/>
                  </a:lnTo>
                  <a:lnTo>
                    <a:pt x="317741" y="35699"/>
                  </a:lnTo>
                  <a:lnTo>
                    <a:pt x="316001" y="37541"/>
                  </a:lnTo>
                  <a:lnTo>
                    <a:pt x="316001" y="41694"/>
                  </a:lnTo>
                  <a:lnTo>
                    <a:pt x="317741" y="43586"/>
                  </a:lnTo>
                  <a:lnTo>
                    <a:pt x="320052" y="43586"/>
                  </a:lnTo>
                  <a:lnTo>
                    <a:pt x="322148" y="43586"/>
                  </a:lnTo>
                  <a:lnTo>
                    <a:pt x="324015" y="41694"/>
                  </a:lnTo>
                  <a:lnTo>
                    <a:pt x="324015" y="37541"/>
                  </a:lnTo>
                  <a:close/>
                </a:path>
                <a:path w="431165" h="1273810">
                  <a:moveTo>
                    <a:pt x="334505" y="38442"/>
                  </a:moveTo>
                  <a:lnTo>
                    <a:pt x="332587" y="36753"/>
                  </a:lnTo>
                  <a:lnTo>
                    <a:pt x="328358" y="36753"/>
                  </a:lnTo>
                  <a:lnTo>
                    <a:pt x="326504" y="38442"/>
                  </a:lnTo>
                  <a:lnTo>
                    <a:pt x="326504" y="42710"/>
                  </a:lnTo>
                  <a:lnTo>
                    <a:pt x="328358" y="44526"/>
                  </a:lnTo>
                  <a:lnTo>
                    <a:pt x="330403" y="44526"/>
                  </a:lnTo>
                  <a:lnTo>
                    <a:pt x="332587" y="44526"/>
                  </a:lnTo>
                  <a:lnTo>
                    <a:pt x="334505" y="42710"/>
                  </a:lnTo>
                  <a:lnTo>
                    <a:pt x="334505" y="38442"/>
                  </a:lnTo>
                  <a:close/>
                </a:path>
                <a:path w="431165" h="1273810">
                  <a:moveTo>
                    <a:pt x="337553" y="77203"/>
                  </a:moveTo>
                  <a:lnTo>
                    <a:pt x="337032" y="71132"/>
                  </a:lnTo>
                  <a:lnTo>
                    <a:pt x="332727" y="66992"/>
                  </a:lnTo>
                  <a:lnTo>
                    <a:pt x="331863" y="64820"/>
                  </a:lnTo>
                  <a:lnTo>
                    <a:pt x="329653" y="69037"/>
                  </a:lnTo>
                  <a:lnTo>
                    <a:pt x="327596" y="71640"/>
                  </a:lnTo>
                  <a:lnTo>
                    <a:pt x="327914" y="74891"/>
                  </a:lnTo>
                  <a:lnTo>
                    <a:pt x="328345" y="78308"/>
                  </a:lnTo>
                  <a:lnTo>
                    <a:pt x="331863" y="80645"/>
                  </a:lnTo>
                  <a:lnTo>
                    <a:pt x="333540" y="84035"/>
                  </a:lnTo>
                  <a:lnTo>
                    <a:pt x="335064" y="80149"/>
                  </a:lnTo>
                  <a:lnTo>
                    <a:pt x="337553" y="77203"/>
                  </a:lnTo>
                  <a:close/>
                </a:path>
                <a:path w="431165" h="1273810">
                  <a:moveTo>
                    <a:pt x="344360" y="41186"/>
                  </a:moveTo>
                  <a:lnTo>
                    <a:pt x="342633" y="39420"/>
                  </a:lnTo>
                  <a:lnTo>
                    <a:pt x="338074" y="39420"/>
                  </a:lnTo>
                  <a:lnTo>
                    <a:pt x="336359" y="41186"/>
                  </a:lnTo>
                  <a:lnTo>
                    <a:pt x="336359" y="45580"/>
                  </a:lnTo>
                  <a:lnTo>
                    <a:pt x="338074" y="47307"/>
                  </a:lnTo>
                  <a:lnTo>
                    <a:pt x="340296" y="47307"/>
                  </a:lnTo>
                  <a:lnTo>
                    <a:pt x="342633" y="47307"/>
                  </a:lnTo>
                  <a:lnTo>
                    <a:pt x="344360" y="45580"/>
                  </a:lnTo>
                  <a:lnTo>
                    <a:pt x="344360" y="41186"/>
                  </a:lnTo>
                  <a:close/>
                </a:path>
                <a:path w="431165" h="1273810">
                  <a:moveTo>
                    <a:pt x="353720" y="45440"/>
                  </a:moveTo>
                  <a:lnTo>
                    <a:pt x="351980" y="43878"/>
                  </a:lnTo>
                  <a:lnTo>
                    <a:pt x="347649" y="43878"/>
                  </a:lnTo>
                  <a:lnTo>
                    <a:pt x="345732" y="45440"/>
                  </a:lnTo>
                  <a:lnTo>
                    <a:pt x="345732" y="49872"/>
                  </a:lnTo>
                  <a:lnTo>
                    <a:pt x="347649" y="51689"/>
                  </a:lnTo>
                  <a:lnTo>
                    <a:pt x="349656" y="51689"/>
                  </a:lnTo>
                  <a:lnTo>
                    <a:pt x="351980" y="51689"/>
                  </a:lnTo>
                  <a:lnTo>
                    <a:pt x="353720" y="49872"/>
                  </a:lnTo>
                  <a:lnTo>
                    <a:pt x="353720" y="45440"/>
                  </a:lnTo>
                  <a:close/>
                </a:path>
                <a:path w="431165" h="1273810">
                  <a:moveTo>
                    <a:pt x="358990" y="22199"/>
                  </a:moveTo>
                  <a:lnTo>
                    <a:pt x="353961" y="23253"/>
                  </a:lnTo>
                  <a:lnTo>
                    <a:pt x="350113" y="27165"/>
                  </a:lnTo>
                  <a:lnTo>
                    <a:pt x="349097" y="32194"/>
                  </a:lnTo>
                  <a:lnTo>
                    <a:pt x="358990" y="32194"/>
                  </a:lnTo>
                  <a:lnTo>
                    <a:pt x="358990" y="22199"/>
                  </a:lnTo>
                  <a:close/>
                </a:path>
                <a:path w="431165" h="1273810">
                  <a:moveTo>
                    <a:pt x="359194" y="52082"/>
                  </a:moveTo>
                  <a:lnTo>
                    <a:pt x="357606" y="51841"/>
                  </a:lnTo>
                  <a:lnTo>
                    <a:pt x="356069" y="51346"/>
                  </a:lnTo>
                  <a:lnTo>
                    <a:pt x="354660" y="50787"/>
                  </a:lnTo>
                  <a:lnTo>
                    <a:pt x="354660" y="68884"/>
                  </a:lnTo>
                  <a:lnTo>
                    <a:pt x="359194" y="68884"/>
                  </a:lnTo>
                  <a:lnTo>
                    <a:pt x="359194" y="52082"/>
                  </a:lnTo>
                  <a:close/>
                </a:path>
                <a:path w="431165" h="1273810">
                  <a:moveTo>
                    <a:pt x="368490" y="50774"/>
                  </a:moveTo>
                  <a:lnTo>
                    <a:pt x="367004" y="51346"/>
                  </a:lnTo>
                  <a:lnTo>
                    <a:pt x="365569" y="51828"/>
                  </a:lnTo>
                  <a:lnTo>
                    <a:pt x="363855" y="52082"/>
                  </a:lnTo>
                  <a:lnTo>
                    <a:pt x="363855" y="68872"/>
                  </a:lnTo>
                  <a:lnTo>
                    <a:pt x="368490" y="68872"/>
                  </a:lnTo>
                  <a:lnTo>
                    <a:pt x="368490" y="50774"/>
                  </a:lnTo>
                  <a:close/>
                </a:path>
                <a:path w="431165" h="1273810">
                  <a:moveTo>
                    <a:pt x="372084" y="4114"/>
                  </a:moveTo>
                  <a:lnTo>
                    <a:pt x="369938" y="6832"/>
                  </a:lnTo>
                  <a:lnTo>
                    <a:pt x="366166" y="9245"/>
                  </a:lnTo>
                  <a:lnTo>
                    <a:pt x="362978" y="9880"/>
                  </a:lnTo>
                  <a:lnTo>
                    <a:pt x="363347" y="6400"/>
                  </a:lnTo>
                  <a:lnTo>
                    <a:pt x="365455" y="3568"/>
                  </a:lnTo>
                  <a:lnTo>
                    <a:pt x="368274" y="0"/>
                  </a:lnTo>
                  <a:lnTo>
                    <a:pt x="354850" y="0"/>
                  </a:lnTo>
                  <a:lnTo>
                    <a:pt x="357619" y="3568"/>
                  </a:lnTo>
                  <a:lnTo>
                    <a:pt x="359740" y="6400"/>
                  </a:lnTo>
                  <a:lnTo>
                    <a:pt x="360172" y="9880"/>
                  </a:lnTo>
                  <a:lnTo>
                    <a:pt x="356920" y="9245"/>
                  </a:lnTo>
                  <a:lnTo>
                    <a:pt x="353174" y="6832"/>
                  </a:lnTo>
                  <a:lnTo>
                    <a:pt x="351015" y="4114"/>
                  </a:lnTo>
                  <a:lnTo>
                    <a:pt x="351015" y="17754"/>
                  </a:lnTo>
                  <a:lnTo>
                    <a:pt x="353174" y="14846"/>
                  </a:lnTo>
                  <a:lnTo>
                    <a:pt x="356844" y="12395"/>
                  </a:lnTo>
                  <a:lnTo>
                    <a:pt x="360172" y="11925"/>
                  </a:lnTo>
                  <a:lnTo>
                    <a:pt x="359702" y="15367"/>
                  </a:lnTo>
                  <a:lnTo>
                    <a:pt x="357352" y="18453"/>
                  </a:lnTo>
                  <a:lnTo>
                    <a:pt x="354571" y="20612"/>
                  </a:lnTo>
                  <a:lnTo>
                    <a:pt x="368490" y="20612"/>
                  </a:lnTo>
                  <a:lnTo>
                    <a:pt x="365645" y="18453"/>
                  </a:lnTo>
                  <a:lnTo>
                    <a:pt x="363448" y="15367"/>
                  </a:lnTo>
                  <a:lnTo>
                    <a:pt x="362978" y="11925"/>
                  </a:lnTo>
                  <a:lnTo>
                    <a:pt x="366293" y="12395"/>
                  </a:lnTo>
                  <a:lnTo>
                    <a:pt x="369938" y="14846"/>
                  </a:lnTo>
                  <a:lnTo>
                    <a:pt x="372084" y="17754"/>
                  </a:lnTo>
                  <a:lnTo>
                    <a:pt x="372084" y="4114"/>
                  </a:lnTo>
                  <a:close/>
                </a:path>
                <a:path w="431165" h="1273810">
                  <a:moveTo>
                    <a:pt x="373849" y="37109"/>
                  </a:moveTo>
                  <a:lnTo>
                    <a:pt x="349224" y="37109"/>
                  </a:lnTo>
                  <a:lnTo>
                    <a:pt x="350507" y="42595"/>
                  </a:lnTo>
                  <a:lnTo>
                    <a:pt x="355485" y="46570"/>
                  </a:lnTo>
                  <a:lnTo>
                    <a:pt x="367588" y="46570"/>
                  </a:lnTo>
                  <a:lnTo>
                    <a:pt x="372643" y="42595"/>
                  </a:lnTo>
                  <a:lnTo>
                    <a:pt x="373849" y="37109"/>
                  </a:lnTo>
                  <a:close/>
                </a:path>
                <a:path w="431165" h="1273810">
                  <a:moveTo>
                    <a:pt x="374015" y="32194"/>
                  </a:moveTo>
                  <a:lnTo>
                    <a:pt x="373087" y="27165"/>
                  </a:lnTo>
                  <a:lnTo>
                    <a:pt x="369163" y="23380"/>
                  </a:lnTo>
                  <a:lnTo>
                    <a:pt x="364197" y="22199"/>
                  </a:lnTo>
                  <a:lnTo>
                    <a:pt x="364197" y="32194"/>
                  </a:lnTo>
                  <a:lnTo>
                    <a:pt x="374015" y="32194"/>
                  </a:lnTo>
                  <a:close/>
                </a:path>
                <a:path w="431165" h="1273810">
                  <a:moveTo>
                    <a:pt x="377444" y="45427"/>
                  </a:moveTo>
                  <a:lnTo>
                    <a:pt x="375589" y="43865"/>
                  </a:lnTo>
                  <a:lnTo>
                    <a:pt x="371144" y="43865"/>
                  </a:lnTo>
                  <a:lnTo>
                    <a:pt x="369366" y="45427"/>
                  </a:lnTo>
                  <a:lnTo>
                    <a:pt x="369366" y="47663"/>
                  </a:lnTo>
                  <a:lnTo>
                    <a:pt x="369366" y="49872"/>
                  </a:lnTo>
                  <a:lnTo>
                    <a:pt x="371144" y="51689"/>
                  </a:lnTo>
                  <a:lnTo>
                    <a:pt x="375589" y="51689"/>
                  </a:lnTo>
                  <a:lnTo>
                    <a:pt x="377444" y="49872"/>
                  </a:lnTo>
                  <a:lnTo>
                    <a:pt x="377444" y="45427"/>
                  </a:lnTo>
                  <a:close/>
                </a:path>
                <a:path w="431165" h="1273810">
                  <a:moveTo>
                    <a:pt x="386740" y="41186"/>
                  </a:moveTo>
                  <a:lnTo>
                    <a:pt x="384873" y="39420"/>
                  </a:lnTo>
                  <a:lnTo>
                    <a:pt x="380593" y="39420"/>
                  </a:lnTo>
                  <a:lnTo>
                    <a:pt x="378726" y="41186"/>
                  </a:lnTo>
                  <a:lnTo>
                    <a:pt x="378726" y="45580"/>
                  </a:lnTo>
                  <a:lnTo>
                    <a:pt x="380593" y="47307"/>
                  </a:lnTo>
                  <a:lnTo>
                    <a:pt x="382701" y="47307"/>
                  </a:lnTo>
                  <a:lnTo>
                    <a:pt x="384873" y="47307"/>
                  </a:lnTo>
                  <a:lnTo>
                    <a:pt x="386740" y="45580"/>
                  </a:lnTo>
                  <a:lnTo>
                    <a:pt x="386740" y="41186"/>
                  </a:lnTo>
                  <a:close/>
                </a:path>
                <a:path w="431165" h="1273810">
                  <a:moveTo>
                    <a:pt x="395592" y="71640"/>
                  </a:moveTo>
                  <a:lnTo>
                    <a:pt x="393585" y="69037"/>
                  </a:lnTo>
                  <a:lnTo>
                    <a:pt x="391363" y="64820"/>
                  </a:lnTo>
                  <a:lnTo>
                    <a:pt x="390550" y="66992"/>
                  </a:lnTo>
                  <a:lnTo>
                    <a:pt x="386181" y="71132"/>
                  </a:lnTo>
                  <a:lnTo>
                    <a:pt x="385559" y="77203"/>
                  </a:lnTo>
                  <a:lnTo>
                    <a:pt x="388239" y="80149"/>
                  </a:lnTo>
                  <a:lnTo>
                    <a:pt x="389712" y="84035"/>
                  </a:lnTo>
                  <a:lnTo>
                    <a:pt x="391363" y="80645"/>
                  </a:lnTo>
                  <a:lnTo>
                    <a:pt x="394995" y="78308"/>
                  </a:lnTo>
                  <a:lnTo>
                    <a:pt x="395592" y="71640"/>
                  </a:lnTo>
                  <a:close/>
                </a:path>
                <a:path w="431165" h="1273810">
                  <a:moveTo>
                    <a:pt x="396595" y="38442"/>
                  </a:moveTo>
                  <a:lnTo>
                    <a:pt x="394919" y="36753"/>
                  </a:lnTo>
                  <a:lnTo>
                    <a:pt x="390410" y="36753"/>
                  </a:lnTo>
                  <a:lnTo>
                    <a:pt x="388632" y="38442"/>
                  </a:lnTo>
                  <a:lnTo>
                    <a:pt x="388632" y="42710"/>
                  </a:lnTo>
                  <a:lnTo>
                    <a:pt x="390410" y="44526"/>
                  </a:lnTo>
                  <a:lnTo>
                    <a:pt x="392633" y="44526"/>
                  </a:lnTo>
                  <a:lnTo>
                    <a:pt x="394919" y="44526"/>
                  </a:lnTo>
                  <a:lnTo>
                    <a:pt x="396595" y="42710"/>
                  </a:lnTo>
                  <a:lnTo>
                    <a:pt x="396595" y="38442"/>
                  </a:lnTo>
                  <a:close/>
                </a:path>
                <a:path w="431165" h="1273810">
                  <a:moveTo>
                    <a:pt x="407123" y="37541"/>
                  </a:moveTo>
                  <a:lnTo>
                    <a:pt x="405218" y="35699"/>
                  </a:lnTo>
                  <a:lnTo>
                    <a:pt x="400888" y="35699"/>
                  </a:lnTo>
                  <a:lnTo>
                    <a:pt x="399161" y="37541"/>
                  </a:lnTo>
                  <a:lnTo>
                    <a:pt x="399161" y="41694"/>
                  </a:lnTo>
                  <a:lnTo>
                    <a:pt x="400888" y="43586"/>
                  </a:lnTo>
                  <a:lnTo>
                    <a:pt x="403199" y="43586"/>
                  </a:lnTo>
                  <a:lnTo>
                    <a:pt x="405218" y="43586"/>
                  </a:lnTo>
                  <a:lnTo>
                    <a:pt x="407123" y="41694"/>
                  </a:lnTo>
                  <a:lnTo>
                    <a:pt x="407123" y="37541"/>
                  </a:lnTo>
                  <a:close/>
                </a:path>
                <a:path w="431165" h="1273810">
                  <a:moveTo>
                    <a:pt x="417156" y="40386"/>
                  </a:moveTo>
                  <a:lnTo>
                    <a:pt x="415315" y="38684"/>
                  </a:lnTo>
                  <a:lnTo>
                    <a:pt x="410819" y="38684"/>
                  </a:lnTo>
                  <a:lnTo>
                    <a:pt x="409079" y="40386"/>
                  </a:lnTo>
                  <a:lnTo>
                    <a:pt x="409079" y="44856"/>
                  </a:lnTo>
                  <a:lnTo>
                    <a:pt x="410819" y="46507"/>
                  </a:lnTo>
                  <a:lnTo>
                    <a:pt x="413131" y="46507"/>
                  </a:lnTo>
                  <a:lnTo>
                    <a:pt x="415315" y="46507"/>
                  </a:lnTo>
                  <a:lnTo>
                    <a:pt x="417156" y="44856"/>
                  </a:lnTo>
                  <a:lnTo>
                    <a:pt x="417156" y="40386"/>
                  </a:lnTo>
                  <a:close/>
                </a:path>
                <a:path w="431165" h="1273810">
                  <a:moveTo>
                    <a:pt x="424954" y="47142"/>
                  </a:moveTo>
                  <a:lnTo>
                    <a:pt x="423075" y="45440"/>
                  </a:lnTo>
                  <a:lnTo>
                    <a:pt x="418706" y="45440"/>
                  </a:lnTo>
                  <a:lnTo>
                    <a:pt x="416941" y="47142"/>
                  </a:lnTo>
                  <a:lnTo>
                    <a:pt x="416941" y="51600"/>
                  </a:lnTo>
                  <a:lnTo>
                    <a:pt x="418706" y="53225"/>
                  </a:lnTo>
                  <a:lnTo>
                    <a:pt x="421005" y="53225"/>
                  </a:lnTo>
                  <a:lnTo>
                    <a:pt x="423075" y="53225"/>
                  </a:lnTo>
                  <a:lnTo>
                    <a:pt x="424954" y="51600"/>
                  </a:lnTo>
                  <a:lnTo>
                    <a:pt x="424954" y="47142"/>
                  </a:lnTo>
                  <a:close/>
                </a:path>
                <a:path w="431165" h="1273810">
                  <a:moveTo>
                    <a:pt x="428637" y="75158"/>
                  </a:moveTo>
                  <a:lnTo>
                    <a:pt x="426923" y="73393"/>
                  </a:lnTo>
                  <a:lnTo>
                    <a:pt x="424726" y="73393"/>
                  </a:lnTo>
                  <a:lnTo>
                    <a:pt x="422478" y="73393"/>
                  </a:lnTo>
                  <a:lnTo>
                    <a:pt x="420598" y="75158"/>
                  </a:lnTo>
                  <a:lnTo>
                    <a:pt x="420598" y="79552"/>
                  </a:lnTo>
                  <a:lnTo>
                    <a:pt x="422478" y="81330"/>
                  </a:lnTo>
                  <a:lnTo>
                    <a:pt x="426923" y="81330"/>
                  </a:lnTo>
                  <a:lnTo>
                    <a:pt x="428637" y="79552"/>
                  </a:lnTo>
                  <a:lnTo>
                    <a:pt x="428637" y="75158"/>
                  </a:lnTo>
                  <a:close/>
                </a:path>
                <a:path w="431165" h="1273810">
                  <a:moveTo>
                    <a:pt x="429285" y="56184"/>
                  </a:moveTo>
                  <a:lnTo>
                    <a:pt x="427507" y="54317"/>
                  </a:lnTo>
                  <a:lnTo>
                    <a:pt x="423075" y="54317"/>
                  </a:lnTo>
                  <a:lnTo>
                    <a:pt x="421360" y="56184"/>
                  </a:lnTo>
                  <a:lnTo>
                    <a:pt x="421360" y="58331"/>
                  </a:lnTo>
                  <a:lnTo>
                    <a:pt x="421360" y="60502"/>
                  </a:lnTo>
                  <a:lnTo>
                    <a:pt x="423075" y="62306"/>
                  </a:lnTo>
                  <a:lnTo>
                    <a:pt x="427507" y="62306"/>
                  </a:lnTo>
                  <a:lnTo>
                    <a:pt x="429285" y="60502"/>
                  </a:lnTo>
                  <a:lnTo>
                    <a:pt x="429285" y="56184"/>
                  </a:lnTo>
                  <a:close/>
                </a:path>
                <a:path w="431165" h="1273810">
                  <a:moveTo>
                    <a:pt x="430644" y="65735"/>
                  </a:moveTo>
                  <a:lnTo>
                    <a:pt x="428879" y="63995"/>
                  </a:lnTo>
                  <a:lnTo>
                    <a:pt x="426631" y="63995"/>
                  </a:lnTo>
                  <a:lnTo>
                    <a:pt x="424510" y="63995"/>
                  </a:lnTo>
                  <a:lnTo>
                    <a:pt x="422579" y="65735"/>
                  </a:lnTo>
                  <a:lnTo>
                    <a:pt x="422579" y="70129"/>
                  </a:lnTo>
                  <a:lnTo>
                    <a:pt x="424510" y="71742"/>
                  </a:lnTo>
                  <a:lnTo>
                    <a:pt x="428879" y="71742"/>
                  </a:lnTo>
                  <a:lnTo>
                    <a:pt x="430644" y="70129"/>
                  </a:lnTo>
                  <a:lnTo>
                    <a:pt x="430644" y="65735"/>
                  </a:lnTo>
                  <a:close/>
                </a:path>
              </a:pathLst>
            </a:custGeom>
            <a:solidFill>
              <a:srgbClr val="FFFFFF"/>
            </a:solidFill>
          </p:spPr>
          <p:txBody>
            <a:bodyPr wrap="square" lIns="0" tIns="0" rIns="0" bIns="0" rtlCol="0"/>
            <a:lstStyle/>
            <a:p>
              <a:endParaRPr/>
            </a:p>
          </p:txBody>
        </p:sp>
        <p:pic>
          <p:nvPicPr>
            <p:cNvPr id="4" name="object 4"/>
            <p:cNvPicPr>
              <a:picLocks noGrp="1" noRot="1" noMove="1" noResize="1" noEditPoints="1" noAdjustHandles="1" noChangeArrowheads="1" noChangeShapeType="1" noCrop="1"/>
            </p:cNvPicPr>
            <p:nvPr/>
          </p:nvPicPr>
          <p:blipFill>
            <a:blip r:embed="rId3" cstate="print"/>
            <a:stretch>
              <a:fillRect/>
            </a:stretch>
          </p:blipFill>
          <p:spPr>
            <a:xfrm>
              <a:off x="859313" y="758855"/>
              <a:ext cx="127684" cy="138549"/>
            </a:xfrm>
            <a:prstGeom prst="rect">
              <a:avLst/>
            </a:prstGeom>
          </p:spPr>
        </p:pic>
        <p:sp>
          <p:nvSpPr>
            <p:cNvPr id="5" name="object 5"/>
            <p:cNvSpPr>
              <a:spLocks noGrp="1" noRot="1" noMove="1" noResize="1" noEditPoints="1" noAdjustHandles="1" noChangeArrowheads="1" noChangeShapeType="1"/>
            </p:cNvSpPr>
            <p:nvPr/>
          </p:nvSpPr>
          <p:spPr>
            <a:xfrm>
              <a:off x="750720" y="833538"/>
              <a:ext cx="382905" cy="100965"/>
            </a:xfrm>
            <a:custGeom>
              <a:avLst/>
              <a:gdLst/>
              <a:ahLst/>
              <a:cxnLst/>
              <a:rect l="l" t="t" r="r" b="b"/>
              <a:pathLst>
                <a:path w="382905" h="100965">
                  <a:moveTo>
                    <a:pt x="191296" y="100680"/>
                  </a:moveTo>
                  <a:lnTo>
                    <a:pt x="141980" y="95797"/>
                  </a:lnTo>
                  <a:lnTo>
                    <a:pt x="116222" y="66004"/>
                  </a:lnTo>
                  <a:lnTo>
                    <a:pt x="108211" y="49550"/>
                  </a:lnTo>
                  <a:lnTo>
                    <a:pt x="108211" y="38518"/>
                  </a:lnTo>
                  <a:lnTo>
                    <a:pt x="119910" y="28106"/>
                  </a:lnTo>
                  <a:lnTo>
                    <a:pt x="109483" y="30361"/>
                  </a:lnTo>
                  <a:lnTo>
                    <a:pt x="98933" y="35024"/>
                  </a:lnTo>
                  <a:lnTo>
                    <a:pt x="88336" y="41244"/>
                  </a:lnTo>
                  <a:lnTo>
                    <a:pt x="61533" y="58575"/>
                  </a:lnTo>
                  <a:lnTo>
                    <a:pt x="47923" y="65679"/>
                  </a:lnTo>
                  <a:lnTo>
                    <a:pt x="41178" y="67616"/>
                  </a:lnTo>
                  <a:lnTo>
                    <a:pt x="28212" y="67616"/>
                  </a:lnTo>
                  <a:lnTo>
                    <a:pt x="6506" y="51161"/>
                  </a:lnTo>
                  <a:lnTo>
                    <a:pt x="348" y="48403"/>
                  </a:lnTo>
                  <a:lnTo>
                    <a:pt x="0" y="47551"/>
                  </a:lnTo>
                  <a:lnTo>
                    <a:pt x="522" y="45924"/>
                  </a:lnTo>
                  <a:lnTo>
                    <a:pt x="1409" y="45521"/>
                  </a:lnTo>
                  <a:lnTo>
                    <a:pt x="2216" y="45769"/>
                  </a:lnTo>
                  <a:lnTo>
                    <a:pt x="16212" y="46242"/>
                  </a:lnTo>
                  <a:lnTo>
                    <a:pt x="31341" y="41314"/>
                  </a:lnTo>
                  <a:lnTo>
                    <a:pt x="47137" y="32831"/>
                  </a:lnTo>
                  <a:lnTo>
                    <a:pt x="76300" y="14203"/>
                  </a:lnTo>
                  <a:lnTo>
                    <a:pt x="88981" y="6966"/>
                  </a:lnTo>
                  <a:lnTo>
                    <a:pt x="101041" y="1905"/>
                  </a:lnTo>
                  <a:lnTo>
                    <a:pt x="112343" y="0"/>
                  </a:lnTo>
                  <a:lnTo>
                    <a:pt x="117662" y="0"/>
                  </a:lnTo>
                  <a:lnTo>
                    <a:pt x="122364" y="1146"/>
                  </a:lnTo>
                  <a:lnTo>
                    <a:pt x="131531" y="5965"/>
                  </a:lnTo>
                  <a:lnTo>
                    <a:pt x="135346" y="10365"/>
                  </a:lnTo>
                  <a:lnTo>
                    <a:pt x="140223" y="21846"/>
                  </a:lnTo>
                  <a:lnTo>
                    <a:pt x="148946" y="35527"/>
                  </a:lnTo>
                  <a:lnTo>
                    <a:pt x="148946" y="41756"/>
                  </a:lnTo>
                  <a:lnTo>
                    <a:pt x="147870" y="44080"/>
                  </a:lnTo>
                  <a:lnTo>
                    <a:pt x="143136" y="48171"/>
                  </a:lnTo>
                  <a:lnTo>
                    <a:pt x="127526" y="56026"/>
                  </a:lnTo>
                  <a:lnTo>
                    <a:pt x="127272" y="58908"/>
                  </a:lnTo>
                  <a:lnTo>
                    <a:pt x="171766" y="68448"/>
                  </a:lnTo>
                  <a:lnTo>
                    <a:pt x="191296" y="69242"/>
                  </a:lnTo>
                  <a:lnTo>
                    <a:pt x="201286" y="69039"/>
                  </a:lnTo>
                  <a:lnTo>
                    <a:pt x="243526" y="63080"/>
                  </a:lnTo>
                  <a:lnTo>
                    <a:pt x="255511" y="59016"/>
                  </a:lnTo>
                  <a:lnTo>
                    <a:pt x="255020" y="57064"/>
                  </a:lnTo>
                  <a:lnTo>
                    <a:pt x="242307" y="50650"/>
                  </a:lnTo>
                  <a:lnTo>
                    <a:pt x="239441" y="48682"/>
                  </a:lnTo>
                  <a:lnTo>
                    <a:pt x="234945" y="44251"/>
                  </a:lnTo>
                  <a:lnTo>
                    <a:pt x="233726" y="41756"/>
                  </a:lnTo>
                  <a:lnTo>
                    <a:pt x="233726" y="35527"/>
                  </a:lnTo>
                  <a:lnTo>
                    <a:pt x="242560" y="21846"/>
                  </a:lnTo>
                  <a:lnTo>
                    <a:pt x="247389" y="10365"/>
                  </a:lnTo>
                  <a:lnTo>
                    <a:pt x="251236" y="5965"/>
                  </a:lnTo>
                  <a:lnTo>
                    <a:pt x="256096" y="3176"/>
                  </a:lnTo>
                  <a:lnTo>
                    <a:pt x="260260" y="1146"/>
                  </a:lnTo>
                  <a:lnTo>
                    <a:pt x="264962" y="0"/>
                  </a:lnTo>
                  <a:lnTo>
                    <a:pt x="270424" y="0"/>
                  </a:lnTo>
                  <a:lnTo>
                    <a:pt x="281660" y="1905"/>
                  </a:lnTo>
                  <a:lnTo>
                    <a:pt x="293697" y="6966"/>
                  </a:lnTo>
                  <a:lnTo>
                    <a:pt x="306376" y="14203"/>
                  </a:lnTo>
                  <a:lnTo>
                    <a:pt x="335500" y="32831"/>
                  </a:lnTo>
                  <a:lnTo>
                    <a:pt x="351306" y="41314"/>
                  </a:lnTo>
                  <a:lnTo>
                    <a:pt x="366475" y="46242"/>
                  </a:lnTo>
                  <a:lnTo>
                    <a:pt x="380535" y="45769"/>
                  </a:lnTo>
                  <a:lnTo>
                    <a:pt x="381311" y="45521"/>
                  </a:lnTo>
                  <a:lnTo>
                    <a:pt x="382182" y="45924"/>
                  </a:lnTo>
                  <a:lnTo>
                    <a:pt x="382467" y="46683"/>
                  </a:lnTo>
                  <a:lnTo>
                    <a:pt x="382688" y="47551"/>
                  </a:lnTo>
                  <a:lnTo>
                    <a:pt x="382324" y="48403"/>
                  </a:lnTo>
                  <a:lnTo>
                    <a:pt x="376166" y="51083"/>
                  </a:lnTo>
                  <a:lnTo>
                    <a:pt x="354460" y="67616"/>
                  </a:lnTo>
                  <a:lnTo>
                    <a:pt x="341510" y="67616"/>
                  </a:lnTo>
                  <a:lnTo>
                    <a:pt x="334860" y="65679"/>
                  </a:lnTo>
                  <a:lnTo>
                    <a:pt x="319456" y="57715"/>
                  </a:lnTo>
                  <a:lnTo>
                    <a:pt x="294434" y="41212"/>
                  </a:lnTo>
                  <a:lnTo>
                    <a:pt x="283777" y="34995"/>
                  </a:lnTo>
                  <a:lnTo>
                    <a:pt x="273188" y="30350"/>
                  </a:lnTo>
                  <a:lnTo>
                    <a:pt x="262746" y="28106"/>
                  </a:lnTo>
                  <a:lnTo>
                    <a:pt x="274968" y="38936"/>
                  </a:lnTo>
                  <a:lnTo>
                    <a:pt x="274968" y="49704"/>
                  </a:lnTo>
                  <a:lnTo>
                    <a:pt x="271216" y="56599"/>
                  </a:lnTo>
                  <a:lnTo>
                    <a:pt x="266593" y="66004"/>
                  </a:lnTo>
                  <a:lnTo>
                    <a:pt x="261099" y="86999"/>
                  </a:lnTo>
                  <a:lnTo>
                    <a:pt x="251078" y="92034"/>
                  </a:lnTo>
                  <a:lnTo>
                    <a:pt x="240766" y="95797"/>
                  </a:lnTo>
                  <a:lnTo>
                    <a:pt x="227326" y="98501"/>
                  </a:lnTo>
                  <a:lnTo>
                    <a:pt x="210816" y="100133"/>
                  </a:lnTo>
                  <a:lnTo>
                    <a:pt x="191296" y="100680"/>
                  </a:lnTo>
                  <a:close/>
                </a:path>
              </a:pathLst>
            </a:custGeom>
            <a:solidFill>
              <a:srgbClr val="FFFFFF"/>
            </a:solidFill>
          </p:spPr>
          <p:txBody>
            <a:bodyPr wrap="square" lIns="0" tIns="0" rIns="0" bIns="0" rtlCol="0"/>
            <a:lstStyle/>
            <a:p>
              <a:endParaRPr/>
            </a:p>
          </p:txBody>
        </p:sp>
        <p:pic>
          <p:nvPicPr>
            <p:cNvPr id="6" name="object 6"/>
            <p:cNvPicPr>
              <a:picLocks noGrp="1" noRot="1" noMove="1" noResize="1" noEditPoints="1" noAdjustHandles="1" noChangeArrowheads="1" noChangeShapeType="1" noCrop="1"/>
            </p:cNvPicPr>
            <p:nvPr/>
          </p:nvPicPr>
          <p:blipFill>
            <a:blip r:embed="rId4" cstate="print"/>
            <a:stretch>
              <a:fillRect/>
            </a:stretch>
          </p:blipFill>
          <p:spPr>
            <a:xfrm>
              <a:off x="864000" y="607992"/>
              <a:ext cx="162906" cy="217170"/>
            </a:xfrm>
            <a:prstGeom prst="rect">
              <a:avLst/>
            </a:prstGeom>
          </p:spPr>
        </p:pic>
        <p:sp>
          <p:nvSpPr>
            <p:cNvPr id="7" name="object 7"/>
            <p:cNvSpPr>
              <a:spLocks noGrp="1" noRot="1" noMove="1" noResize="1" noEditPoints="1" noAdjustHandles="1" noChangeArrowheads="1" noChangeShapeType="1"/>
            </p:cNvSpPr>
            <p:nvPr/>
          </p:nvSpPr>
          <p:spPr>
            <a:xfrm>
              <a:off x="702043" y="546036"/>
              <a:ext cx="492759" cy="325120"/>
            </a:xfrm>
            <a:custGeom>
              <a:avLst/>
              <a:gdLst/>
              <a:ahLst/>
              <a:cxnLst/>
              <a:rect l="l" t="t" r="r" b="b"/>
              <a:pathLst>
                <a:path w="492759" h="325119">
                  <a:moveTo>
                    <a:pt x="71945" y="28511"/>
                  </a:moveTo>
                  <a:lnTo>
                    <a:pt x="70612" y="27266"/>
                  </a:lnTo>
                  <a:lnTo>
                    <a:pt x="67449" y="27266"/>
                  </a:lnTo>
                  <a:lnTo>
                    <a:pt x="66065" y="28511"/>
                  </a:lnTo>
                  <a:lnTo>
                    <a:pt x="66065" y="31661"/>
                  </a:lnTo>
                  <a:lnTo>
                    <a:pt x="67449" y="32893"/>
                  </a:lnTo>
                  <a:lnTo>
                    <a:pt x="70612" y="32893"/>
                  </a:lnTo>
                  <a:lnTo>
                    <a:pt x="71945" y="31661"/>
                  </a:lnTo>
                  <a:lnTo>
                    <a:pt x="71945" y="30048"/>
                  </a:lnTo>
                  <a:lnTo>
                    <a:pt x="71945" y="28511"/>
                  </a:lnTo>
                  <a:close/>
                </a:path>
                <a:path w="492759" h="325119">
                  <a:moveTo>
                    <a:pt x="73012" y="36055"/>
                  </a:moveTo>
                  <a:lnTo>
                    <a:pt x="71653" y="34772"/>
                  </a:lnTo>
                  <a:lnTo>
                    <a:pt x="68478" y="34772"/>
                  </a:lnTo>
                  <a:lnTo>
                    <a:pt x="67106" y="36055"/>
                  </a:lnTo>
                  <a:lnTo>
                    <a:pt x="67106" y="39103"/>
                  </a:lnTo>
                  <a:lnTo>
                    <a:pt x="68478" y="40513"/>
                  </a:lnTo>
                  <a:lnTo>
                    <a:pt x="71653" y="40513"/>
                  </a:lnTo>
                  <a:lnTo>
                    <a:pt x="73012" y="39103"/>
                  </a:lnTo>
                  <a:lnTo>
                    <a:pt x="73012" y="37490"/>
                  </a:lnTo>
                  <a:lnTo>
                    <a:pt x="73012" y="36055"/>
                  </a:lnTo>
                  <a:close/>
                </a:path>
                <a:path w="492759" h="325119">
                  <a:moveTo>
                    <a:pt x="76466" y="22326"/>
                  </a:moveTo>
                  <a:lnTo>
                    <a:pt x="75107" y="21132"/>
                  </a:lnTo>
                  <a:lnTo>
                    <a:pt x="71945" y="21132"/>
                  </a:lnTo>
                  <a:lnTo>
                    <a:pt x="70688" y="22326"/>
                  </a:lnTo>
                  <a:lnTo>
                    <a:pt x="70688" y="25438"/>
                  </a:lnTo>
                  <a:lnTo>
                    <a:pt x="71945" y="26771"/>
                  </a:lnTo>
                  <a:lnTo>
                    <a:pt x="73596" y="26771"/>
                  </a:lnTo>
                  <a:lnTo>
                    <a:pt x="75107" y="26771"/>
                  </a:lnTo>
                  <a:lnTo>
                    <a:pt x="76466" y="25438"/>
                  </a:lnTo>
                  <a:lnTo>
                    <a:pt x="76466" y="22326"/>
                  </a:lnTo>
                  <a:close/>
                </a:path>
                <a:path w="492759" h="325119">
                  <a:moveTo>
                    <a:pt x="84124" y="21856"/>
                  </a:moveTo>
                  <a:lnTo>
                    <a:pt x="82880" y="20637"/>
                  </a:lnTo>
                  <a:lnTo>
                    <a:pt x="79679" y="20637"/>
                  </a:lnTo>
                  <a:lnTo>
                    <a:pt x="78409" y="21856"/>
                  </a:lnTo>
                  <a:lnTo>
                    <a:pt x="78409" y="24993"/>
                  </a:lnTo>
                  <a:lnTo>
                    <a:pt x="79679" y="26327"/>
                  </a:lnTo>
                  <a:lnTo>
                    <a:pt x="81229" y="26327"/>
                  </a:lnTo>
                  <a:lnTo>
                    <a:pt x="82880" y="26327"/>
                  </a:lnTo>
                  <a:lnTo>
                    <a:pt x="84124" y="24993"/>
                  </a:lnTo>
                  <a:lnTo>
                    <a:pt x="84124" y="21856"/>
                  </a:lnTo>
                  <a:close/>
                </a:path>
                <a:path w="492759" h="325119">
                  <a:moveTo>
                    <a:pt x="94157" y="24358"/>
                  </a:moveTo>
                  <a:lnTo>
                    <a:pt x="94043" y="20967"/>
                  </a:lnTo>
                  <a:lnTo>
                    <a:pt x="93319" y="19939"/>
                  </a:lnTo>
                  <a:lnTo>
                    <a:pt x="92087" y="19316"/>
                  </a:lnTo>
                  <a:lnTo>
                    <a:pt x="90779" y="18237"/>
                  </a:lnTo>
                  <a:lnTo>
                    <a:pt x="89103" y="16637"/>
                  </a:lnTo>
                  <a:lnTo>
                    <a:pt x="88595" y="16052"/>
                  </a:lnTo>
                  <a:lnTo>
                    <a:pt x="88112" y="15494"/>
                  </a:lnTo>
                  <a:lnTo>
                    <a:pt x="88163" y="15341"/>
                  </a:lnTo>
                  <a:lnTo>
                    <a:pt x="88265" y="15113"/>
                  </a:lnTo>
                  <a:lnTo>
                    <a:pt x="93243" y="15494"/>
                  </a:lnTo>
                  <a:lnTo>
                    <a:pt x="93179" y="15341"/>
                  </a:lnTo>
                  <a:lnTo>
                    <a:pt x="93091" y="15113"/>
                  </a:lnTo>
                  <a:lnTo>
                    <a:pt x="92456" y="13474"/>
                  </a:lnTo>
                  <a:lnTo>
                    <a:pt x="91262" y="10426"/>
                  </a:lnTo>
                  <a:lnTo>
                    <a:pt x="87731" y="13474"/>
                  </a:lnTo>
                  <a:lnTo>
                    <a:pt x="87363" y="13474"/>
                  </a:lnTo>
                  <a:lnTo>
                    <a:pt x="87083" y="8115"/>
                  </a:lnTo>
                  <a:lnTo>
                    <a:pt x="82042" y="9906"/>
                  </a:lnTo>
                  <a:lnTo>
                    <a:pt x="85382" y="13995"/>
                  </a:lnTo>
                  <a:lnTo>
                    <a:pt x="85242" y="14224"/>
                  </a:lnTo>
                  <a:lnTo>
                    <a:pt x="85242" y="14376"/>
                  </a:lnTo>
                  <a:lnTo>
                    <a:pt x="80759" y="14630"/>
                  </a:lnTo>
                  <a:lnTo>
                    <a:pt x="83185" y="19697"/>
                  </a:lnTo>
                  <a:lnTo>
                    <a:pt x="86080" y="16052"/>
                  </a:lnTo>
                  <a:lnTo>
                    <a:pt x="86220" y="16052"/>
                  </a:lnTo>
                  <a:lnTo>
                    <a:pt x="86347" y="16637"/>
                  </a:lnTo>
                  <a:lnTo>
                    <a:pt x="86588" y="17881"/>
                  </a:lnTo>
                  <a:lnTo>
                    <a:pt x="86715" y="19697"/>
                  </a:lnTo>
                  <a:lnTo>
                    <a:pt x="86791" y="24358"/>
                  </a:lnTo>
                  <a:lnTo>
                    <a:pt x="88392" y="26060"/>
                  </a:lnTo>
                  <a:lnTo>
                    <a:pt x="92506" y="26060"/>
                  </a:lnTo>
                  <a:lnTo>
                    <a:pt x="94157" y="24358"/>
                  </a:lnTo>
                  <a:close/>
                </a:path>
                <a:path w="492759" h="325119">
                  <a:moveTo>
                    <a:pt x="100431" y="15557"/>
                  </a:moveTo>
                  <a:lnTo>
                    <a:pt x="99174" y="14630"/>
                  </a:lnTo>
                  <a:lnTo>
                    <a:pt x="98107" y="13474"/>
                  </a:lnTo>
                  <a:lnTo>
                    <a:pt x="96126" y="13474"/>
                  </a:lnTo>
                  <a:lnTo>
                    <a:pt x="95008" y="14630"/>
                  </a:lnTo>
                  <a:lnTo>
                    <a:pt x="93941" y="15557"/>
                  </a:lnTo>
                  <a:lnTo>
                    <a:pt x="93941" y="17360"/>
                  </a:lnTo>
                  <a:lnTo>
                    <a:pt x="95084" y="18605"/>
                  </a:lnTo>
                  <a:lnTo>
                    <a:pt x="96126" y="19685"/>
                  </a:lnTo>
                  <a:lnTo>
                    <a:pt x="98107" y="19685"/>
                  </a:lnTo>
                  <a:lnTo>
                    <a:pt x="99174" y="18516"/>
                  </a:lnTo>
                  <a:lnTo>
                    <a:pt x="100431" y="17360"/>
                  </a:lnTo>
                  <a:lnTo>
                    <a:pt x="100431" y="15557"/>
                  </a:lnTo>
                  <a:close/>
                </a:path>
                <a:path w="492759" h="325119">
                  <a:moveTo>
                    <a:pt x="106845" y="10795"/>
                  </a:moveTo>
                  <a:lnTo>
                    <a:pt x="105765" y="9817"/>
                  </a:lnTo>
                  <a:lnTo>
                    <a:pt x="104559" y="8572"/>
                  </a:lnTo>
                  <a:lnTo>
                    <a:pt x="102730" y="8572"/>
                  </a:lnTo>
                  <a:lnTo>
                    <a:pt x="101536" y="9817"/>
                  </a:lnTo>
                  <a:lnTo>
                    <a:pt x="100457" y="10795"/>
                  </a:lnTo>
                  <a:lnTo>
                    <a:pt x="100457" y="12661"/>
                  </a:lnTo>
                  <a:lnTo>
                    <a:pt x="101536" y="13906"/>
                  </a:lnTo>
                  <a:lnTo>
                    <a:pt x="102730" y="14859"/>
                  </a:lnTo>
                  <a:lnTo>
                    <a:pt x="104559" y="14859"/>
                  </a:lnTo>
                  <a:lnTo>
                    <a:pt x="105765" y="13906"/>
                  </a:lnTo>
                  <a:lnTo>
                    <a:pt x="106845" y="12661"/>
                  </a:lnTo>
                  <a:lnTo>
                    <a:pt x="106845" y="10795"/>
                  </a:lnTo>
                  <a:close/>
                </a:path>
                <a:path w="492759" h="325119">
                  <a:moveTo>
                    <a:pt x="114452" y="12128"/>
                  </a:moveTo>
                  <a:lnTo>
                    <a:pt x="113347" y="10960"/>
                  </a:lnTo>
                  <a:lnTo>
                    <a:pt x="112191" y="9906"/>
                  </a:lnTo>
                  <a:lnTo>
                    <a:pt x="110337" y="9906"/>
                  </a:lnTo>
                  <a:lnTo>
                    <a:pt x="109321" y="10960"/>
                  </a:lnTo>
                  <a:lnTo>
                    <a:pt x="108089" y="12128"/>
                  </a:lnTo>
                  <a:lnTo>
                    <a:pt x="108216" y="13995"/>
                  </a:lnTo>
                  <a:lnTo>
                    <a:pt x="110464" y="16052"/>
                  </a:lnTo>
                  <a:lnTo>
                    <a:pt x="112318" y="16052"/>
                  </a:lnTo>
                  <a:lnTo>
                    <a:pt x="113347" y="15024"/>
                  </a:lnTo>
                  <a:lnTo>
                    <a:pt x="114452" y="13995"/>
                  </a:lnTo>
                  <a:lnTo>
                    <a:pt x="114452" y="12128"/>
                  </a:lnTo>
                  <a:close/>
                </a:path>
                <a:path w="492759" h="325119">
                  <a:moveTo>
                    <a:pt x="118529" y="23126"/>
                  </a:moveTo>
                  <a:lnTo>
                    <a:pt x="114071" y="23393"/>
                  </a:lnTo>
                  <a:lnTo>
                    <a:pt x="115328" y="25158"/>
                  </a:lnTo>
                  <a:lnTo>
                    <a:pt x="115722" y="25984"/>
                  </a:lnTo>
                  <a:lnTo>
                    <a:pt x="115836" y="27457"/>
                  </a:lnTo>
                  <a:lnTo>
                    <a:pt x="115011" y="27051"/>
                  </a:lnTo>
                  <a:lnTo>
                    <a:pt x="113855" y="26162"/>
                  </a:lnTo>
                  <a:lnTo>
                    <a:pt x="112826" y="24726"/>
                  </a:lnTo>
                  <a:lnTo>
                    <a:pt x="112941" y="26162"/>
                  </a:lnTo>
                  <a:lnTo>
                    <a:pt x="113042" y="27457"/>
                  </a:lnTo>
                  <a:lnTo>
                    <a:pt x="113157" y="28829"/>
                  </a:lnTo>
                  <a:lnTo>
                    <a:pt x="113258" y="30035"/>
                  </a:lnTo>
                  <a:lnTo>
                    <a:pt x="113322" y="30848"/>
                  </a:lnTo>
                  <a:lnTo>
                    <a:pt x="113398" y="31127"/>
                  </a:lnTo>
                  <a:lnTo>
                    <a:pt x="114071" y="30035"/>
                  </a:lnTo>
                  <a:lnTo>
                    <a:pt x="114198" y="29908"/>
                  </a:lnTo>
                  <a:lnTo>
                    <a:pt x="114782" y="29235"/>
                  </a:lnTo>
                  <a:lnTo>
                    <a:pt x="115836" y="28829"/>
                  </a:lnTo>
                  <a:lnTo>
                    <a:pt x="115722" y="31127"/>
                  </a:lnTo>
                  <a:lnTo>
                    <a:pt x="115608" y="33248"/>
                  </a:lnTo>
                  <a:lnTo>
                    <a:pt x="113855" y="34925"/>
                  </a:lnTo>
                  <a:lnTo>
                    <a:pt x="112318" y="35242"/>
                  </a:lnTo>
                  <a:lnTo>
                    <a:pt x="111023" y="35496"/>
                  </a:lnTo>
                  <a:lnTo>
                    <a:pt x="110426" y="35496"/>
                  </a:lnTo>
                  <a:lnTo>
                    <a:pt x="109093" y="34429"/>
                  </a:lnTo>
                  <a:lnTo>
                    <a:pt x="109029" y="34036"/>
                  </a:lnTo>
                  <a:lnTo>
                    <a:pt x="108940" y="33528"/>
                  </a:lnTo>
                  <a:lnTo>
                    <a:pt x="108889" y="33248"/>
                  </a:lnTo>
                  <a:lnTo>
                    <a:pt x="108775" y="32537"/>
                  </a:lnTo>
                  <a:lnTo>
                    <a:pt x="108534" y="31127"/>
                  </a:lnTo>
                  <a:lnTo>
                    <a:pt x="108915" y="30848"/>
                  </a:lnTo>
                  <a:lnTo>
                    <a:pt x="110197" y="29908"/>
                  </a:lnTo>
                  <a:lnTo>
                    <a:pt x="112014" y="31648"/>
                  </a:lnTo>
                  <a:lnTo>
                    <a:pt x="112039" y="31369"/>
                  </a:lnTo>
                  <a:lnTo>
                    <a:pt x="112153" y="29908"/>
                  </a:lnTo>
                  <a:lnTo>
                    <a:pt x="112191" y="29489"/>
                  </a:lnTo>
                  <a:lnTo>
                    <a:pt x="112204" y="29235"/>
                  </a:lnTo>
                  <a:lnTo>
                    <a:pt x="112318" y="27774"/>
                  </a:lnTo>
                  <a:lnTo>
                    <a:pt x="109004" y="27774"/>
                  </a:lnTo>
                  <a:lnTo>
                    <a:pt x="107619" y="29235"/>
                  </a:lnTo>
                  <a:lnTo>
                    <a:pt x="109321" y="25615"/>
                  </a:lnTo>
                  <a:lnTo>
                    <a:pt x="109207" y="25158"/>
                  </a:lnTo>
                  <a:lnTo>
                    <a:pt x="109080" y="24726"/>
                  </a:lnTo>
                  <a:lnTo>
                    <a:pt x="109029" y="24561"/>
                  </a:lnTo>
                  <a:lnTo>
                    <a:pt x="108597" y="22974"/>
                  </a:lnTo>
                  <a:lnTo>
                    <a:pt x="105181" y="21132"/>
                  </a:lnTo>
                  <a:lnTo>
                    <a:pt x="102971" y="24561"/>
                  </a:lnTo>
                  <a:lnTo>
                    <a:pt x="103035" y="24726"/>
                  </a:lnTo>
                  <a:lnTo>
                    <a:pt x="103911" y="27051"/>
                  </a:lnTo>
                  <a:lnTo>
                    <a:pt x="106489" y="29489"/>
                  </a:lnTo>
                  <a:lnTo>
                    <a:pt x="103911" y="28333"/>
                  </a:lnTo>
                  <a:lnTo>
                    <a:pt x="101536" y="30492"/>
                  </a:lnTo>
                  <a:lnTo>
                    <a:pt x="103911" y="33528"/>
                  </a:lnTo>
                  <a:lnTo>
                    <a:pt x="103962" y="33248"/>
                  </a:lnTo>
                  <a:lnTo>
                    <a:pt x="104432" y="30848"/>
                  </a:lnTo>
                  <a:lnTo>
                    <a:pt x="106730" y="31369"/>
                  </a:lnTo>
                  <a:lnTo>
                    <a:pt x="106794" y="31648"/>
                  </a:lnTo>
                  <a:lnTo>
                    <a:pt x="107632" y="35242"/>
                  </a:lnTo>
                  <a:lnTo>
                    <a:pt x="105879" y="37414"/>
                  </a:lnTo>
                  <a:lnTo>
                    <a:pt x="99047" y="39535"/>
                  </a:lnTo>
                  <a:lnTo>
                    <a:pt x="98971" y="39382"/>
                  </a:lnTo>
                  <a:lnTo>
                    <a:pt x="97599" y="36906"/>
                  </a:lnTo>
                  <a:lnTo>
                    <a:pt x="96939" y="35496"/>
                  </a:lnTo>
                  <a:lnTo>
                    <a:pt x="96824" y="35242"/>
                  </a:lnTo>
                  <a:lnTo>
                    <a:pt x="96672" y="34925"/>
                  </a:lnTo>
                  <a:lnTo>
                    <a:pt x="96710" y="34683"/>
                  </a:lnTo>
                  <a:lnTo>
                    <a:pt x="97485" y="34188"/>
                  </a:lnTo>
                  <a:lnTo>
                    <a:pt x="99631" y="34429"/>
                  </a:lnTo>
                  <a:lnTo>
                    <a:pt x="101879" y="35737"/>
                  </a:lnTo>
                  <a:lnTo>
                    <a:pt x="102006" y="35737"/>
                  </a:lnTo>
                  <a:lnTo>
                    <a:pt x="101930" y="35496"/>
                  </a:lnTo>
                  <a:lnTo>
                    <a:pt x="101854" y="35242"/>
                  </a:lnTo>
                  <a:lnTo>
                    <a:pt x="101739" y="34925"/>
                  </a:lnTo>
                  <a:lnTo>
                    <a:pt x="101663" y="34683"/>
                  </a:lnTo>
                  <a:lnTo>
                    <a:pt x="101574" y="34429"/>
                  </a:lnTo>
                  <a:lnTo>
                    <a:pt x="101180" y="33248"/>
                  </a:lnTo>
                  <a:lnTo>
                    <a:pt x="99936" y="29489"/>
                  </a:lnTo>
                  <a:lnTo>
                    <a:pt x="99174" y="31648"/>
                  </a:lnTo>
                  <a:lnTo>
                    <a:pt x="98005" y="32537"/>
                  </a:lnTo>
                  <a:lnTo>
                    <a:pt x="98285" y="32537"/>
                  </a:lnTo>
                  <a:lnTo>
                    <a:pt x="96304" y="33248"/>
                  </a:lnTo>
                  <a:lnTo>
                    <a:pt x="96037" y="33248"/>
                  </a:lnTo>
                  <a:lnTo>
                    <a:pt x="96113" y="30848"/>
                  </a:lnTo>
                  <a:lnTo>
                    <a:pt x="97243" y="27774"/>
                  </a:lnTo>
                  <a:lnTo>
                    <a:pt x="89408" y="30848"/>
                  </a:lnTo>
                  <a:lnTo>
                    <a:pt x="92862" y="32537"/>
                  </a:lnTo>
                  <a:lnTo>
                    <a:pt x="93573" y="33248"/>
                  </a:lnTo>
                  <a:lnTo>
                    <a:pt x="94259" y="34036"/>
                  </a:lnTo>
                  <a:lnTo>
                    <a:pt x="94500" y="34036"/>
                  </a:lnTo>
                  <a:lnTo>
                    <a:pt x="92570" y="34683"/>
                  </a:lnTo>
                  <a:lnTo>
                    <a:pt x="91084" y="34925"/>
                  </a:lnTo>
                  <a:lnTo>
                    <a:pt x="88684" y="34036"/>
                  </a:lnTo>
                  <a:lnTo>
                    <a:pt x="91757" y="39992"/>
                  </a:lnTo>
                  <a:lnTo>
                    <a:pt x="91871" y="39535"/>
                  </a:lnTo>
                  <a:lnTo>
                    <a:pt x="91986" y="39103"/>
                  </a:lnTo>
                  <a:lnTo>
                    <a:pt x="92049" y="38862"/>
                  </a:lnTo>
                  <a:lnTo>
                    <a:pt x="92138" y="38557"/>
                  </a:lnTo>
                  <a:lnTo>
                    <a:pt x="92252" y="38125"/>
                  </a:lnTo>
                  <a:lnTo>
                    <a:pt x="92303" y="37922"/>
                  </a:lnTo>
                  <a:lnTo>
                    <a:pt x="92506" y="37134"/>
                  </a:lnTo>
                  <a:lnTo>
                    <a:pt x="93941" y="35496"/>
                  </a:lnTo>
                  <a:lnTo>
                    <a:pt x="95008" y="35496"/>
                  </a:lnTo>
                  <a:lnTo>
                    <a:pt x="95097" y="35737"/>
                  </a:lnTo>
                  <a:lnTo>
                    <a:pt x="96672" y="40513"/>
                  </a:lnTo>
                  <a:lnTo>
                    <a:pt x="92227" y="42557"/>
                  </a:lnTo>
                  <a:lnTo>
                    <a:pt x="91262" y="43154"/>
                  </a:lnTo>
                  <a:lnTo>
                    <a:pt x="90538" y="43548"/>
                  </a:lnTo>
                  <a:lnTo>
                    <a:pt x="89154" y="43548"/>
                  </a:lnTo>
                  <a:lnTo>
                    <a:pt x="87363" y="43307"/>
                  </a:lnTo>
                  <a:lnTo>
                    <a:pt x="87274" y="43154"/>
                  </a:lnTo>
                  <a:lnTo>
                    <a:pt x="86436" y="41821"/>
                  </a:lnTo>
                  <a:lnTo>
                    <a:pt x="85953" y="41008"/>
                  </a:lnTo>
                  <a:lnTo>
                    <a:pt x="85356" y="39992"/>
                  </a:lnTo>
                  <a:lnTo>
                    <a:pt x="85864" y="39103"/>
                  </a:lnTo>
                  <a:lnTo>
                    <a:pt x="86169" y="38557"/>
                  </a:lnTo>
                  <a:lnTo>
                    <a:pt x="86525" y="37922"/>
                  </a:lnTo>
                  <a:lnTo>
                    <a:pt x="88760" y="39535"/>
                  </a:lnTo>
                  <a:lnTo>
                    <a:pt x="88722" y="39103"/>
                  </a:lnTo>
                  <a:lnTo>
                    <a:pt x="88607" y="37922"/>
                  </a:lnTo>
                  <a:lnTo>
                    <a:pt x="88506" y="36906"/>
                  </a:lnTo>
                  <a:lnTo>
                    <a:pt x="88392" y="35737"/>
                  </a:lnTo>
                  <a:lnTo>
                    <a:pt x="85039" y="35737"/>
                  </a:lnTo>
                  <a:lnTo>
                    <a:pt x="84124" y="38557"/>
                  </a:lnTo>
                  <a:lnTo>
                    <a:pt x="84226" y="34683"/>
                  </a:lnTo>
                  <a:lnTo>
                    <a:pt x="83185" y="32537"/>
                  </a:lnTo>
                  <a:lnTo>
                    <a:pt x="79006" y="31369"/>
                  </a:lnTo>
                  <a:lnTo>
                    <a:pt x="78930" y="31648"/>
                  </a:lnTo>
                  <a:lnTo>
                    <a:pt x="78193" y="34429"/>
                  </a:lnTo>
                  <a:lnTo>
                    <a:pt x="78130" y="35496"/>
                  </a:lnTo>
                  <a:lnTo>
                    <a:pt x="79324" y="37414"/>
                  </a:lnTo>
                  <a:lnTo>
                    <a:pt x="83261" y="39103"/>
                  </a:lnTo>
                  <a:lnTo>
                    <a:pt x="81038" y="38862"/>
                  </a:lnTo>
                  <a:lnTo>
                    <a:pt x="78663" y="41008"/>
                  </a:lnTo>
                  <a:lnTo>
                    <a:pt x="81686" y="43548"/>
                  </a:lnTo>
                  <a:lnTo>
                    <a:pt x="81686" y="41351"/>
                  </a:lnTo>
                  <a:lnTo>
                    <a:pt x="83705" y="41008"/>
                  </a:lnTo>
                  <a:lnTo>
                    <a:pt x="84886" y="42557"/>
                  </a:lnTo>
                  <a:lnTo>
                    <a:pt x="85572" y="43548"/>
                  </a:lnTo>
                  <a:lnTo>
                    <a:pt x="85572" y="44246"/>
                  </a:lnTo>
                  <a:lnTo>
                    <a:pt x="85432" y="45504"/>
                  </a:lnTo>
                  <a:lnTo>
                    <a:pt x="83934" y="46558"/>
                  </a:lnTo>
                  <a:lnTo>
                    <a:pt x="82905" y="47244"/>
                  </a:lnTo>
                  <a:lnTo>
                    <a:pt x="80149" y="47244"/>
                  </a:lnTo>
                  <a:lnTo>
                    <a:pt x="76949" y="44246"/>
                  </a:lnTo>
                  <a:lnTo>
                    <a:pt x="77609" y="43967"/>
                  </a:lnTo>
                  <a:lnTo>
                    <a:pt x="78574" y="43967"/>
                  </a:lnTo>
                  <a:lnTo>
                    <a:pt x="79921" y="44246"/>
                  </a:lnTo>
                  <a:lnTo>
                    <a:pt x="80289" y="44246"/>
                  </a:lnTo>
                  <a:lnTo>
                    <a:pt x="80048" y="43967"/>
                  </a:lnTo>
                  <a:lnTo>
                    <a:pt x="79349" y="43154"/>
                  </a:lnTo>
                  <a:lnTo>
                    <a:pt x="76631" y="39992"/>
                  </a:lnTo>
                  <a:lnTo>
                    <a:pt x="76136" y="39535"/>
                  </a:lnTo>
                  <a:lnTo>
                    <a:pt x="76200" y="42557"/>
                  </a:lnTo>
                  <a:lnTo>
                    <a:pt x="75831" y="43154"/>
                  </a:lnTo>
                  <a:lnTo>
                    <a:pt x="74396" y="39992"/>
                  </a:lnTo>
                  <a:lnTo>
                    <a:pt x="74269" y="39382"/>
                  </a:lnTo>
                  <a:lnTo>
                    <a:pt x="71056" y="42075"/>
                  </a:lnTo>
                  <a:lnTo>
                    <a:pt x="70827" y="42075"/>
                  </a:lnTo>
                  <a:lnTo>
                    <a:pt x="74041" y="43967"/>
                  </a:lnTo>
                  <a:lnTo>
                    <a:pt x="77660" y="46913"/>
                  </a:lnTo>
                  <a:lnTo>
                    <a:pt x="81965" y="52768"/>
                  </a:lnTo>
                  <a:lnTo>
                    <a:pt x="86372" y="49885"/>
                  </a:lnTo>
                  <a:lnTo>
                    <a:pt x="92011" y="47244"/>
                  </a:lnTo>
                  <a:lnTo>
                    <a:pt x="94424" y="46113"/>
                  </a:lnTo>
                  <a:lnTo>
                    <a:pt x="99644" y="43967"/>
                  </a:lnTo>
                  <a:lnTo>
                    <a:pt x="100736" y="43548"/>
                  </a:lnTo>
                  <a:lnTo>
                    <a:pt x="104559" y="42075"/>
                  </a:lnTo>
                  <a:lnTo>
                    <a:pt x="112534" y="39535"/>
                  </a:lnTo>
                  <a:lnTo>
                    <a:pt x="113017" y="39382"/>
                  </a:lnTo>
                  <a:lnTo>
                    <a:pt x="118211" y="38125"/>
                  </a:lnTo>
                  <a:lnTo>
                    <a:pt x="118097" y="37414"/>
                  </a:lnTo>
                  <a:lnTo>
                    <a:pt x="118021" y="36906"/>
                  </a:lnTo>
                  <a:lnTo>
                    <a:pt x="117805" y="35496"/>
                  </a:lnTo>
                  <a:lnTo>
                    <a:pt x="117678" y="34683"/>
                  </a:lnTo>
                  <a:lnTo>
                    <a:pt x="117576" y="34036"/>
                  </a:lnTo>
                  <a:lnTo>
                    <a:pt x="117462" y="33248"/>
                  </a:lnTo>
                  <a:lnTo>
                    <a:pt x="117348" y="32537"/>
                  </a:lnTo>
                  <a:lnTo>
                    <a:pt x="117208" y="31648"/>
                  </a:lnTo>
                  <a:lnTo>
                    <a:pt x="117271" y="30035"/>
                  </a:lnTo>
                  <a:lnTo>
                    <a:pt x="117335" y="29489"/>
                  </a:lnTo>
                  <a:lnTo>
                    <a:pt x="117424" y="28829"/>
                  </a:lnTo>
                  <a:lnTo>
                    <a:pt x="117487" y="28333"/>
                  </a:lnTo>
                  <a:lnTo>
                    <a:pt x="117602" y="27457"/>
                  </a:lnTo>
                  <a:lnTo>
                    <a:pt x="117690" y="26771"/>
                  </a:lnTo>
                  <a:lnTo>
                    <a:pt x="118529" y="23126"/>
                  </a:lnTo>
                  <a:close/>
                </a:path>
                <a:path w="492759" h="325119">
                  <a:moveTo>
                    <a:pt x="119253" y="18161"/>
                  </a:moveTo>
                  <a:lnTo>
                    <a:pt x="118110" y="16916"/>
                  </a:lnTo>
                  <a:lnTo>
                    <a:pt x="116979" y="15887"/>
                  </a:lnTo>
                  <a:lnTo>
                    <a:pt x="115150" y="15887"/>
                  </a:lnTo>
                  <a:lnTo>
                    <a:pt x="113944" y="16916"/>
                  </a:lnTo>
                  <a:lnTo>
                    <a:pt x="112903" y="18161"/>
                  </a:lnTo>
                  <a:lnTo>
                    <a:pt x="112903" y="20040"/>
                  </a:lnTo>
                  <a:lnTo>
                    <a:pt x="113944" y="21145"/>
                  </a:lnTo>
                  <a:lnTo>
                    <a:pt x="115150" y="22085"/>
                  </a:lnTo>
                  <a:lnTo>
                    <a:pt x="116979" y="22085"/>
                  </a:lnTo>
                  <a:lnTo>
                    <a:pt x="118110" y="21031"/>
                  </a:lnTo>
                  <a:lnTo>
                    <a:pt x="119253" y="20040"/>
                  </a:lnTo>
                  <a:lnTo>
                    <a:pt x="119253" y="18161"/>
                  </a:lnTo>
                  <a:close/>
                </a:path>
                <a:path w="492759" h="325119">
                  <a:moveTo>
                    <a:pt x="179311" y="207314"/>
                  </a:moveTo>
                  <a:lnTo>
                    <a:pt x="176161" y="206044"/>
                  </a:lnTo>
                  <a:lnTo>
                    <a:pt x="177507" y="202234"/>
                  </a:lnTo>
                  <a:lnTo>
                    <a:pt x="178765" y="199694"/>
                  </a:lnTo>
                  <a:lnTo>
                    <a:pt x="174840" y="197154"/>
                  </a:lnTo>
                  <a:lnTo>
                    <a:pt x="172885" y="195884"/>
                  </a:lnTo>
                  <a:lnTo>
                    <a:pt x="171792" y="188264"/>
                  </a:lnTo>
                  <a:lnTo>
                    <a:pt x="171602" y="186994"/>
                  </a:lnTo>
                  <a:lnTo>
                    <a:pt x="172186" y="183184"/>
                  </a:lnTo>
                  <a:lnTo>
                    <a:pt x="167233" y="176834"/>
                  </a:lnTo>
                  <a:lnTo>
                    <a:pt x="162941" y="173024"/>
                  </a:lnTo>
                  <a:lnTo>
                    <a:pt x="161518" y="171754"/>
                  </a:lnTo>
                  <a:lnTo>
                    <a:pt x="139700" y="147624"/>
                  </a:lnTo>
                  <a:lnTo>
                    <a:pt x="144119" y="147624"/>
                  </a:lnTo>
                  <a:lnTo>
                    <a:pt x="147243" y="150164"/>
                  </a:lnTo>
                  <a:lnTo>
                    <a:pt x="149161" y="151434"/>
                  </a:lnTo>
                  <a:lnTo>
                    <a:pt x="152844" y="155244"/>
                  </a:lnTo>
                  <a:lnTo>
                    <a:pt x="156222" y="159054"/>
                  </a:lnTo>
                  <a:lnTo>
                    <a:pt x="159893" y="150164"/>
                  </a:lnTo>
                  <a:lnTo>
                    <a:pt x="161569" y="147624"/>
                  </a:lnTo>
                  <a:lnTo>
                    <a:pt x="164096" y="143814"/>
                  </a:lnTo>
                  <a:lnTo>
                    <a:pt x="168948" y="136194"/>
                  </a:lnTo>
                  <a:lnTo>
                    <a:pt x="174599" y="129844"/>
                  </a:lnTo>
                  <a:lnTo>
                    <a:pt x="176682" y="127304"/>
                  </a:lnTo>
                  <a:lnTo>
                    <a:pt x="177685" y="126034"/>
                  </a:lnTo>
                  <a:lnTo>
                    <a:pt x="174777" y="127304"/>
                  </a:lnTo>
                  <a:lnTo>
                    <a:pt x="170154" y="127304"/>
                  </a:lnTo>
                  <a:lnTo>
                    <a:pt x="167678" y="129844"/>
                  </a:lnTo>
                  <a:lnTo>
                    <a:pt x="167678" y="120954"/>
                  </a:lnTo>
                  <a:lnTo>
                    <a:pt x="164338" y="117144"/>
                  </a:lnTo>
                  <a:lnTo>
                    <a:pt x="164617" y="112064"/>
                  </a:lnTo>
                  <a:lnTo>
                    <a:pt x="162864" y="105714"/>
                  </a:lnTo>
                  <a:lnTo>
                    <a:pt x="160858" y="103174"/>
                  </a:lnTo>
                  <a:lnTo>
                    <a:pt x="157873" y="99364"/>
                  </a:lnTo>
                  <a:lnTo>
                    <a:pt x="148463" y="91744"/>
                  </a:lnTo>
                  <a:lnTo>
                    <a:pt x="156654" y="94284"/>
                  </a:lnTo>
                  <a:lnTo>
                    <a:pt x="161404" y="100634"/>
                  </a:lnTo>
                  <a:lnTo>
                    <a:pt x="167678" y="95554"/>
                  </a:lnTo>
                  <a:lnTo>
                    <a:pt x="164160" y="93014"/>
                  </a:lnTo>
                  <a:lnTo>
                    <a:pt x="163182" y="91744"/>
                  </a:lnTo>
                  <a:lnTo>
                    <a:pt x="160274" y="87934"/>
                  </a:lnTo>
                  <a:lnTo>
                    <a:pt x="153619" y="81584"/>
                  </a:lnTo>
                  <a:lnTo>
                    <a:pt x="141795" y="73964"/>
                  </a:lnTo>
                  <a:lnTo>
                    <a:pt x="147332" y="75234"/>
                  </a:lnTo>
                  <a:lnTo>
                    <a:pt x="152666" y="79044"/>
                  </a:lnTo>
                  <a:lnTo>
                    <a:pt x="158229" y="80314"/>
                  </a:lnTo>
                  <a:lnTo>
                    <a:pt x="164477" y="79044"/>
                  </a:lnTo>
                  <a:lnTo>
                    <a:pt x="158902" y="75234"/>
                  </a:lnTo>
                  <a:lnTo>
                    <a:pt x="157619" y="73964"/>
                  </a:lnTo>
                  <a:lnTo>
                    <a:pt x="156337" y="72694"/>
                  </a:lnTo>
                  <a:lnTo>
                    <a:pt x="149948" y="66344"/>
                  </a:lnTo>
                  <a:lnTo>
                    <a:pt x="147408" y="63804"/>
                  </a:lnTo>
                  <a:lnTo>
                    <a:pt x="145084" y="62534"/>
                  </a:lnTo>
                  <a:lnTo>
                    <a:pt x="138137" y="58724"/>
                  </a:lnTo>
                  <a:lnTo>
                    <a:pt x="143268" y="58724"/>
                  </a:lnTo>
                  <a:lnTo>
                    <a:pt x="148755" y="61264"/>
                  </a:lnTo>
                  <a:lnTo>
                    <a:pt x="151015" y="58724"/>
                  </a:lnTo>
                  <a:lnTo>
                    <a:pt x="153276" y="56184"/>
                  </a:lnTo>
                  <a:lnTo>
                    <a:pt x="148082" y="56184"/>
                  </a:lnTo>
                  <a:lnTo>
                    <a:pt x="144868" y="52374"/>
                  </a:lnTo>
                  <a:lnTo>
                    <a:pt x="139280" y="51104"/>
                  </a:lnTo>
                  <a:lnTo>
                    <a:pt x="140144" y="48564"/>
                  </a:lnTo>
                  <a:lnTo>
                    <a:pt x="141439" y="44754"/>
                  </a:lnTo>
                  <a:lnTo>
                    <a:pt x="140919" y="40944"/>
                  </a:lnTo>
                  <a:lnTo>
                    <a:pt x="138633" y="37134"/>
                  </a:lnTo>
                  <a:lnTo>
                    <a:pt x="134658" y="37134"/>
                  </a:lnTo>
                  <a:lnTo>
                    <a:pt x="130771" y="38404"/>
                  </a:lnTo>
                  <a:lnTo>
                    <a:pt x="127990" y="40741"/>
                  </a:lnTo>
                  <a:lnTo>
                    <a:pt x="127990" y="99364"/>
                  </a:lnTo>
                  <a:lnTo>
                    <a:pt x="122453" y="100634"/>
                  </a:lnTo>
                  <a:lnTo>
                    <a:pt x="117322" y="103174"/>
                  </a:lnTo>
                  <a:lnTo>
                    <a:pt x="113169" y="99364"/>
                  </a:lnTo>
                  <a:lnTo>
                    <a:pt x="112522" y="96824"/>
                  </a:lnTo>
                  <a:lnTo>
                    <a:pt x="112191" y="95554"/>
                  </a:lnTo>
                  <a:lnTo>
                    <a:pt x="111137" y="93014"/>
                  </a:lnTo>
                  <a:lnTo>
                    <a:pt x="110350" y="90474"/>
                  </a:lnTo>
                  <a:lnTo>
                    <a:pt x="113868" y="86664"/>
                  </a:lnTo>
                  <a:lnTo>
                    <a:pt x="114452" y="85394"/>
                  </a:lnTo>
                  <a:lnTo>
                    <a:pt x="113880" y="84124"/>
                  </a:lnTo>
                  <a:lnTo>
                    <a:pt x="112750" y="81584"/>
                  </a:lnTo>
                  <a:lnTo>
                    <a:pt x="111620" y="79044"/>
                  </a:lnTo>
                  <a:lnTo>
                    <a:pt x="108216" y="81584"/>
                  </a:lnTo>
                  <a:lnTo>
                    <a:pt x="104571" y="81584"/>
                  </a:lnTo>
                  <a:lnTo>
                    <a:pt x="106286" y="79044"/>
                  </a:lnTo>
                  <a:lnTo>
                    <a:pt x="106362" y="76504"/>
                  </a:lnTo>
                  <a:lnTo>
                    <a:pt x="104127" y="76504"/>
                  </a:lnTo>
                  <a:lnTo>
                    <a:pt x="101358" y="77774"/>
                  </a:lnTo>
                  <a:lnTo>
                    <a:pt x="101358" y="81584"/>
                  </a:lnTo>
                  <a:lnTo>
                    <a:pt x="99771" y="81584"/>
                  </a:lnTo>
                  <a:lnTo>
                    <a:pt x="98336" y="80314"/>
                  </a:lnTo>
                  <a:lnTo>
                    <a:pt x="99148" y="77774"/>
                  </a:lnTo>
                  <a:lnTo>
                    <a:pt x="99148" y="75234"/>
                  </a:lnTo>
                  <a:lnTo>
                    <a:pt x="100431" y="73964"/>
                  </a:lnTo>
                  <a:lnTo>
                    <a:pt x="102184" y="73964"/>
                  </a:lnTo>
                  <a:lnTo>
                    <a:pt x="108242" y="71424"/>
                  </a:lnTo>
                  <a:lnTo>
                    <a:pt x="117322" y="67614"/>
                  </a:lnTo>
                  <a:lnTo>
                    <a:pt x="119253" y="67614"/>
                  </a:lnTo>
                  <a:lnTo>
                    <a:pt x="120573" y="66344"/>
                  </a:lnTo>
                  <a:lnTo>
                    <a:pt x="121945" y="67614"/>
                  </a:lnTo>
                  <a:lnTo>
                    <a:pt x="122872" y="68884"/>
                  </a:lnTo>
                  <a:lnTo>
                    <a:pt x="125285" y="70154"/>
                  </a:lnTo>
                  <a:lnTo>
                    <a:pt x="124701" y="71424"/>
                  </a:lnTo>
                  <a:lnTo>
                    <a:pt x="123837" y="72694"/>
                  </a:lnTo>
                  <a:lnTo>
                    <a:pt x="120573" y="70154"/>
                  </a:lnTo>
                  <a:lnTo>
                    <a:pt x="116611" y="72694"/>
                  </a:lnTo>
                  <a:lnTo>
                    <a:pt x="118198" y="73964"/>
                  </a:lnTo>
                  <a:lnTo>
                    <a:pt x="121640" y="75234"/>
                  </a:lnTo>
                  <a:lnTo>
                    <a:pt x="118351" y="77774"/>
                  </a:lnTo>
                  <a:lnTo>
                    <a:pt x="114795" y="79044"/>
                  </a:lnTo>
                  <a:lnTo>
                    <a:pt x="115938" y="81584"/>
                  </a:lnTo>
                  <a:lnTo>
                    <a:pt x="116979" y="84124"/>
                  </a:lnTo>
                  <a:lnTo>
                    <a:pt x="118605" y="85394"/>
                  </a:lnTo>
                  <a:lnTo>
                    <a:pt x="123444" y="85394"/>
                  </a:lnTo>
                  <a:lnTo>
                    <a:pt x="124701" y="87934"/>
                  </a:lnTo>
                  <a:lnTo>
                    <a:pt x="126047" y="90474"/>
                  </a:lnTo>
                  <a:lnTo>
                    <a:pt x="127508" y="94284"/>
                  </a:lnTo>
                  <a:lnTo>
                    <a:pt x="127635" y="95554"/>
                  </a:lnTo>
                  <a:lnTo>
                    <a:pt x="127749" y="96824"/>
                  </a:lnTo>
                  <a:lnTo>
                    <a:pt x="127990" y="99364"/>
                  </a:lnTo>
                  <a:lnTo>
                    <a:pt x="127990" y="40741"/>
                  </a:lnTo>
                  <a:lnTo>
                    <a:pt x="127812" y="40881"/>
                  </a:lnTo>
                  <a:lnTo>
                    <a:pt x="127812" y="48564"/>
                  </a:lnTo>
                  <a:lnTo>
                    <a:pt x="123837" y="54914"/>
                  </a:lnTo>
                  <a:lnTo>
                    <a:pt x="126466" y="57454"/>
                  </a:lnTo>
                  <a:lnTo>
                    <a:pt x="123317" y="59994"/>
                  </a:lnTo>
                  <a:lnTo>
                    <a:pt x="119341" y="62534"/>
                  </a:lnTo>
                  <a:lnTo>
                    <a:pt x="113868" y="59994"/>
                  </a:lnTo>
                  <a:lnTo>
                    <a:pt x="111506" y="56184"/>
                  </a:lnTo>
                  <a:lnTo>
                    <a:pt x="123444" y="51104"/>
                  </a:lnTo>
                  <a:lnTo>
                    <a:pt x="127812" y="48564"/>
                  </a:lnTo>
                  <a:lnTo>
                    <a:pt x="127812" y="40881"/>
                  </a:lnTo>
                  <a:lnTo>
                    <a:pt x="127304" y="37134"/>
                  </a:lnTo>
                  <a:lnTo>
                    <a:pt x="120103" y="37134"/>
                  </a:lnTo>
                  <a:lnTo>
                    <a:pt x="120370" y="38404"/>
                  </a:lnTo>
                  <a:lnTo>
                    <a:pt x="121107" y="40944"/>
                  </a:lnTo>
                  <a:lnTo>
                    <a:pt x="116611" y="40944"/>
                  </a:lnTo>
                  <a:lnTo>
                    <a:pt x="107657" y="43484"/>
                  </a:lnTo>
                  <a:lnTo>
                    <a:pt x="100787" y="45999"/>
                  </a:lnTo>
                  <a:lnTo>
                    <a:pt x="100787" y="65074"/>
                  </a:lnTo>
                  <a:lnTo>
                    <a:pt x="98907" y="71424"/>
                  </a:lnTo>
                  <a:lnTo>
                    <a:pt x="89750" y="71424"/>
                  </a:lnTo>
                  <a:lnTo>
                    <a:pt x="89852" y="67614"/>
                  </a:lnTo>
                  <a:lnTo>
                    <a:pt x="82880" y="66344"/>
                  </a:lnTo>
                  <a:lnTo>
                    <a:pt x="87757" y="65074"/>
                  </a:lnTo>
                  <a:lnTo>
                    <a:pt x="99771" y="61264"/>
                  </a:lnTo>
                  <a:lnTo>
                    <a:pt x="100787" y="65074"/>
                  </a:lnTo>
                  <a:lnTo>
                    <a:pt x="100787" y="45999"/>
                  </a:lnTo>
                  <a:lnTo>
                    <a:pt x="93726" y="48564"/>
                  </a:lnTo>
                  <a:lnTo>
                    <a:pt x="85864" y="53644"/>
                  </a:lnTo>
                  <a:lnTo>
                    <a:pt x="82118" y="56184"/>
                  </a:lnTo>
                  <a:lnTo>
                    <a:pt x="80949" y="53644"/>
                  </a:lnTo>
                  <a:lnTo>
                    <a:pt x="80086" y="53644"/>
                  </a:lnTo>
                  <a:lnTo>
                    <a:pt x="77660" y="54914"/>
                  </a:lnTo>
                  <a:lnTo>
                    <a:pt x="75184" y="57454"/>
                  </a:lnTo>
                  <a:lnTo>
                    <a:pt x="77101" y="59994"/>
                  </a:lnTo>
                  <a:lnTo>
                    <a:pt x="73152" y="61264"/>
                  </a:lnTo>
                  <a:lnTo>
                    <a:pt x="68872" y="61264"/>
                  </a:lnTo>
                  <a:lnTo>
                    <a:pt x="65252" y="65074"/>
                  </a:lnTo>
                  <a:lnTo>
                    <a:pt x="65252" y="68884"/>
                  </a:lnTo>
                  <a:lnTo>
                    <a:pt x="69011" y="72694"/>
                  </a:lnTo>
                  <a:lnTo>
                    <a:pt x="74536" y="75234"/>
                  </a:lnTo>
                  <a:lnTo>
                    <a:pt x="70332" y="82854"/>
                  </a:lnTo>
                  <a:lnTo>
                    <a:pt x="69583" y="89204"/>
                  </a:lnTo>
                  <a:lnTo>
                    <a:pt x="69481" y="90474"/>
                  </a:lnTo>
                  <a:lnTo>
                    <a:pt x="69367" y="91744"/>
                  </a:lnTo>
                  <a:lnTo>
                    <a:pt x="69265" y="93014"/>
                  </a:lnTo>
                  <a:lnTo>
                    <a:pt x="69151" y="94284"/>
                  </a:lnTo>
                  <a:lnTo>
                    <a:pt x="69037" y="95554"/>
                  </a:lnTo>
                  <a:lnTo>
                    <a:pt x="65455" y="100634"/>
                  </a:lnTo>
                  <a:lnTo>
                    <a:pt x="71932" y="99364"/>
                  </a:lnTo>
                  <a:lnTo>
                    <a:pt x="75272" y="93014"/>
                  </a:lnTo>
                  <a:lnTo>
                    <a:pt x="77533" y="87934"/>
                  </a:lnTo>
                  <a:lnTo>
                    <a:pt x="80759" y="84124"/>
                  </a:lnTo>
                  <a:lnTo>
                    <a:pt x="79476" y="90474"/>
                  </a:lnTo>
                  <a:lnTo>
                    <a:pt x="77114" y="95554"/>
                  </a:lnTo>
                  <a:lnTo>
                    <a:pt x="74841" y="100634"/>
                  </a:lnTo>
                  <a:lnTo>
                    <a:pt x="73825" y="108254"/>
                  </a:lnTo>
                  <a:lnTo>
                    <a:pt x="73825" y="114604"/>
                  </a:lnTo>
                  <a:lnTo>
                    <a:pt x="77812" y="122224"/>
                  </a:lnTo>
                  <a:lnTo>
                    <a:pt x="74371" y="126034"/>
                  </a:lnTo>
                  <a:lnTo>
                    <a:pt x="79641" y="120954"/>
                  </a:lnTo>
                  <a:lnTo>
                    <a:pt x="82283" y="112064"/>
                  </a:lnTo>
                  <a:lnTo>
                    <a:pt x="84251" y="103174"/>
                  </a:lnTo>
                  <a:lnTo>
                    <a:pt x="87490" y="96824"/>
                  </a:lnTo>
                  <a:lnTo>
                    <a:pt x="88582" y="99364"/>
                  </a:lnTo>
                  <a:lnTo>
                    <a:pt x="87820" y="103174"/>
                  </a:lnTo>
                  <a:lnTo>
                    <a:pt x="86588" y="106984"/>
                  </a:lnTo>
                  <a:lnTo>
                    <a:pt x="85166" y="114604"/>
                  </a:lnTo>
                  <a:lnTo>
                    <a:pt x="85077" y="117144"/>
                  </a:lnTo>
                  <a:lnTo>
                    <a:pt x="85026" y="118414"/>
                  </a:lnTo>
                  <a:lnTo>
                    <a:pt x="84937" y="120954"/>
                  </a:lnTo>
                  <a:lnTo>
                    <a:pt x="84886" y="122224"/>
                  </a:lnTo>
                  <a:lnTo>
                    <a:pt x="84785" y="123494"/>
                  </a:lnTo>
                  <a:lnTo>
                    <a:pt x="84670" y="124764"/>
                  </a:lnTo>
                  <a:lnTo>
                    <a:pt x="84569" y="126034"/>
                  </a:lnTo>
                  <a:lnTo>
                    <a:pt x="84467" y="127304"/>
                  </a:lnTo>
                  <a:lnTo>
                    <a:pt x="84353" y="128574"/>
                  </a:lnTo>
                  <a:lnTo>
                    <a:pt x="84251" y="129844"/>
                  </a:lnTo>
                  <a:lnTo>
                    <a:pt x="81749" y="134924"/>
                  </a:lnTo>
                  <a:lnTo>
                    <a:pt x="87782" y="131114"/>
                  </a:lnTo>
                  <a:lnTo>
                    <a:pt x="91973" y="124764"/>
                  </a:lnTo>
                  <a:lnTo>
                    <a:pt x="95834" y="118414"/>
                  </a:lnTo>
                  <a:lnTo>
                    <a:pt x="100863" y="112064"/>
                  </a:lnTo>
                  <a:lnTo>
                    <a:pt x="95580" y="124764"/>
                  </a:lnTo>
                  <a:lnTo>
                    <a:pt x="89928" y="141274"/>
                  </a:lnTo>
                  <a:lnTo>
                    <a:pt x="83604" y="157784"/>
                  </a:lnTo>
                  <a:lnTo>
                    <a:pt x="54737" y="203504"/>
                  </a:lnTo>
                  <a:lnTo>
                    <a:pt x="34188" y="220014"/>
                  </a:lnTo>
                  <a:lnTo>
                    <a:pt x="27292" y="220014"/>
                  </a:lnTo>
                  <a:lnTo>
                    <a:pt x="22275" y="216204"/>
                  </a:lnTo>
                  <a:lnTo>
                    <a:pt x="22275" y="207314"/>
                  </a:lnTo>
                  <a:lnTo>
                    <a:pt x="29210" y="189534"/>
                  </a:lnTo>
                  <a:lnTo>
                    <a:pt x="59677" y="156514"/>
                  </a:lnTo>
                  <a:lnTo>
                    <a:pt x="66611" y="137464"/>
                  </a:lnTo>
                  <a:lnTo>
                    <a:pt x="66611" y="126034"/>
                  </a:lnTo>
                  <a:lnTo>
                    <a:pt x="56540" y="122224"/>
                  </a:lnTo>
                  <a:lnTo>
                    <a:pt x="46024" y="122224"/>
                  </a:lnTo>
                  <a:lnTo>
                    <a:pt x="41008" y="123494"/>
                  </a:lnTo>
                  <a:lnTo>
                    <a:pt x="36728" y="127304"/>
                  </a:lnTo>
                  <a:lnTo>
                    <a:pt x="34886" y="126034"/>
                  </a:lnTo>
                  <a:lnTo>
                    <a:pt x="31457" y="126034"/>
                  </a:lnTo>
                  <a:lnTo>
                    <a:pt x="22860" y="129844"/>
                  </a:lnTo>
                  <a:lnTo>
                    <a:pt x="18186" y="140004"/>
                  </a:lnTo>
                  <a:lnTo>
                    <a:pt x="13868" y="148894"/>
                  </a:lnTo>
                  <a:lnTo>
                    <a:pt x="6350" y="152704"/>
                  </a:lnTo>
                  <a:lnTo>
                    <a:pt x="11036" y="153974"/>
                  </a:lnTo>
                  <a:lnTo>
                    <a:pt x="16459" y="151434"/>
                  </a:lnTo>
                  <a:lnTo>
                    <a:pt x="21882" y="147624"/>
                  </a:lnTo>
                  <a:lnTo>
                    <a:pt x="26606" y="142544"/>
                  </a:lnTo>
                  <a:lnTo>
                    <a:pt x="21170" y="152704"/>
                  </a:lnTo>
                  <a:lnTo>
                    <a:pt x="11671" y="159054"/>
                  </a:lnTo>
                  <a:lnTo>
                    <a:pt x="2984" y="165404"/>
                  </a:lnTo>
                  <a:lnTo>
                    <a:pt x="0" y="176834"/>
                  </a:lnTo>
                  <a:lnTo>
                    <a:pt x="8699" y="167944"/>
                  </a:lnTo>
                  <a:lnTo>
                    <a:pt x="24218" y="160324"/>
                  </a:lnTo>
                  <a:lnTo>
                    <a:pt x="39052" y="151434"/>
                  </a:lnTo>
                  <a:lnTo>
                    <a:pt x="43256" y="142544"/>
                  </a:lnTo>
                  <a:lnTo>
                    <a:pt x="45656" y="137464"/>
                  </a:lnTo>
                  <a:lnTo>
                    <a:pt x="45656" y="134924"/>
                  </a:lnTo>
                  <a:lnTo>
                    <a:pt x="44043" y="132384"/>
                  </a:lnTo>
                  <a:lnTo>
                    <a:pt x="42037" y="129844"/>
                  </a:lnTo>
                  <a:lnTo>
                    <a:pt x="45161" y="128574"/>
                  </a:lnTo>
                  <a:lnTo>
                    <a:pt x="48094" y="127304"/>
                  </a:lnTo>
                  <a:lnTo>
                    <a:pt x="55829" y="127304"/>
                  </a:lnTo>
                  <a:lnTo>
                    <a:pt x="60401" y="131114"/>
                  </a:lnTo>
                  <a:lnTo>
                    <a:pt x="60401" y="138734"/>
                  </a:lnTo>
                  <a:lnTo>
                    <a:pt x="53543" y="155244"/>
                  </a:lnTo>
                  <a:lnTo>
                    <a:pt x="23368" y="188264"/>
                  </a:lnTo>
                  <a:lnTo>
                    <a:pt x="16510" y="207314"/>
                  </a:lnTo>
                  <a:lnTo>
                    <a:pt x="16510" y="212394"/>
                  </a:lnTo>
                  <a:lnTo>
                    <a:pt x="17830" y="216204"/>
                  </a:lnTo>
                  <a:lnTo>
                    <a:pt x="20078" y="218744"/>
                  </a:lnTo>
                  <a:lnTo>
                    <a:pt x="16992" y="220014"/>
                  </a:lnTo>
                  <a:lnTo>
                    <a:pt x="13716" y="220014"/>
                  </a:lnTo>
                  <a:lnTo>
                    <a:pt x="11137" y="217474"/>
                  </a:lnTo>
                  <a:lnTo>
                    <a:pt x="11036" y="220014"/>
                  </a:lnTo>
                  <a:lnTo>
                    <a:pt x="10947" y="222554"/>
                  </a:lnTo>
                  <a:lnTo>
                    <a:pt x="10896" y="223824"/>
                  </a:lnTo>
                  <a:lnTo>
                    <a:pt x="21221" y="228904"/>
                  </a:lnTo>
                  <a:lnTo>
                    <a:pt x="27800" y="225094"/>
                  </a:lnTo>
                  <a:lnTo>
                    <a:pt x="29210" y="225094"/>
                  </a:lnTo>
                  <a:lnTo>
                    <a:pt x="30848" y="226364"/>
                  </a:lnTo>
                  <a:lnTo>
                    <a:pt x="32397" y="226364"/>
                  </a:lnTo>
                  <a:lnTo>
                    <a:pt x="30403" y="231444"/>
                  </a:lnTo>
                  <a:lnTo>
                    <a:pt x="23749" y="232714"/>
                  </a:lnTo>
                  <a:lnTo>
                    <a:pt x="20078" y="232714"/>
                  </a:lnTo>
                  <a:lnTo>
                    <a:pt x="29337" y="235254"/>
                  </a:lnTo>
                  <a:lnTo>
                    <a:pt x="38938" y="232714"/>
                  </a:lnTo>
                  <a:lnTo>
                    <a:pt x="46266" y="227634"/>
                  </a:lnTo>
                  <a:lnTo>
                    <a:pt x="47091" y="225094"/>
                  </a:lnTo>
                  <a:lnTo>
                    <a:pt x="48755" y="220014"/>
                  </a:lnTo>
                  <a:lnTo>
                    <a:pt x="54610" y="214934"/>
                  </a:lnTo>
                  <a:lnTo>
                    <a:pt x="59690" y="207314"/>
                  </a:lnTo>
                  <a:lnTo>
                    <a:pt x="69011" y="194614"/>
                  </a:lnTo>
                  <a:lnTo>
                    <a:pt x="68592" y="195884"/>
                  </a:lnTo>
                  <a:lnTo>
                    <a:pt x="67957" y="199694"/>
                  </a:lnTo>
                  <a:lnTo>
                    <a:pt x="63398" y="208584"/>
                  </a:lnTo>
                  <a:lnTo>
                    <a:pt x="59321" y="216204"/>
                  </a:lnTo>
                  <a:lnTo>
                    <a:pt x="56083" y="225094"/>
                  </a:lnTo>
                  <a:lnTo>
                    <a:pt x="54038" y="236524"/>
                  </a:lnTo>
                  <a:lnTo>
                    <a:pt x="52171" y="245414"/>
                  </a:lnTo>
                  <a:lnTo>
                    <a:pt x="48602" y="251764"/>
                  </a:lnTo>
                  <a:lnTo>
                    <a:pt x="43611" y="258114"/>
                  </a:lnTo>
                  <a:lnTo>
                    <a:pt x="37465" y="259384"/>
                  </a:lnTo>
                  <a:lnTo>
                    <a:pt x="35496" y="259384"/>
                  </a:lnTo>
                  <a:lnTo>
                    <a:pt x="32232" y="256844"/>
                  </a:lnTo>
                  <a:lnTo>
                    <a:pt x="30746" y="258114"/>
                  </a:lnTo>
                  <a:lnTo>
                    <a:pt x="27901" y="260654"/>
                  </a:lnTo>
                  <a:lnTo>
                    <a:pt x="30543" y="263194"/>
                  </a:lnTo>
                  <a:lnTo>
                    <a:pt x="30543" y="268274"/>
                  </a:lnTo>
                  <a:lnTo>
                    <a:pt x="23749" y="272084"/>
                  </a:lnTo>
                  <a:lnTo>
                    <a:pt x="23749" y="288594"/>
                  </a:lnTo>
                  <a:lnTo>
                    <a:pt x="26606" y="293674"/>
                  </a:lnTo>
                  <a:lnTo>
                    <a:pt x="25463" y="297484"/>
                  </a:lnTo>
                  <a:lnTo>
                    <a:pt x="28359" y="296214"/>
                  </a:lnTo>
                  <a:lnTo>
                    <a:pt x="32156" y="291134"/>
                  </a:lnTo>
                  <a:lnTo>
                    <a:pt x="33616" y="284784"/>
                  </a:lnTo>
                  <a:lnTo>
                    <a:pt x="33667" y="286054"/>
                  </a:lnTo>
                  <a:lnTo>
                    <a:pt x="33782" y="288594"/>
                  </a:lnTo>
                  <a:lnTo>
                    <a:pt x="33896" y="291134"/>
                  </a:lnTo>
                  <a:lnTo>
                    <a:pt x="34010" y="293674"/>
                  </a:lnTo>
                  <a:lnTo>
                    <a:pt x="32435" y="298754"/>
                  </a:lnTo>
                  <a:lnTo>
                    <a:pt x="31559" y="303834"/>
                  </a:lnTo>
                  <a:lnTo>
                    <a:pt x="34061" y="311454"/>
                  </a:lnTo>
                  <a:lnTo>
                    <a:pt x="34886" y="307644"/>
                  </a:lnTo>
                  <a:lnTo>
                    <a:pt x="39166" y="305104"/>
                  </a:lnTo>
                  <a:lnTo>
                    <a:pt x="41821" y="307644"/>
                  </a:lnTo>
                  <a:lnTo>
                    <a:pt x="44538" y="308914"/>
                  </a:lnTo>
                  <a:lnTo>
                    <a:pt x="43256" y="310184"/>
                  </a:lnTo>
                  <a:lnTo>
                    <a:pt x="41325" y="312724"/>
                  </a:lnTo>
                  <a:lnTo>
                    <a:pt x="39331" y="313994"/>
                  </a:lnTo>
                  <a:lnTo>
                    <a:pt x="37553" y="324154"/>
                  </a:lnTo>
                  <a:lnTo>
                    <a:pt x="46456" y="322884"/>
                  </a:lnTo>
                  <a:lnTo>
                    <a:pt x="44729" y="321614"/>
                  </a:lnTo>
                  <a:lnTo>
                    <a:pt x="44615" y="319074"/>
                  </a:lnTo>
                  <a:lnTo>
                    <a:pt x="49085" y="319074"/>
                  </a:lnTo>
                  <a:lnTo>
                    <a:pt x="55181" y="317804"/>
                  </a:lnTo>
                  <a:lnTo>
                    <a:pt x="57010" y="320344"/>
                  </a:lnTo>
                  <a:lnTo>
                    <a:pt x="67665" y="320344"/>
                  </a:lnTo>
                  <a:lnTo>
                    <a:pt x="68122" y="317804"/>
                  </a:lnTo>
                  <a:lnTo>
                    <a:pt x="68592" y="315264"/>
                  </a:lnTo>
                  <a:lnTo>
                    <a:pt x="75107" y="315264"/>
                  </a:lnTo>
                  <a:lnTo>
                    <a:pt x="75107" y="317804"/>
                  </a:lnTo>
                  <a:lnTo>
                    <a:pt x="73964" y="319074"/>
                  </a:lnTo>
                  <a:lnTo>
                    <a:pt x="79070" y="317804"/>
                  </a:lnTo>
                  <a:lnTo>
                    <a:pt x="80035" y="315264"/>
                  </a:lnTo>
                  <a:lnTo>
                    <a:pt x="80035" y="310184"/>
                  </a:lnTo>
                  <a:lnTo>
                    <a:pt x="77660" y="307644"/>
                  </a:lnTo>
                  <a:lnTo>
                    <a:pt x="79451" y="306374"/>
                  </a:lnTo>
                  <a:lnTo>
                    <a:pt x="81305" y="305104"/>
                  </a:lnTo>
                  <a:lnTo>
                    <a:pt x="87312" y="306374"/>
                  </a:lnTo>
                  <a:lnTo>
                    <a:pt x="84874" y="311454"/>
                  </a:lnTo>
                  <a:lnTo>
                    <a:pt x="87934" y="311454"/>
                  </a:lnTo>
                  <a:lnTo>
                    <a:pt x="89611" y="308914"/>
                  </a:lnTo>
                  <a:lnTo>
                    <a:pt x="89611" y="305104"/>
                  </a:lnTo>
                  <a:lnTo>
                    <a:pt x="89611" y="302564"/>
                  </a:lnTo>
                  <a:lnTo>
                    <a:pt x="89611" y="301294"/>
                  </a:lnTo>
                  <a:lnTo>
                    <a:pt x="87490" y="300024"/>
                  </a:lnTo>
                  <a:lnTo>
                    <a:pt x="85369" y="298754"/>
                  </a:lnTo>
                  <a:lnTo>
                    <a:pt x="81305" y="300024"/>
                  </a:lnTo>
                  <a:lnTo>
                    <a:pt x="80645" y="297484"/>
                  </a:lnTo>
                  <a:lnTo>
                    <a:pt x="77177" y="296214"/>
                  </a:lnTo>
                  <a:lnTo>
                    <a:pt x="66738" y="296214"/>
                  </a:lnTo>
                  <a:lnTo>
                    <a:pt x="67792" y="302564"/>
                  </a:lnTo>
                  <a:lnTo>
                    <a:pt x="62826" y="302564"/>
                  </a:lnTo>
                  <a:lnTo>
                    <a:pt x="47180" y="274624"/>
                  </a:lnTo>
                  <a:lnTo>
                    <a:pt x="47180" y="265734"/>
                  </a:lnTo>
                  <a:lnTo>
                    <a:pt x="57175" y="263194"/>
                  </a:lnTo>
                  <a:lnTo>
                    <a:pt x="64363" y="260654"/>
                  </a:lnTo>
                  <a:lnTo>
                    <a:pt x="66408" y="259384"/>
                  </a:lnTo>
                  <a:lnTo>
                    <a:pt x="70510" y="256844"/>
                  </a:lnTo>
                  <a:lnTo>
                    <a:pt x="77673" y="253034"/>
                  </a:lnTo>
                  <a:lnTo>
                    <a:pt x="84912" y="246684"/>
                  </a:lnTo>
                  <a:lnTo>
                    <a:pt x="91262" y="237794"/>
                  </a:lnTo>
                  <a:lnTo>
                    <a:pt x="94653" y="230174"/>
                  </a:lnTo>
                  <a:lnTo>
                    <a:pt x="96367" y="222554"/>
                  </a:lnTo>
                  <a:lnTo>
                    <a:pt x="96443" y="221284"/>
                  </a:lnTo>
                  <a:lnTo>
                    <a:pt x="96532" y="220014"/>
                  </a:lnTo>
                  <a:lnTo>
                    <a:pt x="96596" y="206044"/>
                  </a:lnTo>
                  <a:lnTo>
                    <a:pt x="106603" y="211124"/>
                  </a:lnTo>
                  <a:lnTo>
                    <a:pt x="107657" y="218744"/>
                  </a:lnTo>
                  <a:lnTo>
                    <a:pt x="107657" y="232714"/>
                  </a:lnTo>
                  <a:lnTo>
                    <a:pt x="103619" y="235254"/>
                  </a:lnTo>
                  <a:lnTo>
                    <a:pt x="100457" y="236524"/>
                  </a:lnTo>
                  <a:lnTo>
                    <a:pt x="97840" y="237794"/>
                  </a:lnTo>
                  <a:lnTo>
                    <a:pt x="96926" y="237794"/>
                  </a:lnTo>
                  <a:lnTo>
                    <a:pt x="96685" y="239064"/>
                  </a:lnTo>
                  <a:lnTo>
                    <a:pt x="96278" y="241604"/>
                  </a:lnTo>
                  <a:lnTo>
                    <a:pt x="97612" y="242874"/>
                  </a:lnTo>
                  <a:lnTo>
                    <a:pt x="98793" y="242874"/>
                  </a:lnTo>
                  <a:lnTo>
                    <a:pt x="102425" y="245414"/>
                  </a:lnTo>
                  <a:lnTo>
                    <a:pt x="101536" y="247954"/>
                  </a:lnTo>
                  <a:lnTo>
                    <a:pt x="102679" y="251764"/>
                  </a:lnTo>
                  <a:lnTo>
                    <a:pt x="103619" y="255574"/>
                  </a:lnTo>
                  <a:lnTo>
                    <a:pt x="107010" y="260654"/>
                  </a:lnTo>
                  <a:lnTo>
                    <a:pt x="112610" y="265734"/>
                  </a:lnTo>
                  <a:lnTo>
                    <a:pt x="113144" y="263194"/>
                  </a:lnTo>
                  <a:lnTo>
                    <a:pt x="113017" y="259384"/>
                  </a:lnTo>
                  <a:lnTo>
                    <a:pt x="112915" y="258114"/>
                  </a:lnTo>
                  <a:lnTo>
                    <a:pt x="112814" y="256844"/>
                  </a:lnTo>
                  <a:lnTo>
                    <a:pt x="112712" y="255574"/>
                  </a:lnTo>
                  <a:lnTo>
                    <a:pt x="112610" y="254304"/>
                  </a:lnTo>
                  <a:lnTo>
                    <a:pt x="116344" y="259384"/>
                  </a:lnTo>
                  <a:lnTo>
                    <a:pt x="118135" y="265734"/>
                  </a:lnTo>
                  <a:lnTo>
                    <a:pt x="121272" y="270814"/>
                  </a:lnTo>
                  <a:lnTo>
                    <a:pt x="129095" y="273354"/>
                  </a:lnTo>
                  <a:lnTo>
                    <a:pt x="126403" y="272084"/>
                  </a:lnTo>
                  <a:lnTo>
                    <a:pt x="127088" y="268274"/>
                  </a:lnTo>
                  <a:lnTo>
                    <a:pt x="128651" y="268274"/>
                  </a:lnTo>
                  <a:lnTo>
                    <a:pt x="130251" y="267004"/>
                  </a:lnTo>
                  <a:lnTo>
                    <a:pt x="132194" y="268274"/>
                  </a:lnTo>
                  <a:lnTo>
                    <a:pt x="135178" y="272084"/>
                  </a:lnTo>
                  <a:lnTo>
                    <a:pt x="138023" y="275894"/>
                  </a:lnTo>
                  <a:lnTo>
                    <a:pt x="151409" y="275894"/>
                  </a:lnTo>
                  <a:lnTo>
                    <a:pt x="148082" y="273354"/>
                  </a:lnTo>
                  <a:lnTo>
                    <a:pt x="155600" y="273354"/>
                  </a:lnTo>
                  <a:lnTo>
                    <a:pt x="155498" y="275894"/>
                  </a:lnTo>
                  <a:lnTo>
                    <a:pt x="155397" y="278434"/>
                  </a:lnTo>
                  <a:lnTo>
                    <a:pt x="153352" y="280974"/>
                  </a:lnTo>
                  <a:lnTo>
                    <a:pt x="159702" y="279704"/>
                  </a:lnTo>
                  <a:lnTo>
                    <a:pt x="161594" y="274624"/>
                  </a:lnTo>
                  <a:lnTo>
                    <a:pt x="161061" y="273354"/>
                  </a:lnTo>
                  <a:lnTo>
                    <a:pt x="159461" y="269544"/>
                  </a:lnTo>
                  <a:lnTo>
                    <a:pt x="164973" y="267004"/>
                  </a:lnTo>
                  <a:lnTo>
                    <a:pt x="167970" y="270814"/>
                  </a:lnTo>
                  <a:lnTo>
                    <a:pt x="168694" y="273354"/>
                  </a:lnTo>
                  <a:lnTo>
                    <a:pt x="174205" y="268274"/>
                  </a:lnTo>
                  <a:lnTo>
                    <a:pt x="173101" y="267004"/>
                  </a:lnTo>
                  <a:lnTo>
                    <a:pt x="168694" y="261924"/>
                  </a:lnTo>
                  <a:lnTo>
                    <a:pt x="164477" y="261924"/>
                  </a:lnTo>
                  <a:lnTo>
                    <a:pt x="164477" y="260654"/>
                  </a:lnTo>
                  <a:lnTo>
                    <a:pt x="164477" y="259384"/>
                  </a:lnTo>
                  <a:lnTo>
                    <a:pt x="162674" y="258114"/>
                  </a:lnTo>
                  <a:lnTo>
                    <a:pt x="158038" y="256844"/>
                  </a:lnTo>
                  <a:lnTo>
                    <a:pt x="150787" y="256844"/>
                  </a:lnTo>
                  <a:lnTo>
                    <a:pt x="149288" y="260654"/>
                  </a:lnTo>
                  <a:lnTo>
                    <a:pt x="146304" y="260654"/>
                  </a:lnTo>
                  <a:lnTo>
                    <a:pt x="118516" y="237794"/>
                  </a:lnTo>
                  <a:lnTo>
                    <a:pt x="121272" y="232714"/>
                  </a:lnTo>
                  <a:lnTo>
                    <a:pt x="127317" y="227634"/>
                  </a:lnTo>
                  <a:lnTo>
                    <a:pt x="133362" y="221284"/>
                  </a:lnTo>
                  <a:lnTo>
                    <a:pt x="136105" y="214934"/>
                  </a:lnTo>
                  <a:lnTo>
                    <a:pt x="133959" y="206044"/>
                  </a:lnTo>
                  <a:lnTo>
                    <a:pt x="133654" y="204774"/>
                  </a:lnTo>
                  <a:lnTo>
                    <a:pt x="127330" y="198424"/>
                  </a:lnTo>
                  <a:lnTo>
                    <a:pt x="122161" y="194614"/>
                  </a:lnTo>
                  <a:lnTo>
                    <a:pt x="118706" y="192074"/>
                  </a:lnTo>
                  <a:lnTo>
                    <a:pt x="109321" y="185724"/>
                  </a:lnTo>
                  <a:lnTo>
                    <a:pt x="113931" y="183184"/>
                  </a:lnTo>
                  <a:lnTo>
                    <a:pt x="120421" y="181914"/>
                  </a:lnTo>
                  <a:lnTo>
                    <a:pt x="127457" y="181914"/>
                  </a:lnTo>
                  <a:lnTo>
                    <a:pt x="133756" y="183184"/>
                  </a:lnTo>
                  <a:lnTo>
                    <a:pt x="133985" y="181914"/>
                  </a:lnTo>
                  <a:lnTo>
                    <a:pt x="134442" y="179374"/>
                  </a:lnTo>
                  <a:lnTo>
                    <a:pt x="137185" y="180644"/>
                  </a:lnTo>
                  <a:lnTo>
                    <a:pt x="137350" y="179374"/>
                  </a:lnTo>
                  <a:lnTo>
                    <a:pt x="138137" y="173024"/>
                  </a:lnTo>
                  <a:lnTo>
                    <a:pt x="140690" y="179374"/>
                  </a:lnTo>
                  <a:lnTo>
                    <a:pt x="138023" y="184454"/>
                  </a:lnTo>
                  <a:lnTo>
                    <a:pt x="140690" y="186994"/>
                  </a:lnTo>
                  <a:lnTo>
                    <a:pt x="142824" y="184454"/>
                  </a:lnTo>
                  <a:lnTo>
                    <a:pt x="148082" y="184454"/>
                  </a:lnTo>
                  <a:lnTo>
                    <a:pt x="148018" y="183184"/>
                  </a:lnTo>
                  <a:lnTo>
                    <a:pt x="147942" y="181914"/>
                  </a:lnTo>
                  <a:lnTo>
                    <a:pt x="147878" y="180644"/>
                  </a:lnTo>
                  <a:lnTo>
                    <a:pt x="147815" y="179374"/>
                  </a:lnTo>
                  <a:lnTo>
                    <a:pt x="147688" y="176834"/>
                  </a:lnTo>
                  <a:lnTo>
                    <a:pt x="149288" y="181914"/>
                  </a:lnTo>
                  <a:lnTo>
                    <a:pt x="145732" y="189534"/>
                  </a:lnTo>
                  <a:lnTo>
                    <a:pt x="149288" y="192074"/>
                  </a:lnTo>
                  <a:lnTo>
                    <a:pt x="149948" y="188264"/>
                  </a:lnTo>
                  <a:lnTo>
                    <a:pt x="155397" y="188264"/>
                  </a:lnTo>
                  <a:lnTo>
                    <a:pt x="156654" y="189534"/>
                  </a:lnTo>
                  <a:lnTo>
                    <a:pt x="156654" y="197154"/>
                  </a:lnTo>
                  <a:lnTo>
                    <a:pt x="149428" y="194614"/>
                  </a:lnTo>
                  <a:lnTo>
                    <a:pt x="149428" y="203504"/>
                  </a:lnTo>
                  <a:lnTo>
                    <a:pt x="152920" y="204774"/>
                  </a:lnTo>
                  <a:lnTo>
                    <a:pt x="152920" y="208584"/>
                  </a:lnTo>
                  <a:lnTo>
                    <a:pt x="150025" y="211124"/>
                  </a:lnTo>
                  <a:lnTo>
                    <a:pt x="146532" y="208584"/>
                  </a:lnTo>
                  <a:lnTo>
                    <a:pt x="147586" y="211124"/>
                  </a:lnTo>
                  <a:lnTo>
                    <a:pt x="149948" y="213664"/>
                  </a:lnTo>
                  <a:lnTo>
                    <a:pt x="156222" y="213664"/>
                  </a:lnTo>
                  <a:lnTo>
                    <a:pt x="159702" y="211124"/>
                  </a:lnTo>
                  <a:lnTo>
                    <a:pt x="161112" y="207314"/>
                  </a:lnTo>
                  <a:lnTo>
                    <a:pt x="162674" y="212394"/>
                  </a:lnTo>
                  <a:lnTo>
                    <a:pt x="161404" y="216204"/>
                  </a:lnTo>
                  <a:lnTo>
                    <a:pt x="158419" y="217474"/>
                  </a:lnTo>
                  <a:lnTo>
                    <a:pt x="161645" y="218744"/>
                  </a:lnTo>
                  <a:lnTo>
                    <a:pt x="169303" y="217474"/>
                  </a:lnTo>
                  <a:lnTo>
                    <a:pt x="169202" y="216204"/>
                  </a:lnTo>
                  <a:lnTo>
                    <a:pt x="169100" y="214934"/>
                  </a:lnTo>
                  <a:lnTo>
                    <a:pt x="168998" y="213664"/>
                  </a:lnTo>
                  <a:lnTo>
                    <a:pt x="168897" y="212394"/>
                  </a:lnTo>
                  <a:lnTo>
                    <a:pt x="168795" y="211124"/>
                  </a:lnTo>
                  <a:lnTo>
                    <a:pt x="168490" y="207314"/>
                  </a:lnTo>
                  <a:lnTo>
                    <a:pt x="172745" y="208584"/>
                  </a:lnTo>
                  <a:lnTo>
                    <a:pt x="175107" y="211124"/>
                  </a:lnTo>
                  <a:lnTo>
                    <a:pt x="172478" y="216204"/>
                  </a:lnTo>
                  <a:lnTo>
                    <a:pt x="176034" y="214934"/>
                  </a:lnTo>
                  <a:lnTo>
                    <a:pt x="179311" y="213664"/>
                  </a:lnTo>
                  <a:lnTo>
                    <a:pt x="179311" y="207314"/>
                  </a:lnTo>
                  <a:close/>
                </a:path>
                <a:path w="492759" h="325119">
                  <a:moveTo>
                    <a:pt x="351866" y="173456"/>
                  </a:moveTo>
                  <a:lnTo>
                    <a:pt x="351332" y="171704"/>
                  </a:lnTo>
                  <a:lnTo>
                    <a:pt x="350418" y="169164"/>
                  </a:lnTo>
                  <a:lnTo>
                    <a:pt x="348843" y="167652"/>
                  </a:lnTo>
                  <a:lnTo>
                    <a:pt x="348843" y="174574"/>
                  </a:lnTo>
                  <a:lnTo>
                    <a:pt x="348145" y="175653"/>
                  </a:lnTo>
                  <a:lnTo>
                    <a:pt x="347700" y="176771"/>
                  </a:lnTo>
                  <a:lnTo>
                    <a:pt x="346570" y="177380"/>
                  </a:lnTo>
                  <a:lnTo>
                    <a:pt x="344220" y="178257"/>
                  </a:lnTo>
                  <a:lnTo>
                    <a:pt x="342074" y="178079"/>
                  </a:lnTo>
                  <a:lnTo>
                    <a:pt x="340004" y="177050"/>
                  </a:lnTo>
                  <a:lnTo>
                    <a:pt x="337032" y="175653"/>
                  </a:lnTo>
                  <a:lnTo>
                    <a:pt x="336943" y="175488"/>
                  </a:lnTo>
                  <a:lnTo>
                    <a:pt x="335330" y="172554"/>
                  </a:lnTo>
                  <a:lnTo>
                    <a:pt x="336499" y="170218"/>
                  </a:lnTo>
                  <a:lnTo>
                    <a:pt x="337032" y="169011"/>
                  </a:lnTo>
                  <a:lnTo>
                    <a:pt x="338061" y="168389"/>
                  </a:lnTo>
                  <a:lnTo>
                    <a:pt x="338759" y="168249"/>
                  </a:lnTo>
                  <a:lnTo>
                    <a:pt x="340410" y="167627"/>
                  </a:lnTo>
                  <a:lnTo>
                    <a:pt x="342531" y="167830"/>
                  </a:lnTo>
                  <a:lnTo>
                    <a:pt x="346265" y="169519"/>
                  </a:lnTo>
                  <a:lnTo>
                    <a:pt x="347700" y="171145"/>
                  </a:lnTo>
                  <a:lnTo>
                    <a:pt x="348259" y="172707"/>
                  </a:lnTo>
                  <a:lnTo>
                    <a:pt x="348576" y="173456"/>
                  </a:lnTo>
                  <a:lnTo>
                    <a:pt x="348843" y="174574"/>
                  </a:lnTo>
                  <a:lnTo>
                    <a:pt x="348843" y="167652"/>
                  </a:lnTo>
                  <a:lnTo>
                    <a:pt x="348399" y="167233"/>
                  </a:lnTo>
                  <a:lnTo>
                    <a:pt x="345757" y="165989"/>
                  </a:lnTo>
                  <a:lnTo>
                    <a:pt x="343179" y="164680"/>
                  </a:lnTo>
                  <a:lnTo>
                    <a:pt x="331622" y="172707"/>
                  </a:lnTo>
                  <a:lnTo>
                    <a:pt x="334048" y="177711"/>
                  </a:lnTo>
                  <a:lnTo>
                    <a:pt x="338696" y="179946"/>
                  </a:lnTo>
                  <a:lnTo>
                    <a:pt x="341477" y="181203"/>
                  </a:lnTo>
                  <a:lnTo>
                    <a:pt x="344398" y="181483"/>
                  </a:lnTo>
                  <a:lnTo>
                    <a:pt x="346989" y="180555"/>
                  </a:lnTo>
                  <a:lnTo>
                    <a:pt x="348843" y="179946"/>
                  </a:lnTo>
                  <a:lnTo>
                    <a:pt x="350418" y="178689"/>
                  </a:lnTo>
                  <a:lnTo>
                    <a:pt x="350583" y="178257"/>
                  </a:lnTo>
                  <a:lnTo>
                    <a:pt x="350659" y="178079"/>
                  </a:lnTo>
                  <a:lnTo>
                    <a:pt x="351066" y="177050"/>
                  </a:lnTo>
                  <a:lnTo>
                    <a:pt x="351815" y="175653"/>
                  </a:lnTo>
                  <a:lnTo>
                    <a:pt x="351866" y="173456"/>
                  </a:lnTo>
                  <a:close/>
                </a:path>
                <a:path w="492759" h="325119">
                  <a:moveTo>
                    <a:pt x="357720" y="116687"/>
                  </a:moveTo>
                  <a:lnTo>
                    <a:pt x="357682" y="116166"/>
                  </a:lnTo>
                  <a:lnTo>
                    <a:pt x="357593" y="115912"/>
                  </a:lnTo>
                  <a:lnTo>
                    <a:pt x="357212" y="114719"/>
                  </a:lnTo>
                  <a:lnTo>
                    <a:pt x="356565" y="113868"/>
                  </a:lnTo>
                  <a:lnTo>
                    <a:pt x="355180" y="112064"/>
                  </a:lnTo>
                  <a:lnTo>
                    <a:pt x="354393" y="111607"/>
                  </a:lnTo>
                  <a:lnTo>
                    <a:pt x="354393" y="116166"/>
                  </a:lnTo>
                  <a:lnTo>
                    <a:pt x="354317" y="118237"/>
                  </a:lnTo>
                  <a:lnTo>
                    <a:pt x="354253" y="118579"/>
                  </a:lnTo>
                  <a:lnTo>
                    <a:pt x="354126" y="119329"/>
                  </a:lnTo>
                  <a:lnTo>
                    <a:pt x="353199" y="120853"/>
                  </a:lnTo>
                  <a:lnTo>
                    <a:pt x="349351" y="123799"/>
                  </a:lnTo>
                  <a:lnTo>
                    <a:pt x="346049" y="123799"/>
                  </a:lnTo>
                  <a:lnTo>
                    <a:pt x="344779" y="122135"/>
                  </a:lnTo>
                  <a:lnTo>
                    <a:pt x="344258" y="121551"/>
                  </a:lnTo>
                  <a:lnTo>
                    <a:pt x="344106" y="120853"/>
                  </a:lnTo>
                  <a:lnTo>
                    <a:pt x="344106" y="118579"/>
                  </a:lnTo>
                  <a:lnTo>
                    <a:pt x="345046" y="116687"/>
                  </a:lnTo>
                  <a:lnTo>
                    <a:pt x="346684" y="115493"/>
                  </a:lnTo>
                  <a:lnTo>
                    <a:pt x="348157" y="114376"/>
                  </a:lnTo>
                  <a:lnTo>
                    <a:pt x="349910" y="113868"/>
                  </a:lnTo>
                  <a:lnTo>
                    <a:pt x="351091" y="113868"/>
                  </a:lnTo>
                  <a:lnTo>
                    <a:pt x="352069" y="114147"/>
                  </a:lnTo>
                  <a:lnTo>
                    <a:pt x="352793" y="114376"/>
                  </a:lnTo>
                  <a:lnTo>
                    <a:pt x="352971" y="114376"/>
                  </a:lnTo>
                  <a:lnTo>
                    <a:pt x="354393" y="116166"/>
                  </a:lnTo>
                  <a:lnTo>
                    <a:pt x="354393" y="111607"/>
                  </a:lnTo>
                  <a:lnTo>
                    <a:pt x="353745" y="111213"/>
                  </a:lnTo>
                  <a:lnTo>
                    <a:pt x="351853" y="110947"/>
                  </a:lnTo>
                  <a:lnTo>
                    <a:pt x="349351" y="110642"/>
                  </a:lnTo>
                  <a:lnTo>
                    <a:pt x="346887" y="111417"/>
                  </a:lnTo>
                  <a:lnTo>
                    <a:pt x="344779" y="113106"/>
                  </a:lnTo>
                  <a:lnTo>
                    <a:pt x="340868" y="115912"/>
                  </a:lnTo>
                  <a:lnTo>
                    <a:pt x="340753" y="116433"/>
                  </a:lnTo>
                  <a:lnTo>
                    <a:pt x="340690" y="116687"/>
                  </a:lnTo>
                  <a:lnTo>
                    <a:pt x="339750" y="120853"/>
                  </a:lnTo>
                  <a:lnTo>
                    <a:pt x="340207" y="121551"/>
                  </a:lnTo>
                  <a:lnTo>
                    <a:pt x="342188" y="124028"/>
                  </a:lnTo>
                  <a:lnTo>
                    <a:pt x="344779" y="127152"/>
                  </a:lnTo>
                  <a:lnTo>
                    <a:pt x="349770" y="127355"/>
                  </a:lnTo>
                  <a:lnTo>
                    <a:pt x="353745" y="124383"/>
                  </a:lnTo>
                  <a:lnTo>
                    <a:pt x="354495" y="123799"/>
                  </a:lnTo>
                  <a:lnTo>
                    <a:pt x="355828" y="122758"/>
                  </a:lnTo>
                  <a:lnTo>
                    <a:pt x="357212" y="120586"/>
                  </a:lnTo>
                  <a:lnTo>
                    <a:pt x="357263" y="120091"/>
                  </a:lnTo>
                  <a:lnTo>
                    <a:pt x="357365" y="119329"/>
                  </a:lnTo>
                  <a:lnTo>
                    <a:pt x="357454" y="118579"/>
                  </a:lnTo>
                  <a:lnTo>
                    <a:pt x="357555" y="117805"/>
                  </a:lnTo>
                  <a:lnTo>
                    <a:pt x="357720" y="116687"/>
                  </a:lnTo>
                  <a:close/>
                </a:path>
                <a:path w="492759" h="325119">
                  <a:moveTo>
                    <a:pt x="411416" y="274193"/>
                  </a:moveTo>
                  <a:lnTo>
                    <a:pt x="411353" y="268147"/>
                  </a:lnTo>
                  <a:lnTo>
                    <a:pt x="411264" y="267804"/>
                  </a:lnTo>
                  <a:lnTo>
                    <a:pt x="410921" y="266509"/>
                  </a:lnTo>
                  <a:lnTo>
                    <a:pt x="409473" y="264642"/>
                  </a:lnTo>
                  <a:lnTo>
                    <a:pt x="408432" y="263271"/>
                  </a:lnTo>
                  <a:lnTo>
                    <a:pt x="408432" y="267804"/>
                  </a:lnTo>
                  <a:lnTo>
                    <a:pt x="408393" y="273164"/>
                  </a:lnTo>
                  <a:lnTo>
                    <a:pt x="408012" y="274193"/>
                  </a:lnTo>
                  <a:lnTo>
                    <a:pt x="407657" y="275056"/>
                  </a:lnTo>
                  <a:lnTo>
                    <a:pt x="405765" y="276860"/>
                  </a:lnTo>
                  <a:lnTo>
                    <a:pt x="404761" y="277533"/>
                  </a:lnTo>
                  <a:lnTo>
                    <a:pt x="402107" y="277533"/>
                  </a:lnTo>
                  <a:lnTo>
                    <a:pt x="401269" y="276860"/>
                  </a:lnTo>
                  <a:lnTo>
                    <a:pt x="400685" y="276263"/>
                  </a:lnTo>
                  <a:lnTo>
                    <a:pt x="399554" y="275056"/>
                  </a:lnTo>
                  <a:lnTo>
                    <a:pt x="398767" y="273164"/>
                  </a:lnTo>
                  <a:lnTo>
                    <a:pt x="398830" y="268909"/>
                  </a:lnTo>
                  <a:lnTo>
                    <a:pt x="408432" y="267804"/>
                  </a:lnTo>
                  <a:lnTo>
                    <a:pt x="408432" y="263271"/>
                  </a:lnTo>
                  <a:lnTo>
                    <a:pt x="408051" y="262763"/>
                  </a:lnTo>
                  <a:lnTo>
                    <a:pt x="405574" y="261569"/>
                  </a:lnTo>
                  <a:lnTo>
                    <a:pt x="401942" y="261569"/>
                  </a:lnTo>
                  <a:lnTo>
                    <a:pt x="400138" y="262356"/>
                  </a:lnTo>
                  <a:lnTo>
                    <a:pt x="398703" y="263702"/>
                  </a:lnTo>
                  <a:lnTo>
                    <a:pt x="396824" y="265417"/>
                  </a:lnTo>
                  <a:lnTo>
                    <a:pt x="395719" y="268147"/>
                  </a:lnTo>
                  <a:lnTo>
                    <a:pt x="395681" y="274193"/>
                  </a:lnTo>
                  <a:lnTo>
                    <a:pt x="396621" y="276593"/>
                  </a:lnTo>
                  <a:lnTo>
                    <a:pt x="398424" y="278396"/>
                  </a:lnTo>
                  <a:lnTo>
                    <a:pt x="399783" y="279844"/>
                  </a:lnTo>
                  <a:lnTo>
                    <a:pt x="401637" y="280606"/>
                  </a:lnTo>
                  <a:lnTo>
                    <a:pt x="405472" y="280606"/>
                  </a:lnTo>
                  <a:lnTo>
                    <a:pt x="407136" y="279984"/>
                  </a:lnTo>
                  <a:lnTo>
                    <a:pt x="409778" y="277533"/>
                  </a:lnTo>
                  <a:lnTo>
                    <a:pt x="410514" y="276860"/>
                  </a:lnTo>
                  <a:lnTo>
                    <a:pt x="410603" y="276593"/>
                  </a:lnTo>
                  <a:lnTo>
                    <a:pt x="410718" y="276263"/>
                  </a:lnTo>
                  <a:lnTo>
                    <a:pt x="411416" y="274193"/>
                  </a:lnTo>
                  <a:close/>
                </a:path>
                <a:path w="492759" h="325119">
                  <a:moveTo>
                    <a:pt x="430123" y="287591"/>
                  </a:moveTo>
                  <a:lnTo>
                    <a:pt x="428066" y="285229"/>
                  </a:lnTo>
                  <a:lnTo>
                    <a:pt x="426478" y="283413"/>
                  </a:lnTo>
                  <a:lnTo>
                    <a:pt x="426262" y="283375"/>
                  </a:lnTo>
                  <a:lnTo>
                    <a:pt x="426262" y="288366"/>
                  </a:lnTo>
                  <a:lnTo>
                    <a:pt x="426161" y="291312"/>
                  </a:lnTo>
                  <a:lnTo>
                    <a:pt x="426046" y="291884"/>
                  </a:lnTo>
                  <a:lnTo>
                    <a:pt x="425627" y="293827"/>
                  </a:lnTo>
                  <a:lnTo>
                    <a:pt x="422427" y="295465"/>
                  </a:lnTo>
                  <a:lnTo>
                    <a:pt x="418896" y="294805"/>
                  </a:lnTo>
                  <a:lnTo>
                    <a:pt x="415340" y="294170"/>
                  </a:lnTo>
                  <a:lnTo>
                    <a:pt x="412915" y="291528"/>
                  </a:lnTo>
                  <a:lnTo>
                    <a:pt x="412953" y="291312"/>
                  </a:lnTo>
                  <a:lnTo>
                    <a:pt x="413054" y="290677"/>
                  </a:lnTo>
                  <a:lnTo>
                    <a:pt x="413321" y="289064"/>
                  </a:lnTo>
                  <a:lnTo>
                    <a:pt x="413626" y="287769"/>
                  </a:lnTo>
                  <a:lnTo>
                    <a:pt x="414350" y="286893"/>
                  </a:lnTo>
                  <a:lnTo>
                    <a:pt x="415112" y="286575"/>
                  </a:lnTo>
                  <a:lnTo>
                    <a:pt x="416623" y="285572"/>
                  </a:lnTo>
                  <a:lnTo>
                    <a:pt x="418553" y="285229"/>
                  </a:lnTo>
                  <a:lnTo>
                    <a:pt x="423900" y="286118"/>
                  </a:lnTo>
                  <a:lnTo>
                    <a:pt x="426262" y="288366"/>
                  </a:lnTo>
                  <a:lnTo>
                    <a:pt x="426262" y="283375"/>
                  </a:lnTo>
                  <a:lnTo>
                    <a:pt x="421208" y="282422"/>
                  </a:lnTo>
                  <a:lnTo>
                    <a:pt x="418249" y="281952"/>
                  </a:lnTo>
                  <a:lnTo>
                    <a:pt x="415340" y="282422"/>
                  </a:lnTo>
                  <a:lnTo>
                    <a:pt x="413321" y="284035"/>
                  </a:lnTo>
                  <a:lnTo>
                    <a:pt x="411556" y="285038"/>
                  </a:lnTo>
                  <a:lnTo>
                    <a:pt x="411441" y="285229"/>
                  </a:lnTo>
                  <a:lnTo>
                    <a:pt x="410578" y="286575"/>
                  </a:lnTo>
                  <a:lnTo>
                    <a:pt x="410476" y="286893"/>
                  </a:lnTo>
                  <a:lnTo>
                    <a:pt x="409765" y="290677"/>
                  </a:lnTo>
                  <a:lnTo>
                    <a:pt x="410527" y="292798"/>
                  </a:lnTo>
                  <a:lnTo>
                    <a:pt x="412127" y="294525"/>
                  </a:lnTo>
                  <a:lnTo>
                    <a:pt x="413626" y="296316"/>
                  </a:lnTo>
                  <a:lnTo>
                    <a:pt x="415937" y="297421"/>
                  </a:lnTo>
                  <a:lnTo>
                    <a:pt x="418249" y="297865"/>
                  </a:lnTo>
                  <a:lnTo>
                    <a:pt x="420916" y="298284"/>
                  </a:lnTo>
                  <a:lnTo>
                    <a:pt x="423964" y="297865"/>
                  </a:lnTo>
                  <a:lnTo>
                    <a:pt x="423545" y="297865"/>
                  </a:lnTo>
                  <a:lnTo>
                    <a:pt x="425348" y="296913"/>
                  </a:lnTo>
                  <a:lnTo>
                    <a:pt x="429285" y="291884"/>
                  </a:lnTo>
                  <a:lnTo>
                    <a:pt x="429399" y="291312"/>
                  </a:lnTo>
                  <a:lnTo>
                    <a:pt x="429526" y="290677"/>
                  </a:lnTo>
                  <a:lnTo>
                    <a:pt x="430123" y="287591"/>
                  </a:lnTo>
                  <a:close/>
                </a:path>
                <a:path w="492759" h="325119">
                  <a:moveTo>
                    <a:pt x="484619" y="266001"/>
                  </a:moveTo>
                  <a:lnTo>
                    <a:pt x="482269" y="263702"/>
                  </a:lnTo>
                  <a:lnTo>
                    <a:pt x="481469" y="262928"/>
                  </a:lnTo>
                  <a:lnTo>
                    <a:pt x="481469" y="267804"/>
                  </a:lnTo>
                  <a:lnTo>
                    <a:pt x="481469" y="277698"/>
                  </a:lnTo>
                  <a:lnTo>
                    <a:pt x="477342" y="281800"/>
                  </a:lnTo>
                  <a:lnTo>
                    <a:pt x="466966" y="281800"/>
                  </a:lnTo>
                  <a:lnTo>
                    <a:pt x="462940" y="277698"/>
                  </a:lnTo>
                  <a:lnTo>
                    <a:pt x="462940" y="267804"/>
                  </a:lnTo>
                  <a:lnTo>
                    <a:pt x="466966" y="263702"/>
                  </a:lnTo>
                  <a:lnTo>
                    <a:pt x="477342" y="263702"/>
                  </a:lnTo>
                  <a:lnTo>
                    <a:pt x="481469" y="267804"/>
                  </a:lnTo>
                  <a:lnTo>
                    <a:pt x="481469" y="262928"/>
                  </a:lnTo>
                  <a:lnTo>
                    <a:pt x="479031" y="260540"/>
                  </a:lnTo>
                  <a:lnTo>
                    <a:pt x="465429" y="260540"/>
                  </a:lnTo>
                  <a:lnTo>
                    <a:pt x="459765" y="266001"/>
                  </a:lnTo>
                  <a:lnTo>
                    <a:pt x="459765" y="279412"/>
                  </a:lnTo>
                  <a:lnTo>
                    <a:pt x="465429" y="284886"/>
                  </a:lnTo>
                  <a:lnTo>
                    <a:pt x="479031" y="284886"/>
                  </a:lnTo>
                  <a:lnTo>
                    <a:pt x="482180" y="281800"/>
                  </a:lnTo>
                  <a:lnTo>
                    <a:pt x="484619" y="279412"/>
                  </a:lnTo>
                  <a:lnTo>
                    <a:pt x="484619" y="266001"/>
                  </a:lnTo>
                  <a:close/>
                </a:path>
                <a:path w="492759" h="325119">
                  <a:moveTo>
                    <a:pt x="492290" y="184150"/>
                  </a:moveTo>
                  <a:lnTo>
                    <a:pt x="490448" y="175260"/>
                  </a:lnTo>
                  <a:lnTo>
                    <a:pt x="482346" y="170180"/>
                  </a:lnTo>
                  <a:lnTo>
                    <a:pt x="473278" y="163830"/>
                  </a:lnTo>
                  <a:lnTo>
                    <a:pt x="472706" y="162560"/>
                  </a:lnTo>
                  <a:lnTo>
                    <a:pt x="468541" y="152400"/>
                  </a:lnTo>
                  <a:lnTo>
                    <a:pt x="472757" y="162560"/>
                  </a:lnTo>
                  <a:lnTo>
                    <a:pt x="480745" y="166370"/>
                  </a:lnTo>
                  <a:lnTo>
                    <a:pt x="486765" y="163830"/>
                  </a:lnTo>
                  <a:lnTo>
                    <a:pt x="480288" y="160020"/>
                  </a:lnTo>
                  <a:lnTo>
                    <a:pt x="478434" y="152400"/>
                  </a:lnTo>
                  <a:lnTo>
                    <a:pt x="478129" y="151130"/>
                  </a:lnTo>
                  <a:lnTo>
                    <a:pt x="475221" y="143510"/>
                  </a:lnTo>
                  <a:lnTo>
                    <a:pt x="469404" y="140970"/>
                  </a:lnTo>
                  <a:lnTo>
                    <a:pt x="466496" y="139700"/>
                  </a:lnTo>
                  <a:lnTo>
                    <a:pt x="463778" y="139700"/>
                  </a:lnTo>
                  <a:lnTo>
                    <a:pt x="460679" y="137160"/>
                  </a:lnTo>
                  <a:lnTo>
                    <a:pt x="457301" y="135890"/>
                  </a:lnTo>
                  <a:lnTo>
                    <a:pt x="452170" y="135890"/>
                  </a:lnTo>
                  <a:lnTo>
                    <a:pt x="445808" y="137160"/>
                  </a:lnTo>
                  <a:lnTo>
                    <a:pt x="439178" y="140970"/>
                  </a:lnTo>
                  <a:lnTo>
                    <a:pt x="433959" y="147320"/>
                  </a:lnTo>
                  <a:lnTo>
                    <a:pt x="431838" y="157480"/>
                  </a:lnTo>
                  <a:lnTo>
                    <a:pt x="437680" y="176530"/>
                  </a:lnTo>
                  <a:lnTo>
                    <a:pt x="463359" y="201930"/>
                  </a:lnTo>
                  <a:lnTo>
                    <a:pt x="469201" y="219710"/>
                  </a:lnTo>
                  <a:lnTo>
                    <a:pt x="469201" y="227330"/>
                  </a:lnTo>
                  <a:lnTo>
                    <a:pt x="462864" y="232410"/>
                  </a:lnTo>
                  <a:lnTo>
                    <a:pt x="449491" y="232410"/>
                  </a:lnTo>
                  <a:lnTo>
                    <a:pt x="444500" y="224790"/>
                  </a:lnTo>
                  <a:lnTo>
                    <a:pt x="440537" y="217170"/>
                  </a:lnTo>
                  <a:lnTo>
                    <a:pt x="439216" y="214630"/>
                  </a:lnTo>
                  <a:lnTo>
                    <a:pt x="437349" y="210820"/>
                  </a:lnTo>
                  <a:lnTo>
                    <a:pt x="436727" y="209550"/>
                  </a:lnTo>
                  <a:lnTo>
                    <a:pt x="431253" y="201930"/>
                  </a:lnTo>
                  <a:lnTo>
                    <a:pt x="429983" y="200507"/>
                  </a:lnTo>
                  <a:lnTo>
                    <a:pt x="429983" y="217170"/>
                  </a:lnTo>
                  <a:lnTo>
                    <a:pt x="425983" y="222250"/>
                  </a:lnTo>
                  <a:lnTo>
                    <a:pt x="422414" y="223520"/>
                  </a:lnTo>
                  <a:lnTo>
                    <a:pt x="417893" y="220980"/>
                  </a:lnTo>
                  <a:lnTo>
                    <a:pt x="417830" y="219710"/>
                  </a:lnTo>
                  <a:lnTo>
                    <a:pt x="417703" y="217170"/>
                  </a:lnTo>
                  <a:lnTo>
                    <a:pt x="421906" y="212090"/>
                  </a:lnTo>
                  <a:lnTo>
                    <a:pt x="425196" y="210820"/>
                  </a:lnTo>
                  <a:lnTo>
                    <a:pt x="427583" y="212090"/>
                  </a:lnTo>
                  <a:lnTo>
                    <a:pt x="429895" y="213360"/>
                  </a:lnTo>
                  <a:lnTo>
                    <a:pt x="429983" y="217170"/>
                  </a:lnTo>
                  <a:lnTo>
                    <a:pt x="429983" y="200507"/>
                  </a:lnTo>
                  <a:lnTo>
                    <a:pt x="425627" y="195580"/>
                  </a:lnTo>
                  <a:lnTo>
                    <a:pt x="427202" y="196850"/>
                  </a:lnTo>
                  <a:lnTo>
                    <a:pt x="434835" y="196850"/>
                  </a:lnTo>
                  <a:lnTo>
                    <a:pt x="436270" y="195580"/>
                  </a:lnTo>
                  <a:lnTo>
                    <a:pt x="437692" y="194310"/>
                  </a:lnTo>
                  <a:lnTo>
                    <a:pt x="438391" y="191770"/>
                  </a:lnTo>
                  <a:lnTo>
                    <a:pt x="438518" y="187960"/>
                  </a:lnTo>
                  <a:lnTo>
                    <a:pt x="437299" y="185420"/>
                  </a:lnTo>
                  <a:lnTo>
                    <a:pt x="435508" y="182880"/>
                  </a:lnTo>
                  <a:lnTo>
                    <a:pt x="435292" y="182626"/>
                  </a:lnTo>
                  <a:lnTo>
                    <a:pt x="435292" y="187960"/>
                  </a:lnTo>
                  <a:lnTo>
                    <a:pt x="435229" y="190500"/>
                  </a:lnTo>
                  <a:lnTo>
                    <a:pt x="435038" y="191770"/>
                  </a:lnTo>
                  <a:lnTo>
                    <a:pt x="434035" y="193040"/>
                  </a:lnTo>
                  <a:lnTo>
                    <a:pt x="433108" y="194310"/>
                  </a:lnTo>
                  <a:lnTo>
                    <a:pt x="429450" y="194310"/>
                  </a:lnTo>
                  <a:lnTo>
                    <a:pt x="427443" y="193040"/>
                  </a:lnTo>
                  <a:lnTo>
                    <a:pt x="424751" y="190500"/>
                  </a:lnTo>
                  <a:lnTo>
                    <a:pt x="424332" y="189230"/>
                  </a:lnTo>
                  <a:lnTo>
                    <a:pt x="423913" y="187960"/>
                  </a:lnTo>
                  <a:lnTo>
                    <a:pt x="423989" y="186690"/>
                  </a:lnTo>
                  <a:lnTo>
                    <a:pt x="424116" y="184150"/>
                  </a:lnTo>
                  <a:lnTo>
                    <a:pt x="425170" y="184150"/>
                  </a:lnTo>
                  <a:lnTo>
                    <a:pt x="425996" y="182880"/>
                  </a:lnTo>
                  <a:lnTo>
                    <a:pt x="429793" y="182880"/>
                  </a:lnTo>
                  <a:lnTo>
                    <a:pt x="431685" y="184150"/>
                  </a:lnTo>
                  <a:lnTo>
                    <a:pt x="433108" y="185420"/>
                  </a:lnTo>
                  <a:lnTo>
                    <a:pt x="434479" y="186690"/>
                  </a:lnTo>
                  <a:lnTo>
                    <a:pt x="435292" y="187960"/>
                  </a:lnTo>
                  <a:lnTo>
                    <a:pt x="435292" y="182626"/>
                  </a:lnTo>
                  <a:lnTo>
                    <a:pt x="433425" y="180340"/>
                  </a:lnTo>
                  <a:lnTo>
                    <a:pt x="430631" y="179070"/>
                  </a:lnTo>
                  <a:lnTo>
                    <a:pt x="426173" y="179070"/>
                  </a:lnTo>
                  <a:lnTo>
                    <a:pt x="424205" y="180340"/>
                  </a:lnTo>
                  <a:lnTo>
                    <a:pt x="422960" y="181610"/>
                  </a:lnTo>
                  <a:lnTo>
                    <a:pt x="421614" y="182880"/>
                  </a:lnTo>
                  <a:lnTo>
                    <a:pt x="420916" y="184150"/>
                  </a:lnTo>
                  <a:lnTo>
                    <a:pt x="420839" y="188506"/>
                  </a:lnTo>
                  <a:lnTo>
                    <a:pt x="415556" y="181610"/>
                  </a:lnTo>
                  <a:lnTo>
                    <a:pt x="415340" y="181343"/>
                  </a:lnTo>
                  <a:lnTo>
                    <a:pt x="415340" y="240030"/>
                  </a:lnTo>
                  <a:lnTo>
                    <a:pt x="413334" y="242570"/>
                  </a:lnTo>
                  <a:lnTo>
                    <a:pt x="411175" y="245110"/>
                  </a:lnTo>
                  <a:lnTo>
                    <a:pt x="407771" y="246380"/>
                  </a:lnTo>
                  <a:lnTo>
                    <a:pt x="403326" y="243840"/>
                  </a:lnTo>
                  <a:lnTo>
                    <a:pt x="403237" y="242570"/>
                  </a:lnTo>
                  <a:lnTo>
                    <a:pt x="403161" y="241300"/>
                  </a:lnTo>
                  <a:lnTo>
                    <a:pt x="403072" y="240030"/>
                  </a:lnTo>
                  <a:lnTo>
                    <a:pt x="405117" y="237490"/>
                  </a:lnTo>
                  <a:lnTo>
                    <a:pt x="407123" y="233680"/>
                  </a:lnTo>
                  <a:lnTo>
                    <a:pt x="410603" y="233680"/>
                  </a:lnTo>
                  <a:lnTo>
                    <a:pt x="412915" y="234950"/>
                  </a:lnTo>
                  <a:lnTo>
                    <a:pt x="415150" y="236220"/>
                  </a:lnTo>
                  <a:lnTo>
                    <a:pt x="415277" y="238760"/>
                  </a:lnTo>
                  <a:lnTo>
                    <a:pt x="415340" y="240030"/>
                  </a:lnTo>
                  <a:lnTo>
                    <a:pt x="415340" y="181343"/>
                  </a:lnTo>
                  <a:lnTo>
                    <a:pt x="410591" y="175260"/>
                  </a:lnTo>
                  <a:lnTo>
                    <a:pt x="407136" y="168910"/>
                  </a:lnTo>
                  <a:lnTo>
                    <a:pt x="405841" y="163830"/>
                  </a:lnTo>
                  <a:lnTo>
                    <a:pt x="405841" y="158750"/>
                  </a:lnTo>
                  <a:lnTo>
                    <a:pt x="409321" y="154940"/>
                  </a:lnTo>
                  <a:lnTo>
                    <a:pt x="411429" y="152400"/>
                  </a:lnTo>
                  <a:lnTo>
                    <a:pt x="413537" y="149860"/>
                  </a:lnTo>
                  <a:lnTo>
                    <a:pt x="414972" y="149860"/>
                  </a:lnTo>
                  <a:lnTo>
                    <a:pt x="416052" y="148590"/>
                  </a:lnTo>
                  <a:lnTo>
                    <a:pt x="417576" y="147320"/>
                  </a:lnTo>
                  <a:lnTo>
                    <a:pt x="420776" y="144780"/>
                  </a:lnTo>
                  <a:lnTo>
                    <a:pt x="427202" y="137160"/>
                  </a:lnTo>
                  <a:lnTo>
                    <a:pt x="427443" y="137160"/>
                  </a:lnTo>
                  <a:lnTo>
                    <a:pt x="429209" y="135890"/>
                  </a:lnTo>
                  <a:lnTo>
                    <a:pt x="425996" y="132956"/>
                  </a:lnTo>
                  <a:lnTo>
                    <a:pt x="425996" y="135890"/>
                  </a:lnTo>
                  <a:lnTo>
                    <a:pt x="418261" y="143510"/>
                  </a:lnTo>
                  <a:lnTo>
                    <a:pt x="414566" y="147320"/>
                  </a:lnTo>
                  <a:lnTo>
                    <a:pt x="410083" y="144780"/>
                  </a:lnTo>
                  <a:lnTo>
                    <a:pt x="362991" y="118110"/>
                  </a:lnTo>
                  <a:lnTo>
                    <a:pt x="368033" y="102870"/>
                  </a:lnTo>
                  <a:lnTo>
                    <a:pt x="373672" y="105410"/>
                  </a:lnTo>
                  <a:lnTo>
                    <a:pt x="372059" y="105410"/>
                  </a:lnTo>
                  <a:lnTo>
                    <a:pt x="370001" y="106680"/>
                  </a:lnTo>
                  <a:lnTo>
                    <a:pt x="368211" y="109220"/>
                  </a:lnTo>
                  <a:lnTo>
                    <a:pt x="371894" y="109220"/>
                  </a:lnTo>
                  <a:lnTo>
                    <a:pt x="373405" y="107950"/>
                  </a:lnTo>
                  <a:lnTo>
                    <a:pt x="371182" y="114300"/>
                  </a:lnTo>
                  <a:lnTo>
                    <a:pt x="370611" y="113030"/>
                  </a:lnTo>
                  <a:lnTo>
                    <a:pt x="368973" y="111760"/>
                  </a:lnTo>
                  <a:lnTo>
                    <a:pt x="367385" y="110490"/>
                  </a:lnTo>
                  <a:lnTo>
                    <a:pt x="366268" y="115570"/>
                  </a:lnTo>
                  <a:lnTo>
                    <a:pt x="369189" y="116840"/>
                  </a:lnTo>
                  <a:lnTo>
                    <a:pt x="371182" y="118110"/>
                  </a:lnTo>
                  <a:lnTo>
                    <a:pt x="374700" y="119380"/>
                  </a:lnTo>
                  <a:lnTo>
                    <a:pt x="376859" y="119380"/>
                  </a:lnTo>
                  <a:lnTo>
                    <a:pt x="377825" y="118110"/>
                  </a:lnTo>
                  <a:lnTo>
                    <a:pt x="378917" y="116840"/>
                  </a:lnTo>
                  <a:lnTo>
                    <a:pt x="377799" y="115570"/>
                  </a:lnTo>
                  <a:lnTo>
                    <a:pt x="376694" y="114300"/>
                  </a:lnTo>
                  <a:lnTo>
                    <a:pt x="373773" y="115570"/>
                  </a:lnTo>
                  <a:lnTo>
                    <a:pt x="373646" y="114300"/>
                  </a:lnTo>
                  <a:lnTo>
                    <a:pt x="373519" y="113030"/>
                  </a:lnTo>
                  <a:lnTo>
                    <a:pt x="373405" y="111760"/>
                  </a:lnTo>
                  <a:lnTo>
                    <a:pt x="375069" y="110490"/>
                  </a:lnTo>
                  <a:lnTo>
                    <a:pt x="378625" y="110490"/>
                  </a:lnTo>
                  <a:lnTo>
                    <a:pt x="379857" y="111760"/>
                  </a:lnTo>
                  <a:lnTo>
                    <a:pt x="380326" y="114300"/>
                  </a:lnTo>
                  <a:lnTo>
                    <a:pt x="380263" y="113030"/>
                  </a:lnTo>
                  <a:lnTo>
                    <a:pt x="380149" y="110490"/>
                  </a:lnTo>
                  <a:lnTo>
                    <a:pt x="380085" y="109220"/>
                  </a:lnTo>
                  <a:lnTo>
                    <a:pt x="380834" y="107950"/>
                  </a:lnTo>
                  <a:lnTo>
                    <a:pt x="382320" y="105410"/>
                  </a:lnTo>
                  <a:lnTo>
                    <a:pt x="386626" y="104140"/>
                  </a:lnTo>
                  <a:lnTo>
                    <a:pt x="388315" y="109220"/>
                  </a:lnTo>
                  <a:lnTo>
                    <a:pt x="386981" y="111760"/>
                  </a:lnTo>
                  <a:lnTo>
                    <a:pt x="383514" y="115570"/>
                  </a:lnTo>
                  <a:lnTo>
                    <a:pt x="385419" y="114300"/>
                  </a:lnTo>
                  <a:lnTo>
                    <a:pt x="387464" y="114300"/>
                  </a:lnTo>
                  <a:lnTo>
                    <a:pt x="388200" y="115570"/>
                  </a:lnTo>
                  <a:lnTo>
                    <a:pt x="389394" y="116840"/>
                  </a:lnTo>
                  <a:lnTo>
                    <a:pt x="388988" y="119380"/>
                  </a:lnTo>
                  <a:lnTo>
                    <a:pt x="386334" y="120650"/>
                  </a:lnTo>
                  <a:lnTo>
                    <a:pt x="385762" y="118110"/>
                  </a:lnTo>
                  <a:lnTo>
                    <a:pt x="382193" y="118110"/>
                  </a:lnTo>
                  <a:lnTo>
                    <a:pt x="381190" y="119380"/>
                  </a:lnTo>
                  <a:lnTo>
                    <a:pt x="380085" y="121920"/>
                  </a:lnTo>
                  <a:lnTo>
                    <a:pt x="381762" y="123190"/>
                  </a:lnTo>
                  <a:lnTo>
                    <a:pt x="384835" y="125730"/>
                  </a:lnTo>
                  <a:lnTo>
                    <a:pt x="388493" y="127000"/>
                  </a:lnTo>
                  <a:lnTo>
                    <a:pt x="391490" y="125730"/>
                  </a:lnTo>
                  <a:lnTo>
                    <a:pt x="392480" y="124460"/>
                  </a:lnTo>
                  <a:lnTo>
                    <a:pt x="393484" y="123190"/>
                  </a:lnTo>
                  <a:lnTo>
                    <a:pt x="392277" y="121920"/>
                  </a:lnTo>
                  <a:lnTo>
                    <a:pt x="390169" y="123190"/>
                  </a:lnTo>
                  <a:lnTo>
                    <a:pt x="388175" y="124460"/>
                  </a:lnTo>
                  <a:lnTo>
                    <a:pt x="390042" y="120650"/>
                  </a:lnTo>
                  <a:lnTo>
                    <a:pt x="391909" y="116840"/>
                  </a:lnTo>
                  <a:lnTo>
                    <a:pt x="392137" y="118110"/>
                  </a:lnTo>
                  <a:lnTo>
                    <a:pt x="392696" y="119380"/>
                  </a:lnTo>
                  <a:lnTo>
                    <a:pt x="394398" y="120650"/>
                  </a:lnTo>
                  <a:lnTo>
                    <a:pt x="395706" y="116840"/>
                  </a:lnTo>
                  <a:lnTo>
                    <a:pt x="394614" y="114300"/>
                  </a:lnTo>
                  <a:lnTo>
                    <a:pt x="402628" y="119380"/>
                  </a:lnTo>
                  <a:lnTo>
                    <a:pt x="399910" y="119380"/>
                  </a:lnTo>
                  <a:lnTo>
                    <a:pt x="396963" y="121920"/>
                  </a:lnTo>
                  <a:lnTo>
                    <a:pt x="398780" y="123190"/>
                  </a:lnTo>
                  <a:lnTo>
                    <a:pt x="400685" y="123190"/>
                  </a:lnTo>
                  <a:lnTo>
                    <a:pt x="401726" y="121920"/>
                  </a:lnTo>
                  <a:lnTo>
                    <a:pt x="397535" y="129540"/>
                  </a:lnTo>
                  <a:lnTo>
                    <a:pt x="397535" y="127000"/>
                  </a:lnTo>
                  <a:lnTo>
                    <a:pt x="396608" y="124460"/>
                  </a:lnTo>
                  <a:lnTo>
                    <a:pt x="395706" y="124460"/>
                  </a:lnTo>
                  <a:lnTo>
                    <a:pt x="393954" y="127000"/>
                  </a:lnTo>
                  <a:lnTo>
                    <a:pt x="394398" y="130810"/>
                  </a:lnTo>
                  <a:lnTo>
                    <a:pt x="398043" y="132080"/>
                  </a:lnTo>
                  <a:lnTo>
                    <a:pt x="401104" y="134620"/>
                  </a:lnTo>
                  <a:lnTo>
                    <a:pt x="403466" y="134620"/>
                  </a:lnTo>
                  <a:lnTo>
                    <a:pt x="404698" y="133350"/>
                  </a:lnTo>
                  <a:lnTo>
                    <a:pt x="405917" y="130810"/>
                  </a:lnTo>
                  <a:lnTo>
                    <a:pt x="404914" y="129540"/>
                  </a:lnTo>
                  <a:lnTo>
                    <a:pt x="403910" y="128270"/>
                  </a:lnTo>
                  <a:lnTo>
                    <a:pt x="400900" y="129540"/>
                  </a:lnTo>
                  <a:lnTo>
                    <a:pt x="400799" y="125730"/>
                  </a:lnTo>
                  <a:lnTo>
                    <a:pt x="402551" y="124460"/>
                  </a:lnTo>
                  <a:lnTo>
                    <a:pt x="406069" y="124460"/>
                  </a:lnTo>
                  <a:lnTo>
                    <a:pt x="407250" y="127000"/>
                  </a:lnTo>
                  <a:lnTo>
                    <a:pt x="407504" y="128270"/>
                  </a:lnTo>
                  <a:lnTo>
                    <a:pt x="408660" y="124460"/>
                  </a:lnTo>
                  <a:lnTo>
                    <a:pt x="410730" y="121920"/>
                  </a:lnTo>
                  <a:lnTo>
                    <a:pt x="415582" y="120650"/>
                  </a:lnTo>
                  <a:lnTo>
                    <a:pt x="416623" y="124460"/>
                  </a:lnTo>
                  <a:lnTo>
                    <a:pt x="414439" y="128270"/>
                  </a:lnTo>
                  <a:lnTo>
                    <a:pt x="412305" y="129540"/>
                  </a:lnTo>
                  <a:lnTo>
                    <a:pt x="412076" y="129540"/>
                  </a:lnTo>
                  <a:lnTo>
                    <a:pt x="410184" y="130810"/>
                  </a:lnTo>
                  <a:lnTo>
                    <a:pt x="412178" y="129616"/>
                  </a:lnTo>
                  <a:lnTo>
                    <a:pt x="414058" y="130810"/>
                  </a:lnTo>
                  <a:lnTo>
                    <a:pt x="414769" y="132080"/>
                  </a:lnTo>
                  <a:lnTo>
                    <a:pt x="415798" y="133350"/>
                  </a:lnTo>
                  <a:lnTo>
                    <a:pt x="415150" y="135890"/>
                  </a:lnTo>
                  <a:lnTo>
                    <a:pt x="412483" y="137160"/>
                  </a:lnTo>
                  <a:lnTo>
                    <a:pt x="411975" y="133350"/>
                  </a:lnTo>
                  <a:lnTo>
                    <a:pt x="408571" y="133350"/>
                  </a:lnTo>
                  <a:lnTo>
                    <a:pt x="406476" y="137160"/>
                  </a:lnTo>
                  <a:lnTo>
                    <a:pt x="407873" y="138430"/>
                  </a:lnTo>
                  <a:lnTo>
                    <a:pt x="411111" y="140970"/>
                  </a:lnTo>
                  <a:lnTo>
                    <a:pt x="413105" y="142240"/>
                  </a:lnTo>
                  <a:lnTo>
                    <a:pt x="416026" y="143510"/>
                  </a:lnTo>
                  <a:lnTo>
                    <a:pt x="419328" y="139700"/>
                  </a:lnTo>
                  <a:lnTo>
                    <a:pt x="418261" y="138430"/>
                  </a:lnTo>
                  <a:lnTo>
                    <a:pt x="414680" y="138430"/>
                  </a:lnTo>
                  <a:lnTo>
                    <a:pt x="415607" y="137160"/>
                  </a:lnTo>
                  <a:lnTo>
                    <a:pt x="418414" y="133350"/>
                  </a:lnTo>
                  <a:lnTo>
                    <a:pt x="418338" y="134620"/>
                  </a:lnTo>
                  <a:lnTo>
                    <a:pt x="418261" y="135890"/>
                  </a:lnTo>
                  <a:lnTo>
                    <a:pt x="419557" y="137160"/>
                  </a:lnTo>
                  <a:lnTo>
                    <a:pt x="420687" y="138430"/>
                  </a:lnTo>
                  <a:lnTo>
                    <a:pt x="421297" y="135890"/>
                  </a:lnTo>
                  <a:lnTo>
                    <a:pt x="421398" y="134620"/>
                  </a:lnTo>
                  <a:lnTo>
                    <a:pt x="421500" y="133350"/>
                  </a:lnTo>
                  <a:lnTo>
                    <a:pt x="421297" y="132080"/>
                  </a:lnTo>
                  <a:lnTo>
                    <a:pt x="425996" y="135890"/>
                  </a:lnTo>
                  <a:lnTo>
                    <a:pt x="425996" y="132956"/>
                  </a:lnTo>
                  <a:lnTo>
                    <a:pt x="425043" y="132080"/>
                  </a:lnTo>
                  <a:lnTo>
                    <a:pt x="426173" y="129540"/>
                  </a:lnTo>
                  <a:lnTo>
                    <a:pt x="427062" y="127000"/>
                  </a:lnTo>
                  <a:lnTo>
                    <a:pt x="427685" y="124460"/>
                  </a:lnTo>
                  <a:lnTo>
                    <a:pt x="428993" y="129540"/>
                  </a:lnTo>
                  <a:lnTo>
                    <a:pt x="431685" y="133350"/>
                  </a:lnTo>
                  <a:lnTo>
                    <a:pt x="435292" y="132080"/>
                  </a:lnTo>
                  <a:lnTo>
                    <a:pt x="434594" y="127000"/>
                  </a:lnTo>
                  <a:lnTo>
                    <a:pt x="434898" y="124460"/>
                  </a:lnTo>
                  <a:lnTo>
                    <a:pt x="435216" y="121920"/>
                  </a:lnTo>
                  <a:lnTo>
                    <a:pt x="435305" y="120650"/>
                  </a:lnTo>
                  <a:lnTo>
                    <a:pt x="435406" y="119380"/>
                  </a:lnTo>
                  <a:lnTo>
                    <a:pt x="435521" y="114300"/>
                  </a:lnTo>
                  <a:lnTo>
                    <a:pt x="434568" y="106680"/>
                  </a:lnTo>
                  <a:lnTo>
                    <a:pt x="437692" y="111760"/>
                  </a:lnTo>
                  <a:lnTo>
                    <a:pt x="441985" y="114300"/>
                  </a:lnTo>
                  <a:lnTo>
                    <a:pt x="445135" y="113030"/>
                  </a:lnTo>
                  <a:lnTo>
                    <a:pt x="441909" y="107950"/>
                  </a:lnTo>
                  <a:lnTo>
                    <a:pt x="441921" y="106680"/>
                  </a:lnTo>
                  <a:lnTo>
                    <a:pt x="441871" y="97790"/>
                  </a:lnTo>
                  <a:lnTo>
                    <a:pt x="441756" y="95250"/>
                  </a:lnTo>
                  <a:lnTo>
                    <a:pt x="441706" y="93980"/>
                  </a:lnTo>
                  <a:lnTo>
                    <a:pt x="441591" y="91440"/>
                  </a:lnTo>
                  <a:lnTo>
                    <a:pt x="436968" y="81280"/>
                  </a:lnTo>
                  <a:lnTo>
                    <a:pt x="440359" y="82550"/>
                  </a:lnTo>
                  <a:lnTo>
                    <a:pt x="442785" y="81280"/>
                  </a:lnTo>
                  <a:lnTo>
                    <a:pt x="444207" y="80010"/>
                  </a:lnTo>
                  <a:lnTo>
                    <a:pt x="439000" y="77470"/>
                  </a:lnTo>
                  <a:lnTo>
                    <a:pt x="435749" y="72390"/>
                  </a:lnTo>
                  <a:lnTo>
                    <a:pt x="431101" y="66040"/>
                  </a:lnTo>
                  <a:lnTo>
                    <a:pt x="421741" y="60960"/>
                  </a:lnTo>
                  <a:lnTo>
                    <a:pt x="425996" y="60960"/>
                  </a:lnTo>
                  <a:lnTo>
                    <a:pt x="428498" y="58420"/>
                  </a:lnTo>
                  <a:lnTo>
                    <a:pt x="428218" y="57150"/>
                  </a:lnTo>
                  <a:lnTo>
                    <a:pt x="427926" y="55880"/>
                  </a:lnTo>
                  <a:lnTo>
                    <a:pt x="424446" y="57150"/>
                  </a:lnTo>
                  <a:lnTo>
                    <a:pt x="420065" y="54610"/>
                  </a:lnTo>
                  <a:lnTo>
                    <a:pt x="413753" y="52070"/>
                  </a:lnTo>
                  <a:lnTo>
                    <a:pt x="404418" y="50800"/>
                  </a:lnTo>
                  <a:lnTo>
                    <a:pt x="404037" y="48260"/>
                  </a:lnTo>
                  <a:lnTo>
                    <a:pt x="403466" y="44450"/>
                  </a:lnTo>
                  <a:lnTo>
                    <a:pt x="398322" y="39370"/>
                  </a:lnTo>
                  <a:lnTo>
                    <a:pt x="392404" y="36830"/>
                  </a:lnTo>
                  <a:lnTo>
                    <a:pt x="393496" y="40640"/>
                  </a:lnTo>
                  <a:lnTo>
                    <a:pt x="392557" y="44450"/>
                  </a:lnTo>
                  <a:lnTo>
                    <a:pt x="391464" y="48260"/>
                  </a:lnTo>
                  <a:lnTo>
                    <a:pt x="388200" y="45110"/>
                  </a:lnTo>
                  <a:lnTo>
                    <a:pt x="388200" y="64770"/>
                  </a:lnTo>
                  <a:lnTo>
                    <a:pt x="382524" y="66040"/>
                  </a:lnTo>
                  <a:lnTo>
                    <a:pt x="377151" y="67310"/>
                  </a:lnTo>
                  <a:lnTo>
                    <a:pt x="373011" y="69850"/>
                  </a:lnTo>
                  <a:lnTo>
                    <a:pt x="374700" y="66040"/>
                  </a:lnTo>
                  <a:lnTo>
                    <a:pt x="373011" y="60960"/>
                  </a:lnTo>
                  <a:lnTo>
                    <a:pt x="382143" y="60960"/>
                  </a:lnTo>
                  <a:lnTo>
                    <a:pt x="384708" y="64770"/>
                  </a:lnTo>
                  <a:lnTo>
                    <a:pt x="388200" y="64770"/>
                  </a:lnTo>
                  <a:lnTo>
                    <a:pt x="388200" y="45110"/>
                  </a:lnTo>
                  <a:lnTo>
                    <a:pt x="342785" y="1270"/>
                  </a:lnTo>
                  <a:lnTo>
                    <a:pt x="341261" y="0"/>
                  </a:lnTo>
                  <a:lnTo>
                    <a:pt x="339813" y="0"/>
                  </a:lnTo>
                  <a:lnTo>
                    <a:pt x="339813" y="1270"/>
                  </a:lnTo>
                  <a:lnTo>
                    <a:pt x="340626" y="2540"/>
                  </a:lnTo>
                  <a:lnTo>
                    <a:pt x="382524" y="53340"/>
                  </a:lnTo>
                  <a:lnTo>
                    <a:pt x="379323" y="54610"/>
                  </a:lnTo>
                  <a:lnTo>
                    <a:pt x="376212" y="55880"/>
                  </a:lnTo>
                  <a:lnTo>
                    <a:pt x="370916" y="57150"/>
                  </a:lnTo>
                  <a:lnTo>
                    <a:pt x="369354" y="59690"/>
                  </a:lnTo>
                  <a:lnTo>
                    <a:pt x="369354" y="62230"/>
                  </a:lnTo>
                  <a:lnTo>
                    <a:pt x="361581" y="66040"/>
                  </a:lnTo>
                  <a:lnTo>
                    <a:pt x="354990" y="71005"/>
                  </a:lnTo>
                  <a:lnTo>
                    <a:pt x="348843" y="76200"/>
                  </a:lnTo>
                  <a:lnTo>
                    <a:pt x="346748" y="76200"/>
                  </a:lnTo>
                  <a:lnTo>
                    <a:pt x="349072" y="81280"/>
                  </a:lnTo>
                  <a:lnTo>
                    <a:pt x="349910" y="83820"/>
                  </a:lnTo>
                  <a:lnTo>
                    <a:pt x="347179" y="88900"/>
                  </a:lnTo>
                  <a:lnTo>
                    <a:pt x="357212" y="82550"/>
                  </a:lnTo>
                  <a:lnTo>
                    <a:pt x="366268" y="77470"/>
                  </a:lnTo>
                  <a:lnTo>
                    <a:pt x="367614" y="81280"/>
                  </a:lnTo>
                  <a:lnTo>
                    <a:pt x="368338" y="82550"/>
                  </a:lnTo>
                  <a:lnTo>
                    <a:pt x="363918" y="83820"/>
                  </a:lnTo>
                  <a:lnTo>
                    <a:pt x="360781" y="85090"/>
                  </a:lnTo>
                  <a:lnTo>
                    <a:pt x="357759" y="86360"/>
                  </a:lnTo>
                  <a:lnTo>
                    <a:pt x="354418" y="88900"/>
                  </a:lnTo>
                  <a:lnTo>
                    <a:pt x="355396" y="91440"/>
                  </a:lnTo>
                  <a:lnTo>
                    <a:pt x="357886" y="90170"/>
                  </a:lnTo>
                  <a:lnTo>
                    <a:pt x="357962" y="91440"/>
                  </a:lnTo>
                  <a:lnTo>
                    <a:pt x="358178" y="92710"/>
                  </a:lnTo>
                  <a:lnTo>
                    <a:pt x="359092" y="93980"/>
                  </a:lnTo>
                  <a:lnTo>
                    <a:pt x="361581" y="93980"/>
                  </a:lnTo>
                  <a:lnTo>
                    <a:pt x="363143" y="91440"/>
                  </a:lnTo>
                  <a:lnTo>
                    <a:pt x="364058" y="92710"/>
                  </a:lnTo>
                  <a:lnTo>
                    <a:pt x="365112" y="92710"/>
                  </a:lnTo>
                  <a:lnTo>
                    <a:pt x="363677" y="99060"/>
                  </a:lnTo>
                  <a:lnTo>
                    <a:pt x="362623" y="100330"/>
                  </a:lnTo>
                  <a:lnTo>
                    <a:pt x="367385" y="99060"/>
                  </a:lnTo>
                  <a:lnTo>
                    <a:pt x="370344" y="95250"/>
                  </a:lnTo>
                  <a:lnTo>
                    <a:pt x="370408" y="93980"/>
                  </a:lnTo>
                  <a:lnTo>
                    <a:pt x="370535" y="91440"/>
                  </a:lnTo>
                  <a:lnTo>
                    <a:pt x="370560" y="90170"/>
                  </a:lnTo>
                  <a:lnTo>
                    <a:pt x="370611" y="87630"/>
                  </a:lnTo>
                  <a:lnTo>
                    <a:pt x="371627" y="87630"/>
                  </a:lnTo>
                  <a:lnTo>
                    <a:pt x="372338" y="86360"/>
                  </a:lnTo>
                  <a:lnTo>
                    <a:pt x="373100" y="86360"/>
                  </a:lnTo>
                  <a:lnTo>
                    <a:pt x="373913" y="90170"/>
                  </a:lnTo>
                  <a:lnTo>
                    <a:pt x="373011" y="92710"/>
                  </a:lnTo>
                  <a:lnTo>
                    <a:pt x="375475" y="92710"/>
                  </a:lnTo>
                  <a:lnTo>
                    <a:pt x="378079" y="88900"/>
                  </a:lnTo>
                  <a:lnTo>
                    <a:pt x="377977" y="87630"/>
                  </a:lnTo>
                  <a:lnTo>
                    <a:pt x="377888" y="86360"/>
                  </a:lnTo>
                  <a:lnTo>
                    <a:pt x="377799" y="85090"/>
                  </a:lnTo>
                  <a:lnTo>
                    <a:pt x="377710" y="83820"/>
                  </a:lnTo>
                  <a:lnTo>
                    <a:pt x="378917" y="82550"/>
                  </a:lnTo>
                  <a:lnTo>
                    <a:pt x="380263" y="81280"/>
                  </a:lnTo>
                  <a:lnTo>
                    <a:pt x="382739" y="81280"/>
                  </a:lnTo>
                  <a:lnTo>
                    <a:pt x="385991" y="86360"/>
                  </a:lnTo>
                  <a:lnTo>
                    <a:pt x="398703" y="86360"/>
                  </a:lnTo>
                  <a:lnTo>
                    <a:pt x="402399" y="81280"/>
                  </a:lnTo>
                  <a:lnTo>
                    <a:pt x="403326" y="80010"/>
                  </a:lnTo>
                  <a:lnTo>
                    <a:pt x="403669" y="77470"/>
                  </a:lnTo>
                  <a:lnTo>
                    <a:pt x="404177" y="73660"/>
                  </a:lnTo>
                  <a:lnTo>
                    <a:pt x="404075" y="72390"/>
                  </a:lnTo>
                  <a:lnTo>
                    <a:pt x="403860" y="71005"/>
                  </a:lnTo>
                  <a:lnTo>
                    <a:pt x="402628" y="69850"/>
                  </a:lnTo>
                  <a:lnTo>
                    <a:pt x="405561" y="72390"/>
                  </a:lnTo>
                  <a:lnTo>
                    <a:pt x="406476" y="74930"/>
                  </a:lnTo>
                  <a:lnTo>
                    <a:pt x="406476" y="78740"/>
                  </a:lnTo>
                  <a:lnTo>
                    <a:pt x="403123" y="86360"/>
                  </a:lnTo>
                  <a:lnTo>
                    <a:pt x="395097" y="91440"/>
                  </a:lnTo>
                  <a:lnTo>
                    <a:pt x="385483" y="97790"/>
                  </a:lnTo>
                  <a:lnTo>
                    <a:pt x="377329" y="102870"/>
                  </a:lnTo>
                  <a:lnTo>
                    <a:pt x="376936" y="102870"/>
                  </a:lnTo>
                  <a:lnTo>
                    <a:pt x="376694" y="104140"/>
                  </a:lnTo>
                  <a:lnTo>
                    <a:pt x="376389" y="104140"/>
                  </a:lnTo>
                  <a:lnTo>
                    <a:pt x="373164" y="102870"/>
                  </a:lnTo>
                  <a:lnTo>
                    <a:pt x="366687" y="100330"/>
                  </a:lnTo>
                  <a:lnTo>
                    <a:pt x="365912" y="102870"/>
                  </a:lnTo>
                  <a:lnTo>
                    <a:pt x="365467" y="104140"/>
                  </a:lnTo>
                  <a:lnTo>
                    <a:pt x="364401" y="107950"/>
                  </a:lnTo>
                  <a:lnTo>
                    <a:pt x="362356" y="114300"/>
                  </a:lnTo>
                  <a:lnTo>
                    <a:pt x="360972" y="118110"/>
                  </a:lnTo>
                  <a:lnTo>
                    <a:pt x="360451" y="119380"/>
                  </a:lnTo>
                  <a:lnTo>
                    <a:pt x="361327" y="120650"/>
                  </a:lnTo>
                  <a:lnTo>
                    <a:pt x="357263" y="125730"/>
                  </a:lnTo>
                  <a:lnTo>
                    <a:pt x="353860" y="132080"/>
                  </a:lnTo>
                  <a:lnTo>
                    <a:pt x="351345" y="138430"/>
                  </a:lnTo>
                  <a:lnTo>
                    <a:pt x="349910" y="144780"/>
                  </a:lnTo>
                  <a:lnTo>
                    <a:pt x="347560" y="142240"/>
                  </a:lnTo>
                  <a:lnTo>
                    <a:pt x="345998" y="140970"/>
                  </a:lnTo>
                  <a:lnTo>
                    <a:pt x="342849" y="138430"/>
                  </a:lnTo>
                  <a:lnTo>
                    <a:pt x="343115" y="137160"/>
                  </a:lnTo>
                  <a:lnTo>
                    <a:pt x="343255" y="137160"/>
                  </a:lnTo>
                  <a:lnTo>
                    <a:pt x="343344" y="135890"/>
                  </a:lnTo>
                  <a:lnTo>
                    <a:pt x="343433" y="134620"/>
                  </a:lnTo>
                  <a:lnTo>
                    <a:pt x="343535" y="133350"/>
                  </a:lnTo>
                  <a:lnTo>
                    <a:pt x="342709" y="130810"/>
                  </a:lnTo>
                  <a:lnTo>
                    <a:pt x="341071" y="129540"/>
                  </a:lnTo>
                  <a:lnTo>
                    <a:pt x="340283" y="128651"/>
                  </a:lnTo>
                  <a:lnTo>
                    <a:pt x="340283" y="133350"/>
                  </a:lnTo>
                  <a:lnTo>
                    <a:pt x="340169" y="134620"/>
                  </a:lnTo>
                  <a:lnTo>
                    <a:pt x="340042" y="137160"/>
                  </a:lnTo>
                  <a:lnTo>
                    <a:pt x="339242" y="138430"/>
                  </a:lnTo>
                  <a:lnTo>
                    <a:pt x="338289" y="139700"/>
                  </a:lnTo>
                  <a:lnTo>
                    <a:pt x="337769" y="139700"/>
                  </a:lnTo>
                  <a:lnTo>
                    <a:pt x="336931" y="140970"/>
                  </a:lnTo>
                  <a:lnTo>
                    <a:pt x="333756" y="140970"/>
                  </a:lnTo>
                  <a:lnTo>
                    <a:pt x="332130" y="138430"/>
                  </a:lnTo>
                  <a:lnTo>
                    <a:pt x="332244" y="133350"/>
                  </a:lnTo>
                  <a:lnTo>
                    <a:pt x="332892" y="132080"/>
                  </a:lnTo>
                  <a:lnTo>
                    <a:pt x="334556" y="130810"/>
                  </a:lnTo>
                  <a:lnTo>
                    <a:pt x="335470" y="129540"/>
                  </a:lnTo>
                  <a:lnTo>
                    <a:pt x="337464" y="129540"/>
                  </a:lnTo>
                  <a:lnTo>
                    <a:pt x="338340" y="130810"/>
                  </a:lnTo>
                  <a:lnTo>
                    <a:pt x="338759" y="130810"/>
                  </a:lnTo>
                  <a:lnTo>
                    <a:pt x="339813" y="132080"/>
                  </a:lnTo>
                  <a:lnTo>
                    <a:pt x="340283" y="133350"/>
                  </a:lnTo>
                  <a:lnTo>
                    <a:pt x="340283" y="128651"/>
                  </a:lnTo>
                  <a:lnTo>
                    <a:pt x="339953" y="128270"/>
                  </a:lnTo>
                  <a:lnTo>
                    <a:pt x="338340" y="127000"/>
                  </a:lnTo>
                  <a:lnTo>
                    <a:pt x="333248" y="127000"/>
                  </a:lnTo>
                  <a:lnTo>
                    <a:pt x="331546" y="128270"/>
                  </a:lnTo>
                  <a:lnTo>
                    <a:pt x="330987" y="129540"/>
                  </a:lnTo>
                  <a:lnTo>
                    <a:pt x="330352" y="128270"/>
                  </a:lnTo>
                  <a:lnTo>
                    <a:pt x="330085" y="128270"/>
                  </a:lnTo>
                  <a:lnTo>
                    <a:pt x="326758" y="125730"/>
                  </a:lnTo>
                  <a:lnTo>
                    <a:pt x="322948" y="123190"/>
                  </a:lnTo>
                  <a:lnTo>
                    <a:pt x="320459" y="120650"/>
                  </a:lnTo>
                  <a:lnTo>
                    <a:pt x="319417" y="119380"/>
                  </a:lnTo>
                  <a:lnTo>
                    <a:pt x="309676" y="119380"/>
                  </a:lnTo>
                  <a:lnTo>
                    <a:pt x="308051" y="121920"/>
                  </a:lnTo>
                  <a:lnTo>
                    <a:pt x="307073" y="121920"/>
                  </a:lnTo>
                  <a:lnTo>
                    <a:pt x="304977" y="124460"/>
                  </a:lnTo>
                  <a:lnTo>
                    <a:pt x="302539" y="125730"/>
                  </a:lnTo>
                  <a:lnTo>
                    <a:pt x="303682" y="127000"/>
                  </a:lnTo>
                  <a:lnTo>
                    <a:pt x="304761" y="128270"/>
                  </a:lnTo>
                  <a:lnTo>
                    <a:pt x="305917" y="129540"/>
                  </a:lnTo>
                  <a:lnTo>
                    <a:pt x="306628" y="129540"/>
                  </a:lnTo>
                  <a:lnTo>
                    <a:pt x="307822" y="130810"/>
                  </a:lnTo>
                  <a:lnTo>
                    <a:pt x="309486" y="130810"/>
                  </a:lnTo>
                  <a:lnTo>
                    <a:pt x="310553" y="129540"/>
                  </a:lnTo>
                  <a:lnTo>
                    <a:pt x="316103" y="129540"/>
                  </a:lnTo>
                  <a:lnTo>
                    <a:pt x="317347" y="132080"/>
                  </a:lnTo>
                  <a:lnTo>
                    <a:pt x="318185" y="133350"/>
                  </a:lnTo>
                  <a:lnTo>
                    <a:pt x="326174" y="143510"/>
                  </a:lnTo>
                  <a:lnTo>
                    <a:pt x="332574" y="149860"/>
                  </a:lnTo>
                  <a:lnTo>
                    <a:pt x="331876" y="151130"/>
                  </a:lnTo>
                  <a:lnTo>
                    <a:pt x="330479" y="151130"/>
                  </a:lnTo>
                  <a:lnTo>
                    <a:pt x="327837" y="152400"/>
                  </a:lnTo>
                  <a:lnTo>
                    <a:pt x="318655" y="152400"/>
                  </a:lnTo>
                  <a:lnTo>
                    <a:pt x="315899" y="151130"/>
                  </a:lnTo>
                  <a:lnTo>
                    <a:pt x="315328" y="151130"/>
                  </a:lnTo>
                  <a:lnTo>
                    <a:pt x="311848" y="156210"/>
                  </a:lnTo>
                  <a:lnTo>
                    <a:pt x="310819" y="157480"/>
                  </a:lnTo>
                  <a:lnTo>
                    <a:pt x="309841" y="158750"/>
                  </a:lnTo>
                  <a:lnTo>
                    <a:pt x="309206" y="160020"/>
                  </a:lnTo>
                  <a:lnTo>
                    <a:pt x="313931" y="167640"/>
                  </a:lnTo>
                  <a:lnTo>
                    <a:pt x="317512" y="173990"/>
                  </a:lnTo>
                  <a:lnTo>
                    <a:pt x="321005" y="180340"/>
                  </a:lnTo>
                  <a:lnTo>
                    <a:pt x="323545" y="185420"/>
                  </a:lnTo>
                  <a:lnTo>
                    <a:pt x="325793" y="191770"/>
                  </a:lnTo>
                  <a:lnTo>
                    <a:pt x="328752" y="193040"/>
                  </a:lnTo>
                  <a:lnTo>
                    <a:pt x="337769" y="195580"/>
                  </a:lnTo>
                  <a:lnTo>
                    <a:pt x="345617" y="200660"/>
                  </a:lnTo>
                  <a:lnTo>
                    <a:pt x="346468" y="201930"/>
                  </a:lnTo>
                  <a:lnTo>
                    <a:pt x="346583" y="199390"/>
                  </a:lnTo>
                  <a:lnTo>
                    <a:pt x="346684" y="196850"/>
                  </a:lnTo>
                  <a:lnTo>
                    <a:pt x="345465" y="195580"/>
                  </a:lnTo>
                  <a:lnTo>
                    <a:pt x="341071" y="194310"/>
                  </a:lnTo>
                  <a:lnTo>
                    <a:pt x="339407" y="193040"/>
                  </a:lnTo>
                  <a:lnTo>
                    <a:pt x="341223" y="193040"/>
                  </a:lnTo>
                  <a:lnTo>
                    <a:pt x="346684" y="194310"/>
                  </a:lnTo>
                  <a:lnTo>
                    <a:pt x="350608" y="195580"/>
                  </a:lnTo>
                  <a:lnTo>
                    <a:pt x="349770" y="193040"/>
                  </a:lnTo>
                  <a:lnTo>
                    <a:pt x="349351" y="191770"/>
                  </a:lnTo>
                  <a:lnTo>
                    <a:pt x="345313" y="186690"/>
                  </a:lnTo>
                  <a:lnTo>
                    <a:pt x="342849" y="184150"/>
                  </a:lnTo>
                  <a:lnTo>
                    <a:pt x="339509" y="182880"/>
                  </a:lnTo>
                  <a:lnTo>
                    <a:pt x="336245" y="182880"/>
                  </a:lnTo>
                  <a:lnTo>
                    <a:pt x="334848" y="184150"/>
                  </a:lnTo>
                  <a:lnTo>
                    <a:pt x="335064" y="185420"/>
                  </a:lnTo>
                  <a:lnTo>
                    <a:pt x="334340" y="186690"/>
                  </a:lnTo>
                  <a:lnTo>
                    <a:pt x="331749" y="186690"/>
                  </a:lnTo>
                  <a:lnTo>
                    <a:pt x="330898" y="185420"/>
                  </a:lnTo>
                  <a:lnTo>
                    <a:pt x="331749" y="182880"/>
                  </a:lnTo>
                  <a:lnTo>
                    <a:pt x="333616" y="182880"/>
                  </a:lnTo>
                  <a:lnTo>
                    <a:pt x="333248" y="180340"/>
                  </a:lnTo>
                  <a:lnTo>
                    <a:pt x="332828" y="177800"/>
                  </a:lnTo>
                  <a:lnTo>
                    <a:pt x="329666" y="177800"/>
                  </a:lnTo>
                  <a:lnTo>
                    <a:pt x="327837" y="176530"/>
                  </a:lnTo>
                  <a:lnTo>
                    <a:pt x="324878" y="172720"/>
                  </a:lnTo>
                  <a:lnTo>
                    <a:pt x="321818" y="167640"/>
                  </a:lnTo>
                  <a:lnTo>
                    <a:pt x="320255" y="165100"/>
                  </a:lnTo>
                  <a:lnTo>
                    <a:pt x="318858" y="162560"/>
                  </a:lnTo>
                  <a:lnTo>
                    <a:pt x="320776" y="160020"/>
                  </a:lnTo>
                  <a:lnTo>
                    <a:pt x="323126" y="158750"/>
                  </a:lnTo>
                  <a:lnTo>
                    <a:pt x="328142" y="161290"/>
                  </a:lnTo>
                  <a:lnTo>
                    <a:pt x="337921" y="162560"/>
                  </a:lnTo>
                  <a:lnTo>
                    <a:pt x="350177" y="162560"/>
                  </a:lnTo>
                  <a:lnTo>
                    <a:pt x="351904" y="171450"/>
                  </a:lnTo>
                  <a:lnTo>
                    <a:pt x="355638" y="179070"/>
                  </a:lnTo>
                  <a:lnTo>
                    <a:pt x="362140" y="184150"/>
                  </a:lnTo>
                  <a:lnTo>
                    <a:pt x="372186" y="187960"/>
                  </a:lnTo>
                  <a:lnTo>
                    <a:pt x="379857" y="190500"/>
                  </a:lnTo>
                  <a:lnTo>
                    <a:pt x="387934" y="195580"/>
                  </a:lnTo>
                  <a:lnTo>
                    <a:pt x="390728" y="203200"/>
                  </a:lnTo>
                  <a:lnTo>
                    <a:pt x="371500" y="205740"/>
                  </a:lnTo>
                  <a:lnTo>
                    <a:pt x="360311" y="210820"/>
                  </a:lnTo>
                  <a:lnTo>
                    <a:pt x="355104" y="218440"/>
                  </a:lnTo>
                  <a:lnTo>
                    <a:pt x="353822" y="226060"/>
                  </a:lnTo>
                  <a:lnTo>
                    <a:pt x="355574" y="233680"/>
                  </a:lnTo>
                  <a:lnTo>
                    <a:pt x="359435" y="238760"/>
                  </a:lnTo>
                  <a:lnTo>
                    <a:pt x="363296" y="242570"/>
                  </a:lnTo>
                  <a:lnTo>
                    <a:pt x="365048" y="248920"/>
                  </a:lnTo>
                  <a:lnTo>
                    <a:pt x="360730" y="254000"/>
                  </a:lnTo>
                  <a:lnTo>
                    <a:pt x="350647" y="257810"/>
                  </a:lnTo>
                  <a:lnTo>
                    <a:pt x="339013" y="260350"/>
                  </a:lnTo>
                  <a:lnTo>
                    <a:pt x="330085" y="261620"/>
                  </a:lnTo>
                  <a:lnTo>
                    <a:pt x="323126" y="262890"/>
                  </a:lnTo>
                  <a:lnTo>
                    <a:pt x="319354" y="264160"/>
                  </a:lnTo>
                  <a:lnTo>
                    <a:pt x="315937" y="267970"/>
                  </a:lnTo>
                  <a:lnTo>
                    <a:pt x="312686" y="270510"/>
                  </a:lnTo>
                  <a:lnTo>
                    <a:pt x="303352" y="279400"/>
                  </a:lnTo>
                  <a:lnTo>
                    <a:pt x="305917" y="280670"/>
                  </a:lnTo>
                  <a:lnTo>
                    <a:pt x="308483" y="280670"/>
                  </a:lnTo>
                  <a:lnTo>
                    <a:pt x="313067" y="274320"/>
                  </a:lnTo>
                  <a:lnTo>
                    <a:pt x="314350" y="273050"/>
                  </a:lnTo>
                  <a:lnTo>
                    <a:pt x="315328" y="270510"/>
                  </a:lnTo>
                  <a:lnTo>
                    <a:pt x="316166" y="271780"/>
                  </a:lnTo>
                  <a:lnTo>
                    <a:pt x="317119" y="271780"/>
                  </a:lnTo>
                  <a:lnTo>
                    <a:pt x="315429" y="274320"/>
                  </a:lnTo>
                  <a:lnTo>
                    <a:pt x="311670" y="280670"/>
                  </a:lnTo>
                  <a:lnTo>
                    <a:pt x="327406" y="281940"/>
                  </a:lnTo>
                  <a:lnTo>
                    <a:pt x="328422" y="276860"/>
                  </a:lnTo>
                  <a:lnTo>
                    <a:pt x="328422" y="271780"/>
                  </a:lnTo>
                  <a:lnTo>
                    <a:pt x="324472" y="270510"/>
                  </a:lnTo>
                  <a:lnTo>
                    <a:pt x="326758" y="267970"/>
                  </a:lnTo>
                  <a:lnTo>
                    <a:pt x="329120" y="266700"/>
                  </a:lnTo>
                  <a:lnTo>
                    <a:pt x="330987" y="267970"/>
                  </a:lnTo>
                  <a:lnTo>
                    <a:pt x="334632" y="271780"/>
                  </a:lnTo>
                  <a:lnTo>
                    <a:pt x="335203" y="274320"/>
                  </a:lnTo>
                  <a:lnTo>
                    <a:pt x="339598" y="271780"/>
                  </a:lnTo>
                  <a:lnTo>
                    <a:pt x="353187" y="266700"/>
                  </a:lnTo>
                  <a:lnTo>
                    <a:pt x="370166" y="260350"/>
                  </a:lnTo>
                  <a:lnTo>
                    <a:pt x="375221" y="257810"/>
                  </a:lnTo>
                  <a:lnTo>
                    <a:pt x="378282" y="256540"/>
                  </a:lnTo>
                  <a:lnTo>
                    <a:pt x="382143" y="255270"/>
                  </a:lnTo>
                  <a:lnTo>
                    <a:pt x="381000" y="252730"/>
                  </a:lnTo>
                  <a:lnTo>
                    <a:pt x="378625" y="251460"/>
                  </a:lnTo>
                  <a:lnTo>
                    <a:pt x="376212" y="248920"/>
                  </a:lnTo>
                  <a:lnTo>
                    <a:pt x="375666" y="246380"/>
                  </a:lnTo>
                  <a:lnTo>
                    <a:pt x="375666" y="232410"/>
                  </a:lnTo>
                  <a:lnTo>
                    <a:pt x="381927" y="228600"/>
                  </a:lnTo>
                  <a:lnTo>
                    <a:pt x="393192" y="228600"/>
                  </a:lnTo>
                  <a:lnTo>
                    <a:pt x="392696" y="232410"/>
                  </a:lnTo>
                  <a:lnTo>
                    <a:pt x="392696" y="233680"/>
                  </a:lnTo>
                  <a:lnTo>
                    <a:pt x="396659" y="245110"/>
                  </a:lnTo>
                  <a:lnTo>
                    <a:pt x="405841" y="255270"/>
                  </a:lnTo>
                  <a:lnTo>
                    <a:pt x="416255" y="262890"/>
                  </a:lnTo>
                  <a:lnTo>
                    <a:pt x="423913" y="265430"/>
                  </a:lnTo>
                  <a:lnTo>
                    <a:pt x="426872" y="265430"/>
                  </a:lnTo>
                  <a:lnTo>
                    <a:pt x="430911" y="262890"/>
                  </a:lnTo>
                  <a:lnTo>
                    <a:pt x="431025" y="267970"/>
                  </a:lnTo>
                  <a:lnTo>
                    <a:pt x="431139" y="273050"/>
                  </a:lnTo>
                  <a:lnTo>
                    <a:pt x="431253" y="279400"/>
                  </a:lnTo>
                  <a:lnTo>
                    <a:pt x="432803" y="284480"/>
                  </a:lnTo>
                  <a:lnTo>
                    <a:pt x="430110" y="300990"/>
                  </a:lnTo>
                  <a:lnTo>
                    <a:pt x="427685" y="302260"/>
                  </a:lnTo>
                  <a:lnTo>
                    <a:pt x="417766" y="309880"/>
                  </a:lnTo>
                  <a:lnTo>
                    <a:pt x="413105" y="320040"/>
                  </a:lnTo>
                  <a:lnTo>
                    <a:pt x="411048" y="322580"/>
                  </a:lnTo>
                  <a:lnTo>
                    <a:pt x="413207" y="323850"/>
                  </a:lnTo>
                  <a:lnTo>
                    <a:pt x="415505" y="323850"/>
                  </a:lnTo>
                  <a:lnTo>
                    <a:pt x="417347" y="318770"/>
                  </a:lnTo>
                  <a:lnTo>
                    <a:pt x="419049" y="313690"/>
                  </a:lnTo>
                  <a:lnTo>
                    <a:pt x="420776" y="311150"/>
                  </a:lnTo>
                  <a:lnTo>
                    <a:pt x="422656" y="309880"/>
                  </a:lnTo>
                  <a:lnTo>
                    <a:pt x="420687" y="314960"/>
                  </a:lnTo>
                  <a:lnTo>
                    <a:pt x="419328" y="321310"/>
                  </a:lnTo>
                  <a:lnTo>
                    <a:pt x="418261" y="323850"/>
                  </a:lnTo>
                  <a:lnTo>
                    <a:pt x="424751" y="325120"/>
                  </a:lnTo>
                  <a:lnTo>
                    <a:pt x="434784" y="320040"/>
                  </a:lnTo>
                  <a:lnTo>
                    <a:pt x="434784" y="311150"/>
                  </a:lnTo>
                  <a:lnTo>
                    <a:pt x="431253" y="311150"/>
                  </a:lnTo>
                  <a:lnTo>
                    <a:pt x="431253" y="309880"/>
                  </a:lnTo>
                  <a:lnTo>
                    <a:pt x="431253" y="307340"/>
                  </a:lnTo>
                  <a:lnTo>
                    <a:pt x="432841" y="306070"/>
                  </a:lnTo>
                  <a:lnTo>
                    <a:pt x="437273" y="306070"/>
                  </a:lnTo>
                  <a:lnTo>
                    <a:pt x="439216" y="307340"/>
                  </a:lnTo>
                  <a:lnTo>
                    <a:pt x="439331" y="308610"/>
                  </a:lnTo>
                  <a:lnTo>
                    <a:pt x="441998" y="307340"/>
                  </a:lnTo>
                  <a:lnTo>
                    <a:pt x="442925" y="306070"/>
                  </a:lnTo>
                  <a:lnTo>
                    <a:pt x="443839" y="304800"/>
                  </a:lnTo>
                  <a:lnTo>
                    <a:pt x="443814" y="302260"/>
                  </a:lnTo>
                  <a:lnTo>
                    <a:pt x="443699" y="290830"/>
                  </a:lnTo>
                  <a:lnTo>
                    <a:pt x="444119" y="290830"/>
                  </a:lnTo>
                  <a:lnTo>
                    <a:pt x="445274" y="293370"/>
                  </a:lnTo>
                  <a:lnTo>
                    <a:pt x="447344" y="294640"/>
                  </a:lnTo>
                  <a:lnTo>
                    <a:pt x="454558" y="294640"/>
                  </a:lnTo>
                  <a:lnTo>
                    <a:pt x="456590" y="292100"/>
                  </a:lnTo>
                  <a:lnTo>
                    <a:pt x="458990" y="290830"/>
                  </a:lnTo>
                  <a:lnTo>
                    <a:pt x="460717" y="288290"/>
                  </a:lnTo>
                  <a:lnTo>
                    <a:pt x="461416" y="285750"/>
                  </a:lnTo>
                  <a:lnTo>
                    <a:pt x="461416" y="283210"/>
                  </a:lnTo>
                  <a:lnTo>
                    <a:pt x="461124" y="281940"/>
                  </a:lnTo>
                  <a:lnTo>
                    <a:pt x="460336" y="280670"/>
                  </a:lnTo>
                  <a:lnTo>
                    <a:pt x="459333" y="279400"/>
                  </a:lnTo>
                  <a:lnTo>
                    <a:pt x="458419" y="278714"/>
                  </a:lnTo>
                  <a:lnTo>
                    <a:pt x="458419" y="283210"/>
                  </a:lnTo>
                  <a:lnTo>
                    <a:pt x="458279" y="284480"/>
                  </a:lnTo>
                  <a:lnTo>
                    <a:pt x="458101" y="285750"/>
                  </a:lnTo>
                  <a:lnTo>
                    <a:pt x="457771" y="287020"/>
                  </a:lnTo>
                  <a:lnTo>
                    <a:pt x="456590" y="289560"/>
                  </a:lnTo>
                  <a:lnTo>
                    <a:pt x="454875" y="289560"/>
                  </a:lnTo>
                  <a:lnTo>
                    <a:pt x="451815" y="292100"/>
                  </a:lnTo>
                  <a:lnTo>
                    <a:pt x="448259" y="292100"/>
                  </a:lnTo>
                  <a:lnTo>
                    <a:pt x="447535" y="290830"/>
                  </a:lnTo>
                  <a:lnTo>
                    <a:pt x="446811" y="289560"/>
                  </a:lnTo>
                  <a:lnTo>
                    <a:pt x="445973" y="288290"/>
                  </a:lnTo>
                  <a:lnTo>
                    <a:pt x="446062" y="287020"/>
                  </a:lnTo>
                  <a:lnTo>
                    <a:pt x="446227" y="287020"/>
                  </a:lnTo>
                  <a:lnTo>
                    <a:pt x="446392" y="285750"/>
                  </a:lnTo>
                  <a:lnTo>
                    <a:pt x="446557" y="284480"/>
                  </a:lnTo>
                  <a:lnTo>
                    <a:pt x="447903" y="283210"/>
                  </a:lnTo>
                  <a:lnTo>
                    <a:pt x="449491" y="281940"/>
                  </a:lnTo>
                  <a:lnTo>
                    <a:pt x="451345" y="280670"/>
                  </a:lnTo>
                  <a:lnTo>
                    <a:pt x="455129" y="280670"/>
                  </a:lnTo>
                  <a:lnTo>
                    <a:pt x="457060" y="281940"/>
                  </a:lnTo>
                  <a:lnTo>
                    <a:pt x="457644" y="283210"/>
                  </a:lnTo>
                  <a:lnTo>
                    <a:pt x="458419" y="283210"/>
                  </a:lnTo>
                  <a:lnTo>
                    <a:pt x="458419" y="278714"/>
                  </a:lnTo>
                  <a:lnTo>
                    <a:pt x="457644" y="278130"/>
                  </a:lnTo>
                  <a:lnTo>
                    <a:pt x="455764" y="278130"/>
                  </a:lnTo>
                  <a:lnTo>
                    <a:pt x="453199" y="276860"/>
                  </a:lnTo>
                  <a:lnTo>
                    <a:pt x="450265" y="278130"/>
                  </a:lnTo>
                  <a:lnTo>
                    <a:pt x="445681" y="280670"/>
                  </a:lnTo>
                  <a:lnTo>
                    <a:pt x="443839" y="283210"/>
                  </a:lnTo>
                  <a:lnTo>
                    <a:pt x="443280" y="285750"/>
                  </a:lnTo>
                  <a:lnTo>
                    <a:pt x="443217" y="284480"/>
                  </a:lnTo>
                  <a:lnTo>
                    <a:pt x="443141" y="283210"/>
                  </a:lnTo>
                  <a:lnTo>
                    <a:pt x="443064" y="281940"/>
                  </a:lnTo>
                  <a:lnTo>
                    <a:pt x="443001" y="280670"/>
                  </a:lnTo>
                  <a:lnTo>
                    <a:pt x="442925" y="279400"/>
                  </a:lnTo>
                  <a:lnTo>
                    <a:pt x="442849" y="278130"/>
                  </a:lnTo>
                  <a:lnTo>
                    <a:pt x="442785" y="276860"/>
                  </a:lnTo>
                  <a:lnTo>
                    <a:pt x="441998" y="269240"/>
                  </a:lnTo>
                  <a:lnTo>
                    <a:pt x="442125" y="267970"/>
                  </a:lnTo>
                  <a:lnTo>
                    <a:pt x="442252" y="266700"/>
                  </a:lnTo>
                  <a:lnTo>
                    <a:pt x="442366" y="265430"/>
                  </a:lnTo>
                  <a:lnTo>
                    <a:pt x="442468" y="264160"/>
                  </a:lnTo>
                  <a:lnTo>
                    <a:pt x="442569" y="262890"/>
                  </a:lnTo>
                  <a:lnTo>
                    <a:pt x="442671" y="261620"/>
                  </a:lnTo>
                  <a:lnTo>
                    <a:pt x="442785" y="260350"/>
                  </a:lnTo>
                  <a:lnTo>
                    <a:pt x="442925" y="257810"/>
                  </a:lnTo>
                  <a:lnTo>
                    <a:pt x="441325" y="257810"/>
                  </a:lnTo>
                  <a:lnTo>
                    <a:pt x="439623" y="256540"/>
                  </a:lnTo>
                  <a:lnTo>
                    <a:pt x="437781" y="260350"/>
                  </a:lnTo>
                  <a:lnTo>
                    <a:pt x="432930" y="260350"/>
                  </a:lnTo>
                  <a:lnTo>
                    <a:pt x="425742" y="252730"/>
                  </a:lnTo>
                  <a:lnTo>
                    <a:pt x="425742" y="246380"/>
                  </a:lnTo>
                  <a:lnTo>
                    <a:pt x="426923" y="241300"/>
                  </a:lnTo>
                  <a:lnTo>
                    <a:pt x="429983" y="233680"/>
                  </a:lnTo>
                  <a:lnTo>
                    <a:pt x="431977" y="228600"/>
                  </a:lnTo>
                  <a:lnTo>
                    <a:pt x="432612" y="223520"/>
                  </a:lnTo>
                  <a:lnTo>
                    <a:pt x="432930" y="220980"/>
                  </a:lnTo>
                  <a:lnTo>
                    <a:pt x="432841" y="218440"/>
                  </a:lnTo>
                  <a:lnTo>
                    <a:pt x="434682" y="217170"/>
                  </a:lnTo>
                  <a:lnTo>
                    <a:pt x="437299" y="222250"/>
                  </a:lnTo>
                  <a:lnTo>
                    <a:pt x="439470" y="227330"/>
                  </a:lnTo>
                  <a:lnTo>
                    <a:pt x="442785" y="231140"/>
                  </a:lnTo>
                  <a:lnTo>
                    <a:pt x="443852" y="238760"/>
                  </a:lnTo>
                  <a:lnTo>
                    <a:pt x="448995" y="245110"/>
                  </a:lnTo>
                  <a:lnTo>
                    <a:pt x="456577" y="248920"/>
                  </a:lnTo>
                  <a:lnTo>
                    <a:pt x="462165" y="246380"/>
                  </a:lnTo>
                  <a:lnTo>
                    <a:pt x="464959" y="245110"/>
                  </a:lnTo>
                  <a:lnTo>
                    <a:pt x="459587" y="246380"/>
                  </a:lnTo>
                  <a:lnTo>
                    <a:pt x="455790" y="241300"/>
                  </a:lnTo>
                  <a:lnTo>
                    <a:pt x="453402" y="236220"/>
                  </a:lnTo>
                  <a:lnTo>
                    <a:pt x="454355" y="236220"/>
                  </a:lnTo>
                  <a:lnTo>
                    <a:pt x="457974" y="237490"/>
                  </a:lnTo>
                  <a:lnTo>
                    <a:pt x="461835" y="241300"/>
                  </a:lnTo>
                  <a:lnTo>
                    <a:pt x="474002" y="241300"/>
                  </a:lnTo>
                  <a:lnTo>
                    <a:pt x="475411" y="236220"/>
                  </a:lnTo>
                  <a:lnTo>
                    <a:pt x="476110" y="233680"/>
                  </a:lnTo>
                  <a:lnTo>
                    <a:pt x="477164" y="229870"/>
                  </a:lnTo>
                  <a:lnTo>
                    <a:pt x="475043" y="232410"/>
                  </a:lnTo>
                  <a:lnTo>
                    <a:pt x="470611" y="233680"/>
                  </a:lnTo>
                  <a:lnTo>
                    <a:pt x="467575" y="233680"/>
                  </a:lnTo>
                  <a:lnTo>
                    <a:pt x="469087" y="232410"/>
                  </a:lnTo>
                  <a:lnTo>
                    <a:pt x="472109" y="229870"/>
                  </a:lnTo>
                  <a:lnTo>
                    <a:pt x="474484" y="224790"/>
                  </a:lnTo>
                  <a:lnTo>
                    <a:pt x="474484" y="218440"/>
                  </a:lnTo>
                  <a:lnTo>
                    <a:pt x="468680" y="199390"/>
                  </a:lnTo>
                  <a:lnTo>
                    <a:pt x="443090" y="173990"/>
                  </a:lnTo>
                  <a:lnTo>
                    <a:pt x="437273" y="157480"/>
                  </a:lnTo>
                  <a:lnTo>
                    <a:pt x="437273" y="147320"/>
                  </a:lnTo>
                  <a:lnTo>
                    <a:pt x="446354" y="140970"/>
                  </a:lnTo>
                  <a:lnTo>
                    <a:pt x="455129" y="140970"/>
                  </a:lnTo>
                  <a:lnTo>
                    <a:pt x="456984" y="142240"/>
                  </a:lnTo>
                  <a:lnTo>
                    <a:pt x="458419" y="142240"/>
                  </a:lnTo>
                  <a:lnTo>
                    <a:pt x="456082" y="144780"/>
                  </a:lnTo>
                  <a:lnTo>
                    <a:pt x="454748" y="148590"/>
                  </a:lnTo>
                  <a:lnTo>
                    <a:pt x="454875" y="153670"/>
                  </a:lnTo>
                  <a:lnTo>
                    <a:pt x="461048" y="165100"/>
                  </a:lnTo>
                  <a:lnTo>
                    <a:pt x="473748" y="172720"/>
                  </a:lnTo>
                  <a:lnTo>
                    <a:pt x="486371" y="177800"/>
                  </a:lnTo>
                  <a:lnTo>
                    <a:pt x="492290" y="184150"/>
                  </a:lnTo>
                  <a:close/>
                </a:path>
              </a:pathLst>
            </a:custGeom>
            <a:solidFill>
              <a:srgbClr val="FFFFFF"/>
            </a:solidFill>
          </p:spPr>
          <p:txBody>
            <a:bodyPr wrap="square" lIns="0" tIns="0" rIns="0" bIns="0" rtlCol="0"/>
            <a:lstStyle/>
            <a:p>
              <a:endParaRPr/>
            </a:p>
          </p:txBody>
        </p:sp>
        <p:pic>
          <p:nvPicPr>
            <p:cNvPr id="8" name="object 8"/>
            <p:cNvPicPr>
              <a:picLocks noGrp="1" noRot="1" noMove="1" noResize="1" noEditPoints="1" noAdjustHandles="1" noChangeArrowheads="1" noChangeShapeType="1" noCrop="1"/>
            </p:cNvPicPr>
            <p:nvPr/>
          </p:nvPicPr>
          <p:blipFill>
            <a:blip r:embed="rId5" cstate="print"/>
            <a:stretch>
              <a:fillRect/>
            </a:stretch>
          </p:blipFill>
          <p:spPr>
            <a:xfrm>
              <a:off x="723307" y="1028083"/>
              <a:ext cx="162182" cy="202135"/>
            </a:xfrm>
            <a:prstGeom prst="rect">
              <a:avLst/>
            </a:prstGeom>
          </p:spPr>
        </p:pic>
        <p:pic>
          <p:nvPicPr>
            <p:cNvPr id="9" name="object 9"/>
            <p:cNvPicPr>
              <a:picLocks noGrp="1" noRot="1" noMove="1" noResize="1" noEditPoints="1" noAdjustHandles="1" noChangeArrowheads="1" noChangeShapeType="1" noCrop="1"/>
            </p:cNvPicPr>
            <p:nvPr/>
          </p:nvPicPr>
          <p:blipFill>
            <a:blip r:embed="rId6" cstate="print"/>
            <a:stretch>
              <a:fillRect/>
            </a:stretch>
          </p:blipFill>
          <p:spPr>
            <a:xfrm>
              <a:off x="928447" y="1028087"/>
              <a:ext cx="167248" cy="197425"/>
            </a:xfrm>
            <a:prstGeom prst="rect">
              <a:avLst/>
            </a:prstGeom>
          </p:spPr>
        </p:pic>
        <p:sp>
          <p:nvSpPr>
            <p:cNvPr id="10" name="object 10"/>
            <p:cNvSpPr>
              <a:spLocks noGrp="1" noRot="1" noMove="1" noResize="1" noEditPoints="1" noAdjustHandles="1" noChangeArrowheads="1" noChangeShapeType="1"/>
            </p:cNvSpPr>
            <p:nvPr/>
          </p:nvSpPr>
          <p:spPr>
            <a:xfrm>
              <a:off x="1195451" y="1028089"/>
              <a:ext cx="160020" cy="197485"/>
            </a:xfrm>
            <a:custGeom>
              <a:avLst/>
              <a:gdLst/>
              <a:ahLst/>
              <a:cxnLst/>
              <a:rect l="l" t="t" r="r" b="b"/>
              <a:pathLst>
                <a:path w="160019" h="197484">
                  <a:moveTo>
                    <a:pt x="159918" y="0"/>
                  </a:moveTo>
                  <a:lnTo>
                    <a:pt x="133070" y="0"/>
                  </a:lnTo>
                  <a:lnTo>
                    <a:pt x="133070" y="85432"/>
                  </a:lnTo>
                  <a:lnTo>
                    <a:pt x="26835" y="85432"/>
                  </a:lnTo>
                  <a:lnTo>
                    <a:pt x="26835" y="0"/>
                  </a:lnTo>
                  <a:lnTo>
                    <a:pt x="0" y="0"/>
                  </a:lnTo>
                  <a:lnTo>
                    <a:pt x="0" y="85432"/>
                  </a:lnTo>
                  <a:lnTo>
                    <a:pt x="0" y="106794"/>
                  </a:lnTo>
                  <a:lnTo>
                    <a:pt x="0" y="197243"/>
                  </a:lnTo>
                  <a:lnTo>
                    <a:pt x="26835" y="197243"/>
                  </a:lnTo>
                  <a:lnTo>
                    <a:pt x="26835" y="106794"/>
                  </a:lnTo>
                  <a:lnTo>
                    <a:pt x="133070" y="106794"/>
                  </a:lnTo>
                  <a:lnTo>
                    <a:pt x="133070" y="197243"/>
                  </a:lnTo>
                  <a:lnTo>
                    <a:pt x="159918" y="197243"/>
                  </a:lnTo>
                  <a:lnTo>
                    <a:pt x="159918" y="106794"/>
                  </a:lnTo>
                  <a:lnTo>
                    <a:pt x="159918" y="85432"/>
                  </a:lnTo>
                  <a:lnTo>
                    <a:pt x="159918" y="0"/>
                  </a:lnTo>
                  <a:close/>
                </a:path>
              </a:pathLst>
            </a:custGeom>
            <a:solidFill>
              <a:srgbClr val="FFFFFF"/>
            </a:solidFill>
          </p:spPr>
          <p:txBody>
            <a:bodyPr wrap="square" lIns="0" tIns="0" rIns="0" bIns="0" rtlCol="0"/>
            <a:lstStyle/>
            <a:p>
              <a:endParaRPr/>
            </a:p>
          </p:txBody>
        </p:sp>
        <p:pic>
          <p:nvPicPr>
            <p:cNvPr id="11" name="object 11"/>
            <p:cNvPicPr>
              <a:picLocks noGrp="1" noRot="1" noMove="1" noResize="1" noEditPoints="1" noAdjustHandles="1" noChangeArrowheads="1" noChangeShapeType="1" noCrop="1"/>
            </p:cNvPicPr>
            <p:nvPr/>
          </p:nvPicPr>
          <p:blipFill>
            <a:blip r:embed="rId7" cstate="print"/>
            <a:stretch>
              <a:fillRect/>
            </a:stretch>
          </p:blipFill>
          <p:spPr>
            <a:xfrm>
              <a:off x="1387592" y="1079243"/>
              <a:ext cx="289038" cy="149587"/>
            </a:xfrm>
            <a:prstGeom prst="rect">
              <a:avLst/>
            </a:prstGeom>
          </p:spPr>
        </p:pic>
        <p:sp>
          <p:nvSpPr>
            <p:cNvPr id="12" name="object 12"/>
            <p:cNvSpPr>
              <a:spLocks noGrp="1" noRot="1" noMove="1" noResize="1" noEditPoints="1" noAdjustHandles="1" noChangeArrowheads="1" noChangeShapeType="1"/>
            </p:cNvSpPr>
            <p:nvPr/>
          </p:nvSpPr>
          <p:spPr>
            <a:xfrm>
              <a:off x="1700362" y="1028087"/>
              <a:ext cx="24130" cy="197485"/>
            </a:xfrm>
            <a:custGeom>
              <a:avLst/>
              <a:gdLst/>
              <a:ahLst/>
              <a:cxnLst/>
              <a:rect l="l" t="t" r="r" b="b"/>
              <a:pathLst>
                <a:path w="24130" h="197484">
                  <a:moveTo>
                    <a:pt x="24017" y="197425"/>
                  </a:moveTo>
                  <a:lnTo>
                    <a:pt x="0" y="197425"/>
                  </a:lnTo>
                  <a:lnTo>
                    <a:pt x="0" y="0"/>
                  </a:lnTo>
                  <a:lnTo>
                    <a:pt x="24017" y="0"/>
                  </a:lnTo>
                  <a:lnTo>
                    <a:pt x="24017" y="197425"/>
                  </a:lnTo>
                  <a:close/>
                </a:path>
              </a:pathLst>
            </a:custGeom>
            <a:solidFill>
              <a:srgbClr val="FFFFFF"/>
            </a:solidFill>
          </p:spPr>
          <p:txBody>
            <a:bodyPr wrap="square" lIns="0" tIns="0" rIns="0" bIns="0" rtlCol="0"/>
            <a:lstStyle/>
            <a:p>
              <a:endParaRPr/>
            </a:p>
          </p:txBody>
        </p:sp>
        <p:pic>
          <p:nvPicPr>
            <p:cNvPr id="13" name="object 13"/>
            <p:cNvPicPr>
              <a:picLocks noGrp="1" noRot="1" noMove="1" noResize="1" noEditPoints="1" noAdjustHandles="1" noChangeArrowheads="1" noChangeShapeType="1" noCrop="1"/>
            </p:cNvPicPr>
            <p:nvPr/>
          </p:nvPicPr>
          <p:blipFill>
            <a:blip r:embed="rId8" cstate="print"/>
            <a:stretch>
              <a:fillRect/>
            </a:stretch>
          </p:blipFill>
          <p:spPr>
            <a:xfrm>
              <a:off x="1746146" y="1039702"/>
              <a:ext cx="77972" cy="185820"/>
            </a:xfrm>
            <a:prstGeom prst="rect">
              <a:avLst/>
            </a:prstGeom>
          </p:spPr>
        </p:pic>
        <p:pic>
          <p:nvPicPr>
            <p:cNvPr id="14" name="object 14"/>
            <p:cNvPicPr>
              <a:picLocks noGrp="1" noRot="1" noMove="1" noResize="1" noEditPoints="1" noAdjustHandles="1" noChangeArrowheads="1" noChangeShapeType="1" noCrop="1"/>
            </p:cNvPicPr>
            <p:nvPr/>
          </p:nvPicPr>
          <p:blipFill>
            <a:blip r:embed="rId9" cstate="print"/>
            <a:stretch>
              <a:fillRect/>
            </a:stretch>
          </p:blipFill>
          <p:spPr>
            <a:xfrm>
              <a:off x="1850678" y="1028087"/>
              <a:ext cx="120924" cy="197425"/>
            </a:xfrm>
            <a:prstGeom prst="rect">
              <a:avLst/>
            </a:prstGeom>
          </p:spPr>
        </p:pic>
        <p:pic>
          <p:nvPicPr>
            <p:cNvPr id="15" name="object 15"/>
            <p:cNvPicPr>
              <a:picLocks noGrp="1" noRot="1" noMove="1" noResize="1" noEditPoints="1" noAdjustHandles="1" noChangeArrowheads="1" noChangeShapeType="1" noCrop="1"/>
            </p:cNvPicPr>
            <p:nvPr/>
          </p:nvPicPr>
          <p:blipFill>
            <a:blip r:embed="rId10" cstate="print"/>
            <a:stretch>
              <a:fillRect/>
            </a:stretch>
          </p:blipFill>
          <p:spPr>
            <a:xfrm>
              <a:off x="712861" y="1314126"/>
              <a:ext cx="162182" cy="206814"/>
            </a:xfrm>
            <a:prstGeom prst="rect">
              <a:avLst/>
            </a:prstGeom>
          </p:spPr>
        </p:pic>
        <p:pic>
          <p:nvPicPr>
            <p:cNvPr id="16" name="object 16"/>
            <p:cNvPicPr>
              <a:picLocks noGrp="1" noRot="1" noMove="1" noResize="1" noEditPoints="1" noAdjustHandles="1" noChangeArrowheads="1" noChangeShapeType="1" noCrop="1"/>
            </p:cNvPicPr>
            <p:nvPr/>
          </p:nvPicPr>
          <p:blipFill>
            <a:blip r:embed="rId11" cstate="print"/>
            <a:stretch>
              <a:fillRect/>
            </a:stretch>
          </p:blipFill>
          <p:spPr>
            <a:xfrm>
              <a:off x="895674" y="1369975"/>
              <a:ext cx="284513" cy="149595"/>
            </a:xfrm>
            <a:prstGeom prst="rect">
              <a:avLst/>
            </a:prstGeom>
          </p:spPr>
        </p:pic>
        <p:pic>
          <p:nvPicPr>
            <p:cNvPr id="17" name="object 17"/>
            <p:cNvPicPr>
              <a:picLocks noGrp="1" noRot="1" noMove="1" noResize="1" noEditPoints="1" noAdjustHandles="1" noChangeArrowheads="1" noChangeShapeType="1" noCrop="1"/>
            </p:cNvPicPr>
            <p:nvPr/>
          </p:nvPicPr>
          <p:blipFill>
            <a:blip r:embed="rId12" cstate="print"/>
            <a:stretch>
              <a:fillRect/>
            </a:stretch>
          </p:blipFill>
          <p:spPr>
            <a:xfrm>
              <a:off x="1207038" y="1373286"/>
              <a:ext cx="120924" cy="146279"/>
            </a:xfrm>
            <a:prstGeom prst="rect">
              <a:avLst/>
            </a:prstGeom>
          </p:spPr>
        </p:pic>
        <p:pic>
          <p:nvPicPr>
            <p:cNvPr id="18" name="object 18"/>
            <p:cNvPicPr>
              <a:picLocks noGrp="1" noRot="1" noMove="1" noResize="1" noEditPoints="1" noAdjustHandles="1" noChangeArrowheads="1" noChangeShapeType="1" noCrop="1"/>
            </p:cNvPicPr>
            <p:nvPr/>
          </p:nvPicPr>
          <p:blipFill>
            <a:blip r:embed="rId13" cstate="print"/>
            <a:stretch>
              <a:fillRect/>
            </a:stretch>
          </p:blipFill>
          <p:spPr>
            <a:xfrm>
              <a:off x="1363291" y="1369976"/>
              <a:ext cx="76848" cy="146279"/>
            </a:xfrm>
            <a:prstGeom prst="rect">
              <a:avLst/>
            </a:prstGeom>
          </p:spPr>
        </p:pic>
        <p:sp>
          <p:nvSpPr>
            <p:cNvPr id="19" name="object 19"/>
            <p:cNvSpPr>
              <a:spLocks noGrp="1" noRot="1" noMove="1" noResize="1" noEditPoints="1" noAdjustHandles="1" noChangeArrowheads="1" noChangeShapeType="1"/>
            </p:cNvSpPr>
            <p:nvPr/>
          </p:nvSpPr>
          <p:spPr>
            <a:xfrm>
              <a:off x="1459636" y="1318843"/>
              <a:ext cx="24130" cy="197485"/>
            </a:xfrm>
            <a:custGeom>
              <a:avLst/>
              <a:gdLst/>
              <a:ahLst/>
              <a:cxnLst/>
              <a:rect l="l" t="t" r="r" b="b"/>
              <a:pathLst>
                <a:path w="24130" h="197484">
                  <a:moveTo>
                    <a:pt x="24015" y="54457"/>
                  </a:moveTo>
                  <a:lnTo>
                    <a:pt x="0" y="54457"/>
                  </a:lnTo>
                  <a:lnTo>
                    <a:pt x="0" y="197421"/>
                  </a:lnTo>
                  <a:lnTo>
                    <a:pt x="24015" y="197421"/>
                  </a:lnTo>
                  <a:lnTo>
                    <a:pt x="24015" y="54457"/>
                  </a:lnTo>
                  <a:close/>
                </a:path>
                <a:path w="24130" h="197484">
                  <a:moveTo>
                    <a:pt x="24015" y="0"/>
                  </a:moveTo>
                  <a:lnTo>
                    <a:pt x="0" y="0"/>
                  </a:lnTo>
                  <a:lnTo>
                    <a:pt x="0" y="28752"/>
                  </a:lnTo>
                  <a:lnTo>
                    <a:pt x="24015" y="28752"/>
                  </a:lnTo>
                  <a:lnTo>
                    <a:pt x="24015" y="0"/>
                  </a:lnTo>
                  <a:close/>
                </a:path>
              </a:pathLst>
            </a:custGeom>
            <a:solidFill>
              <a:srgbClr val="FFFFFF"/>
            </a:solidFill>
          </p:spPr>
          <p:txBody>
            <a:bodyPr wrap="square" lIns="0" tIns="0" rIns="0" bIns="0" rtlCol="0"/>
            <a:lstStyle/>
            <a:p>
              <a:endParaRPr/>
            </a:p>
          </p:txBody>
        </p:sp>
        <p:pic>
          <p:nvPicPr>
            <p:cNvPr id="20" name="object 20"/>
            <p:cNvPicPr>
              <a:picLocks noGrp="1" noRot="1" noMove="1" noResize="1" noEditPoints="1" noAdjustHandles="1" noChangeArrowheads="1" noChangeShapeType="1" noCrop="1"/>
            </p:cNvPicPr>
            <p:nvPr/>
          </p:nvPicPr>
          <p:blipFill>
            <a:blip r:embed="rId14" cstate="print"/>
            <a:stretch>
              <a:fillRect/>
            </a:stretch>
          </p:blipFill>
          <p:spPr>
            <a:xfrm>
              <a:off x="1505414" y="1330435"/>
              <a:ext cx="225455" cy="243047"/>
            </a:xfrm>
            <a:prstGeom prst="rect">
              <a:avLst/>
            </a:prstGeom>
          </p:spPr>
        </p:pic>
        <p:pic>
          <p:nvPicPr>
            <p:cNvPr id="21" name="object 21"/>
            <p:cNvPicPr>
              <a:picLocks noGrp="1" noRot="1" noMove="1" noResize="1" noEditPoints="1" noAdjustHandles="1" noChangeArrowheads="1" noChangeShapeType="1" noCrop="1"/>
            </p:cNvPicPr>
            <p:nvPr/>
          </p:nvPicPr>
          <p:blipFill>
            <a:blip r:embed="rId15" cstate="print"/>
            <a:stretch>
              <a:fillRect/>
            </a:stretch>
          </p:blipFill>
          <p:spPr>
            <a:xfrm>
              <a:off x="700430" y="1609553"/>
              <a:ext cx="329161" cy="255481"/>
            </a:xfrm>
            <a:prstGeom prst="rect">
              <a:avLst/>
            </a:prstGeom>
          </p:spPr>
        </p:pic>
        <p:pic>
          <p:nvPicPr>
            <p:cNvPr id="22" name="object 22"/>
            <p:cNvPicPr>
              <a:picLocks noGrp="1" noRot="1" noMove="1" noResize="1" noEditPoints="1" noAdjustHandles="1" noChangeArrowheads="1" noChangeShapeType="1" noCrop="1"/>
            </p:cNvPicPr>
            <p:nvPr/>
          </p:nvPicPr>
          <p:blipFill>
            <a:blip r:embed="rId16" cstate="print"/>
            <a:stretch>
              <a:fillRect/>
            </a:stretch>
          </p:blipFill>
          <p:spPr>
            <a:xfrm>
              <a:off x="1057859" y="1660702"/>
              <a:ext cx="134761" cy="149579"/>
            </a:xfrm>
            <a:prstGeom prst="rect">
              <a:avLst/>
            </a:prstGeom>
          </p:spPr>
        </p:pic>
        <p:pic>
          <p:nvPicPr>
            <p:cNvPr id="23" name="object 23"/>
            <p:cNvPicPr>
              <a:picLocks noGrp="1" noRot="1" noMove="1" noResize="1" noEditPoints="1" noAdjustHandles="1" noChangeArrowheads="1" noChangeShapeType="1" noCrop="1"/>
            </p:cNvPicPr>
            <p:nvPr/>
          </p:nvPicPr>
          <p:blipFill>
            <a:blip r:embed="rId17" cstate="print"/>
            <a:stretch>
              <a:fillRect/>
            </a:stretch>
          </p:blipFill>
          <p:spPr>
            <a:xfrm>
              <a:off x="1217495" y="1660710"/>
              <a:ext cx="120924" cy="146263"/>
            </a:xfrm>
            <a:prstGeom prst="rect">
              <a:avLst/>
            </a:prstGeom>
          </p:spPr>
        </p:pic>
        <p:pic>
          <p:nvPicPr>
            <p:cNvPr id="24" name="object 24"/>
            <p:cNvPicPr>
              <a:picLocks noGrp="1" noRot="1" noMove="1" noResize="1" noEditPoints="1" noAdjustHandles="1" noChangeArrowheads="1" noChangeShapeType="1" noCrop="1"/>
            </p:cNvPicPr>
            <p:nvPr/>
          </p:nvPicPr>
          <p:blipFill>
            <a:blip r:embed="rId18" cstate="print"/>
            <a:stretch>
              <a:fillRect/>
            </a:stretch>
          </p:blipFill>
          <p:spPr>
            <a:xfrm>
              <a:off x="1366679" y="1660701"/>
              <a:ext cx="280563" cy="203500"/>
            </a:xfrm>
            <a:prstGeom prst="rect">
              <a:avLst/>
            </a:prstGeom>
          </p:spPr>
        </p:pic>
        <p:sp>
          <p:nvSpPr>
            <p:cNvPr id="25" name="object 25"/>
            <p:cNvSpPr>
              <a:spLocks noGrp="1" noRot="1" noMove="1" noResize="1" noEditPoints="1" noAdjustHandles="1" noChangeArrowheads="1" noChangeShapeType="1"/>
            </p:cNvSpPr>
            <p:nvPr/>
          </p:nvSpPr>
          <p:spPr>
            <a:xfrm>
              <a:off x="0" y="2362200"/>
              <a:ext cx="17348200" cy="6705600"/>
            </a:xfrm>
            <a:custGeom>
              <a:avLst/>
              <a:gdLst/>
              <a:ahLst/>
              <a:cxnLst/>
              <a:rect l="l" t="t" r="r" b="b"/>
              <a:pathLst>
                <a:path w="17348200" h="6705600">
                  <a:moveTo>
                    <a:pt x="17348200" y="0"/>
                  </a:moveTo>
                  <a:lnTo>
                    <a:pt x="0" y="0"/>
                  </a:lnTo>
                  <a:lnTo>
                    <a:pt x="0" y="6705600"/>
                  </a:lnTo>
                  <a:lnTo>
                    <a:pt x="17348200" y="6705600"/>
                  </a:lnTo>
                  <a:lnTo>
                    <a:pt x="17348200" y="0"/>
                  </a:lnTo>
                  <a:close/>
                </a:path>
              </a:pathLst>
            </a:custGeom>
            <a:solidFill>
              <a:srgbClr val="FFFFFF"/>
            </a:solidFill>
          </p:spPr>
          <p:txBody>
            <a:bodyPr wrap="square" lIns="0" tIns="0" rIns="0" bIns="0" rtlCol="0"/>
            <a:lstStyle/>
            <a:p>
              <a:endParaRPr/>
            </a:p>
          </p:txBody>
        </p:sp>
      </p:grpSp>
      <p:sp>
        <p:nvSpPr>
          <p:cNvPr id="27" name="object 27"/>
          <p:cNvSpPr txBox="1">
            <a:spLocks noGrp="1"/>
          </p:cNvSpPr>
          <p:nvPr>
            <p:ph type="title"/>
          </p:nvPr>
        </p:nvSpPr>
        <p:spPr>
          <a:xfrm>
            <a:off x="2292410" y="915368"/>
            <a:ext cx="16457779" cy="751488"/>
          </a:xfrm>
          <a:prstGeom prst="rect">
            <a:avLst/>
          </a:prstGeom>
        </p:spPr>
        <p:txBody>
          <a:bodyPr vert="horz" wrap="square" lIns="0" tIns="12700" rIns="0" bIns="0" rtlCol="0" anchor="t">
            <a:spAutoFit/>
          </a:bodyPr>
          <a:lstStyle/>
          <a:p>
            <a:pPr marL="12700" algn="l" rtl="0">
              <a:spcBef>
                <a:spcPts val="100"/>
              </a:spcBef>
              <a:tabLst>
                <a:tab pos="2597150" algn="l"/>
              </a:tabLst>
            </a:pPr>
            <a:r>
              <a:rPr lang="en-GB" sz="4800">
                <a:solidFill>
                  <a:srgbClr val="92D050"/>
                </a:solidFill>
                <a:latin typeface="Arial"/>
              </a:rPr>
              <a:t>Developing contingency plans &amp; guidance</a:t>
            </a:r>
            <a:endParaRPr lang="en-GB" sz="4800">
              <a:solidFill>
                <a:srgbClr val="92D050"/>
              </a:solidFill>
              <a:latin typeface="Arial" panose="020B0604020202020204" pitchFamily="34" charset="0"/>
              <a:cs typeface="Arial" panose="020B0604020202020204" pitchFamily="34" charset="0"/>
            </a:endParaRPr>
          </a:p>
        </p:txBody>
      </p:sp>
      <p:pic>
        <p:nvPicPr>
          <p:cNvPr id="15370" name="Picture 10">
            <a:extLst>
              <a:ext uri="{FF2B5EF4-FFF2-40B4-BE49-F238E27FC236}">
                <a16:creationId xmlns:a16="http://schemas.microsoft.com/office/drawing/2014/main" id="{6F332F01-4C15-1B6D-B3F8-64D4D8DEA46F}"/>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0349808" y="4156400"/>
            <a:ext cx="6901923" cy="491140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descr="A close up of a mosquito&#10;&#10;Description automatically generated">
            <a:extLst>
              <a:ext uri="{FF2B5EF4-FFF2-40B4-BE49-F238E27FC236}">
                <a16:creationId xmlns:a16="http://schemas.microsoft.com/office/drawing/2014/main" id="{60C0E021-FF0E-69D2-1832-8EC8EE39DDE5}"/>
              </a:ext>
            </a:extLst>
          </p:cNvPr>
          <p:cNvPicPr>
            <a:picLocks noChangeAspect="1"/>
          </p:cNvPicPr>
          <p:nvPr/>
        </p:nvPicPr>
        <p:blipFill>
          <a:blip r:embed="rId20"/>
          <a:stretch>
            <a:fillRect/>
          </a:stretch>
        </p:blipFill>
        <p:spPr>
          <a:xfrm>
            <a:off x="96469" y="2416112"/>
            <a:ext cx="4795924" cy="6506399"/>
          </a:xfrm>
          <a:prstGeom prst="rect">
            <a:avLst/>
          </a:prstGeom>
        </p:spPr>
      </p:pic>
      <p:pic>
        <p:nvPicPr>
          <p:cNvPr id="15364" name="Picture 4" descr="A screenshot of a computer screen&#10;&#10;Description automatically generated">
            <a:extLst>
              <a:ext uri="{FF2B5EF4-FFF2-40B4-BE49-F238E27FC236}">
                <a16:creationId xmlns:a16="http://schemas.microsoft.com/office/drawing/2014/main" id="{2DB87538-CB65-401D-DFFD-4EA66DDCB7C3}"/>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690129" y="3613733"/>
            <a:ext cx="4151108" cy="5507979"/>
          </a:xfrm>
          <a:prstGeom prst="rect">
            <a:avLst/>
          </a:prstGeom>
          <a:noFill/>
          <a:extLst>
            <a:ext uri="{909E8E84-426E-40DD-AFC4-6F175D3DCCD1}">
              <a14:hiddenFill xmlns:a14="http://schemas.microsoft.com/office/drawing/2010/main">
                <a:solidFill>
                  <a:srgbClr val="FFFFFF"/>
                </a:solidFill>
              </a14:hiddenFill>
            </a:ext>
          </a:extLst>
        </p:spPr>
      </p:pic>
      <p:pic>
        <p:nvPicPr>
          <p:cNvPr id="15366" name="Picture 6">
            <a:extLst>
              <a:ext uri="{FF2B5EF4-FFF2-40B4-BE49-F238E27FC236}">
                <a16:creationId xmlns:a16="http://schemas.microsoft.com/office/drawing/2014/main" id="{C0027E8A-726C-BA94-7AC7-7F557094B1DD}"/>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841237" y="2593060"/>
            <a:ext cx="6574770" cy="50163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46945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a:grpSpLocks noGrp="1" noUngrp="1" noRot="1" noMove="1" noResize="1"/>
          </p:cNvGrpSpPr>
          <p:nvPr/>
        </p:nvGrpSpPr>
        <p:grpSpPr>
          <a:xfrm>
            <a:off x="0" y="0"/>
            <a:ext cx="17348200" cy="9753600"/>
            <a:chOff x="0" y="0"/>
            <a:chExt cx="17348200" cy="9753600"/>
          </a:xfrm>
        </p:grpSpPr>
        <p:sp>
          <p:nvSpPr>
            <p:cNvPr id="3" name="object 3"/>
            <p:cNvSpPr>
              <a:spLocks noGrp="1" noRot="1" noMove="1" noResize="1" noEditPoints="1" noAdjustHandles="1" noChangeArrowheads="1" noChangeShapeType="1"/>
            </p:cNvSpPr>
            <p:nvPr/>
          </p:nvSpPr>
          <p:spPr>
            <a:xfrm>
              <a:off x="580440" y="535698"/>
              <a:ext cx="431165" cy="1273810"/>
            </a:xfrm>
            <a:custGeom>
              <a:avLst/>
              <a:gdLst/>
              <a:ahLst/>
              <a:cxnLst/>
              <a:rect l="l" t="t" r="r" b="b"/>
              <a:pathLst>
                <a:path w="431165" h="1273810">
                  <a:moveTo>
                    <a:pt x="23545" y="0"/>
                  </a:moveTo>
                  <a:lnTo>
                    <a:pt x="0" y="0"/>
                  </a:lnTo>
                  <a:lnTo>
                    <a:pt x="0" y="1273492"/>
                  </a:lnTo>
                  <a:lnTo>
                    <a:pt x="23545" y="1273492"/>
                  </a:lnTo>
                  <a:lnTo>
                    <a:pt x="23545" y="0"/>
                  </a:lnTo>
                  <a:close/>
                </a:path>
                <a:path w="431165" h="1273810">
                  <a:moveTo>
                    <a:pt x="300494" y="65722"/>
                  </a:moveTo>
                  <a:lnTo>
                    <a:pt x="298564" y="63982"/>
                  </a:lnTo>
                  <a:lnTo>
                    <a:pt x="294246" y="63982"/>
                  </a:lnTo>
                  <a:lnTo>
                    <a:pt x="292481" y="65722"/>
                  </a:lnTo>
                  <a:lnTo>
                    <a:pt x="292481" y="70129"/>
                  </a:lnTo>
                  <a:lnTo>
                    <a:pt x="294246" y="71729"/>
                  </a:lnTo>
                  <a:lnTo>
                    <a:pt x="298564" y="71729"/>
                  </a:lnTo>
                  <a:lnTo>
                    <a:pt x="300494" y="70129"/>
                  </a:lnTo>
                  <a:lnTo>
                    <a:pt x="300494" y="67830"/>
                  </a:lnTo>
                  <a:lnTo>
                    <a:pt x="300494" y="65722"/>
                  </a:lnTo>
                  <a:close/>
                </a:path>
                <a:path w="431165" h="1273810">
                  <a:moveTo>
                    <a:pt x="301802" y="56197"/>
                  </a:moveTo>
                  <a:lnTo>
                    <a:pt x="299999" y="54305"/>
                  </a:lnTo>
                  <a:lnTo>
                    <a:pt x="295567" y="54305"/>
                  </a:lnTo>
                  <a:lnTo>
                    <a:pt x="293725" y="56197"/>
                  </a:lnTo>
                  <a:lnTo>
                    <a:pt x="293725" y="60490"/>
                  </a:lnTo>
                  <a:lnTo>
                    <a:pt x="295567" y="62318"/>
                  </a:lnTo>
                  <a:lnTo>
                    <a:pt x="297764" y="62318"/>
                  </a:lnTo>
                  <a:lnTo>
                    <a:pt x="299999" y="62318"/>
                  </a:lnTo>
                  <a:lnTo>
                    <a:pt x="301802" y="60490"/>
                  </a:lnTo>
                  <a:lnTo>
                    <a:pt x="301802" y="56197"/>
                  </a:lnTo>
                  <a:close/>
                </a:path>
                <a:path w="431165" h="1273810">
                  <a:moveTo>
                    <a:pt x="302501" y="75171"/>
                  </a:moveTo>
                  <a:lnTo>
                    <a:pt x="300659" y="73393"/>
                  </a:lnTo>
                  <a:lnTo>
                    <a:pt x="296202" y="73393"/>
                  </a:lnTo>
                  <a:lnTo>
                    <a:pt x="294335" y="75171"/>
                  </a:lnTo>
                  <a:lnTo>
                    <a:pt x="294335" y="79565"/>
                  </a:lnTo>
                  <a:lnTo>
                    <a:pt x="296202" y="81343"/>
                  </a:lnTo>
                  <a:lnTo>
                    <a:pt x="300659" y="81343"/>
                  </a:lnTo>
                  <a:lnTo>
                    <a:pt x="302501" y="79565"/>
                  </a:lnTo>
                  <a:lnTo>
                    <a:pt x="302501" y="77470"/>
                  </a:lnTo>
                  <a:lnTo>
                    <a:pt x="302501" y="75171"/>
                  </a:lnTo>
                  <a:close/>
                </a:path>
                <a:path w="431165" h="1273810">
                  <a:moveTo>
                    <a:pt x="306197" y="47142"/>
                  </a:moveTo>
                  <a:lnTo>
                    <a:pt x="304342" y="45440"/>
                  </a:lnTo>
                  <a:lnTo>
                    <a:pt x="299999" y="45440"/>
                  </a:lnTo>
                  <a:lnTo>
                    <a:pt x="298157" y="47142"/>
                  </a:lnTo>
                  <a:lnTo>
                    <a:pt x="298157" y="51600"/>
                  </a:lnTo>
                  <a:lnTo>
                    <a:pt x="299999" y="53225"/>
                  </a:lnTo>
                  <a:lnTo>
                    <a:pt x="302221" y="53225"/>
                  </a:lnTo>
                  <a:lnTo>
                    <a:pt x="304342" y="53225"/>
                  </a:lnTo>
                  <a:lnTo>
                    <a:pt x="306197" y="51600"/>
                  </a:lnTo>
                  <a:lnTo>
                    <a:pt x="306197" y="47142"/>
                  </a:lnTo>
                  <a:close/>
                </a:path>
                <a:path w="431165" h="1273810">
                  <a:moveTo>
                    <a:pt x="314058" y="40386"/>
                  </a:moveTo>
                  <a:lnTo>
                    <a:pt x="312254" y="38684"/>
                  </a:lnTo>
                  <a:lnTo>
                    <a:pt x="307848" y="38684"/>
                  </a:lnTo>
                  <a:lnTo>
                    <a:pt x="305968" y="40386"/>
                  </a:lnTo>
                  <a:lnTo>
                    <a:pt x="305968" y="44856"/>
                  </a:lnTo>
                  <a:lnTo>
                    <a:pt x="307848" y="46507"/>
                  </a:lnTo>
                  <a:lnTo>
                    <a:pt x="309994" y="46507"/>
                  </a:lnTo>
                  <a:lnTo>
                    <a:pt x="312254" y="46507"/>
                  </a:lnTo>
                  <a:lnTo>
                    <a:pt x="314058" y="44856"/>
                  </a:lnTo>
                  <a:lnTo>
                    <a:pt x="314058" y="40386"/>
                  </a:lnTo>
                  <a:close/>
                </a:path>
                <a:path w="431165" h="1273810">
                  <a:moveTo>
                    <a:pt x="324015" y="37541"/>
                  </a:moveTo>
                  <a:lnTo>
                    <a:pt x="322148" y="35699"/>
                  </a:lnTo>
                  <a:lnTo>
                    <a:pt x="317741" y="35699"/>
                  </a:lnTo>
                  <a:lnTo>
                    <a:pt x="316001" y="37541"/>
                  </a:lnTo>
                  <a:lnTo>
                    <a:pt x="316001" y="41694"/>
                  </a:lnTo>
                  <a:lnTo>
                    <a:pt x="317741" y="43586"/>
                  </a:lnTo>
                  <a:lnTo>
                    <a:pt x="320052" y="43586"/>
                  </a:lnTo>
                  <a:lnTo>
                    <a:pt x="322148" y="43586"/>
                  </a:lnTo>
                  <a:lnTo>
                    <a:pt x="324015" y="41694"/>
                  </a:lnTo>
                  <a:lnTo>
                    <a:pt x="324015" y="37541"/>
                  </a:lnTo>
                  <a:close/>
                </a:path>
                <a:path w="431165" h="1273810">
                  <a:moveTo>
                    <a:pt x="334505" y="38442"/>
                  </a:moveTo>
                  <a:lnTo>
                    <a:pt x="332587" y="36753"/>
                  </a:lnTo>
                  <a:lnTo>
                    <a:pt x="328358" y="36753"/>
                  </a:lnTo>
                  <a:lnTo>
                    <a:pt x="326504" y="38442"/>
                  </a:lnTo>
                  <a:lnTo>
                    <a:pt x="326504" y="42710"/>
                  </a:lnTo>
                  <a:lnTo>
                    <a:pt x="328358" y="44526"/>
                  </a:lnTo>
                  <a:lnTo>
                    <a:pt x="330403" y="44526"/>
                  </a:lnTo>
                  <a:lnTo>
                    <a:pt x="332587" y="44526"/>
                  </a:lnTo>
                  <a:lnTo>
                    <a:pt x="334505" y="42710"/>
                  </a:lnTo>
                  <a:lnTo>
                    <a:pt x="334505" y="38442"/>
                  </a:lnTo>
                  <a:close/>
                </a:path>
                <a:path w="431165" h="1273810">
                  <a:moveTo>
                    <a:pt x="337553" y="77203"/>
                  </a:moveTo>
                  <a:lnTo>
                    <a:pt x="337032" y="71132"/>
                  </a:lnTo>
                  <a:lnTo>
                    <a:pt x="332727" y="66992"/>
                  </a:lnTo>
                  <a:lnTo>
                    <a:pt x="331863" y="64820"/>
                  </a:lnTo>
                  <a:lnTo>
                    <a:pt x="329653" y="69037"/>
                  </a:lnTo>
                  <a:lnTo>
                    <a:pt x="327596" y="71640"/>
                  </a:lnTo>
                  <a:lnTo>
                    <a:pt x="327914" y="74891"/>
                  </a:lnTo>
                  <a:lnTo>
                    <a:pt x="328345" y="78308"/>
                  </a:lnTo>
                  <a:lnTo>
                    <a:pt x="331863" y="80645"/>
                  </a:lnTo>
                  <a:lnTo>
                    <a:pt x="333540" y="84035"/>
                  </a:lnTo>
                  <a:lnTo>
                    <a:pt x="335064" y="80149"/>
                  </a:lnTo>
                  <a:lnTo>
                    <a:pt x="337553" y="77203"/>
                  </a:lnTo>
                  <a:close/>
                </a:path>
                <a:path w="431165" h="1273810">
                  <a:moveTo>
                    <a:pt x="344360" y="41186"/>
                  </a:moveTo>
                  <a:lnTo>
                    <a:pt x="342633" y="39420"/>
                  </a:lnTo>
                  <a:lnTo>
                    <a:pt x="338074" y="39420"/>
                  </a:lnTo>
                  <a:lnTo>
                    <a:pt x="336359" y="41186"/>
                  </a:lnTo>
                  <a:lnTo>
                    <a:pt x="336359" y="45580"/>
                  </a:lnTo>
                  <a:lnTo>
                    <a:pt x="338074" y="47307"/>
                  </a:lnTo>
                  <a:lnTo>
                    <a:pt x="340296" y="47307"/>
                  </a:lnTo>
                  <a:lnTo>
                    <a:pt x="342633" y="47307"/>
                  </a:lnTo>
                  <a:lnTo>
                    <a:pt x="344360" y="45580"/>
                  </a:lnTo>
                  <a:lnTo>
                    <a:pt x="344360" y="41186"/>
                  </a:lnTo>
                  <a:close/>
                </a:path>
                <a:path w="431165" h="1273810">
                  <a:moveTo>
                    <a:pt x="353720" y="45440"/>
                  </a:moveTo>
                  <a:lnTo>
                    <a:pt x="351980" y="43878"/>
                  </a:lnTo>
                  <a:lnTo>
                    <a:pt x="347649" y="43878"/>
                  </a:lnTo>
                  <a:lnTo>
                    <a:pt x="345732" y="45440"/>
                  </a:lnTo>
                  <a:lnTo>
                    <a:pt x="345732" y="49872"/>
                  </a:lnTo>
                  <a:lnTo>
                    <a:pt x="347649" y="51689"/>
                  </a:lnTo>
                  <a:lnTo>
                    <a:pt x="349656" y="51689"/>
                  </a:lnTo>
                  <a:lnTo>
                    <a:pt x="351980" y="51689"/>
                  </a:lnTo>
                  <a:lnTo>
                    <a:pt x="353720" y="49872"/>
                  </a:lnTo>
                  <a:lnTo>
                    <a:pt x="353720" y="45440"/>
                  </a:lnTo>
                  <a:close/>
                </a:path>
                <a:path w="431165" h="1273810">
                  <a:moveTo>
                    <a:pt x="358990" y="22199"/>
                  </a:moveTo>
                  <a:lnTo>
                    <a:pt x="353961" y="23253"/>
                  </a:lnTo>
                  <a:lnTo>
                    <a:pt x="350113" y="27165"/>
                  </a:lnTo>
                  <a:lnTo>
                    <a:pt x="349097" y="32194"/>
                  </a:lnTo>
                  <a:lnTo>
                    <a:pt x="358990" y="32194"/>
                  </a:lnTo>
                  <a:lnTo>
                    <a:pt x="358990" y="22199"/>
                  </a:lnTo>
                  <a:close/>
                </a:path>
                <a:path w="431165" h="1273810">
                  <a:moveTo>
                    <a:pt x="359194" y="52082"/>
                  </a:moveTo>
                  <a:lnTo>
                    <a:pt x="357606" y="51841"/>
                  </a:lnTo>
                  <a:lnTo>
                    <a:pt x="356069" y="51346"/>
                  </a:lnTo>
                  <a:lnTo>
                    <a:pt x="354660" y="50787"/>
                  </a:lnTo>
                  <a:lnTo>
                    <a:pt x="354660" y="68884"/>
                  </a:lnTo>
                  <a:lnTo>
                    <a:pt x="359194" y="68884"/>
                  </a:lnTo>
                  <a:lnTo>
                    <a:pt x="359194" y="52082"/>
                  </a:lnTo>
                  <a:close/>
                </a:path>
                <a:path w="431165" h="1273810">
                  <a:moveTo>
                    <a:pt x="368490" y="50774"/>
                  </a:moveTo>
                  <a:lnTo>
                    <a:pt x="367004" y="51346"/>
                  </a:lnTo>
                  <a:lnTo>
                    <a:pt x="365569" y="51828"/>
                  </a:lnTo>
                  <a:lnTo>
                    <a:pt x="363855" y="52082"/>
                  </a:lnTo>
                  <a:lnTo>
                    <a:pt x="363855" y="68872"/>
                  </a:lnTo>
                  <a:lnTo>
                    <a:pt x="368490" y="68872"/>
                  </a:lnTo>
                  <a:lnTo>
                    <a:pt x="368490" y="50774"/>
                  </a:lnTo>
                  <a:close/>
                </a:path>
                <a:path w="431165" h="1273810">
                  <a:moveTo>
                    <a:pt x="372084" y="4114"/>
                  </a:moveTo>
                  <a:lnTo>
                    <a:pt x="369938" y="6832"/>
                  </a:lnTo>
                  <a:lnTo>
                    <a:pt x="366166" y="9245"/>
                  </a:lnTo>
                  <a:lnTo>
                    <a:pt x="362978" y="9880"/>
                  </a:lnTo>
                  <a:lnTo>
                    <a:pt x="363347" y="6400"/>
                  </a:lnTo>
                  <a:lnTo>
                    <a:pt x="365455" y="3568"/>
                  </a:lnTo>
                  <a:lnTo>
                    <a:pt x="368274" y="0"/>
                  </a:lnTo>
                  <a:lnTo>
                    <a:pt x="354850" y="0"/>
                  </a:lnTo>
                  <a:lnTo>
                    <a:pt x="357619" y="3568"/>
                  </a:lnTo>
                  <a:lnTo>
                    <a:pt x="359740" y="6400"/>
                  </a:lnTo>
                  <a:lnTo>
                    <a:pt x="360172" y="9880"/>
                  </a:lnTo>
                  <a:lnTo>
                    <a:pt x="356920" y="9245"/>
                  </a:lnTo>
                  <a:lnTo>
                    <a:pt x="353174" y="6832"/>
                  </a:lnTo>
                  <a:lnTo>
                    <a:pt x="351015" y="4114"/>
                  </a:lnTo>
                  <a:lnTo>
                    <a:pt x="351015" y="17754"/>
                  </a:lnTo>
                  <a:lnTo>
                    <a:pt x="353174" y="14846"/>
                  </a:lnTo>
                  <a:lnTo>
                    <a:pt x="356844" y="12395"/>
                  </a:lnTo>
                  <a:lnTo>
                    <a:pt x="360172" y="11925"/>
                  </a:lnTo>
                  <a:lnTo>
                    <a:pt x="359702" y="15367"/>
                  </a:lnTo>
                  <a:lnTo>
                    <a:pt x="357352" y="18453"/>
                  </a:lnTo>
                  <a:lnTo>
                    <a:pt x="354571" y="20612"/>
                  </a:lnTo>
                  <a:lnTo>
                    <a:pt x="368490" y="20612"/>
                  </a:lnTo>
                  <a:lnTo>
                    <a:pt x="365645" y="18453"/>
                  </a:lnTo>
                  <a:lnTo>
                    <a:pt x="363448" y="15367"/>
                  </a:lnTo>
                  <a:lnTo>
                    <a:pt x="362978" y="11925"/>
                  </a:lnTo>
                  <a:lnTo>
                    <a:pt x="366293" y="12395"/>
                  </a:lnTo>
                  <a:lnTo>
                    <a:pt x="369938" y="14846"/>
                  </a:lnTo>
                  <a:lnTo>
                    <a:pt x="372084" y="17754"/>
                  </a:lnTo>
                  <a:lnTo>
                    <a:pt x="372084" y="4114"/>
                  </a:lnTo>
                  <a:close/>
                </a:path>
                <a:path w="431165" h="1273810">
                  <a:moveTo>
                    <a:pt x="373849" y="37109"/>
                  </a:moveTo>
                  <a:lnTo>
                    <a:pt x="349224" y="37109"/>
                  </a:lnTo>
                  <a:lnTo>
                    <a:pt x="350507" y="42595"/>
                  </a:lnTo>
                  <a:lnTo>
                    <a:pt x="355485" y="46570"/>
                  </a:lnTo>
                  <a:lnTo>
                    <a:pt x="367588" y="46570"/>
                  </a:lnTo>
                  <a:lnTo>
                    <a:pt x="372643" y="42595"/>
                  </a:lnTo>
                  <a:lnTo>
                    <a:pt x="373849" y="37109"/>
                  </a:lnTo>
                  <a:close/>
                </a:path>
                <a:path w="431165" h="1273810">
                  <a:moveTo>
                    <a:pt x="374015" y="32194"/>
                  </a:moveTo>
                  <a:lnTo>
                    <a:pt x="373087" y="27165"/>
                  </a:lnTo>
                  <a:lnTo>
                    <a:pt x="369163" y="23380"/>
                  </a:lnTo>
                  <a:lnTo>
                    <a:pt x="364197" y="22199"/>
                  </a:lnTo>
                  <a:lnTo>
                    <a:pt x="364197" y="32194"/>
                  </a:lnTo>
                  <a:lnTo>
                    <a:pt x="374015" y="32194"/>
                  </a:lnTo>
                  <a:close/>
                </a:path>
                <a:path w="431165" h="1273810">
                  <a:moveTo>
                    <a:pt x="377444" y="45427"/>
                  </a:moveTo>
                  <a:lnTo>
                    <a:pt x="375589" y="43865"/>
                  </a:lnTo>
                  <a:lnTo>
                    <a:pt x="371144" y="43865"/>
                  </a:lnTo>
                  <a:lnTo>
                    <a:pt x="369366" y="45427"/>
                  </a:lnTo>
                  <a:lnTo>
                    <a:pt x="369366" y="47663"/>
                  </a:lnTo>
                  <a:lnTo>
                    <a:pt x="369366" y="49872"/>
                  </a:lnTo>
                  <a:lnTo>
                    <a:pt x="371144" y="51689"/>
                  </a:lnTo>
                  <a:lnTo>
                    <a:pt x="375589" y="51689"/>
                  </a:lnTo>
                  <a:lnTo>
                    <a:pt x="377444" y="49872"/>
                  </a:lnTo>
                  <a:lnTo>
                    <a:pt x="377444" y="45427"/>
                  </a:lnTo>
                  <a:close/>
                </a:path>
                <a:path w="431165" h="1273810">
                  <a:moveTo>
                    <a:pt x="386740" y="41186"/>
                  </a:moveTo>
                  <a:lnTo>
                    <a:pt x="384873" y="39420"/>
                  </a:lnTo>
                  <a:lnTo>
                    <a:pt x="380593" y="39420"/>
                  </a:lnTo>
                  <a:lnTo>
                    <a:pt x="378726" y="41186"/>
                  </a:lnTo>
                  <a:lnTo>
                    <a:pt x="378726" y="45580"/>
                  </a:lnTo>
                  <a:lnTo>
                    <a:pt x="380593" y="47307"/>
                  </a:lnTo>
                  <a:lnTo>
                    <a:pt x="382701" y="47307"/>
                  </a:lnTo>
                  <a:lnTo>
                    <a:pt x="384873" y="47307"/>
                  </a:lnTo>
                  <a:lnTo>
                    <a:pt x="386740" y="45580"/>
                  </a:lnTo>
                  <a:lnTo>
                    <a:pt x="386740" y="41186"/>
                  </a:lnTo>
                  <a:close/>
                </a:path>
                <a:path w="431165" h="1273810">
                  <a:moveTo>
                    <a:pt x="395592" y="71640"/>
                  </a:moveTo>
                  <a:lnTo>
                    <a:pt x="393585" y="69037"/>
                  </a:lnTo>
                  <a:lnTo>
                    <a:pt x="391363" y="64820"/>
                  </a:lnTo>
                  <a:lnTo>
                    <a:pt x="390550" y="66992"/>
                  </a:lnTo>
                  <a:lnTo>
                    <a:pt x="386181" y="71132"/>
                  </a:lnTo>
                  <a:lnTo>
                    <a:pt x="385559" y="77203"/>
                  </a:lnTo>
                  <a:lnTo>
                    <a:pt x="388239" y="80149"/>
                  </a:lnTo>
                  <a:lnTo>
                    <a:pt x="389712" y="84035"/>
                  </a:lnTo>
                  <a:lnTo>
                    <a:pt x="391363" y="80645"/>
                  </a:lnTo>
                  <a:lnTo>
                    <a:pt x="394995" y="78308"/>
                  </a:lnTo>
                  <a:lnTo>
                    <a:pt x="395592" y="71640"/>
                  </a:lnTo>
                  <a:close/>
                </a:path>
                <a:path w="431165" h="1273810">
                  <a:moveTo>
                    <a:pt x="396595" y="38442"/>
                  </a:moveTo>
                  <a:lnTo>
                    <a:pt x="394919" y="36753"/>
                  </a:lnTo>
                  <a:lnTo>
                    <a:pt x="390410" y="36753"/>
                  </a:lnTo>
                  <a:lnTo>
                    <a:pt x="388632" y="38442"/>
                  </a:lnTo>
                  <a:lnTo>
                    <a:pt x="388632" y="42710"/>
                  </a:lnTo>
                  <a:lnTo>
                    <a:pt x="390410" y="44526"/>
                  </a:lnTo>
                  <a:lnTo>
                    <a:pt x="392633" y="44526"/>
                  </a:lnTo>
                  <a:lnTo>
                    <a:pt x="394919" y="44526"/>
                  </a:lnTo>
                  <a:lnTo>
                    <a:pt x="396595" y="42710"/>
                  </a:lnTo>
                  <a:lnTo>
                    <a:pt x="396595" y="38442"/>
                  </a:lnTo>
                  <a:close/>
                </a:path>
                <a:path w="431165" h="1273810">
                  <a:moveTo>
                    <a:pt x="407123" y="37541"/>
                  </a:moveTo>
                  <a:lnTo>
                    <a:pt x="405218" y="35699"/>
                  </a:lnTo>
                  <a:lnTo>
                    <a:pt x="400888" y="35699"/>
                  </a:lnTo>
                  <a:lnTo>
                    <a:pt x="399161" y="37541"/>
                  </a:lnTo>
                  <a:lnTo>
                    <a:pt x="399161" y="41694"/>
                  </a:lnTo>
                  <a:lnTo>
                    <a:pt x="400888" y="43586"/>
                  </a:lnTo>
                  <a:lnTo>
                    <a:pt x="403199" y="43586"/>
                  </a:lnTo>
                  <a:lnTo>
                    <a:pt x="405218" y="43586"/>
                  </a:lnTo>
                  <a:lnTo>
                    <a:pt x="407123" y="41694"/>
                  </a:lnTo>
                  <a:lnTo>
                    <a:pt x="407123" y="37541"/>
                  </a:lnTo>
                  <a:close/>
                </a:path>
                <a:path w="431165" h="1273810">
                  <a:moveTo>
                    <a:pt x="417156" y="40386"/>
                  </a:moveTo>
                  <a:lnTo>
                    <a:pt x="415315" y="38684"/>
                  </a:lnTo>
                  <a:lnTo>
                    <a:pt x="410819" y="38684"/>
                  </a:lnTo>
                  <a:lnTo>
                    <a:pt x="409079" y="40386"/>
                  </a:lnTo>
                  <a:lnTo>
                    <a:pt x="409079" y="44856"/>
                  </a:lnTo>
                  <a:lnTo>
                    <a:pt x="410819" y="46507"/>
                  </a:lnTo>
                  <a:lnTo>
                    <a:pt x="413131" y="46507"/>
                  </a:lnTo>
                  <a:lnTo>
                    <a:pt x="415315" y="46507"/>
                  </a:lnTo>
                  <a:lnTo>
                    <a:pt x="417156" y="44856"/>
                  </a:lnTo>
                  <a:lnTo>
                    <a:pt x="417156" y="40386"/>
                  </a:lnTo>
                  <a:close/>
                </a:path>
                <a:path w="431165" h="1273810">
                  <a:moveTo>
                    <a:pt x="424954" y="47142"/>
                  </a:moveTo>
                  <a:lnTo>
                    <a:pt x="423075" y="45440"/>
                  </a:lnTo>
                  <a:lnTo>
                    <a:pt x="418706" y="45440"/>
                  </a:lnTo>
                  <a:lnTo>
                    <a:pt x="416941" y="47142"/>
                  </a:lnTo>
                  <a:lnTo>
                    <a:pt x="416941" y="51600"/>
                  </a:lnTo>
                  <a:lnTo>
                    <a:pt x="418706" y="53225"/>
                  </a:lnTo>
                  <a:lnTo>
                    <a:pt x="421005" y="53225"/>
                  </a:lnTo>
                  <a:lnTo>
                    <a:pt x="423075" y="53225"/>
                  </a:lnTo>
                  <a:lnTo>
                    <a:pt x="424954" y="51600"/>
                  </a:lnTo>
                  <a:lnTo>
                    <a:pt x="424954" y="47142"/>
                  </a:lnTo>
                  <a:close/>
                </a:path>
                <a:path w="431165" h="1273810">
                  <a:moveTo>
                    <a:pt x="428637" y="75158"/>
                  </a:moveTo>
                  <a:lnTo>
                    <a:pt x="426923" y="73393"/>
                  </a:lnTo>
                  <a:lnTo>
                    <a:pt x="424726" y="73393"/>
                  </a:lnTo>
                  <a:lnTo>
                    <a:pt x="422478" y="73393"/>
                  </a:lnTo>
                  <a:lnTo>
                    <a:pt x="420598" y="75158"/>
                  </a:lnTo>
                  <a:lnTo>
                    <a:pt x="420598" y="79552"/>
                  </a:lnTo>
                  <a:lnTo>
                    <a:pt x="422478" y="81330"/>
                  </a:lnTo>
                  <a:lnTo>
                    <a:pt x="426923" y="81330"/>
                  </a:lnTo>
                  <a:lnTo>
                    <a:pt x="428637" y="79552"/>
                  </a:lnTo>
                  <a:lnTo>
                    <a:pt x="428637" y="75158"/>
                  </a:lnTo>
                  <a:close/>
                </a:path>
                <a:path w="431165" h="1273810">
                  <a:moveTo>
                    <a:pt x="429285" y="56184"/>
                  </a:moveTo>
                  <a:lnTo>
                    <a:pt x="427507" y="54317"/>
                  </a:lnTo>
                  <a:lnTo>
                    <a:pt x="423075" y="54317"/>
                  </a:lnTo>
                  <a:lnTo>
                    <a:pt x="421360" y="56184"/>
                  </a:lnTo>
                  <a:lnTo>
                    <a:pt x="421360" y="58331"/>
                  </a:lnTo>
                  <a:lnTo>
                    <a:pt x="421360" y="60502"/>
                  </a:lnTo>
                  <a:lnTo>
                    <a:pt x="423075" y="62306"/>
                  </a:lnTo>
                  <a:lnTo>
                    <a:pt x="427507" y="62306"/>
                  </a:lnTo>
                  <a:lnTo>
                    <a:pt x="429285" y="60502"/>
                  </a:lnTo>
                  <a:lnTo>
                    <a:pt x="429285" y="56184"/>
                  </a:lnTo>
                  <a:close/>
                </a:path>
                <a:path w="431165" h="1273810">
                  <a:moveTo>
                    <a:pt x="430644" y="65735"/>
                  </a:moveTo>
                  <a:lnTo>
                    <a:pt x="428879" y="63995"/>
                  </a:lnTo>
                  <a:lnTo>
                    <a:pt x="426631" y="63995"/>
                  </a:lnTo>
                  <a:lnTo>
                    <a:pt x="424510" y="63995"/>
                  </a:lnTo>
                  <a:lnTo>
                    <a:pt x="422579" y="65735"/>
                  </a:lnTo>
                  <a:lnTo>
                    <a:pt x="422579" y="70129"/>
                  </a:lnTo>
                  <a:lnTo>
                    <a:pt x="424510" y="71742"/>
                  </a:lnTo>
                  <a:lnTo>
                    <a:pt x="428879" y="71742"/>
                  </a:lnTo>
                  <a:lnTo>
                    <a:pt x="430644" y="70129"/>
                  </a:lnTo>
                  <a:lnTo>
                    <a:pt x="430644" y="65735"/>
                  </a:lnTo>
                  <a:close/>
                </a:path>
              </a:pathLst>
            </a:custGeom>
            <a:solidFill>
              <a:srgbClr val="FFFFFF"/>
            </a:solidFill>
          </p:spPr>
          <p:txBody>
            <a:bodyPr wrap="square" lIns="0" tIns="0" rIns="0" bIns="0" rtlCol="0"/>
            <a:lstStyle/>
            <a:p>
              <a:endParaRPr/>
            </a:p>
          </p:txBody>
        </p:sp>
        <p:pic>
          <p:nvPicPr>
            <p:cNvPr id="4" name="object 4"/>
            <p:cNvPicPr>
              <a:picLocks noGrp="1" noRot="1" noMove="1" noResize="1" noEditPoints="1" noAdjustHandles="1" noChangeArrowheads="1" noChangeShapeType="1" noCrop="1"/>
            </p:cNvPicPr>
            <p:nvPr/>
          </p:nvPicPr>
          <p:blipFill>
            <a:blip r:embed="rId3" cstate="print"/>
            <a:stretch>
              <a:fillRect/>
            </a:stretch>
          </p:blipFill>
          <p:spPr>
            <a:xfrm>
              <a:off x="859313" y="758855"/>
              <a:ext cx="127684" cy="138549"/>
            </a:xfrm>
            <a:prstGeom prst="rect">
              <a:avLst/>
            </a:prstGeom>
          </p:spPr>
        </p:pic>
        <p:sp>
          <p:nvSpPr>
            <p:cNvPr id="5" name="object 5"/>
            <p:cNvSpPr>
              <a:spLocks noGrp="1" noRot="1" noMove="1" noResize="1" noEditPoints="1" noAdjustHandles="1" noChangeArrowheads="1" noChangeShapeType="1"/>
            </p:cNvSpPr>
            <p:nvPr/>
          </p:nvSpPr>
          <p:spPr>
            <a:xfrm>
              <a:off x="750720" y="833538"/>
              <a:ext cx="382905" cy="100965"/>
            </a:xfrm>
            <a:custGeom>
              <a:avLst/>
              <a:gdLst/>
              <a:ahLst/>
              <a:cxnLst/>
              <a:rect l="l" t="t" r="r" b="b"/>
              <a:pathLst>
                <a:path w="382905" h="100965">
                  <a:moveTo>
                    <a:pt x="191296" y="100680"/>
                  </a:moveTo>
                  <a:lnTo>
                    <a:pt x="141980" y="95797"/>
                  </a:lnTo>
                  <a:lnTo>
                    <a:pt x="116222" y="66004"/>
                  </a:lnTo>
                  <a:lnTo>
                    <a:pt x="108211" y="49550"/>
                  </a:lnTo>
                  <a:lnTo>
                    <a:pt x="108211" y="38518"/>
                  </a:lnTo>
                  <a:lnTo>
                    <a:pt x="119910" y="28106"/>
                  </a:lnTo>
                  <a:lnTo>
                    <a:pt x="109483" y="30361"/>
                  </a:lnTo>
                  <a:lnTo>
                    <a:pt x="98933" y="35024"/>
                  </a:lnTo>
                  <a:lnTo>
                    <a:pt x="88336" y="41244"/>
                  </a:lnTo>
                  <a:lnTo>
                    <a:pt x="61533" y="58575"/>
                  </a:lnTo>
                  <a:lnTo>
                    <a:pt x="47923" y="65679"/>
                  </a:lnTo>
                  <a:lnTo>
                    <a:pt x="41178" y="67616"/>
                  </a:lnTo>
                  <a:lnTo>
                    <a:pt x="28212" y="67616"/>
                  </a:lnTo>
                  <a:lnTo>
                    <a:pt x="6506" y="51161"/>
                  </a:lnTo>
                  <a:lnTo>
                    <a:pt x="348" y="48403"/>
                  </a:lnTo>
                  <a:lnTo>
                    <a:pt x="0" y="47551"/>
                  </a:lnTo>
                  <a:lnTo>
                    <a:pt x="522" y="45924"/>
                  </a:lnTo>
                  <a:lnTo>
                    <a:pt x="1409" y="45521"/>
                  </a:lnTo>
                  <a:lnTo>
                    <a:pt x="2216" y="45769"/>
                  </a:lnTo>
                  <a:lnTo>
                    <a:pt x="16212" y="46242"/>
                  </a:lnTo>
                  <a:lnTo>
                    <a:pt x="31341" y="41314"/>
                  </a:lnTo>
                  <a:lnTo>
                    <a:pt x="47137" y="32831"/>
                  </a:lnTo>
                  <a:lnTo>
                    <a:pt x="76300" y="14203"/>
                  </a:lnTo>
                  <a:lnTo>
                    <a:pt x="88981" y="6966"/>
                  </a:lnTo>
                  <a:lnTo>
                    <a:pt x="101041" y="1905"/>
                  </a:lnTo>
                  <a:lnTo>
                    <a:pt x="112343" y="0"/>
                  </a:lnTo>
                  <a:lnTo>
                    <a:pt x="117662" y="0"/>
                  </a:lnTo>
                  <a:lnTo>
                    <a:pt x="122364" y="1146"/>
                  </a:lnTo>
                  <a:lnTo>
                    <a:pt x="131531" y="5965"/>
                  </a:lnTo>
                  <a:lnTo>
                    <a:pt x="135346" y="10365"/>
                  </a:lnTo>
                  <a:lnTo>
                    <a:pt x="140223" y="21846"/>
                  </a:lnTo>
                  <a:lnTo>
                    <a:pt x="148946" y="35527"/>
                  </a:lnTo>
                  <a:lnTo>
                    <a:pt x="148946" y="41756"/>
                  </a:lnTo>
                  <a:lnTo>
                    <a:pt x="147870" y="44080"/>
                  </a:lnTo>
                  <a:lnTo>
                    <a:pt x="143136" y="48171"/>
                  </a:lnTo>
                  <a:lnTo>
                    <a:pt x="127526" y="56026"/>
                  </a:lnTo>
                  <a:lnTo>
                    <a:pt x="127272" y="58908"/>
                  </a:lnTo>
                  <a:lnTo>
                    <a:pt x="171766" y="68448"/>
                  </a:lnTo>
                  <a:lnTo>
                    <a:pt x="191296" y="69242"/>
                  </a:lnTo>
                  <a:lnTo>
                    <a:pt x="201286" y="69039"/>
                  </a:lnTo>
                  <a:lnTo>
                    <a:pt x="243526" y="63080"/>
                  </a:lnTo>
                  <a:lnTo>
                    <a:pt x="255511" y="59016"/>
                  </a:lnTo>
                  <a:lnTo>
                    <a:pt x="255020" y="57064"/>
                  </a:lnTo>
                  <a:lnTo>
                    <a:pt x="242307" y="50650"/>
                  </a:lnTo>
                  <a:lnTo>
                    <a:pt x="239441" y="48682"/>
                  </a:lnTo>
                  <a:lnTo>
                    <a:pt x="234945" y="44251"/>
                  </a:lnTo>
                  <a:lnTo>
                    <a:pt x="233726" y="41756"/>
                  </a:lnTo>
                  <a:lnTo>
                    <a:pt x="233726" y="35527"/>
                  </a:lnTo>
                  <a:lnTo>
                    <a:pt x="242560" y="21846"/>
                  </a:lnTo>
                  <a:lnTo>
                    <a:pt x="247389" y="10365"/>
                  </a:lnTo>
                  <a:lnTo>
                    <a:pt x="251236" y="5965"/>
                  </a:lnTo>
                  <a:lnTo>
                    <a:pt x="256096" y="3176"/>
                  </a:lnTo>
                  <a:lnTo>
                    <a:pt x="260260" y="1146"/>
                  </a:lnTo>
                  <a:lnTo>
                    <a:pt x="264962" y="0"/>
                  </a:lnTo>
                  <a:lnTo>
                    <a:pt x="270424" y="0"/>
                  </a:lnTo>
                  <a:lnTo>
                    <a:pt x="281660" y="1905"/>
                  </a:lnTo>
                  <a:lnTo>
                    <a:pt x="293697" y="6966"/>
                  </a:lnTo>
                  <a:lnTo>
                    <a:pt x="306376" y="14203"/>
                  </a:lnTo>
                  <a:lnTo>
                    <a:pt x="335500" y="32831"/>
                  </a:lnTo>
                  <a:lnTo>
                    <a:pt x="351306" y="41314"/>
                  </a:lnTo>
                  <a:lnTo>
                    <a:pt x="366475" y="46242"/>
                  </a:lnTo>
                  <a:lnTo>
                    <a:pt x="380535" y="45769"/>
                  </a:lnTo>
                  <a:lnTo>
                    <a:pt x="381311" y="45521"/>
                  </a:lnTo>
                  <a:lnTo>
                    <a:pt x="382182" y="45924"/>
                  </a:lnTo>
                  <a:lnTo>
                    <a:pt x="382467" y="46683"/>
                  </a:lnTo>
                  <a:lnTo>
                    <a:pt x="382688" y="47551"/>
                  </a:lnTo>
                  <a:lnTo>
                    <a:pt x="382324" y="48403"/>
                  </a:lnTo>
                  <a:lnTo>
                    <a:pt x="376166" y="51083"/>
                  </a:lnTo>
                  <a:lnTo>
                    <a:pt x="354460" y="67616"/>
                  </a:lnTo>
                  <a:lnTo>
                    <a:pt x="341510" y="67616"/>
                  </a:lnTo>
                  <a:lnTo>
                    <a:pt x="334860" y="65679"/>
                  </a:lnTo>
                  <a:lnTo>
                    <a:pt x="319456" y="57715"/>
                  </a:lnTo>
                  <a:lnTo>
                    <a:pt x="294434" y="41212"/>
                  </a:lnTo>
                  <a:lnTo>
                    <a:pt x="283777" y="34995"/>
                  </a:lnTo>
                  <a:lnTo>
                    <a:pt x="273188" y="30350"/>
                  </a:lnTo>
                  <a:lnTo>
                    <a:pt x="262746" y="28106"/>
                  </a:lnTo>
                  <a:lnTo>
                    <a:pt x="274968" y="38936"/>
                  </a:lnTo>
                  <a:lnTo>
                    <a:pt x="274968" y="49704"/>
                  </a:lnTo>
                  <a:lnTo>
                    <a:pt x="271216" y="56599"/>
                  </a:lnTo>
                  <a:lnTo>
                    <a:pt x="266593" y="66004"/>
                  </a:lnTo>
                  <a:lnTo>
                    <a:pt x="261099" y="86999"/>
                  </a:lnTo>
                  <a:lnTo>
                    <a:pt x="251078" y="92034"/>
                  </a:lnTo>
                  <a:lnTo>
                    <a:pt x="240766" y="95797"/>
                  </a:lnTo>
                  <a:lnTo>
                    <a:pt x="227326" y="98501"/>
                  </a:lnTo>
                  <a:lnTo>
                    <a:pt x="210816" y="100133"/>
                  </a:lnTo>
                  <a:lnTo>
                    <a:pt x="191296" y="100680"/>
                  </a:lnTo>
                  <a:close/>
                </a:path>
              </a:pathLst>
            </a:custGeom>
            <a:solidFill>
              <a:srgbClr val="FFFFFF"/>
            </a:solidFill>
          </p:spPr>
          <p:txBody>
            <a:bodyPr wrap="square" lIns="0" tIns="0" rIns="0" bIns="0" rtlCol="0"/>
            <a:lstStyle/>
            <a:p>
              <a:endParaRPr/>
            </a:p>
          </p:txBody>
        </p:sp>
        <p:pic>
          <p:nvPicPr>
            <p:cNvPr id="6" name="object 6"/>
            <p:cNvPicPr>
              <a:picLocks noGrp="1" noRot="1" noMove="1" noResize="1" noEditPoints="1" noAdjustHandles="1" noChangeArrowheads="1" noChangeShapeType="1" noCrop="1"/>
            </p:cNvPicPr>
            <p:nvPr/>
          </p:nvPicPr>
          <p:blipFill>
            <a:blip r:embed="rId4" cstate="print"/>
            <a:stretch>
              <a:fillRect/>
            </a:stretch>
          </p:blipFill>
          <p:spPr>
            <a:xfrm>
              <a:off x="864000" y="607992"/>
              <a:ext cx="162906" cy="217170"/>
            </a:xfrm>
            <a:prstGeom prst="rect">
              <a:avLst/>
            </a:prstGeom>
          </p:spPr>
        </p:pic>
        <p:sp>
          <p:nvSpPr>
            <p:cNvPr id="7" name="object 7"/>
            <p:cNvSpPr>
              <a:spLocks noGrp="1" noRot="1" noMove="1" noResize="1" noEditPoints="1" noAdjustHandles="1" noChangeArrowheads="1" noChangeShapeType="1"/>
            </p:cNvSpPr>
            <p:nvPr/>
          </p:nvSpPr>
          <p:spPr>
            <a:xfrm>
              <a:off x="702043" y="546036"/>
              <a:ext cx="492759" cy="325120"/>
            </a:xfrm>
            <a:custGeom>
              <a:avLst/>
              <a:gdLst/>
              <a:ahLst/>
              <a:cxnLst/>
              <a:rect l="l" t="t" r="r" b="b"/>
              <a:pathLst>
                <a:path w="492759" h="325119">
                  <a:moveTo>
                    <a:pt x="71945" y="28511"/>
                  </a:moveTo>
                  <a:lnTo>
                    <a:pt x="70612" y="27266"/>
                  </a:lnTo>
                  <a:lnTo>
                    <a:pt x="67449" y="27266"/>
                  </a:lnTo>
                  <a:lnTo>
                    <a:pt x="66065" y="28511"/>
                  </a:lnTo>
                  <a:lnTo>
                    <a:pt x="66065" y="31661"/>
                  </a:lnTo>
                  <a:lnTo>
                    <a:pt x="67449" y="32893"/>
                  </a:lnTo>
                  <a:lnTo>
                    <a:pt x="70612" y="32893"/>
                  </a:lnTo>
                  <a:lnTo>
                    <a:pt x="71945" y="31661"/>
                  </a:lnTo>
                  <a:lnTo>
                    <a:pt x="71945" y="30048"/>
                  </a:lnTo>
                  <a:lnTo>
                    <a:pt x="71945" y="28511"/>
                  </a:lnTo>
                  <a:close/>
                </a:path>
                <a:path w="492759" h="325119">
                  <a:moveTo>
                    <a:pt x="73012" y="36055"/>
                  </a:moveTo>
                  <a:lnTo>
                    <a:pt x="71653" y="34772"/>
                  </a:lnTo>
                  <a:lnTo>
                    <a:pt x="68478" y="34772"/>
                  </a:lnTo>
                  <a:lnTo>
                    <a:pt x="67106" y="36055"/>
                  </a:lnTo>
                  <a:lnTo>
                    <a:pt x="67106" y="39103"/>
                  </a:lnTo>
                  <a:lnTo>
                    <a:pt x="68478" y="40513"/>
                  </a:lnTo>
                  <a:lnTo>
                    <a:pt x="71653" y="40513"/>
                  </a:lnTo>
                  <a:lnTo>
                    <a:pt x="73012" y="39103"/>
                  </a:lnTo>
                  <a:lnTo>
                    <a:pt x="73012" y="37490"/>
                  </a:lnTo>
                  <a:lnTo>
                    <a:pt x="73012" y="36055"/>
                  </a:lnTo>
                  <a:close/>
                </a:path>
                <a:path w="492759" h="325119">
                  <a:moveTo>
                    <a:pt x="76466" y="22326"/>
                  </a:moveTo>
                  <a:lnTo>
                    <a:pt x="75107" y="21132"/>
                  </a:lnTo>
                  <a:lnTo>
                    <a:pt x="71945" y="21132"/>
                  </a:lnTo>
                  <a:lnTo>
                    <a:pt x="70688" y="22326"/>
                  </a:lnTo>
                  <a:lnTo>
                    <a:pt x="70688" y="25438"/>
                  </a:lnTo>
                  <a:lnTo>
                    <a:pt x="71945" y="26771"/>
                  </a:lnTo>
                  <a:lnTo>
                    <a:pt x="73596" y="26771"/>
                  </a:lnTo>
                  <a:lnTo>
                    <a:pt x="75107" y="26771"/>
                  </a:lnTo>
                  <a:lnTo>
                    <a:pt x="76466" y="25438"/>
                  </a:lnTo>
                  <a:lnTo>
                    <a:pt x="76466" y="22326"/>
                  </a:lnTo>
                  <a:close/>
                </a:path>
                <a:path w="492759" h="325119">
                  <a:moveTo>
                    <a:pt x="84124" y="21856"/>
                  </a:moveTo>
                  <a:lnTo>
                    <a:pt x="82880" y="20637"/>
                  </a:lnTo>
                  <a:lnTo>
                    <a:pt x="79679" y="20637"/>
                  </a:lnTo>
                  <a:lnTo>
                    <a:pt x="78409" y="21856"/>
                  </a:lnTo>
                  <a:lnTo>
                    <a:pt x="78409" y="24993"/>
                  </a:lnTo>
                  <a:lnTo>
                    <a:pt x="79679" y="26327"/>
                  </a:lnTo>
                  <a:lnTo>
                    <a:pt x="81229" y="26327"/>
                  </a:lnTo>
                  <a:lnTo>
                    <a:pt x="82880" y="26327"/>
                  </a:lnTo>
                  <a:lnTo>
                    <a:pt x="84124" y="24993"/>
                  </a:lnTo>
                  <a:lnTo>
                    <a:pt x="84124" y="21856"/>
                  </a:lnTo>
                  <a:close/>
                </a:path>
                <a:path w="492759" h="325119">
                  <a:moveTo>
                    <a:pt x="94157" y="24358"/>
                  </a:moveTo>
                  <a:lnTo>
                    <a:pt x="94043" y="20967"/>
                  </a:lnTo>
                  <a:lnTo>
                    <a:pt x="93319" y="19939"/>
                  </a:lnTo>
                  <a:lnTo>
                    <a:pt x="92087" y="19316"/>
                  </a:lnTo>
                  <a:lnTo>
                    <a:pt x="90779" y="18237"/>
                  </a:lnTo>
                  <a:lnTo>
                    <a:pt x="89103" y="16637"/>
                  </a:lnTo>
                  <a:lnTo>
                    <a:pt x="88595" y="16052"/>
                  </a:lnTo>
                  <a:lnTo>
                    <a:pt x="88112" y="15494"/>
                  </a:lnTo>
                  <a:lnTo>
                    <a:pt x="88163" y="15341"/>
                  </a:lnTo>
                  <a:lnTo>
                    <a:pt x="88265" y="15113"/>
                  </a:lnTo>
                  <a:lnTo>
                    <a:pt x="93243" y="15494"/>
                  </a:lnTo>
                  <a:lnTo>
                    <a:pt x="93179" y="15341"/>
                  </a:lnTo>
                  <a:lnTo>
                    <a:pt x="93091" y="15113"/>
                  </a:lnTo>
                  <a:lnTo>
                    <a:pt x="92456" y="13474"/>
                  </a:lnTo>
                  <a:lnTo>
                    <a:pt x="91262" y="10426"/>
                  </a:lnTo>
                  <a:lnTo>
                    <a:pt x="87731" y="13474"/>
                  </a:lnTo>
                  <a:lnTo>
                    <a:pt x="87363" y="13474"/>
                  </a:lnTo>
                  <a:lnTo>
                    <a:pt x="87083" y="8115"/>
                  </a:lnTo>
                  <a:lnTo>
                    <a:pt x="82042" y="9906"/>
                  </a:lnTo>
                  <a:lnTo>
                    <a:pt x="85382" y="13995"/>
                  </a:lnTo>
                  <a:lnTo>
                    <a:pt x="85242" y="14224"/>
                  </a:lnTo>
                  <a:lnTo>
                    <a:pt x="85242" y="14376"/>
                  </a:lnTo>
                  <a:lnTo>
                    <a:pt x="80759" y="14630"/>
                  </a:lnTo>
                  <a:lnTo>
                    <a:pt x="83185" y="19697"/>
                  </a:lnTo>
                  <a:lnTo>
                    <a:pt x="86080" y="16052"/>
                  </a:lnTo>
                  <a:lnTo>
                    <a:pt x="86220" y="16052"/>
                  </a:lnTo>
                  <a:lnTo>
                    <a:pt x="86347" y="16637"/>
                  </a:lnTo>
                  <a:lnTo>
                    <a:pt x="86588" y="17881"/>
                  </a:lnTo>
                  <a:lnTo>
                    <a:pt x="86715" y="19697"/>
                  </a:lnTo>
                  <a:lnTo>
                    <a:pt x="86791" y="24358"/>
                  </a:lnTo>
                  <a:lnTo>
                    <a:pt x="88392" y="26060"/>
                  </a:lnTo>
                  <a:lnTo>
                    <a:pt x="92506" y="26060"/>
                  </a:lnTo>
                  <a:lnTo>
                    <a:pt x="94157" y="24358"/>
                  </a:lnTo>
                  <a:close/>
                </a:path>
                <a:path w="492759" h="325119">
                  <a:moveTo>
                    <a:pt x="100431" y="15557"/>
                  </a:moveTo>
                  <a:lnTo>
                    <a:pt x="99174" y="14630"/>
                  </a:lnTo>
                  <a:lnTo>
                    <a:pt x="98107" y="13474"/>
                  </a:lnTo>
                  <a:lnTo>
                    <a:pt x="96126" y="13474"/>
                  </a:lnTo>
                  <a:lnTo>
                    <a:pt x="95008" y="14630"/>
                  </a:lnTo>
                  <a:lnTo>
                    <a:pt x="93941" y="15557"/>
                  </a:lnTo>
                  <a:lnTo>
                    <a:pt x="93941" y="17360"/>
                  </a:lnTo>
                  <a:lnTo>
                    <a:pt x="95084" y="18605"/>
                  </a:lnTo>
                  <a:lnTo>
                    <a:pt x="96126" y="19685"/>
                  </a:lnTo>
                  <a:lnTo>
                    <a:pt x="98107" y="19685"/>
                  </a:lnTo>
                  <a:lnTo>
                    <a:pt x="99174" y="18516"/>
                  </a:lnTo>
                  <a:lnTo>
                    <a:pt x="100431" y="17360"/>
                  </a:lnTo>
                  <a:lnTo>
                    <a:pt x="100431" y="15557"/>
                  </a:lnTo>
                  <a:close/>
                </a:path>
                <a:path w="492759" h="325119">
                  <a:moveTo>
                    <a:pt x="106845" y="10795"/>
                  </a:moveTo>
                  <a:lnTo>
                    <a:pt x="105765" y="9817"/>
                  </a:lnTo>
                  <a:lnTo>
                    <a:pt x="104559" y="8572"/>
                  </a:lnTo>
                  <a:lnTo>
                    <a:pt x="102730" y="8572"/>
                  </a:lnTo>
                  <a:lnTo>
                    <a:pt x="101536" y="9817"/>
                  </a:lnTo>
                  <a:lnTo>
                    <a:pt x="100457" y="10795"/>
                  </a:lnTo>
                  <a:lnTo>
                    <a:pt x="100457" y="12661"/>
                  </a:lnTo>
                  <a:lnTo>
                    <a:pt x="101536" y="13906"/>
                  </a:lnTo>
                  <a:lnTo>
                    <a:pt x="102730" y="14859"/>
                  </a:lnTo>
                  <a:lnTo>
                    <a:pt x="104559" y="14859"/>
                  </a:lnTo>
                  <a:lnTo>
                    <a:pt x="105765" y="13906"/>
                  </a:lnTo>
                  <a:lnTo>
                    <a:pt x="106845" y="12661"/>
                  </a:lnTo>
                  <a:lnTo>
                    <a:pt x="106845" y="10795"/>
                  </a:lnTo>
                  <a:close/>
                </a:path>
                <a:path w="492759" h="325119">
                  <a:moveTo>
                    <a:pt x="114452" y="12128"/>
                  </a:moveTo>
                  <a:lnTo>
                    <a:pt x="113347" y="10960"/>
                  </a:lnTo>
                  <a:lnTo>
                    <a:pt x="112191" y="9906"/>
                  </a:lnTo>
                  <a:lnTo>
                    <a:pt x="110337" y="9906"/>
                  </a:lnTo>
                  <a:lnTo>
                    <a:pt x="109321" y="10960"/>
                  </a:lnTo>
                  <a:lnTo>
                    <a:pt x="108089" y="12128"/>
                  </a:lnTo>
                  <a:lnTo>
                    <a:pt x="108216" y="13995"/>
                  </a:lnTo>
                  <a:lnTo>
                    <a:pt x="110464" y="16052"/>
                  </a:lnTo>
                  <a:lnTo>
                    <a:pt x="112318" y="16052"/>
                  </a:lnTo>
                  <a:lnTo>
                    <a:pt x="113347" y="15024"/>
                  </a:lnTo>
                  <a:lnTo>
                    <a:pt x="114452" y="13995"/>
                  </a:lnTo>
                  <a:lnTo>
                    <a:pt x="114452" y="12128"/>
                  </a:lnTo>
                  <a:close/>
                </a:path>
                <a:path w="492759" h="325119">
                  <a:moveTo>
                    <a:pt x="118529" y="23126"/>
                  </a:moveTo>
                  <a:lnTo>
                    <a:pt x="114071" y="23393"/>
                  </a:lnTo>
                  <a:lnTo>
                    <a:pt x="115328" y="25158"/>
                  </a:lnTo>
                  <a:lnTo>
                    <a:pt x="115722" y="25984"/>
                  </a:lnTo>
                  <a:lnTo>
                    <a:pt x="115836" y="27457"/>
                  </a:lnTo>
                  <a:lnTo>
                    <a:pt x="115011" y="27051"/>
                  </a:lnTo>
                  <a:lnTo>
                    <a:pt x="113855" y="26162"/>
                  </a:lnTo>
                  <a:lnTo>
                    <a:pt x="112826" y="24726"/>
                  </a:lnTo>
                  <a:lnTo>
                    <a:pt x="112941" y="26162"/>
                  </a:lnTo>
                  <a:lnTo>
                    <a:pt x="113042" y="27457"/>
                  </a:lnTo>
                  <a:lnTo>
                    <a:pt x="113157" y="28829"/>
                  </a:lnTo>
                  <a:lnTo>
                    <a:pt x="113258" y="30035"/>
                  </a:lnTo>
                  <a:lnTo>
                    <a:pt x="113322" y="30848"/>
                  </a:lnTo>
                  <a:lnTo>
                    <a:pt x="113398" y="31127"/>
                  </a:lnTo>
                  <a:lnTo>
                    <a:pt x="114071" y="30035"/>
                  </a:lnTo>
                  <a:lnTo>
                    <a:pt x="114198" y="29908"/>
                  </a:lnTo>
                  <a:lnTo>
                    <a:pt x="114782" y="29235"/>
                  </a:lnTo>
                  <a:lnTo>
                    <a:pt x="115836" y="28829"/>
                  </a:lnTo>
                  <a:lnTo>
                    <a:pt x="115722" y="31127"/>
                  </a:lnTo>
                  <a:lnTo>
                    <a:pt x="115608" y="33248"/>
                  </a:lnTo>
                  <a:lnTo>
                    <a:pt x="113855" y="34925"/>
                  </a:lnTo>
                  <a:lnTo>
                    <a:pt x="112318" y="35242"/>
                  </a:lnTo>
                  <a:lnTo>
                    <a:pt x="111023" y="35496"/>
                  </a:lnTo>
                  <a:lnTo>
                    <a:pt x="110426" y="35496"/>
                  </a:lnTo>
                  <a:lnTo>
                    <a:pt x="109093" y="34429"/>
                  </a:lnTo>
                  <a:lnTo>
                    <a:pt x="109029" y="34036"/>
                  </a:lnTo>
                  <a:lnTo>
                    <a:pt x="108940" y="33528"/>
                  </a:lnTo>
                  <a:lnTo>
                    <a:pt x="108889" y="33248"/>
                  </a:lnTo>
                  <a:lnTo>
                    <a:pt x="108775" y="32537"/>
                  </a:lnTo>
                  <a:lnTo>
                    <a:pt x="108534" y="31127"/>
                  </a:lnTo>
                  <a:lnTo>
                    <a:pt x="108915" y="30848"/>
                  </a:lnTo>
                  <a:lnTo>
                    <a:pt x="110197" y="29908"/>
                  </a:lnTo>
                  <a:lnTo>
                    <a:pt x="112014" y="31648"/>
                  </a:lnTo>
                  <a:lnTo>
                    <a:pt x="112039" y="31369"/>
                  </a:lnTo>
                  <a:lnTo>
                    <a:pt x="112153" y="29908"/>
                  </a:lnTo>
                  <a:lnTo>
                    <a:pt x="112191" y="29489"/>
                  </a:lnTo>
                  <a:lnTo>
                    <a:pt x="112204" y="29235"/>
                  </a:lnTo>
                  <a:lnTo>
                    <a:pt x="112318" y="27774"/>
                  </a:lnTo>
                  <a:lnTo>
                    <a:pt x="109004" y="27774"/>
                  </a:lnTo>
                  <a:lnTo>
                    <a:pt x="107619" y="29235"/>
                  </a:lnTo>
                  <a:lnTo>
                    <a:pt x="109321" y="25615"/>
                  </a:lnTo>
                  <a:lnTo>
                    <a:pt x="109207" y="25158"/>
                  </a:lnTo>
                  <a:lnTo>
                    <a:pt x="109080" y="24726"/>
                  </a:lnTo>
                  <a:lnTo>
                    <a:pt x="109029" y="24561"/>
                  </a:lnTo>
                  <a:lnTo>
                    <a:pt x="108597" y="22974"/>
                  </a:lnTo>
                  <a:lnTo>
                    <a:pt x="105181" y="21132"/>
                  </a:lnTo>
                  <a:lnTo>
                    <a:pt x="102971" y="24561"/>
                  </a:lnTo>
                  <a:lnTo>
                    <a:pt x="103035" y="24726"/>
                  </a:lnTo>
                  <a:lnTo>
                    <a:pt x="103911" y="27051"/>
                  </a:lnTo>
                  <a:lnTo>
                    <a:pt x="106489" y="29489"/>
                  </a:lnTo>
                  <a:lnTo>
                    <a:pt x="103911" y="28333"/>
                  </a:lnTo>
                  <a:lnTo>
                    <a:pt x="101536" y="30492"/>
                  </a:lnTo>
                  <a:lnTo>
                    <a:pt x="103911" y="33528"/>
                  </a:lnTo>
                  <a:lnTo>
                    <a:pt x="103962" y="33248"/>
                  </a:lnTo>
                  <a:lnTo>
                    <a:pt x="104432" y="30848"/>
                  </a:lnTo>
                  <a:lnTo>
                    <a:pt x="106730" y="31369"/>
                  </a:lnTo>
                  <a:lnTo>
                    <a:pt x="106794" y="31648"/>
                  </a:lnTo>
                  <a:lnTo>
                    <a:pt x="107632" y="35242"/>
                  </a:lnTo>
                  <a:lnTo>
                    <a:pt x="105879" y="37414"/>
                  </a:lnTo>
                  <a:lnTo>
                    <a:pt x="99047" y="39535"/>
                  </a:lnTo>
                  <a:lnTo>
                    <a:pt x="98971" y="39382"/>
                  </a:lnTo>
                  <a:lnTo>
                    <a:pt x="97599" y="36906"/>
                  </a:lnTo>
                  <a:lnTo>
                    <a:pt x="96939" y="35496"/>
                  </a:lnTo>
                  <a:lnTo>
                    <a:pt x="96824" y="35242"/>
                  </a:lnTo>
                  <a:lnTo>
                    <a:pt x="96672" y="34925"/>
                  </a:lnTo>
                  <a:lnTo>
                    <a:pt x="96710" y="34683"/>
                  </a:lnTo>
                  <a:lnTo>
                    <a:pt x="97485" y="34188"/>
                  </a:lnTo>
                  <a:lnTo>
                    <a:pt x="99631" y="34429"/>
                  </a:lnTo>
                  <a:lnTo>
                    <a:pt x="101879" y="35737"/>
                  </a:lnTo>
                  <a:lnTo>
                    <a:pt x="102006" y="35737"/>
                  </a:lnTo>
                  <a:lnTo>
                    <a:pt x="101930" y="35496"/>
                  </a:lnTo>
                  <a:lnTo>
                    <a:pt x="101854" y="35242"/>
                  </a:lnTo>
                  <a:lnTo>
                    <a:pt x="101739" y="34925"/>
                  </a:lnTo>
                  <a:lnTo>
                    <a:pt x="101663" y="34683"/>
                  </a:lnTo>
                  <a:lnTo>
                    <a:pt x="101574" y="34429"/>
                  </a:lnTo>
                  <a:lnTo>
                    <a:pt x="101180" y="33248"/>
                  </a:lnTo>
                  <a:lnTo>
                    <a:pt x="99936" y="29489"/>
                  </a:lnTo>
                  <a:lnTo>
                    <a:pt x="99174" y="31648"/>
                  </a:lnTo>
                  <a:lnTo>
                    <a:pt x="98005" y="32537"/>
                  </a:lnTo>
                  <a:lnTo>
                    <a:pt x="98285" y="32537"/>
                  </a:lnTo>
                  <a:lnTo>
                    <a:pt x="96304" y="33248"/>
                  </a:lnTo>
                  <a:lnTo>
                    <a:pt x="96037" y="33248"/>
                  </a:lnTo>
                  <a:lnTo>
                    <a:pt x="96113" y="30848"/>
                  </a:lnTo>
                  <a:lnTo>
                    <a:pt x="97243" y="27774"/>
                  </a:lnTo>
                  <a:lnTo>
                    <a:pt x="89408" y="30848"/>
                  </a:lnTo>
                  <a:lnTo>
                    <a:pt x="92862" y="32537"/>
                  </a:lnTo>
                  <a:lnTo>
                    <a:pt x="93573" y="33248"/>
                  </a:lnTo>
                  <a:lnTo>
                    <a:pt x="94259" y="34036"/>
                  </a:lnTo>
                  <a:lnTo>
                    <a:pt x="94500" y="34036"/>
                  </a:lnTo>
                  <a:lnTo>
                    <a:pt x="92570" y="34683"/>
                  </a:lnTo>
                  <a:lnTo>
                    <a:pt x="91084" y="34925"/>
                  </a:lnTo>
                  <a:lnTo>
                    <a:pt x="88684" y="34036"/>
                  </a:lnTo>
                  <a:lnTo>
                    <a:pt x="91757" y="39992"/>
                  </a:lnTo>
                  <a:lnTo>
                    <a:pt x="91871" y="39535"/>
                  </a:lnTo>
                  <a:lnTo>
                    <a:pt x="91986" y="39103"/>
                  </a:lnTo>
                  <a:lnTo>
                    <a:pt x="92049" y="38862"/>
                  </a:lnTo>
                  <a:lnTo>
                    <a:pt x="92138" y="38557"/>
                  </a:lnTo>
                  <a:lnTo>
                    <a:pt x="92252" y="38125"/>
                  </a:lnTo>
                  <a:lnTo>
                    <a:pt x="92303" y="37922"/>
                  </a:lnTo>
                  <a:lnTo>
                    <a:pt x="92506" y="37134"/>
                  </a:lnTo>
                  <a:lnTo>
                    <a:pt x="93941" y="35496"/>
                  </a:lnTo>
                  <a:lnTo>
                    <a:pt x="95008" y="35496"/>
                  </a:lnTo>
                  <a:lnTo>
                    <a:pt x="95097" y="35737"/>
                  </a:lnTo>
                  <a:lnTo>
                    <a:pt x="96672" y="40513"/>
                  </a:lnTo>
                  <a:lnTo>
                    <a:pt x="92227" y="42557"/>
                  </a:lnTo>
                  <a:lnTo>
                    <a:pt x="91262" y="43154"/>
                  </a:lnTo>
                  <a:lnTo>
                    <a:pt x="90538" y="43548"/>
                  </a:lnTo>
                  <a:lnTo>
                    <a:pt x="89154" y="43548"/>
                  </a:lnTo>
                  <a:lnTo>
                    <a:pt x="87363" y="43307"/>
                  </a:lnTo>
                  <a:lnTo>
                    <a:pt x="87274" y="43154"/>
                  </a:lnTo>
                  <a:lnTo>
                    <a:pt x="86436" y="41821"/>
                  </a:lnTo>
                  <a:lnTo>
                    <a:pt x="85953" y="41008"/>
                  </a:lnTo>
                  <a:lnTo>
                    <a:pt x="85356" y="39992"/>
                  </a:lnTo>
                  <a:lnTo>
                    <a:pt x="85864" y="39103"/>
                  </a:lnTo>
                  <a:lnTo>
                    <a:pt x="86169" y="38557"/>
                  </a:lnTo>
                  <a:lnTo>
                    <a:pt x="86525" y="37922"/>
                  </a:lnTo>
                  <a:lnTo>
                    <a:pt x="88760" y="39535"/>
                  </a:lnTo>
                  <a:lnTo>
                    <a:pt x="88722" y="39103"/>
                  </a:lnTo>
                  <a:lnTo>
                    <a:pt x="88607" y="37922"/>
                  </a:lnTo>
                  <a:lnTo>
                    <a:pt x="88506" y="36906"/>
                  </a:lnTo>
                  <a:lnTo>
                    <a:pt x="88392" y="35737"/>
                  </a:lnTo>
                  <a:lnTo>
                    <a:pt x="85039" y="35737"/>
                  </a:lnTo>
                  <a:lnTo>
                    <a:pt x="84124" y="38557"/>
                  </a:lnTo>
                  <a:lnTo>
                    <a:pt x="84226" y="34683"/>
                  </a:lnTo>
                  <a:lnTo>
                    <a:pt x="83185" y="32537"/>
                  </a:lnTo>
                  <a:lnTo>
                    <a:pt x="79006" y="31369"/>
                  </a:lnTo>
                  <a:lnTo>
                    <a:pt x="78930" y="31648"/>
                  </a:lnTo>
                  <a:lnTo>
                    <a:pt x="78193" y="34429"/>
                  </a:lnTo>
                  <a:lnTo>
                    <a:pt x="78130" y="35496"/>
                  </a:lnTo>
                  <a:lnTo>
                    <a:pt x="79324" y="37414"/>
                  </a:lnTo>
                  <a:lnTo>
                    <a:pt x="83261" y="39103"/>
                  </a:lnTo>
                  <a:lnTo>
                    <a:pt x="81038" y="38862"/>
                  </a:lnTo>
                  <a:lnTo>
                    <a:pt x="78663" y="41008"/>
                  </a:lnTo>
                  <a:lnTo>
                    <a:pt x="81686" y="43548"/>
                  </a:lnTo>
                  <a:lnTo>
                    <a:pt x="81686" y="41351"/>
                  </a:lnTo>
                  <a:lnTo>
                    <a:pt x="83705" y="41008"/>
                  </a:lnTo>
                  <a:lnTo>
                    <a:pt x="84886" y="42557"/>
                  </a:lnTo>
                  <a:lnTo>
                    <a:pt x="85572" y="43548"/>
                  </a:lnTo>
                  <a:lnTo>
                    <a:pt x="85572" y="44246"/>
                  </a:lnTo>
                  <a:lnTo>
                    <a:pt x="85432" y="45504"/>
                  </a:lnTo>
                  <a:lnTo>
                    <a:pt x="83934" y="46558"/>
                  </a:lnTo>
                  <a:lnTo>
                    <a:pt x="82905" y="47244"/>
                  </a:lnTo>
                  <a:lnTo>
                    <a:pt x="80149" y="47244"/>
                  </a:lnTo>
                  <a:lnTo>
                    <a:pt x="76949" y="44246"/>
                  </a:lnTo>
                  <a:lnTo>
                    <a:pt x="77609" y="43967"/>
                  </a:lnTo>
                  <a:lnTo>
                    <a:pt x="78574" y="43967"/>
                  </a:lnTo>
                  <a:lnTo>
                    <a:pt x="79921" y="44246"/>
                  </a:lnTo>
                  <a:lnTo>
                    <a:pt x="80289" y="44246"/>
                  </a:lnTo>
                  <a:lnTo>
                    <a:pt x="80048" y="43967"/>
                  </a:lnTo>
                  <a:lnTo>
                    <a:pt x="79349" y="43154"/>
                  </a:lnTo>
                  <a:lnTo>
                    <a:pt x="76631" y="39992"/>
                  </a:lnTo>
                  <a:lnTo>
                    <a:pt x="76136" y="39535"/>
                  </a:lnTo>
                  <a:lnTo>
                    <a:pt x="76200" y="42557"/>
                  </a:lnTo>
                  <a:lnTo>
                    <a:pt x="75831" y="43154"/>
                  </a:lnTo>
                  <a:lnTo>
                    <a:pt x="74396" y="39992"/>
                  </a:lnTo>
                  <a:lnTo>
                    <a:pt x="74269" y="39382"/>
                  </a:lnTo>
                  <a:lnTo>
                    <a:pt x="71056" y="42075"/>
                  </a:lnTo>
                  <a:lnTo>
                    <a:pt x="70827" y="42075"/>
                  </a:lnTo>
                  <a:lnTo>
                    <a:pt x="74041" y="43967"/>
                  </a:lnTo>
                  <a:lnTo>
                    <a:pt x="77660" y="46913"/>
                  </a:lnTo>
                  <a:lnTo>
                    <a:pt x="81965" y="52768"/>
                  </a:lnTo>
                  <a:lnTo>
                    <a:pt x="86372" y="49885"/>
                  </a:lnTo>
                  <a:lnTo>
                    <a:pt x="92011" y="47244"/>
                  </a:lnTo>
                  <a:lnTo>
                    <a:pt x="94424" y="46113"/>
                  </a:lnTo>
                  <a:lnTo>
                    <a:pt x="99644" y="43967"/>
                  </a:lnTo>
                  <a:lnTo>
                    <a:pt x="100736" y="43548"/>
                  </a:lnTo>
                  <a:lnTo>
                    <a:pt x="104559" y="42075"/>
                  </a:lnTo>
                  <a:lnTo>
                    <a:pt x="112534" y="39535"/>
                  </a:lnTo>
                  <a:lnTo>
                    <a:pt x="113017" y="39382"/>
                  </a:lnTo>
                  <a:lnTo>
                    <a:pt x="118211" y="38125"/>
                  </a:lnTo>
                  <a:lnTo>
                    <a:pt x="118097" y="37414"/>
                  </a:lnTo>
                  <a:lnTo>
                    <a:pt x="118021" y="36906"/>
                  </a:lnTo>
                  <a:lnTo>
                    <a:pt x="117805" y="35496"/>
                  </a:lnTo>
                  <a:lnTo>
                    <a:pt x="117678" y="34683"/>
                  </a:lnTo>
                  <a:lnTo>
                    <a:pt x="117576" y="34036"/>
                  </a:lnTo>
                  <a:lnTo>
                    <a:pt x="117462" y="33248"/>
                  </a:lnTo>
                  <a:lnTo>
                    <a:pt x="117348" y="32537"/>
                  </a:lnTo>
                  <a:lnTo>
                    <a:pt x="117208" y="31648"/>
                  </a:lnTo>
                  <a:lnTo>
                    <a:pt x="117271" y="30035"/>
                  </a:lnTo>
                  <a:lnTo>
                    <a:pt x="117335" y="29489"/>
                  </a:lnTo>
                  <a:lnTo>
                    <a:pt x="117424" y="28829"/>
                  </a:lnTo>
                  <a:lnTo>
                    <a:pt x="117487" y="28333"/>
                  </a:lnTo>
                  <a:lnTo>
                    <a:pt x="117602" y="27457"/>
                  </a:lnTo>
                  <a:lnTo>
                    <a:pt x="117690" y="26771"/>
                  </a:lnTo>
                  <a:lnTo>
                    <a:pt x="118529" y="23126"/>
                  </a:lnTo>
                  <a:close/>
                </a:path>
                <a:path w="492759" h="325119">
                  <a:moveTo>
                    <a:pt x="119253" y="18161"/>
                  </a:moveTo>
                  <a:lnTo>
                    <a:pt x="118110" y="16916"/>
                  </a:lnTo>
                  <a:lnTo>
                    <a:pt x="116979" y="15887"/>
                  </a:lnTo>
                  <a:lnTo>
                    <a:pt x="115150" y="15887"/>
                  </a:lnTo>
                  <a:lnTo>
                    <a:pt x="113944" y="16916"/>
                  </a:lnTo>
                  <a:lnTo>
                    <a:pt x="112903" y="18161"/>
                  </a:lnTo>
                  <a:lnTo>
                    <a:pt x="112903" y="20040"/>
                  </a:lnTo>
                  <a:lnTo>
                    <a:pt x="113944" y="21145"/>
                  </a:lnTo>
                  <a:lnTo>
                    <a:pt x="115150" y="22085"/>
                  </a:lnTo>
                  <a:lnTo>
                    <a:pt x="116979" y="22085"/>
                  </a:lnTo>
                  <a:lnTo>
                    <a:pt x="118110" y="21031"/>
                  </a:lnTo>
                  <a:lnTo>
                    <a:pt x="119253" y="20040"/>
                  </a:lnTo>
                  <a:lnTo>
                    <a:pt x="119253" y="18161"/>
                  </a:lnTo>
                  <a:close/>
                </a:path>
                <a:path w="492759" h="325119">
                  <a:moveTo>
                    <a:pt x="179311" y="207314"/>
                  </a:moveTo>
                  <a:lnTo>
                    <a:pt x="176161" y="206044"/>
                  </a:lnTo>
                  <a:lnTo>
                    <a:pt x="177507" y="202234"/>
                  </a:lnTo>
                  <a:lnTo>
                    <a:pt x="178765" y="199694"/>
                  </a:lnTo>
                  <a:lnTo>
                    <a:pt x="174840" y="197154"/>
                  </a:lnTo>
                  <a:lnTo>
                    <a:pt x="172885" y="195884"/>
                  </a:lnTo>
                  <a:lnTo>
                    <a:pt x="171792" y="188264"/>
                  </a:lnTo>
                  <a:lnTo>
                    <a:pt x="171602" y="186994"/>
                  </a:lnTo>
                  <a:lnTo>
                    <a:pt x="172186" y="183184"/>
                  </a:lnTo>
                  <a:lnTo>
                    <a:pt x="167233" y="176834"/>
                  </a:lnTo>
                  <a:lnTo>
                    <a:pt x="162941" y="173024"/>
                  </a:lnTo>
                  <a:lnTo>
                    <a:pt x="161518" y="171754"/>
                  </a:lnTo>
                  <a:lnTo>
                    <a:pt x="139700" y="147624"/>
                  </a:lnTo>
                  <a:lnTo>
                    <a:pt x="144119" y="147624"/>
                  </a:lnTo>
                  <a:lnTo>
                    <a:pt x="147243" y="150164"/>
                  </a:lnTo>
                  <a:lnTo>
                    <a:pt x="149161" y="151434"/>
                  </a:lnTo>
                  <a:lnTo>
                    <a:pt x="152844" y="155244"/>
                  </a:lnTo>
                  <a:lnTo>
                    <a:pt x="156222" y="159054"/>
                  </a:lnTo>
                  <a:lnTo>
                    <a:pt x="159893" y="150164"/>
                  </a:lnTo>
                  <a:lnTo>
                    <a:pt x="161569" y="147624"/>
                  </a:lnTo>
                  <a:lnTo>
                    <a:pt x="164096" y="143814"/>
                  </a:lnTo>
                  <a:lnTo>
                    <a:pt x="168948" y="136194"/>
                  </a:lnTo>
                  <a:lnTo>
                    <a:pt x="174599" y="129844"/>
                  </a:lnTo>
                  <a:lnTo>
                    <a:pt x="176682" y="127304"/>
                  </a:lnTo>
                  <a:lnTo>
                    <a:pt x="177685" y="126034"/>
                  </a:lnTo>
                  <a:lnTo>
                    <a:pt x="174777" y="127304"/>
                  </a:lnTo>
                  <a:lnTo>
                    <a:pt x="170154" y="127304"/>
                  </a:lnTo>
                  <a:lnTo>
                    <a:pt x="167678" y="129844"/>
                  </a:lnTo>
                  <a:lnTo>
                    <a:pt x="167678" y="120954"/>
                  </a:lnTo>
                  <a:lnTo>
                    <a:pt x="164338" y="117144"/>
                  </a:lnTo>
                  <a:lnTo>
                    <a:pt x="164617" y="112064"/>
                  </a:lnTo>
                  <a:lnTo>
                    <a:pt x="162864" y="105714"/>
                  </a:lnTo>
                  <a:lnTo>
                    <a:pt x="160858" y="103174"/>
                  </a:lnTo>
                  <a:lnTo>
                    <a:pt x="157873" y="99364"/>
                  </a:lnTo>
                  <a:lnTo>
                    <a:pt x="148463" y="91744"/>
                  </a:lnTo>
                  <a:lnTo>
                    <a:pt x="156654" y="94284"/>
                  </a:lnTo>
                  <a:lnTo>
                    <a:pt x="161404" y="100634"/>
                  </a:lnTo>
                  <a:lnTo>
                    <a:pt x="167678" y="95554"/>
                  </a:lnTo>
                  <a:lnTo>
                    <a:pt x="164160" y="93014"/>
                  </a:lnTo>
                  <a:lnTo>
                    <a:pt x="163182" y="91744"/>
                  </a:lnTo>
                  <a:lnTo>
                    <a:pt x="160274" y="87934"/>
                  </a:lnTo>
                  <a:lnTo>
                    <a:pt x="153619" y="81584"/>
                  </a:lnTo>
                  <a:lnTo>
                    <a:pt x="141795" y="73964"/>
                  </a:lnTo>
                  <a:lnTo>
                    <a:pt x="147332" y="75234"/>
                  </a:lnTo>
                  <a:lnTo>
                    <a:pt x="152666" y="79044"/>
                  </a:lnTo>
                  <a:lnTo>
                    <a:pt x="158229" y="80314"/>
                  </a:lnTo>
                  <a:lnTo>
                    <a:pt x="164477" y="79044"/>
                  </a:lnTo>
                  <a:lnTo>
                    <a:pt x="158902" y="75234"/>
                  </a:lnTo>
                  <a:lnTo>
                    <a:pt x="157619" y="73964"/>
                  </a:lnTo>
                  <a:lnTo>
                    <a:pt x="156337" y="72694"/>
                  </a:lnTo>
                  <a:lnTo>
                    <a:pt x="149948" y="66344"/>
                  </a:lnTo>
                  <a:lnTo>
                    <a:pt x="147408" y="63804"/>
                  </a:lnTo>
                  <a:lnTo>
                    <a:pt x="145084" y="62534"/>
                  </a:lnTo>
                  <a:lnTo>
                    <a:pt x="138137" y="58724"/>
                  </a:lnTo>
                  <a:lnTo>
                    <a:pt x="143268" y="58724"/>
                  </a:lnTo>
                  <a:lnTo>
                    <a:pt x="148755" y="61264"/>
                  </a:lnTo>
                  <a:lnTo>
                    <a:pt x="151015" y="58724"/>
                  </a:lnTo>
                  <a:lnTo>
                    <a:pt x="153276" y="56184"/>
                  </a:lnTo>
                  <a:lnTo>
                    <a:pt x="148082" y="56184"/>
                  </a:lnTo>
                  <a:lnTo>
                    <a:pt x="144868" y="52374"/>
                  </a:lnTo>
                  <a:lnTo>
                    <a:pt x="139280" y="51104"/>
                  </a:lnTo>
                  <a:lnTo>
                    <a:pt x="140144" y="48564"/>
                  </a:lnTo>
                  <a:lnTo>
                    <a:pt x="141439" y="44754"/>
                  </a:lnTo>
                  <a:lnTo>
                    <a:pt x="140919" y="40944"/>
                  </a:lnTo>
                  <a:lnTo>
                    <a:pt x="138633" y="37134"/>
                  </a:lnTo>
                  <a:lnTo>
                    <a:pt x="134658" y="37134"/>
                  </a:lnTo>
                  <a:lnTo>
                    <a:pt x="130771" y="38404"/>
                  </a:lnTo>
                  <a:lnTo>
                    <a:pt x="127990" y="40741"/>
                  </a:lnTo>
                  <a:lnTo>
                    <a:pt x="127990" y="99364"/>
                  </a:lnTo>
                  <a:lnTo>
                    <a:pt x="122453" y="100634"/>
                  </a:lnTo>
                  <a:lnTo>
                    <a:pt x="117322" y="103174"/>
                  </a:lnTo>
                  <a:lnTo>
                    <a:pt x="113169" y="99364"/>
                  </a:lnTo>
                  <a:lnTo>
                    <a:pt x="112522" y="96824"/>
                  </a:lnTo>
                  <a:lnTo>
                    <a:pt x="112191" y="95554"/>
                  </a:lnTo>
                  <a:lnTo>
                    <a:pt x="111137" y="93014"/>
                  </a:lnTo>
                  <a:lnTo>
                    <a:pt x="110350" y="90474"/>
                  </a:lnTo>
                  <a:lnTo>
                    <a:pt x="113868" y="86664"/>
                  </a:lnTo>
                  <a:lnTo>
                    <a:pt x="114452" y="85394"/>
                  </a:lnTo>
                  <a:lnTo>
                    <a:pt x="113880" y="84124"/>
                  </a:lnTo>
                  <a:lnTo>
                    <a:pt x="112750" y="81584"/>
                  </a:lnTo>
                  <a:lnTo>
                    <a:pt x="111620" y="79044"/>
                  </a:lnTo>
                  <a:lnTo>
                    <a:pt x="108216" y="81584"/>
                  </a:lnTo>
                  <a:lnTo>
                    <a:pt x="104571" y="81584"/>
                  </a:lnTo>
                  <a:lnTo>
                    <a:pt x="106286" y="79044"/>
                  </a:lnTo>
                  <a:lnTo>
                    <a:pt x="106362" y="76504"/>
                  </a:lnTo>
                  <a:lnTo>
                    <a:pt x="104127" y="76504"/>
                  </a:lnTo>
                  <a:lnTo>
                    <a:pt x="101358" y="77774"/>
                  </a:lnTo>
                  <a:lnTo>
                    <a:pt x="101358" y="81584"/>
                  </a:lnTo>
                  <a:lnTo>
                    <a:pt x="99771" y="81584"/>
                  </a:lnTo>
                  <a:lnTo>
                    <a:pt x="98336" y="80314"/>
                  </a:lnTo>
                  <a:lnTo>
                    <a:pt x="99148" y="77774"/>
                  </a:lnTo>
                  <a:lnTo>
                    <a:pt x="99148" y="75234"/>
                  </a:lnTo>
                  <a:lnTo>
                    <a:pt x="100431" y="73964"/>
                  </a:lnTo>
                  <a:lnTo>
                    <a:pt x="102184" y="73964"/>
                  </a:lnTo>
                  <a:lnTo>
                    <a:pt x="108242" y="71424"/>
                  </a:lnTo>
                  <a:lnTo>
                    <a:pt x="117322" y="67614"/>
                  </a:lnTo>
                  <a:lnTo>
                    <a:pt x="119253" y="67614"/>
                  </a:lnTo>
                  <a:lnTo>
                    <a:pt x="120573" y="66344"/>
                  </a:lnTo>
                  <a:lnTo>
                    <a:pt x="121945" y="67614"/>
                  </a:lnTo>
                  <a:lnTo>
                    <a:pt x="122872" y="68884"/>
                  </a:lnTo>
                  <a:lnTo>
                    <a:pt x="125285" y="70154"/>
                  </a:lnTo>
                  <a:lnTo>
                    <a:pt x="124701" y="71424"/>
                  </a:lnTo>
                  <a:lnTo>
                    <a:pt x="123837" y="72694"/>
                  </a:lnTo>
                  <a:lnTo>
                    <a:pt x="120573" y="70154"/>
                  </a:lnTo>
                  <a:lnTo>
                    <a:pt x="116611" y="72694"/>
                  </a:lnTo>
                  <a:lnTo>
                    <a:pt x="118198" y="73964"/>
                  </a:lnTo>
                  <a:lnTo>
                    <a:pt x="121640" y="75234"/>
                  </a:lnTo>
                  <a:lnTo>
                    <a:pt x="118351" y="77774"/>
                  </a:lnTo>
                  <a:lnTo>
                    <a:pt x="114795" y="79044"/>
                  </a:lnTo>
                  <a:lnTo>
                    <a:pt x="115938" y="81584"/>
                  </a:lnTo>
                  <a:lnTo>
                    <a:pt x="116979" y="84124"/>
                  </a:lnTo>
                  <a:lnTo>
                    <a:pt x="118605" y="85394"/>
                  </a:lnTo>
                  <a:lnTo>
                    <a:pt x="123444" y="85394"/>
                  </a:lnTo>
                  <a:lnTo>
                    <a:pt x="124701" y="87934"/>
                  </a:lnTo>
                  <a:lnTo>
                    <a:pt x="126047" y="90474"/>
                  </a:lnTo>
                  <a:lnTo>
                    <a:pt x="127508" y="94284"/>
                  </a:lnTo>
                  <a:lnTo>
                    <a:pt x="127635" y="95554"/>
                  </a:lnTo>
                  <a:lnTo>
                    <a:pt x="127749" y="96824"/>
                  </a:lnTo>
                  <a:lnTo>
                    <a:pt x="127990" y="99364"/>
                  </a:lnTo>
                  <a:lnTo>
                    <a:pt x="127990" y="40741"/>
                  </a:lnTo>
                  <a:lnTo>
                    <a:pt x="127812" y="40881"/>
                  </a:lnTo>
                  <a:lnTo>
                    <a:pt x="127812" y="48564"/>
                  </a:lnTo>
                  <a:lnTo>
                    <a:pt x="123837" y="54914"/>
                  </a:lnTo>
                  <a:lnTo>
                    <a:pt x="126466" y="57454"/>
                  </a:lnTo>
                  <a:lnTo>
                    <a:pt x="123317" y="59994"/>
                  </a:lnTo>
                  <a:lnTo>
                    <a:pt x="119341" y="62534"/>
                  </a:lnTo>
                  <a:lnTo>
                    <a:pt x="113868" y="59994"/>
                  </a:lnTo>
                  <a:lnTo>
                    <a:pt x="111506" y="56184"/>
                  </a:lnTo>
                  <a:lnTo>
                    <a:pt x="123444" y="51104"/>
                  </a:lnTo>
                  <a:lnTo>
                    <a:pt x="127812" y="48564"/>
                  </a:lnTo>
                  <a:lnTo>
                    <a:pt x="127812" y="40881"/>
                  </a:lnTo>
                  <a:lnTo>
                    <a:pt x="127304" y="37134"/>
                  </a:lnTo>
                  <a:lnTo>
                    <a:pt x="120103" y="37134"/>
                  </a:lnTo>
                  <a:lnTo>
                    <a:pt x="120370" y="38404"/>
                  </a:lnTo>
                  <a:lnTo>
                    <a:pt x="121107" y="40944"/>
                  </a:lnTo>
                  <a:lnTo>
                    <a:pt x="116611" y="40944"/>
                  </a:lnTo>
                  <a:lnTo>
                    <a:pt x="107657" y="43484"/>
                  </a:lnTo>
                  <a:lnTo>
                    <a:pt x="100787" y="45999"/>
                  </a:lnTo>
                  <a:lnTo>
                    <a:pt x="100787" y="65074"/>
                  </a:lnTo>
                  <a:lnTo>
                    <a:pt x="98907" y="71424"/>
                  </a:lnTo>
                  <a:lnTo>
                    <a:pt x="89750" y="71424"/>
                  </a:lnTo>
                  <a:lnTo>
                    <a:pt x="89852" y="67614"/>
                  </a:lnTo>
                  <a:lnTo>
                    <a:pt x="82880" y="66344"/>
                  </a:lnTo>
                  <a:lnTo>
                    <a:pt x="87757" y="65074"/>
                  </a:lnTo>
                  <a:lnTo>
                    <a:pt x="99771" y="61264"/>
                  </a:lnTo>
                  <a:lnTo>
                    <a:pt x="100787" y="65074"/>
                  </a:lnTo>
                  <a:lnTo>
                    <a:pt x="100787" y="45999"/>
                  </a:lnTo>
                  <a:lnTo>
                    <a:pt x="93726" y="48564"/>
                  </a:lnTo>
                  <a:lnTo>
                    <a:pt x="85864" y="53644"/>
                  </a:lnTo>
                  <a:lnTo>
                    <a:pt x="82118" y="56184"/>
                  </a:lnTo>
                  <a:lnTo>
                    <a:pt x="80949" y="53644"/>
                  </a:lnTo>
                  <a:lnTo>
                    <a:pt x="80086" y="53644"/>
                  </a:lnTo>
                  <a:lnTo>
                    <a:pt x="77660" y="54914"/>
                  </a:lnTo>
                  <a:lnTo>
                    <a:pt x="75184" y="57454"/>
                  </a:lnTo>
                  <a:lnTo>
                    <a:pt x="77101" y="59994"/>
                  </a:lnTo>
                  <a:lnTo>
                    <a:pt x="73152" y="61264"/>
                  </a:lnTo>
                  <a:lnTo>
                    <a:pt x="68872" y="61264"/>
                  </a:lnTo>
                  <a:lnTo>
                    <a:pt x="65252" y="65074"/>
                  </a:lnTo>
                  <a:lnTo>
                    <a:pt x="65252" y="68884"/>
                  </a:lnTo>
                  <a:lnTo>
                    <a:pt x="69011" y="72694"/>
                  </a:lnTo>
                  <a:lnTo>
                    <a:pt x="74536" y="75234"/>
                  </a:lnTo>
                  <a:lnTo>
                    <a:pt x="70332" y="82854"/>
                  </a:lnTo>
                  <a:lnTo>
                    <a:pt x="69583" y="89204"/>
                  </a:lnTo>
                  <a:lnTo>
                    <a:pt x="69481" y="90474"/>
                  </a:lnTo>
                  <a:lnTo>
                    <a:pt x="69367" y="91744"/>
                  </a:lnTo>
                  <a:lnTo>
                    <a:pt x="69265" y="93014"/>
                  </a:lnTo>
                  <a:lnTo>
                    <a:pt x="69151" y="94284"/>
                  </a:lnTo>
                  <a:lnTo>
                    <a:pt x="69037" y="95554"/>
                  </a:lnTo>
                  <a:lnTo>
                    <a:pt x="65455" y="100634"/>
                  </a:lnTo>
                  <a:lnTo>
                    <a:pt x="71932" y="99364"/>
                  </a:lnTo>
                  <a:lnTo>
                    <a:pt x="75272" y="93014"/>
                  </a:lnTo>
                  <a:lnTo>
                    <a:pt x="77533" y="87934"/>
                  </a:lnTo>
                  <a:lnTo>
                    <a:pt x="80759" y="84124"/>
                  </a:lnTo>
                  <a:lnTo>
                    <a:pt x="79476" y="90474"/>
                  </a:lnTo>
                  <a:lnTo>
                    <a:pt x="77114" y="95554"/>
                  </a:lnTo>
                  <a:lnTo>
                    <a:pt x="74841" y="100634"/>
                  </a:lnTo>
                  <a:lnTo>
                    <a:pt x="73825" y="108254"/>
                  </a:lnTo>
                  <a:lnTo>
                    <a:pt x="73825" y="114604"/>
                  </a:lnTo>
                  <a:lnTo>
                    <a:pt x="77812" y="122224"/>
                  </a:lnTo>
                  <a:lnTo>
                    <a:pt x="74371" y="126034"/>
                  </a:lnTo>
                  <a:lnTo>
                    <a:pt x="79641" y="120954"/>
                  </a:lnTo>
                  <a:lnTo>
                    <a:pt x="82283" y="112064"/>
                  </a:lnTo>
                  <a:lnTo>
                    <a:pt x="84251" y="103174"/>
                  </a:lnTo>
                  <a:lnTo>
                    <a:pt x="87490" y="96824"/>
                  </a:lnTo>
                  <a:lnTo>
                    <a:pt x="88582" y="99364"/>
                  </a:lnTo>
                  <a:lnTo>
                    <a:pt x="87820" y="103174"/>
                  </a:lnTo>
                  <a:lnTo>
                    <a:pt x="86588" y="106984"/>
                  </a:lnTo>
                  <a:lnTo>
                    <a:pt x="85166" y="114604"/>
                  </a:lnTo>
                  <a:lnTo>
                    <a:pt x="85077" y="117144"/>
                  </a:lnTo>
                  <a:lnTo>
                    <a:pt x="85026" y="118414"/>
                  </a:lnTo>
                  <a:lnTo>
                    <a:pt x="84937" y="120954"/>
                  </a:lnTo>
                  <a:lnTo>
                    <a:pt x="84886" y="122224"/>
                  </a:lnTo>
                  <a:lnTo>
                    <a:pt x="84785" y="123494"/>
                  </a:lnTo>
                  <a:lnTo>
                    <a:pt x="84670" y="124764"/>
                  </a:lnTo>
                  <a:lnTo>
                    <a:pt x="84569" y="126034"/>
                  </a:lnTo>
                  <a:lnTo>
                    <a:pt x="84467" y="127304"/>
                  </a:lnTo>
                  <a:lnTo>
                    <a:pt x="84353" y="128574"/>
                  </a:lnTo>
                  <a:lnTo>
                    <a:pt x="84251" y="129844"/>
                  </a:lnTo>
                  <a:lnTo>
                    <a:pt x="81749" y="134924"/>
                  </a:lnTo>
                  <a:lnTo>
                    <a:pt x="87782" y="131114"/>
                  </a:lnTo>
                  <a:lnTo>
                    <a:pt x="91973" y="124764"/>
                  </a:lnTo>
                  <a:lnTo>
                    <a:pt x="95834" y="118414"/>
                  </a:lnTo>
                  <a:lnTo>
                    <a:pt x="100863" y="112064"/>
                  </a:lnTo>
                  <a:lnTo>
                    <a:pt x="95580" y="124764"/>
                  </a:lnTo>
                  <a:lnTo>
                    <a:pt x="89928" y="141274"/>
                  </a:lnTo>
                  <a:lnTo>
                    <a:pt x="83604" y="157784"/>
                  </a:lnTo>
                  <a:lnTo>
                    <a:pt x="54737" y="203504"/>
                  </a:lnTo>
                  <a:lnTo>
                    <a:pt x="34188" y="220014"/>
                  </a:lnTo>
                  <a:lnTo>
                    <a:pt x="27292" y="220014"/>
                  </a:lnTo>
                  <a:lnTo>
                    <a:pt x="22275" y="216204"/>
                  </a:lnTo>
                  <a:lnTo>
                    <a:pt x="22275" y="207314"/>
                  </a:lnTo>
                  <a:lnTo>
                    <a:pt x="29210" y="189534"/>
                  </a:lnTo>
                  <a:lnTo>
                    <a:pt x="59677" y="156514"/>
                  </a:lnTo>
                  <a:lnTo>
                    <a:pt x="66611" y="137464"/>
                  </a:lnTo>
                  <a:lnTo>
                    <a:pt x="66611" y="126034"/>
                  </a:lnTo>
                  <a:lnTo>
                    <a:pt x="56540" y="122224"/>
                  </a:lnTo>
                  <a:lnTo>
                    <a:pt x="46024" y="122224"/>
                  </a:lnTo>
                  <a:lnTo>
                    <a:pt x="41008" y="123494"/>
                  </a:lnTo>
                  <a:lnTo>
                    <a:pt x="36728" y="127304"/>
                  </a:lnTo>
                  <a:lnTo>
                    <a:pt x="34886" y="126034"/>
                  </a:lnTo>
                  <a:lnTo>
                    <a:pt x="31457" y="126034"/>
                  </a:lnTo>
                  <a:lnTo>
                    <a:pt x="22860" y="129844"/>
                  </a:lnTo>
                  <a:lnTo>
                    <a:pt x="18186" y="140004"/>
                  </a:lnTo>
                  <a:lnTo>
                    <a:pt x="13868" y="148894"/>
                  </a:lnTo>
                  <a:lnTo>
                    <a:pt x="6350" y="152704"/>
                  </a:lnTo>
                  <a:lnTo>
                    <a:pt x="11036" y="153974"/>
                  </a:lnTo>
                  <a:lnTo>
                    <a:pt x="16459" y="151434"/>
                  </a:lnTo>
                  <a:lnTo>
                    <a:pt x="21882" y="147624"/>
                  </a:lnTo>
                  <a:lnTo>
                    <a:pt x="26606" y="142544"/>
                  </a:lnTo>
                  <a:lnTo>
                    <a:pt x="21170" y="152704"/>
                  </a:lnTo>
                  <a:lnTo>
                    <a:pt x="11671" y="159054"/>
                  </a:lnTo>
                  <a:lnTo>
                    <a:pt x="2984" y="165404"/>
                  </a:lnTo>
                  <a:lnTo>
                    <a:pt x="0" y="176834"/>
                  </a:lnTo>
                  <a:lnTo>
                    <a:pt x="8699" y="167944"/>
                  </a:lnTo>
                  <a:lnTo>
                    <a:pt x="24218" y="160324"/>
                  </a:lnTo>
                  <a:lnTo>
                    <a:pt x="39052" y="151434"/>
                  </a:lnTo>
                  <a:lnTo>
                    <a:pt x="43256" y="142544"/>
                  </a:lnTo>
                  <a:lnTo>
                    <a:pt x="45656" y="137464"/>
                  </a:lnTo>
                  <a:lnTo>
                    <a:pt x="45656" y="134924"/>
                  </a:lnTo>
                  <a:lnTo>
                    <a:pt x="44043" y="132384"/>
                  </a:lnTo>
                  <a:lnTo>
                    <a:pt x="42037" y="129844"/>
                  </a:lnTo>
                  <a:lnTo>
                    <a:pt x="45161" y="128574"/>
                  </a:lnTo>
                  <a:lnTo>
                    <a:pt x="48094" y="127304"/>
                  </a:lnTo>
                  <a:lnTo>
                    <a:pt x="55829" y="127304"/>
                  </a:lnTo>
                  <a:lnTo>
                    <a:pt x="60401" y="131114"/>
                  </a:lnTo>
                  <a:lnTo>
                    <a:pt x="60401" y="138734"/>
                  </a:lnTo>
                  <a:lnTo>
                    <a:pt x="53543" y="155244"/>
                  </a:lnTo>
                  <a:lnTo>
                    <a:pt x="23368" y="188264"/>
                  </a:lnTo>
                  <a:lnTo>
                    <a:pt x="16510" y="207314"/>
                  </a:lnTo>
                  <a:lnTo>
                    <a:pt x="16510" y="212394"/>
                  </a:lnTo>
                  <a:lnTo>
                    <a:pt x="17830" y="216204"/>
                  </a:lnTo>
                  <a:lnTo>
                    <a:pt x="20078" y="218744"/>
                  </a:lnTo>
                  <a:lnTo>
                    <a:pt x="16992" y="220014"/>
                  </a:lnTo>
                  <a:lnTo>
                    <a:pt x="13716" y="220014"/>
                  </a:lnTo>
                  <a:lnTo>
                    <a:pt x="11137" y="217474"/>
                  </a:lnTo>
                  <a:lnTo>
                    <a:pt x="11036" y="220014"/>
                  </a:lnTo>
                  <a:lnTo>
                    <a:pt x="10947" y="222554"/>
                  </a:lnTo>
                  <a:lnTo>
                    <a:pt x="10896" y="223824"/>
                  </a:lnTo>
                  <a:lnTo>
                    <a:pt x="21221" y="228904"/>
                  </a:lnTo>
                  <a:lnTo>
                    <a:pt x="27800" y="225094"/>
                  </a:lnTo>
                  <a:lnTo>
                    <a:pt x="29210" y="225094"/>
                  </a:lnTo>
                  <a:lnTo>
                    <a:pt x="30848" y="226364"/>
                  </a:lnTo>
                  <a:lnTo>
                    <a:pt x="32397" y="226364"/>
                  </a:lnTo>
                  <a:lnTo>
                    <a:pt x="30403" y="231444"/>
                  </a:lnTo>
                  <a:lnTo>
                    <a:pt x="23749" y="232714"/>
                  </a:lnTo>
                  <a:lnTo>
                    <a:pt x="20078" y="232714"/>
                  </a:lnTo>
                  <a:lnTo>
                    <a:pt x="29337" y="235254"/>
                  </a:lnTo>
                  <a:lnTo>
                    <a:pt x="38938" y="232714"/>
                  </a:lnTo>
                  <a:lnTo>
                    <a:pt x="46266" y="227634"/>
                  </a:lnTo>
                  <a:lnTo>
                    <a:pt x="47091" y="225094"/>
                  </a:lnTo>
                  <a:lnTo>
                    <a:pt x="48755" y="220014"/>
                  </a:lnTo>
                  <a:lnTo>
                    <a:pt x="54610" y="214934"/>
                  </a:lnTo>
                  <a:lnTo>
                    <a:pt x="59690" y="207314"/>
                  </a:lnTo>
                  <a:lnTo>
                    <a:pt x="69011" y="194614"/>
                  </a:lnTo>
                  <a:lnTo>
                    <a:pt x="68592" y="195884"/>
                  </a:lnTo>
                  <a:lnTo>
                    <a:pt x="67957" y="199694"/>
                  </a:lnTo>
                  <a:lnTo>
                    <a:pt x="63398" y="208584"/>
                  </a:lnTo>
                  <a:lnTo>
                    <a:pt x="59321" y="216204"/>
                  </a:lnTo>
                  <a:lnTo>
                    <a:pt x="56083" y="225094"/>
                  </a:lnTo>
                  <a:lnTo>
                    <a:pt x="54038" y="236524"/>
                  </a:lnTo>
                  <a:lnTo>
                    <a:pt x="52171" y="245414"/>
                  </a:lnTo>
                  <a:lnTo>
                    <a:pt x="48602" y="251764"/>
                  </a:lnTo>
                  <a:lnTo>
                    <a:pt x="43611" y="258114"/>
                  </a:lnTo>
                  <a:lnTo>
                    <a:pt x="37465" y="259384"/>
                  </a:lnTo>
                  <a:lnTo>
                    <a:pt x="35496" y="259384"/>
                  </a:lnTo>
                  <a:lnTo>
                    <a:pt x="32232" y="256844"/>
                  </a:lnTo>
                  <a:lnTo>
                    <a:pt x="30746" y="258114"/>
                  </a:lnTo>
                  <a:lnTo>
                    <a:pt x="27901" y="260654"/>
                  </a:lnTo>
                  <a:lnTo>
                    <a:pt x="30543" y="263194"/>
                  </a:lnTo>
                  <a:lnTo>
                    <a:pt x="30543" y="268274"/>
                  </a:lnTo>
                  <a:lnTo>
                    <a:pt x="23749" y="272084"/>
                  </a:lnTo>
                  <a:lnTo>
                    <a:pt x="23749" y="288594"/>
                  </a:lnTo>
                  <a:lnTo>
                    <a:pt x="26606" y="293674"/>
                  </a:lnTo>
                  <a:lnTo>
                    <a:pt x="25463" y="297484"/>
                  </a:lnTo>
                  <a:lnTo>
                    <a:pt x="28359" y="296214"/>
                  </a:lnTo>
                  <a:lnTo>
                    <a:pt x="32156" y="291134"/>
                  </a:lnTo>
                  <a:lnTo>
                    <a:pt x="33616" y="284784"/>
                  </a:lnTo>
                  <a:lnTo>
                    <a:pt x="33667" y="286054"/>
                  </a:lnTo>
                  <a:lnTo>
                    <a:pt x="33782" y="288594"/>
                  </a:lnTo>
                  <a:lnTo>
                    <a:pt x="33896" y="291134"/>
                  </a:lnTo>
                  <a:lnTo>
                    <a:pt x="34010" y="293674"/>
                  </a:lnTo>
                  <a:lnTo>
                    <a:pt x="32435" y="298754"/>
                  </a:lnTo>
                  <a:lnTo>
                    <a:pt x="31559" y="303834"/>
                  </a:lnTo>
                  <a:lnTo>
                    <a:pt x="34061" y="311454"/>
                  </a:lnTo>
                  <a:lnTo>
                    <a:pt x="34886" y="307644"/>
                  </a:lnTo>
                  <a:lnTo>
                    <a:pt x="39166" y="305104"/>
                  </a:lnTo>
                  <a:lnTo>
                    <a:pt x="41821" y="307644"/>
                  </a:lnTo>
                  <a:lnTo>
                    <a:pt x="44538" y="308914"/>
                  </a:lnTo>
                  <a:lnTo>
                    <a:pt x="43256" y="310184"/>
                  </a:lnTo>
                  <a:lnTo>
                    <a:pt x="41325" y="312724"/>
                  </a:lnTo>
                  <a:lnTo>
                    <a:pt x="39331" y="313994"/>
                  </a:lnTo>
                  <a:lnTo>
                    <a:pt x="37553" y="324154"/>
                  </a:lnTo>
                  <a:lnTo>
                    <a:pt x="46456" y="322884"/>
                  </a:lnTo>
                  <a:lnTo>
                    <a:pt x="44729" y="321614"/>
                  </a:lnTo>
                  <a:lnTo>
                    <a:pt x="44615" y="319074"/>
                  </a:lnTo>
                  <a:lnTo>
                    <a:pt x="49085" y="319074"/>
                  </a:lnTo>
                  <a:lnTo>
                    <a:pt x="55181" y="317804"/>
                  </a:lnTo>
                  <a:lnTo>
                    <a:pt x="57010" y="320344"/>
                  </a:lnTo>
                  <a:lnTo>
                    <a:pt x="67665" y="320344"/>
                  </a:lnTo>
                  <a:lnTo>
                    <a:pt x="68122" y="317804"/>
                  </a:lnTo>
                  <a:lnTo>
                    <a:pt x="68592" y="315264"/>
                  </a:lnTo>
                  <a:lnTo>
                    <a:pt x="75107" y="315264"/>
                  </a:lnTo>
                  <a:lnTo>
                    <a:pt x="75107" y="317804"/>
                  </a:lnTo>
                  <a:lnTo>
                    <a:pt x="73964" y="319074"/>
                  </a:lnTo>
                  <a:lnTo>
                    <a:pt x="79070" y="317804"/>
                  </a:lnTo>
                  <a:lnTo>
                    <a:pt x="80035" y="315264"/>
                  </a:lnTo>
                  <a:lnTo>
                    <a:pt x="80035" y="310184"/>
                  </a:lnTo>
                  <a:lnTo>
                    <a:pt x="77660" y="307644"/>
                  </a:lnTo>
                  <a:lnTo>
                    <a:pt x="79451" y="306374"/>
                  </a:lnTo>
                  <a:lnTo>
                    <a:pt x="81305" y="305104"/>
                  </a:lnTo>
                  <a:lnTo>
                    <a:pt x="87312" y="306374"/>
                  </a:lnTo>
                  <a:lnTo>
                    <a:pt x="84874" y="311454"/>
                  </a:lnTo>
                  <a:lnTo>
                    <a:pt x="87934" y="311454"/>
                  </a:lnTo>
                  <a:lnTo>
                    <a:pt x="89611" y="308914"/>
                  </a:lnTo>
                  <a:lnTo>
                    <a:pt x="89611" y="305104"/>
                  </a:lnTo>
                  <a:lnTo>
                    <a:pt x="89611" y="302564"/>
                  </a:lnTo>
                  <a:lnTo>
                    <a:pt x="89611" y="301294"/>
                  </a:lnTo>
                  <a:lnTo>
                    <a:pt x="87490" y="300024"/>
                  </a:lnTo>
                  <a:lnTo>
                    <a:pt x="85369" y="298754"/>
                  </a:lnTo>
                  <a:lnTo>
                    <a:pt x="81305" y="300024"/>
                  </a:lnTo>
                  <a:lnTo>
                    <a:pt x="80645" y="297484"/>
                  </a:lnTo>
                  <a:lnTo>
                    <a:pt x="77177" y="296214"/>
                  </a:lnTo>
                  <a:lnTo>
                    <a:pt x="66738" y="296214"/>
                  </a:lnTo>
                  <a:lnTo>
                    <a:pt x="67792" y="302564"/>
                  </a:lnTo>
                  <a:lnTo>
                    <a:pt x="62826" y="302564"/>
                  </a:lnTo>
                  <a:lnTo>
                    <a:pt x="47180" y="274624"/>
                  </a:lnTo>
                  <a:lnTo>
                    <a:pt x="47180" y="265734"/>
                  </a:lnTo>
                  <a:lnTo>
                    <a:pt x="57175" y="263194"/>
                  </a:lnTo>
                  <a:lnTo>
                    <a:pt x="64363" y="260654"/>
                  </a:lnTo>
                  <a:lnTo>
                    <a:pt x="66408" y="259384"/>
                  </a:lnTo>
                  <a:lnTo>
                    <a:pt x="70510" y="256844"/>
                  </a:lnTo>
                  <a:lnTo>
                    <a:pt x="77673" y="253034"/>
                  </a:lnTo>
                  <a:lnTo>
                    <a:pt x="84912" y="246684"/>
                  </a:lnTo>
                  <a:lnTo>
                    <a:pt x="91262" y="237794"/>
                  </a:lnTo>
                  <a:lnTo>
                    <a:pt x="94653" y="230174"/>
                  </a:lnTo>
                  <a:lnTo>
                    <a:pt x="96367" y="222554"/>
                  </a:lnTo>
                  <a:lnTo>
                    <a:pt x="96443" y="221284"/>
                  </a:lnTo>
                  <a:lnTo>
                    <a:pt x="96532" y="220014"/>
                  </a:lnTo>
                  <a:lnTo>
                    <a:pt x="96596" y="206044"/>
                  </a:lnTo>
                  <a:lnTo>
                    <a:pt x="106603" y="211124"/>
                  </a:lnTo>
                  <a:lnTo>
                    <a:pt x="107657" y="218744"/>
                  </a:lnTo>
                  <a:lnTo>
                    <a:pt x="107657" y="232714"/>
                  </a:lnTo>
                  <a:lnTo>
                    <a:pt x="103619" y="235254"/>
                  </a:lnTo>
                  <a:lnTo>
                    <a:pt x="100457" y="236524"/>
                  </a:lnTo>
                  <a:lnTo>
                    <a:pt x="97840" y="237794"/>
                  </a:lnTo>
                  <a:lnTo>
                    <a:pt x="96926" y="237794"/>
                  </a:lnTo>
                  <a:lnTo>
                    <a:pt x="96685" y="239064"/>
                  </a:lnTo>
                  <a:lnTo>
                    <a:pt x="96278" y="241604"/>
                  </a:lnTo>
                  <a:lnTo>
                    <a:pt x="97612" y="242874"/>
                  </a:lnTo>
                  <a:lnTo>
                    <a:pt x="98793" y="242874"/>
                  </a:lnTo>
                  <a:lnTo>
                    <a:pt x="102425" y="245414"/>
                  </a:lnTo>
                  <a:lnTo>
                    <a:pt x="101536" y="247954"/>
                  </a:lnTo>
                  <a:lnTo>
                    <a:pt x="102679" y="251764"/>
                  </a:lnTo>
                  <a:lnTo>
                    <a:pt x="103619" y="255574"/>
                  </a:lnTo>
                  <a:lnTo>
                    <a:pt x="107010" y="260654"/>
                  </a:lnTo>
                  <a:lnTo>
                    <a:pt x="112610" y="265734"/>
                  </a:lnTo>
                  <a:lnTo>
                    <a:pt x="113144" y="263194"/>
                  </a:lnTo>
                  <a:lnTo>
                    <a:pt x="113017" y="259384"/>
                  </a:lnTo>
                  <a:lnTo>
                    <a:pt x="112915" y="258114"/>
                  </a:lnTo>
                  <a:lnTo>
                    <a:pt x="112814" y="256844"/>
                  </a:lnTo>
                  <a:lnTo>
                    <a:pt x="112712" y="255574"/>
                  </a:lnTo>
                  <a:lnTo>
                    <a:pt x="112610" y="254304"/>
                  </a:lnTo>
                  <a:lnTo>
                    <a:pt x="116344" y="259384"/>
                  </a:lnTo>
                  <a:lnTo>
                    <a:pt x="118135" y="265734"/>
                  </a:lnTo>
                  <a:lnTo>
                    <a:pt x="121272" y="270814"/>
                  </a:lnTo>
                  <a:lnTo>
                    <a:pt x="129095" y="273354"/>
                  </a:lnTo>
                  <a:lnTo>
                    <a:pt x="126403" y="272084"/>
                  </a:lnTo>
                  <a:lnTo>
                    <a:pt x="127088" y="268274"/>
                  </a:lnTo>
                  <a:lnTo>
                    <a:pt x="128651" y="268274"/>
                  </a:lnTo>
                  <a:lnTo>
                    <a:pt x="130251" y="267004"/>
                  </a:lnTo>
                  <a:lnTo>
                    <a:pt x="132194" y="268274"/>
                  </a:lnTo>
                  <a:lnTo>
                    <a:pt x="135178" y="272084"/>
                  </a:lnTo>
                  <a:lnTo>
                    <a:pt x="138023" y="275894"/>
                  </a:lnTo>
                  <a:lnTo>
                    <a:pt x="151409" y="275894"/>
                  </a:lnTo>
                  <a:lnTo>
                    <a:pt x="148082" y="273354"/>
                  </a:lnTo>
                  <a:lnTo>
                    <a:pt x="155600" y="273354"/>
                  </a:lnTo>
                  <a:lnTo>
                    <a:pt x="155498" y="275894"/>
                  </a:lnTo>
                  <a:lnTo>
                    <a:pt x="155397" y="278434"/>
                  </a:lnTo>
                  <a:lnTo>
                    <a:pt x="153352" y="280974"/>
                  </a:lnTo>
                  <a:lnTo>
                    <a:pt x="159702" y="279704"/>
                  </a:lnTo>
                  <a:lnTo>
                    <a:pt x="161594" y="274624"/>
                  </a:lnTo>
                  <a:lnTo>
                    <a:pt x="161061" y="273354"/>
                  </a:lnTo>
                  <a:lnTo>
                    <a:pt x="159461" y="269544"/>
                  </a:lnTo>
                  <a:lnTo>
                    <a:pt x="164973" y="267004"/>
                  </a:lnTo>
                  <a:lnTo>
                    <a:pt x="167970" y="270814"/>
                  </a:lnTo>
                  <a:lnTo>
                    <a:pt x="168694" y="273354"/>
                  </a:lnTo>
                  <a:lnTo>
                    <a:pt x="174205" y="268274"/>
                  </a:lnTo>
                  <a:lnTo>
                    <a:pt x="173101" y="267004"/>
                  </a:lnTo>
                  <a:lnTo>
                    <a:pt x="168694" y="261924"/>
                  </a:lnTo>
                  <a:lnTo>
                    <a:pt x="164477" y="261924"/>
                  </a:lnTo>
                  <a:lnTo>
                    <a:pt x="164477" y="260654"/>
                  </a:lnTo>
                  <a:lnTo>
                    <a:pt x="164477" y="259384"/>
                  </a:lnTo>
                  <a:lnTo>
                    <a:pt x="162674" y="258114"/>
                  </a:lnTo>
                  <a:lnTo>
                    <a:pt x="158038" y="256844"/>
                  </a:lnTo>
                  <a:lnTo>
                    <a:pt x="150787" y="256844"/>
                  </a:lnTo>
                  <a:lnTo>
                    <a:pt x="149288" y="260654"/>
                  </a:lnTo>
                  <a:lnTo>
                    <a:pt x="146304" y="260654"/>
                  </a:lnTo>
                  <a:lnTo>
                    <a:pt x="118516" y="237794"/>
                  </a:lnTo>
                  <a:lnTo>
                    <a:pt x="121272" y="232714"/>
                  </a:lnTo>
                  <a:lnTo>
                    <a:pt x="127317" y="227634"/>
                  </a:lnTo>
                  <a:lnTo>
                    <a:pt x="133362" y="221284"/>
                  </a:lnTo>
                  <a:lnTo>
                    <a:pt x="136105" y="214934"/>
                  </a:lnTo>
                  <a:lnTo>
                    <a:pt x="133959" y="206044"/>
                  </a:lnTo>
                  <a:lnTo>
                    <a:pt x="133654" y="204774"/>
                  </a:lnTo>
                  <a:lnTo>
                    <a:pt x="127330" y="198424"/>
                  </a:lnTo>
                  <a:lnTo>
                    <a:pt x="122161" y="194614"/>
                  </a:lnTo>
                  <a:lnTo>
                    <a:pt x="118706" y="192074"/>
                  </a:lnTo>
                  <a:lnTo>
                    <a:pt x="109321" y="185724"/>
                  </a:lnTo>
                  <a:lnTo>
                    <a:pt x="113931" y="183184"/>
                  </a:lnTo>
                  <a:lnTo>
                    <a:pt x="120421" y="181914"/>
                  </a:lnTo>
                  <a:lnTo>
                    <a:pt x="127457" y="181914"/>
                  </a:lnTo>
                  <a:lnTo>
                    <a:pt x="133756" y="183184"/>
                  </a:lnTo>
                  <a:lnTo>
                    <a:pt x="133985" y="181914"/>
                  </a:lnTo>
                  <a:lnTo>
                    <a:pt x="134442" y="179374"/>
                  </a:lnTo>
                  <a:lnTo>
                    <a:pt x="137185" y="180644"/>
                  </a:lnTo>
                  <a:lnTo>
                    <a:pt x="137350" y="179374"/>
                  </a:lnTo>
                  <a:lnTo>
                    <a:pt x="138137" y="173024"/>
                  </a:lnTo>
                  <a:lnTo>
                    <a:pt x="140690" y="179374"/>
                  </a:lnTo>
                  <a:lnTo>
                    <a:pt x="138023" y="184454"/>
                  </a:lnTo>
                  <a:lnTo>
                    <a:pt x="140690" y="186994"/>
                  </a:lnTo>
                  <a:lnTo>
                    <a:pt x="142824" y="184454"/>
                  </a:lnTo>
                  <a:lnTo>
                    <a:pt x="148082" y="184454"/>
                  </a:lnTo>
                  <a:lnTo>
                    <a:pt x="148018" y="183184"/>
                  </a:lnTo>
                  <a:lnTo>
                    <a:pt x="147942" y="181914"/>
                  </a:lnTo>
                  <a:lnTo>
                    <a:pt x="147878" y="180644"/>
                  </a:lnTo>
                  <a:lnTo>
                    <a:pt x="147815" y="179374"/>
                  </a:lnTo>
                  <a:lnTo>
                    <a:pt x="147688" y="176834"/>
                  </a:lnTo>
                  <a:lnTo>
                    <a:pt x="149288" y="181914"/>
                  </a:lnTo>
                  <a:lnTo>
                    <a:pt x="145732" y="189534"/>
                  </a:lnTo>
                  <a:lnTo>
                    <a:pt x="149288" y="192074"/>
                  </a:lnTo>
                  <a:lnTo>
                    <a:pt x="149948" y="188264"/>
                  </a:lnTo>
                  <a:lnTo>
                    <a:pt x="155397" y="188264"/>
                  </a:lnTo>
                  <a:lnTo>
                    <a:pt x="156654" y="189534"/>
                  </a:lnTo>
                  <a:lnTo>
                    <a:pt x="156654" y="197154"/>
                  </a:lnTo>
                  <a:lnTo>
                    <a:pt x="149428" y="194614"/>
                  </a:lnTo>
                  <a:lnTo>
                    <a:pt x="149428" y="203504"/>
                  </a:lnTo>
                  <a:lnTo>
                    <a:pt x="152920" y="204774"/>
                  </a:lnTo>
                  <a:lnTo>
                    <a:pt x="152920" y="208584"/>
                  </a:lnTo>
                  <a:lnTo>
                    <a:pt x="150025" y="211124"/>
                  </a:lnTo>
                  <a:lnTo>
                    <a:pt x="146532" y="208584"/>
                  </a:lnTo>
                  <a:lnTo>
                    <a:pt x="147586" y="211124"/>
                  </a:lnTo>
                  <a:lnTo>
                    <a:pt x="149948" y="213664"/>
                  </a:lnTo>
                  <a:lnTo>
                    <a:pt x="156222" y="213664"/>
                  </a:lnTo>
                  <a:lnTo>
                    <a:pt x="159702" y="211124"/>
                  </a:lnTo>
                  <a:lnTo>
                    <a:pt x="161112" y="207314"/>
                  </a:lnTo>
                  <a:lnTo>
                    <a:pt x="162674" y="212394"/>
                  </a:lnTo>
                  <a:lnTo>
                    <a:pt x="161404" y="216204"/>
                  </a:lnTo>
                  <a:lnTo>
                    <a:pt x="158419" y="217474"/>
                  </a:lnTo>
                  <a:lnTo>
                    <a:pt x="161645" y="218744"/>
                  </a:lnTo>
                  <a:lnTo>
                    <a:pt x="169303" y="217474"/>
                  </a:lnTo>
                  <a:lnTo>
                    <a:pt x="169202" y="216204"/>
                  </a:lnTo>
                  <a:lnTo>
                    <a:pt x="169100" y="214934"/>
                  </a:lnTo>
                  <a:lnTo>
                    <a:pt x="168998" y="213664"/>
                  </a:lnTo>
                  <a:lnTo>
                    <a:pt x="168897" y="212394"/>
                  </a:lnTo>
                  <a:lnTo>
                    <a:pt x="168795" y="211124"/>
                  </a:lnTo>
                  <a:lnTo>
                    <a:pt x="168490" y="207314"/>
                  </a:lnTo>
                  <a:lnTo>
                    <a:pt x="172745" y="208584"/>
                  </a:lnTo>
                  <a:lnTo>
                    <a:pt x="175107" y="211124"/>
                  </a:lnTo>
                  <a:lnTo>
                    <a:pt x="172478" y="216204"/>
                  </a:lnTo>
                  <a:lnTo>
                    <a:pt x="176034" y="214934"/>
                  </a:lnTo>
                  <a:lnTo>
                    <a:pt x="179311" y="213664"/>
                  </a:lnTo>
                  <a:lnTo>
                    <a:pt x="179311" y="207314"/>
                  </a:lnTo>
                  <a:close/>
                </a:path>
                <a:path w="492759" h="325119">
                  <a:moveTo>
                    <a:pt x="351866" y="173456"/>
                  </a:moveTo>
                  <a:lnTo>
                    <a:pt x="351332" y="171704"/>
                  </a:lnTo>
                  <a:lnTo>
                    <a:pt x="350418" y="169164"/>
                  </a:lnTo>
                  <a:lnTo>
                    <a:pt x="348843" y="167652"/>
                  </a:lnTo>
                  <a:lnTo>
                    <a:pt x="348843" y="174574"/>
                  </a:lnTo>
                  <a:lnTo>
                    <a:pt x="348145" y="175653"/>
                  </a:lnTo>
                  <a:lnTo>
                    <a:pt x="347700" y="176771"/>
                  </a:lnTo>
                  <a:lnTo>
                    <a:pt x="346570" y="177380"/>
                  </a:lnTo>
                  <a:lnTo>
                    <a:pt x="344220" y="178257"/>
                  </a:lnTo>
                  <a:lnTo>
                    <a:pt x="342074" y="178079"/>
                  </a:lnTo>
                  <a:lnTo>
                    <a:pt x="340004" y="177050"/>
                  </a:lnTo>
                  <a:lnTo>
                    <a:pt x="337032" y="175653"/>
                  </a:lnTo>
                  <a:lnTo>
                    <a:pt x="336943" y="175488"/>
                  </a:lnTo>
                  <a:lnTo>
                    <a:pt x="335330" y="172554"/>
                  </a:lnTo>
                  <a:lnTo>
                    <a:pt x="336499" y="170218"/>
                  </a:lnTo>
                  <a:lnTo>
                    <a:pt x="337032" y="169011"/>
                  </a:lnTo>
                  <a:lnTo>
                    <a:pt x="338061" y="168389"/>
                  </a:lnTo>
                  <a:lnTo>
                    <a:pt x="338759" y="168249"/>
                  </a:lnTo>
                  <a:lnTo>
                    <a:pt x="340410" y="167627"/>
                  </a:lnTo>
                  <a:lnTo>
                    <a:pt x="342531" y="167830"/>
                  </a:lnTo>
                  <a:lnTo>
                    <a:pt x="346265" y="169519"/>
                  </a:lnTo>
                  <a:lnTo>
                    <a:pt x="347700" y="171145"/>
                  </a:lnTo>
                  <a:lnTo>
                    <a:pt x="348259" y="172707"/>
                  </a:lnTo>
                  <a:lnTo>
                    <a:pt x="348576" y="173456"/>
                  </a:lnTo>
                  <a:lnTo>
                    <a:pt x="348843" y="174574"/>
                  </a:lnTo>
                  <a:lnTo>
                    <a:pt x="348843" y="167652"/>
                  </a:lnTo>
                  <a:lnTo>
                    <a:pt x="348399" y="167233"/>
                  </a:lnTo>
                  <a:lnTo>
                    <a:pt x="345757" y="165989"/>
                  </a:lnTo>
                  <a:lnTo>
                    <a:pt x="343179" y="164680"/>
                  </a:lnTo>
                  <a:lnTo>
                    <a:pt x="331622" y="172707"/>
                  </a:lnTo>
                  <a:lnTo>
                    <a:pt x="334048" y="177711"/>
                  </a:lnTo>
                  <a:lnTo>
                    <a:pt x="338696" y="179946"/>
                  </a:lnTo>
                  <a:lnTo>
                    <a:pt x="341477" y="181203"/>
                  </a:lnTo>
                  <a:lnTo>
                    <a:pt x="344398" y="181483"/>
                  </a:lnTo>
                  <a:lnTo>
                    <a:pt x="346989" y="180555"/>
                  </a:lnTo>
                  <a:lnTo>
                    <a:pt x="348843" y="179946"/>
                  </a:lnTo>
                  <a:lnTo>
                    <a:pt x="350418" y="178689"/>
                  </a:lnTo>
                  <a:lnTo>
                    <a:pt x="350583" y="178257"/>
                  </a:lnTo>
                  <a:lnTo>
                    <a:pt x="350659" y="178079"/>
                  </a:lnTo>
                  <a:lnTo>
                    <a:pt x="351066" y="177050"/>
                  </a:lnTo>
                  <a:lnTo>
                    <a:pt x="351815" y="175653"/>
                  </a:lnTo>
                  <a:lnTo>
                    <a:pt x="351866" y="173456"/>
                  </a:lnTo>
                  <a:close/>
                </a:path>
                <a:path w="492759" h="325119">
                  <a:moveTo>
                    <a:pt x="357720" y="116687"/>
                  </a:moveTo>
                  <a:lnTo>
                    <a:pt x="357682" y="116166"/>
                  </a:lnTo>
                  <a:lnTo>
                    <a:pt x="357593" y="115912"/>
                  </a:lnTo>
                  <a:lnTo>
                    <a:pt x="357212" y="114719"/>
                  </a:lnTo>
                  <a:lnTo>
                    <a:pt x="356565" y="113868"/>
                  </a:lnTo>
                  <a:lnTo>
                    <a:pt x="355180" y="112064"/>
                  </a:lnTo>
                  <a:lnTo>
                    <a:pt x="354393" y="111607"/>
                  </a:lnTo>
                  <a:lnTo>
                    <a:pt x="354393" y="116166"/>
                  </a:lnTo>
                  <a:lnTo>
                    <a:pt x="354317" y="118237"/>
                  </a:lnTo>
                  <a:lnTo>
                    <a:pt x="354253" y="118579"/>
                  </a:lnTo>
                  <a:lnTo>
                    <a:pt x="354126" y="119329"/>
                  </a:lnTo>
                  <a:lnTo>
                    <a:pt x="353199" y="120853"/>
                  </a:lnTo>
                  <a:lnTo>
                    <a:pt x="349351" y="123799"/>
                  </a:lnTo>
                  <a:lnTo>
                    <a:pt x="346049" y="123799"/>
                  </a:lnTo>
                  <a:lnTo>
                    <a:pt x="344779" y="122135"/>
                  </a:lnTo>
                  <a:lnTo>
                    <a:pt x="344258" y="121551"/>
                  </a:lnTo>
                  <a:lnTo>
                    <a:pt x="344106" y="120853"/>
                  </a:lnTo>
                  <a:lnTo>
                    <a:pt x="344106" y="118579"/>
                  </a:lnTo>
                  <a:lnTo>
                    <a:pt x="345046" y="116687"/>
                  </a:lnTo>
                  <a:lnTo>
                    <a:pt x="346684" y="115493"/>
                  </a:lnTo>
                  <a:lnTo>
                    <a:pt x="348157" y="114376"/>
                  </a:lnTo>
                  <a:lnTo>
                    <a:pt x="349910" y="113868"/>
                  </a:lnTo>
                  <a:lnTo>
                    <a:pt x="351091" y="113868"/>
                  </a:lnTo>
                  <a:lnTo>
                    <a:pt x="352069" y="114147"/>
                  </a:lnTo>
                  <a:lnTo>
                    <a:pt x="352793" y="114376"/>
                  </a:lnTo>
                  <a:lnTo>
                    <a:pt x="352971" y="114376"/>
                  </a:lnTo>
                  <a:lnTo>
                    <a:pt x="354393" y="116166"/>
                  </a:lnTo>
                  <a:lnTo>
                    <a:pt x="354393" y="111607"/>
                  </a:lnTo>
                  <a:lnTo>
                    <a:pt x="353745" y="111213"/>
                  </a:lnTo>
                  <a:lnTo>
                    <a:pt x="351853" y="110947"/>
                  </a:lnTo>
                  <a:lnTo>
                    <a:pt x="349351" y="110642"/>
                  </a:lnTo>
                  <a:lnTo>
                    <a:pt x="346887" y="111417"/>
                  </a:lnTo>
                  <a:lnTo>
                    <a:pt x="344779" y="113106"/>
                  </a:lnTo>
                  <a:lnTo>
                    <a:pt x="340868" y="115912"/>
                  </a:lnTo>
                  <a:lnTo>
                    <a:pt x="340753" y="116433"/>
                  </a:lnTo>
                  <a:lnTo>
                    <a:pt x="340690" y="116687"/>
                  </a:lnTo>
                  <a:lnTo>
                    <a:pt x="339750" y="120853"/>
                  </a:lnTo>
                  <a:lnTo>
                    <a:pt x="340207" y="121551"/>
                  </a:lnTo>
                  <a:lnTo>
                    <a:pt x="342188" y="124028"/>
                  </a:lnTo>
                  <a:lnTo>
                    <a:pt x="344779" y="127152"/>
                  </a:lnTo>
                  <a:lnTo>
                    <a:pt x="349770" y="127355"/>
                  </a:lnTo>
                  <a:lnTo>
                    <a:pt x="353745" y="124383"/>
                  </a:lnTo>
                  <a:lnTo>
                    <a:pt x="354495" y="123799"/>
                  </a:lnTo>
                  <a:lnTo>
                    <a:pt x="355828" y="122758"/>
                  </a:lnTo>
                  <a:lnTo>
                    <a:pt x="357212" y="120586"/>
                  </a:lnTo>
                  <a:lnTo>
                    <a:pt x="357263" y="120091"/>
                  </a:lnTo>
                  <a:lnTo>
                    <a:pt x="357365" y="119329"/>
                  </a:lnTo>
                  <a:lnTo>
                    <a:pt x="357454" y="118579"/>
                  </a:lnTo>
                  <a:lnTo>
                    <a:pt x="357555" y="117805"/>
                  </a:lnTo>
                  <a:lnTo>
                    <a:pt x="357720" y="116687"/>
                  </a:lnTo>
                  <a:close/>
                </a:path>
                <a:path w="492759" h="325119">
                  <a:moveTo>
                    <a:pt x="411416" y="274193"/>
                  </a:moveTo>
                  <a:lnTo>
                    <a:pt x="411353" y="268147"/>
                  </a:lnTo>
                  <a:lnTo>
                    <a:pt x="411264" y="267804"/>
                  </a:lnTo>
                  <a:lnTo>
                    <a:pt x="410921" y="266509"/>
                  </a:lnTo>
                  <a:lnTo>
                    <a:pt x="409473" y="264642"/>
                  </a:lnTo>
                  <a:lnTo>
                    <a:pt x="408432" y="263271"/>
                  </a:lnTo>
                  <a:lnTo>
                    <a:pt x="408432" y="267804"/>
                  </a:lnTo>
                  <a:lnTo>
                    <a:pt x="408393" y="273164"/>
                  </a:lnTo>
                  <a:lnTo>
                    <a:pt x="408012" y="274193"/>
                  </a:lnTo>
                  <a:lnTo>
                    <a:pt x="407657" y="275056"/>
                  </a:lnTo>
                  <a:lnTo>
                    <a:pt x="405765" y="276860"/>
                  </a:lnTo>
                  <a:lnTo>
                    <a:pt x="404761" y="277533"/>
                  </a:lnTo>
                  <a:lnTo>
                    <a:pt x="402107" y="277533"/>
                  </a:lnTo>
                  <a:lnTo>
                    <a:pt x="401269" y="276860"/>
                  </a:lnTo>
                  <a:lnTo>
                    <a:pt x="400685" y="276263"/>
                  </a:lnTo>
                  <a:lnTo>
                    <a:pt x="399554" y="275056"/>
                  </a:lnTo>
                  <a:lnTo>
                    <a:pt x="398767" y="273164"/>
                  </a:lnTo>
                  <a:lnTo>
                    <a:pt x="398830" y="268909"/>
                  </a:lnTo>
                  <a:lnTo>
                    <a:pt x="408432" y="267804"/>
                  </a:lnTo>
                  <a:lnTo>
                    <a:pt x="408432" y="263271"/>
                  </a:lnTo>
                  <a:lnTo>
                    <a:pt x="408051" y="262763"/>
                  </a:lnTo>
                  <a:lnTo>
                    <a:pt x="405574" y="261569"/>
                  </a:lnTo>
                  <a:lnTo>
                    <a:pt x="401942" y="261569"/>
                  </a:lnTo>
                  <a:lnTo>
                    <a:pt x="400138" y="262356"/>
                  </a:lnTo>
                  <a:lnTo>
                    <a:pt x="398703" y="263702"/>
                  </a:lnTo>
                  <a:lnTo>
                    <a:pt x="396824" y="265417"/>
                  </a:lnTo>
                  <a:lnTo>
                    <a:pt x="395719" y="268147"/>
                  </a:lnTo>
                  <a:lnTo>
                    <a:pt x="395681" y="274193"/>
                  </a:lnTo>
                  <a:lnTo>
                    <a:pt x="396621" y="276593"/>
                  </a:lnTo>
                  <a:lnTo>
                    <a:pt x="398424" y="278396"/>
                  </a:lnTo>
                  <a:lnTo>
                    <a:pt x="399783" y="279844"/>
                  </a:lnTo>
                  <a:lnTo>
                    <a:pt x="401637" y="280606"/>
                  </a:lnTo>
                  <a:lnTo>
                    <a:pt x="405472" y="280606"/>
                  </a:lnTo>
                  <a:lnTo>
                    <a:pt x="407136" y="279984"/>
                  </a:lnTo>
                  <a:lnTo>
                    <a:pt x="409778" y="277533"/>
                  </a:lnTo>
                  <a:lnTo>
                    <a:pt x="410514" y="276860"/>
                  </a:lnTo>
                  <a:lnTo>
                    <a:pt x="410603" y="276593"/>
                  </a:lnTo>
                  <a:lnTo>
                    <a:pt x="410718" y="276263"/>
                  </a:lnTo>
                  <a:lnTo>
                    <a:pt x="411416" y="274193"/>
                  </a:lnTo>
                  <a:close/>
                </a:path>
                <a:path w="492759" h="325119">
                  <a:moveTo>
                    <a:pt x="430123" y="287591"/>
                  </a:moveTo>
                  <a:lnTo>
                    <a:pt x="428066" y="285229"/>
                  </a:lnTo>
                  <a:lnTo>
                    <a:pt x="426478" y="283413"/>
                  </a:lnTo>
                  <a:lnTo>
                    <a:pt x="426262" y="283375"/>
                  </a:lnTo>
                  <a:lnTo>
                    <a:pt x="426262" y="288366"/>
                  </a:lnTo>
                  <a:lnTo>
                    <a:pt x="426161" y="291312"/>
                  </a:lnTo>
                  <a:lnTo>
                    <a:pt x="426046" y="291884"/>
                  </a:lnTo>
                  <a:lnTo>
                    <a:pt x="425627" y="293827"/>
                  </a:lnTo>
                  <a:lnTo>
                    <a:pt x="422427" y="295465"/>
                  </a:lnTo>
                  <a:lnTo>
                    <a:pt x="418896" y="294805"/>
                  </a:lnTo>
                  <a:lnTo>
                    <a:pt x="415340" y="294170"/>
                  </a:lnTo>
                  <a:lnTo>
                    <a:pt x="412915" y="291528"/>
                  </a:lnTo>
                  <a:lnTo>
                    <a:pt x="412953" y="291312"/>
                  </a:lnTo>
                  <a:lnTo>
                    <a:pt x="413054" y="290677"/>
                  </a:lnTo>
                  <a:lnTo>
                    <a:pt x="413321" y="289064"/>
                  </a:lnTo>
                  <a:lnTo>
                    <a:pt x="413626" y="287769"/>
                  </a:lnTo>
                  <a:lnTo>
                    <a:pt x="414350" y="286893"/>
                  </a:lnTo>
                  <a:lnTo>
                    <a:pt x="415112" y="286575"/>
                  </a:lnTo>
                  <a:lnTo>
                    <a:pt x="416623" y="285572"/>
                  </a:lnTo>
                  <a:lnTo>
                    <a:pt x="418553" y="285229"/>
                  </a:lnTo>
                  <a:lnTo>
                    <a:pt x="423900" y="286118"/>
                  </a:lnTo>
                  <a:lnTo>
                    <a:pt x="426262" y="288366"/>
                  </a:lnTo>
                  <a:lnTo>
                    <a:pt x="426262" y="283375"/>
                  </a:lnTo>
                  <a:lnTo>
                    <a:pt x="421208" y="282422"/>
                  </a:lnTo>
                  <a:lnTo>
                    <a:pt x="418249" y="281952"/>
                  </a:lnTo>
                  <a:lnTo>
                    <a:pt x="415340" y="282422"/>
                  </a:lnTo>
                  <a:lnTo>
                    <a:pt x="413321" y="284035"/>
                  </a:lnTo>
                  <a:lnTo>
                    <a:pt x="411556" y="285038"/>
                  </a:lnTo>
                  <a:lnTo>
                    <a:pt x="411441" y="285229"/>
                  </a:lnTo>
                  <a:lnTo>
                    <a:pt x="410578" y="286575"/>
                  </a:lnTo>
                  <a:lnTo>
                    <a:pt x="410476" y="286893"/>
                  </a:lnTo>
                  <a:lnTo>
                    <a:pt x="409765" y="290677"/>
                  </a:lnTo>
                  <a:lnTo>
                    <a:pt x="410527" y="292798"/>
                  </a:lnTo>
                  <a:lnTo>
                    <a:pt x="412127" y="294525"/>
                  </a:lnTo>
                  <a:lnTo>
                    <a:pt x="413626" y="296316"/>
                  </a:lnTo>
                  <a:lnTo>
                    <a:pt x="415937" y="297421"/>
                  </a:lnTo>
                  <a:lnTo>
                    <a:pt x="418249" y="297865"/>
                  </a:lnTo>
                  <a:lnTo>
                    <a:pt x="420916" y="298284"/>
                  </a:lnTo>
                  <a:lnTo>
                    <a:pt x="423964" y="297865"/>
                  </a:lnTo>
                  <a:lnTo>
                    <a:pt x="423545" y="297865"/>
                  </a:lnTo>
                  <a:lnTo>
                    <a:pt x="425348" y="296913"/>
                  </a:lnTo>
                  <a:lnTo>
                    <a:pt x="429285" y="291884"/>
                  </a:lnTo>
                  <a:lnTo>
                    <a:pt x="429399" y="291312"/>
                  </a:lnTo>
                  <a:lnTo>
                    <a:pt x="429526" y="290677"/>
                  </a:lnTo>
                  <a:lnTo>
                    <a:pt x="430123" y="287591"/>
                  </a:lnTo>
                  <a:close/>
                </a:path>
                <a:path w="492759" h="325119">
                  <a:moveTo>
                    <a:pt x="484619" y="266001"/>
                  </a:moveTo>
                  <a:lnTo>
                    <a:pt x="482269" y="263702"/>
                  </a:lnTo>
                  <a:lnTo>
                    <a:pt x="481469" y="262928"/>
                  </a:lnTo>
                  <a:lnTo>
                    <a:pt x="481469" y="267804"/>
                  </a:lnTo>
                  <a:lnTo>
                    <a:pt x="481469" y="277698"/>
                  </a:lnTo>
                  <a:lnTo>
                    <a:pt x="477342" y="281800"/>
                  </a:lnTo>
                  <a:lnTo>
                    <a:pt x="466966" y="281800"/>
                  </a:lnTo>
                  <a:lnTo>
                    <a:pt x="462940" y="277698"/>
                  </a:lnTo>
                  <a:lnTo>
                    <a:pt x="462940" y="267804"/>
                  </a:lnTo>
                  <a:lnTo>
                    <a:pt x="466966" y="263702"/>
                  </a:lnTo>
                  <a:lnTo>
                    <a:pt x="477342" y="263702"/>
                  </a:lnTo>
                  <a:lnTo>
                    <a:pt x="481469" y="267804"/>
                  </a:lnTo>
                  <a:lnTo>
                    <a:pt x="481469" y="262928"/>
                  </a:lnTo>
                  <a:lnTo>
                    <a:pt x="479031" y="260540"/>
                  </a:lnTo>
                  <a:lnTo>
                    <a:pt x="465429" y="260540"/>
                  </a:lnTo>
                  <a:lnTo>
                    <a:pt x="459765" y="266001"/>
                  </a:lnTo>
                  <a:lnTo>
                    <a:pt x="459765" y="279412"/>
                  </a:lnTo>
                  <a:lnTo>
                    <a:pt x="465429" y="284886"/>
                  </a:lnTo>
                  <a:lnTo>
                    <a:pt x="479031" y="284886"/>
                  </a:lnTo>
                  <a:lnTo>
                    <a:pt x="482180" y="281800"/>
                  </a:lnTo>
                  <a:lnTo>
                    <a:pt x="484619" y="279412"/>
                  </a:lnTo>
                  <a:lnTo>
                    <a:pt x="484619" y="266001"/>
                  </a:lnTo>
                  <a:close/>
                </a:path>
                <a:path w="492759" h="325119">
                  <a:moveTo>
                    <a:pt x="492290" y="184150"/>
                  </a:moveTo>
                  <a:lnTo>
                    <a:pt x="490448" y="175260"/>
                  </a:lnTo>
                  <a:lnTo>
                    <a:pt x="482346" y="170180"/>
                  </a:lnTo>
                  <a:lnTo>
                    <a:pt x="473278" y="163830"/>
                  </a:lnTo>
                  <a:lnTo>
                    <a:pt x="472706" y="162560"/>
                  </a:lnTo>
                  <a:lnTo>
                    <a:pt x="468541" y="152400"/>
                  </a:lnTo>
                  <a:lnTo>
                    <a:pt x="472757" y="162560"/>
                  </a:lnTo>
                  <a:lnTo>
                    <a:pt x="480745" y="166370"/>
                  </a:lnTo>
                  <a:lnTo>
                    <a:pt x="486765" y="163830"/>
                  </a:lnTo>
                  <a:lnTo>
                    <a:pt x="480288" y="160020"/>
                  </a:lnTo>
                  <a:lnTo>
                    <a:pt x="478434" y="152400"/>
                  </a:lnTo>
                  <a:lnTo>
                    <a:pt x="478129" y="151130"/>
                  </a:lnTo>
                  <a:lnTo>
                    <a:pt x="475221" y="143510"/>
                  </a:lnTo>
                  <a:lnTo>
                    <a:pt x="469404" y="140970"/>
                  </a:lnTo>
                  <a:lnTo>
                    <a:pt x="466496" y="139700"/>
                  </a:lnTo>
                  <a:lnTo>
                    <a:pt x="463778" y="139700"/>
                  </a:lnTo>
                  <a:lnTo>
                    <a:pt x="460679" y="137160"/>
                  </a:lnTo>
                  <a:lnTo>
                    <a:pt x="457301" y="135890"/>
                  </a:lnTo>
                  <a:lnTo>
                    <a:pt x="452170" y="135890"/>
                  </a:lnTo>
                  <a:lnTo>
                    <a:pt x="445808" y="137160"/>
                  </a:lnTo>
                  <a:lnTo>
                    <a:pt x="439178" y="140970"/>
                  </a:lnTo>
                  <a:lnTo>
                    <a:pt x="433959" y="147320"/>
                  </a:lnTo>
                  <a:lnTo>
                    <a:pt x="431838" y="157480"/>
                  </a:lnTo>
                  <a:lnTo>
                    <a:pt x="437680" y="176530"/>
                  </a:lnTo>
                  <a:lnTo>
                    <a:pt x="463359" y="201930"/>
                  </a:lnTo>
                  <a:lnTo>
                    <a:pt x="469201" y="219710"/>
                  </a:lnTo>
                  <a:lnTo>
                    <a:pt x="469201" y="227330"/>
                  </a:lnTo>
                  <a:lnTo>
                    <a:pt x="462864" y="232410"/>
                  </a:lnTo>
                  <a:lnTo>
                    <a:pt x="449491" y="232410"/>
                  </a:lnTo>
                  <a:lnTo>
                    <a:pt x="444500" y="224790"/>
                  </a:lnTo>
                  <a:lnTo>
                    <a:pt x="440537" y="217170"/>
                  </a:lnTo>
                  <a:lnTo>
                    <a:pt x="439216" y="214630"/>
                  </a:lnTo>
                  <a:lnTo>
                    <a:pt x="437349" y="210820"/>
                  </a:lnTo>
                  <a:lnTo>
                    <a:pt x="436727" y="209550"/>
                  </a:lnTo>
                  <a:lnTo>
                    <a:pt x="431253" y="201930"/>
                  </a:lnTo>
                  <a:lnTo>
                    <a:pt x="429983" y="200507"/>
                  </a:lnTo>
                  <a:lnTo>
                    <a:pt x="429983" y="217170"/>
                  </a:lnTo>
                  <a:lnTo>
                    <a:pt x="425983" y="222250"/>
                  </a:lnTo>
                  <a:lnTo>
                    <a:pt x="422414" y="223520"/>
                  </a:lnTo>
                  <a:lnTo>
                    <a:pt x="417893" y="220980"/>
                  </a:lnTo>
                  <a:lnTo>
                    <a:pt x="417830" y="219710"/>
                  </a:lnTo>
                  <a:lnTo>
                    <a:pt x="417703" y="217170"/>
                  </a:lnTo>
                  <a:lnTo>
                    <a:pt x="421906" y="212090"/>
                  </a:lnTo>
                  <a:lnTo>
                    <a:pt x="425196" y="210820"/>
                  </a:lnTo>
                  <a:lnTo>
                    <a:pt x="427583" y="212090"/>
                  </a:lnTo>
                  <a:lnTo>
                    <a:pt x="429895" y="213360"/>
                  </a:lnTo>
                  <a:lnTo>
                    <a:pt x="429983" y="217170"/>
                  </a:lnTo>
                  <a:lnTo>
                    <a:pt x="429983" y="200507"/>
                  </a:lnTo>
                  <a:lnTo>
                    <a:pt x="425627" y="195580"/>
                  </a:lnTo>
                  <a:lnTo>
                    <a:pt x="427202" y="196850"/>
                  </a:lnTo>
                  <a:lnTo>
                    <a:pt x="434835" y="196850"/>
                  </a:lnTo>
                  <a:lnTo>
                    <a:pt x="436270" y="195580"/>
                  </a:lnTo>
                  <a:lnTo>
                    <a:pt x="437692" y="194310"/>
                  </a:lnTo>
                  <a:lnTo>
                    <a:pt x="438391" y="191770"/>
                  </a:lnTo>
                  <a:lnTo>
                    <a:pt x="438518" y="187960"/>
                  </a:lnTo>
                  <a:lnTo>
                    <a:pt x="437299" y="185420"/>
                  </a:lnTo>
                  <a:lnTo>
                    <a:pt x="435508" y="182880"/>
                  </a:lnTo>
                  <a:lnTo>
                    <a:pt x="435292" y="182626"/>
                  </a:lnTo>
                  <a:lnTo>
                    <a:pt x="435292" y="187960"/>
                  </a:lnTo>
                  <a:lnTo>
                    <a:pt x="435229" y="190500"/>
                  </a:lnTo>
                  <a:lnTo>
                    <a:pt x="435038" y="191770"/>
                  </a:lnTo>
                  <a:lnTo>
                    <a:pt x="434035" y="193040"/>
                  </a:lnTo>
                  <a:lnTo>
                    <a:pt x="433108" y="194310"/>
                  </a:lnTo>
                  <a:lnTo>
                    <a:pt x="429450" y="194310"/>
                  </a:lnTo>
                  <a:lnTo>
                    <a:pt x="427443" y="193040"/>
                  </a:lnTo>
                  <a:lnTo>
                    <a:pt x="424751" y="190500"/>
                  </a:lnTo>
                  <a:lnTo>
                    <a:pt x="424332" y="189230"/>
                  </a:lnTo>
                  <a:lnTo>
                    <a:pt x="423913" y="187960"/>
                  </a:lnTo>
                  <a:lnTo>
                    <a:pt x="423989" y="186690"/>
                  </a:lnTo>
                  <a:lnTo>
                    <a:pt x="424116" y="184150"/>
                  </a:lnTo>
                  <a:lnTo>
                    <a:pt x="425170" y="184150"/>
                  </a:lnTo>
                  <a:lnTo>
                    <a:pt x="425996" y="182880"/>
                  </a:lnTo>
                  <a:lnTo>
                    <a:pt x="429793" y="182880"/>
                  </a:lnTo>
                  <a:lnTo>
                    <a:pt x="431685" y="184150"/>
                  </a:lnTo>
                  <a:lnTo>
                    <a:pt x="433108" y="185420"/>
                  </a:lnTo>
                  <a:lnTo>
                    <a:pt x="434479" y="186690"/>
                  </a:lnTo>
                  <a:lnTo>
                    <a:pt x="435292" y="187960"/>
                  </a:lnTo>
                  <a:lnTo>
                    <a:pt x="435292" y="182626"/>
                  </a:lnTo>
                  <a:lnTo>
                    <a:pt x="433425" y="180340"/>
                  </a:lnTo>
                  <a:lnTo>
                    <a:pt x="430631" y="179070"/>
                  </a:lnTo>
                  <a:lnTo>
                    <a:pt x="426173" y="179070"/>
                  </a:lnTo>
                  <a:lnTo>
                    <a:pt x="424205" y="180340"/>
                  </a:lnTo>
                  <a:lnTo>
                    <a:pt x="422960" y="181610"/>
                  </a:lnTo>
                  <a:lnTo>
                    <a:pt x="421614" y="182880"/>
                  </a:lnTo>
                  <a:lnTo>
                    <a:pt x="420916" y="184150"/>
                  </a:lnTo>
                  <a:lnTo>
                    <a:pt x="420839" y="188506"/>
                  </a:lnTo>
                  <a:lnTo>
                    <a:pt x="415556" y="181610"/>
                  </a:lnTo>
                  <a:lnTo>
                    <a:pt x="415340" y="181343"/>
                  </a:lnTo>
                  <a:lnTo>
                    <a:pt x="415340" y="240030"/>
                  </a:lnTo>
                  <a:lnTo>
                    <a:pt x="413334" y="242570"/>
                  </a:lnTo>
                  <a:lnTo>
                    <a:pt x="411175" y="245110"/>
                  </a:lnTo>
                  <a:lnTo>
                    <a:pt x="407771" y="246380"/>
                  </a:lnTo>
                  <a:lnTo>
                    <a:pt x="403326" y="243840"/>
                  </a:lnTo>
                  <a:lnTo>
                    <a:pt x="403237" y="242570"/>
                  </a:lnTo>
                  <a:lnTo>
                    <a:pt x="403161" y="241300"/>
                  </a:lnTo>
                  <a:lnTo>
                    <a:pt x="403072" y="240030"/>
                  </a:lnTo>
                  <a:lnTo>
                    <a:pt x="405117" y="237490"/>
                  </a:lnTo>
                  <a:lnTo>
                    <a:pt x="407123" y="233680"/>
                  </a:lnTo>
                  <a:lnTo>
                    <a:pt x="410603" y="233680"/>
                  </a:lnTo>
                  <a:lnTo>
                    <a:pt x="412915" y="234950"/>
                  </a:lnTo>
                  <a:lnTo>
                    <a:pt x="415150" y="236220"/>
                  </a:lnTo>
                  <a:lnTo>
                    <a:pt x="415277" y="238760"/>
                  </a:lnTo>
                  <a:lnTo>
                    <a:pt x="415340" y="240030"/>
                  </a:lnTo>
                  <a:lnTo>
                    <a:pt x="415340" y="181343"/>
                  </a:lnTo>
                  <a:lnTo>
                    <a:pt x="410591" y="175260"/>
                  </a:lnTo>
                  <a:lnTo>
                    <a:pt x="407136" y="168910"/>
                  </a:lnTo>
                  <a:lnTo>
                    <a:pt x="405841" y="163830"/>
                  </a:lnTo>
                  <a:lnTo>
                    <a:pt x="405841" y="158750"/>
                  </a:lnTo>
                  <a:lnTo>
                    <a:pt x="409321" y="154940"/>
                  </a:lnTo>
                  <a:lnTo>
                    <a:pt x="411429" y="152400"/>
                  </a:lnTo>
                  <a:lnTo>
                    <a:pt x="413537" y="149860"/>
                  </a:lnTo>
                  <a:lnTo>
                    <a:pt x="414972" y="149860"/>
                  </a:lnTo>
                  <a:lnTo>
                    <a:pt x="416052" y="148590"/>
                  </a:lnTo>
                  <a:lnTo>
                    <a:pt x="417576" y="147320"/>
                  </a:lnTo>
                  <a:lnTo>
                    <a:pt x="420776" y="144780"/>
                  </a:lnTo>
                  <a:lnTo>
                    <a:pt x="427202" y="137160"/>
                  </a:lnTo>
                  <a:lnTo>
                    <a:pt x="427443" y="137160"/>
                  </a:lnTo>
                  <a:lnTo>
                    <a:pt x="429209" y="135890"/>
                  </a:lnTo>
                  <a:lnTo>
                    <a:pt x="425996" y="132956"/>
                  </a:lnTo>
                  <a:lnTo>
                    <a:pt x="425996" y="135890"/>
                  </a:lnTo>
                  <a:lnTo>
                    <a:pt x="418261" y="143510"/>
                  </a:lnTo>
                  <a:lnTo>
                    <a:pt x="414566" y="147320"/>
                  </a:lnTo>
                  <a:lnTo>
                    <a:pt x="410083" y="144780"/>
                  </a:lnTo>
                  <a:lnTo>
                    <a:pt x="362991" y="118110"/>
                  </a:lnTo>
                  <a:lnTo>
                    <a:pt x="368033" y="102870"/>
                  </a:lnTo>
                  <a:lnTo>
                    <a:pt x="373672" y="105410"/>
                  </a:lnTo>
                  <a:lnTo>
                    <a:pt x="372059" y="105410"/>
                  </a:lnTo>
                  <a:lnTo>
                    <a:pt x="370001" y="106680"/>
                  </a:lnTo>
                  <a:lnTo>
                    <a:pt x="368211" y="109220"/>
                  </a:lnTo>
                  <a:lnTo>
                    <a:pt x="371894" y="109220"/>
                  </a:lnTo>
                  <a:lnTo>
                    <a:pt x="373405" y="107950"/>
                  </a:lnTo>
                  <a:lnTo>
                    <a:pt x="371182" y="114300"/>
                  </a:lnTo>
                  <a:lnTo>
                    <a:pt x="370611" y="113030"/>
                  </a:lnTo>
                  <a:lnTo>
                    <a:pt x="368973" y="111760"/>
                  </a:lnTo>
                  <a:lnTo>
                    <a:pt x="367385" y="110490"/>
                  </a:lnTo>
                  <a:lnTo>
                    <a:pt x="366268" y="115570"/>
                  </a:lnTo>
                  <a:lnTo>
                    <a:pt x="369189" y="116840"/>
                  </a:lnTo>
                  <a:lnTo>
                    <a:pt x="371182" y="118110"/>
                  </a:lnTo>
                  <a:lnTo>
                    <a:pt x="374700" y="119380"/>
                  </a:lnTo>
                  <a:lnTo>
                    <a:pt x="376859" y="119380"/>
                  </a:lnTo>
                  <a:lnTo>
                    <a:pt x="377825" y="118110"/>
                  </a:lnTo>
                  <a:lnTo>
                    <a:pt x="378917" y="116840"/>
                  </a:lnTo>
                  <a:lnTo>
                    <a:pt x="377799" y="115570"/>
                  </a:lnTo>
                  <a:lnTo>
                    <a:pt x="376694" y="114300"/>
                  </a:lnTo>
                  <a:lnTo>
                    <a:pt x="373773" y="115570"/>
                  </a:lnTo>
                  <a:lnTo>
                    <a:pt x="373646" y="114300"/>
                  </a:lnTo>
                  <a:lnTo>
                    <a:pt x="373519" y="113030"/>
                  </a:lnTo>
                  <a:lnTo>
                    <a:pt x="373405" y="111760"/>
                  </a:lnTo>
                  <a:lnTo>
                    <a:pt x="375069" y="110490"/>
                  </a:lnTo>
                  <a:lnTo>
                    <a:pt x="378625" y="110490"/>
                  </a:lnTo>
                  <a:lnTo>
                    <a:pt x="379857" y="111760"/>
                  </a:lnTo>
                  <a:lnTo>
                    <a:pt x="380326" y="114300"/>
                  </a:lnTo>
                  <a:lnTo>
                    <a:pt x="380263" y="113030"/>
                  </a:lnTo>
                  <a:lnTo>
                    <a:pt x="380149" y="110490"/>
                  </a:lnTo>
                  <a:lnTo>
                    <a:pt x="380085" y="109220"/>
                  </a:lnTo>
                  <a:lnTo>
                    <a:pt x="380834" y="107950"/>
                  </a:lnTo>
                  <a:lnTo>
                    <a:pt x="382320" y="105410"/>
                  </a:lnTo>
                  <a:lnTo>
                    <a:pt x="386626" y="104140"/>
                  </a:lnTo>
                  <a:lnTo>
                    <a:pt x="388315" y="109220"/>
                  </a:lnTo>
                  <a:lnTo>
                    <a:pt x="386981" y="111760"/>
                  </a:lnTo>
                  <a:lnTo>
                    <a:pt x="383514" y="115570"/>
                  </a:lnTo>
                  <a:lnTo>
                    <a:pt x="385419" y="114300"/>
                  </a:lnTo>
                  <a:lnTo>
                    <a:pt x="387464" y="114300"/>
                  </a:lnTo>
                  <a:lnTo>
                    <a:pt x="388200" y="115570"/>
                  </a:lnTo>
                  <a:lnTo>
                    <a:pt x="389394" y="116840"/>
                  </a:lnTo>
                  <a:lnTo>
                    <a:pt x="388988" y="119380"/>
                  </a:lnTo>
                  <a:lnTo>
                    <a:pt x="386334" y="120650"/>
                  </a:lnTo>
                  <a:lnTo>
                    <a:pt x="385762" y="118110"/>
                  </a:lnTo>
                  <a:lnTo>
                    <a:pt x="382193" y="118110"/>
                  </a:lnTo>
                  <a:lnTo>
                    <a:pt x="381190" y="119380"/>
                  </a:lnTo>
                  <a:lnTo>
                    <a:pt x="380085" y="121920"/>
                  </a:lnTo>
                  <a:lnTo>
                    <a:pt x="381762" y="123190"/>
                  </a:lnTo>
                  <a:lnTo>
                    <a:pt x="384835" y="125730"/>
                  </a:lnTo>
                  <a:lnTo>
                    <a:pt x="388493" y="127000"/>
                  </a:lnTo>
                  <a:lnTo>
                    <a:pt x="391490" y="125730"/>
                  </a:lnTo>
                  <a:lnTo>
                    <a:pt x="392480" y="124460"/>
                  </a:lnTo>
                  <a:lnTo>
                    <a:pt x="393484" y="123190"/>
                  </a:lnTo>
                  <a:lnTo>
                    <a:pt x="392277" y="121920"/>
                  </a:lnTo>
                  <a:lnTo>
                    <a:pt x="390169" y="123190"/>
                  </a:lnTo>
                  <a:lnTo>
                    <a:pt x="388175" y="124460"/>
                  </a:lnTo>
                  <a:lnTo>
                    <a:pt x="390042" y="120650"/>
                  </a:lnTo>
                  <a:lnTo>
                    <a:pt x="391909" y="116840"/>
                  </a:lnTo>
                  <a:lnTo>
                    <a:pt x="392137" y="118110"/>
                  </a:lnTo>
                  <a:lnTo>
                    <a:pt x="392696" y="119380"/>
                  </a:lnTo>
                  <a:lnTo>
                    <a:pt x="394398" y="120650"/>
                  </a:lnTo>
                  <a:lnTo>
                    <a:pt x="395706" y="116840"/>
                  </a:lnTo>
                  <a:lnTo>
                    <a:pt x="394614" y="114300"/>
                  </a:lnTo>
                  <a:lnTo>
                    <a:pt x="402628" y="119380"/>
                  </a:lnTo>
                  <a:lnTo>
                    <a:pt x="399910" y="119380"/>
                  </a:lnTo>
                  <a:lnTo>
                    <a:pt x="396963" y="121920"/>
                  </a:lnTo>
                  <a:lnTo>
                    <a:pt x="398780" y="123190"/>
                  </a:lnTo>
                  <a:lnTo>
                    <a:pt x="400685" y="123190"/>
                  </a:lnTo>
                  <a:lnTo>
                    <a:pt x="401726" y="121920"/>
                  </a:lnTo>
                  <a:lnTo>
                    <a:pt x="397535" y="129540"/>
                  </a:lnTo>
                  <a:lnTo>
                    <a:pt x="397535" y="127000"/>
                  </a:lnTo>
                  <a:lnTo>
                    <a:pt x="396608" y="124460"/>
                  </a:lnTo>
                  <a:lnTo>
                    <a:pt x="395706" y="124460"/>
                  </a:lnTo>
                  <a:lnTo>
                    <a:pt x="393954" y="127000"/>
                  </a:lnTo>
                  <a:lnTo>
                    <a:pt x="394398" y="130810"/>
                  </a:lnTo>
                  <a:lnTo>
                    <a:pt x="398043" y="132080"/>
                  </a:lnTo>
                  <a:lnTo>
                    <a:pt x="401104" y="134620"/>
                  </a:lnTo>
                  <a:lnTo>
                    <a:pt x="403466" y="134620"/>
                  </a:lnTo>
                  <a:lnTo>
                    <a:pt x="404698" y="133350"/>
                  </a:lnTo>
                  <a:lnTo>
                    <a:pt x="405917" y="130810"/>
                  </a:lnTo>
                  <a:lnTo>
                    <a:pt x="404914" y="129540"/>
                  </a:lnTo>
                  <a:lnTo>
                    <a:pt x="403910" y="128270"/>
                  </a:lnTo>
                  <a:lnTo>
                    <a:pt x="400900" y="129540"/>
                  </a:lnTo>
                  <a:lnTo>
                    <a:pt x="400799" y="125730"/>
                  </a:lnTo>
                  <a:lnTo>
                    <a:pt x="402551" y="124460"/>
                  </a:lnTo>
                  <a:lnTo>
                    <a:pt x="406069" y="124460"/>
                  </a:lnTo>
                  <a:lnTo>
                    <a:pt x="407250" y="127000"/>
                  </a:lnTo>
                  <a:lnTo>
                    <a:pt x="407504" y="128270"/>
                  </a:lnTo>
                  <a:lnTo>
                    <a:pt x="408660" y="124460"/>
                  </a:lnTo>
                  <a:lnTo>
                    <a:pt x="410730" y="121920"/>
                  </a:lnTo>
                  <a:lnTo>
                    <a:pt x="415582" y="120650"/>
                  </a:lnTo>
                  <a:lnTo>
                    <a:pt x="416623" y="124460"/>
                  </a:lnTo>
                  <a:lnTo>
                    <a:pt x="414439" y="128270"/>
                  </a:lnTo>
                  <a:lnTo>
                    <a:pt x="412305" y="129540"/>
                  </a:lnTo>
                  <a:lnTo>
                    <a:pt x="412076" y="129540"/>
                  </a:lnTo>
                  <a:lnTo>
                    <a:pt x="410184" y="130810"/>
                  </a:lnTo>
                  <a:lnTo>
                    <a:pt x="412178" y="129616"/>
                  </a:lnTo>
                  <a:lnTo>
                    <a:pt x="414058" y="130810"/>
                  </a:lnTo>
                  <a:lnTo>
                    <a:pt x="414769" y="132080"/>
                  </a:lnTo>
                  <a:lnTo>
                    <a:pt x="415798" y="133350"/>
                  </a:lnTo>
                  <a:lnTo>
                    <a:pt x="415150" y="135890"/>
                  </a:lnTo>
                  <a:lnTo>
                    <a:pt x="412483" y="137160"/>
                  </a:lnTo>
                  <a:lnTo>
                    <a:pt x="411975" y="133350"/>
                  </a:lnTo>
                  <a:lnTo>
                    <a:pt x="408571" y="133350"/>
                  </a:lnTo>
                  <a:lnTo>
                    <a:pt x="406476" y="137160"/>
                  </a:lnTo>
                  <a:lnTo>
                    <a:pt x="407873" y="138430"/>
                  </a:lnTo>
                  <a:lnTo>
                    <a:pt x="411111" y="140970"/>
                  </a:lnTo>
                  <a:lnTo>
                    <a:pt x="413105" y="142240"/>
                  </a:lnTo>
                  <a:lnTo>
                    <a:pt x="416026" y="143510"/>
                  </a:lnTo>
                  <a:lnTo>
                    <a:pt x="419328" y="139700"/>
                  </a:lnTo>
                  <a:lnTo>
                    <a:pt x="418261" y="138430"/>
                  </a:lnTo>
                  <a:lnTo>
                    <a:pt x="414680" y="138430"/>
                  </a:lnTo>
                  <a:lnTo>
                    <a:pt x="415607" y="137160"/>
                  </a:lnTo>
                  <a:lnTo>
                    <a:pt x="418414" y="133350"/>
                  </a:lnTo>
                  <a:lnTo>
                    <a:pt x="418338" y="134620"/>
                  </a:lnTo>
                  <a:lnTo>
                    <a:pt x="418261" y="135890"/>
                  </a:lnTo>
                  <a:lnTo>
                    <a:pt x="419557" y="137160"/>
                  </a:lnTo>
                  <a:lnTo>
                    <a:pt x="420687" y="138430"/>
                  </a:lnTo>
                  <a:lnTo>
                    <a:pt x="421297" y="135890"/>
                  </a:lnTo>
                  <a:lnTo>
                    <a:pt x="421398" y="134620"/>
                  </a:lnTo>
                  <a:lnTo>
                    <a:pt x="421500" y="133350"/>
                  </a:lnTo>
                  <a:lnTo>
                    <a:pt x="421297" y="132080"/>
                  </a:lnTo>
                  <a:lnTo>
                    <a:pt x="425996" y="135890"/>
                  </a:lnTo>
                  <a:lnTo>
                    <a:pt x="425996" y="132956"/>
                  </a:lnTo>
                  <a:lnTo>
                    <a:pt x="425043" y="132080"/>
                  </a:lnTo>
                  <a:lnTo>
                    <a:pt x="426173" y="129540"/>
                  </a:lnTo>
                  <a:lnTo>
                    <a:pt x="427062" y="127000"/>
                  </a:lnTo>
                  <a:lnTo>
                    <a:pt x="427685" y="124460"/>
                  </a:lnTo>
                  <a:lnTo>
                    <a:pt x="428993" y="129540"/>
                  </a:lnTo>
                  <a:lnTo>
                    <a:pt x="431685" y="133350"/>
                  </a:lnTo>
                  <a:lnTo>
                    <a:pt x="435292" y="132080"/>
                  </a:lnTo>
                  <a:lnTo>
                    <a:pt x="434594" y="127000"/>
                  </a:lnTo>
                  <a:lnTo>
                    <a:pt x="434898" y="124460"/>
                  </a:lnTo>
                  <a:lnTo>
                    <a:pt x="435216" y="121920"/>
                  </a:lnTo>
                  <a:lnTo>
                    <a:pt x="435305" y="120650"/>
                  </a:lnTo>
                  <a:lnTo>
                    <a:pt x="435406" y="119380"/>
                  </a:lnTo>
                  <a:lnTo>
                    <a:pt x="435521" y="114300"/>
                  </a:lnTo>
                  <a:lnTo>
                    <a:pt x="434568" y="106680"/>
                  </a:lnTo>
                  <a:lnTo>
                    <a:pt x="437692" y="111760"/>
                  </a:lnTo>
                  <a:lnTo>
                    <a:pt x="441985" y="114300"/>
                  </a:lnTo>
                  <a:lnTo>
                    <a:pt x="445135" y="113030"/>
                  </a:lnTo>
                  <a:lnTo>
                    <a:pt x="441909" y="107950"/>
                  </a:lnTo>
                  <a:lnTo>
                    <a:pt x="441921" y="106680"/>
                  </a:lnTo>
                  <a:lnTo>
                    <a:pt x="441871" y="97790"/>
                  </a:lnTo>
                  <a:lnTo>
                    <a:pt x="441756" y="95250"/>
                  </a:lnTo>
                  <a:lnTo>
                    <a:pt x="441706" y="93980"/>
                  </a:lnTo>
                  <a:lnTo>
                    <a:pt x="441591" y="91440"/>
                  </a:lnTo>
                  <a:lnTo>
                    <a:pt x="436968" y="81280"/>
                  </a:lnTo>
                  <a:lnTo>
                    <a:pt x="440359" y="82550"/>
                  </a:lnTo>
                  <a:lnTo>
                    <a:pt x="442785" y="81280"/>
                  </a:lnTo>
                  <a:lnTo>
                    <a:pt x="444207" y="80010"/>
                  </a:lnTo>
                  <a:lnTo>
                    <a:pt x="439000" y="77470"/>
                  </a:lnTo>
                  <a:lnTo>
                    <a:pt x="435749" y="72390"/>
                  </a:lnTo>
                  <a:lnTo>
                    <a:pt x="431101" y="66040"/>
                  </a:lnTo>
                  <a:lnTo>
                    <a:pt x="421741" y="60960"/>
                  </a:lnTo>
                  <a:lnTo>
                    <a:pt x="425996" y="60960"/>
                  </a:lnTo>
                  <a:lnTo>
                    <a:pt x="428498" y="58420"/>
                  </a:lnTo>
                  <a:lnTo>
                    <a:pt x="428218" y="57150"/>
                  </a:lnTo>
                  <a:lnTo>
                    <a:pt x="427926" y="55880"/>
                  </a:lnTo>
                  <a:lnTo>
                    <a:pt x="424446" y="57150"/>
                  </a:lnTo>
                  <a:lnTo>
                    <a:pt x="420065" y="54610"/>
                  </a:lnTo>
                  <a:lnTo>
                    <a:pt x="413753" y="52070"/>
                  </a:lnTo>
                  <a:lnTo>
                    <a:pt x="404418" y="50800"/>
                  </a:lnTo>
                  <a:lnTo>
                    <a:pt x="404037" y="48260"/>
                  </a:lnTo>
                  <a:lnTo>
                    <a:pt x="403466" y="44450"/>
                  </a:lnTo>
                  <a:lnTo>
                    <a:pt x="398322" y="39370"/>
                  </a:lnTo>
                  <a:lnTo>
                    <a:pt x="392404" y="36830"/>
                  </a:lnTo>
                  <a:lnTo>
                    <a:pt x="393496" y="40640"/>
                  </a:lnTo>
                  <a:lnTo>
                    <a:pt x="392557" y="44450"/>
                  </a:lnTo>
                  <a:lnTo>
                    <a:pt x="391464" y="48260"/>
                  </a:lnTo>
                  <a:lnTo>
                    <a:pt x="388200" y="45110"/>
                  </a:lnTo>
                  <a:lnTo>
                    <a:pt x="388200" y="64770"/>
                  </a:lnTo>
                  <a:lnTo>
                    <a:pt x="382524" y="66040"/>
                  </a:lnTo>
                  <a:lnTo>
                    <a:pt x="377151" y="67310"/>
                  </a:lnTo>
                  <a:lnTo>
                    <a:pt x="373011" y="69850"/>
                  </a:lnTo>
                  <a:lnTo>
                    <a:pt x="374700" y="66040"/>
                  </a:lnTo>
                  <a:lnTo>
                    <a:pt x="373011" y="60960"/>
                  </a:lnTo>
                  <a:lnTo>
                    <a:pt x="382143" y="60960"/>
                  </a:lnTo>
                  <a:lnTo>
                    <a:pt x="384708" y="64770"/>
                  </a:lnTo>
                  <a:lnTo>
                    <a:pt x="388200" y="64770"/>
                  </a:lnTo>
                  <a:lnTo>
                    <a:pt x="388200" y="45110"/>
                  </a:lnTo>
                  <a:lnTo>
                    <a:pt x="342785" y="1270"/>
                  </a:lnTo>
                  <a:lnTo>
                    <a:pt x="341261" y="0"/>
                  </a:lnTo>
                  <a:lnTo>
                    <a:pt x="339813" y="0"/>
                  </a:lnTo>
                  <a:lnTo>
                    <a:pt x="339813" y="1270"/>
                  </a:lnTo>
                  <a:lnTo>
                    <a:pt x="340626" y="2540"/>
                  </a:lnTo>
                  <a:lnTo>
                    <a:pt x="382524" y="53340"/>
                  </a:lnTo>
                  <a:lnTo>
                    <a:pt x="379323" y="54610"/>
                  </a:lnTo>
                  <a:lnTo>
                    <a:pt x="376212" y="55880"/>
                  </a:lnTo>
                  <a:lnTo>
                    <a:pt x="370916" y="57150"/>
                  </a:lnTo>
                  <a:lnTo>
                    <a:pt x="369354" y="59690"/>
                  </a:lnTo>
                  <a:lnTo>
                    <a:pt x="369354" y="62230"/>
                  </a:lnTo>
                  <a:lnTo>
                    <a:pt x="361581" y="66040"/>
                  </a:lnTo>
                  <a:lnTo>
                    <a:pt x="354990" y="71005"/>
                  </a:lnTo>
                  <a:lnTo>
                    <a:pt x="348843" y="76200"/>
                  </a:lnTo>
                  <a:lnTo>
                    <a:pt x="346748" y="76200"/>
                  </a:lnTo>
                  <a:lnTo>
                    <a:pt x="349072" y="81280"/>
                  </a:lnTo>
                  <a:lnTo>
                    <a:pt x="349910" y="83820"/>
                  </a:lnTo>
                  <a:lnTo>
                    <a:pt x="347179" y="88900"/>
                  </a:lnTo>
                  <a:lnTo>
                    <a:pt x="357212" y="82550"/>
                  </a:lnTo>
                  <a:lnTo>
                    <a:pt x="366268" y="77470"/>
                  </a:lnTo>
                  <a:lnTo>
                    <a:pt x="367614" y="81280"/>
                  </a:lnTo>
                  <a:lnTo>
                    <a:pt x="368338" y="82550"/>
                  </a:lnTo>
                  <a:lnTo>
                    <a:pt x="363918" y="83820"/>
                  </a:lnTo>
                  <a:lnTo>
                    <a:pt x="360781" y="85090"/>
                  </a:lnTo>
                  <a:lnTo>
                    <a:pt x="357759" y="86360"/>
                  </a:lnTo>
                  <a:lnTo>
                    <a:pt x="354418" y="88900"/>
                  </a:lnTo>
                  <a:lnTo>
                    <a:pt x="355396" y="91440"/>
                  </a:lnTo>
                  <a:lnTo>
                    <a:pt x="357886" y="90170"/>
                  </a:lnTo>
                  <a:lnTo>
                    <a:pt x="357962" y="91440"/>
                  </a:lnTo>
                  <a:lnTo>
                    <a:pt x="358178" y="92710"/>
                  </a:lnTo>
                  <a:lnTo>
                    <a:pt x="359092" y="93980"/>
                  </a:lnTo>
                  <a:lnTo>
                    <a:pt x="361581" y="93980"/>
                  </a:lnTo>
                  <a:lnTo>
                    <a:pt x="363143" y="91440"/>
                  </a:lnTo>
                  <a:lnTo>
                    <a:pt x="364058" y="92710"/>
                  </a:lnTo>
                  <a:lnTo>
                    <a:pt x="365112" y="92710"/>
                  </a:lnTo>
                  <a:lnTo>
                    <a:pt x="363677" y="99060"/>
                  </a:lnTo>
                  <a:lnTo>
                    <a:pt x="362623" y="100330"/>
                  </a:lnTo>
                  <a:lnTo>
                    <a:pt x="367385" y="99060"/>
                  </a:lnTo>
                  <a:lnTo>
                    <a:pt x="370344" y="95250"/>
                  </a:lnTo>
                  <a:lnTo>
                    <a:pt x="370408" y="93980"/>
                  </a:lnTo>
                  <a:lnTo>
                    <a:pt x="370535" y="91440"/>
                  </a:lnTo>
                  <a:lnTo>
                    <a:pt x="370560" y="90170"/>
                  </a:lnTo>
                  <a:lnTo>
                    <a:pt x="370611" y="87630"/>
                  </a:lnTo>
                  <a:lnTo>
                    <a:pt x="371627" y="87630"/>
                  </a:lnTo>
                  <a:lnTo>
                    <a:pt x="372338" y="86360"/>
                  </a:lnTo>
                  <a:lnTo>
                    <a:pt x="373100" y="86360"/>
                  </a:lnTo>
                  <a:lnTo>
                    <a:pt x="373913" y="90170"/>
                  </a:lnTo>
                  <a:lnTo>
                    <a:pt x="373011" y="92710"/>
                  </a:lnTo>
                  <a:lnTo>
                    <a:pt x="375475" y="92710"/>
                  </a:lnTo>
                  <a:lnTo>
                    <a:pt x="378079" y="88900"/>
                  </a:lnTo>
                  <a:lnTo>
                    <a:pt x="377977" y="87630"/>
                  </a:lnTo>
                  <a:lnTo>
                    <a:pt x="377888" y="86360"/>
                  </a:lnTo>
                  <a:lnTo>
                    <a:pt x="377799" y="85090"/>
                  </a:lnTo>
                  <a:lnTo>
                    <a:pt x="377710" y="83820"/>
                  </a:lnTo>
                  <a:lnTo>
                    <a:pt x="378917" y="82550"/>
                  </a:lnTo>
                  <a:lnTo>
                    <a:pt x="380263" y="81280"/>
                  </a:lnTo>
                  <a:lnTo>
                    <a:pt x="382739" y="81280"/>
                  </a:lnTo>
                  <a:lnTo>
                    <a:pt x="385991" y="86360"/>
                  </a:lnTo>
                  <a:lnTo>
                    <a:pt x="398703" y="86360"/>
                  </a:lnTo>
                  <a:lnTo>
                    <a:pt x="402399" y="81280"/>
                  </a:lnTo>
                  <a:lnTo>
                    <a:pt x="403326" y="80010"/>
                  </a:lnTo>
                  <a:lnTo>
                    <a:pt x="403669" y="77470"/>
                  </a:lnTo>
                  <a:lnTo>
                    <a:pt x="404177" y="73660"/>
                  </a:lnTo>
                  <a:lnTo>
                    <a:pt x="404075" y="72390"/>
                  </a:lnTo>
                  <a:lnTo>
                    <a:pt x="403860" y="71005"/>
                  </a:lnTo>
                  <a:lnTo>
                    <a:pt x="402628" y="69850"/>
                  </a:lnTo>
                  <a:lnTo>
                    <a:pt x="405561" y="72390"/>
                  </a:lnTo>
                  <a:lnTo>
                    <a:pt x="406476" y="74930"/>
                  </a:lnTo>
                  <a:lnTo>
                    <a:pt x="406476" y="78740"/>
                  </a:lnTo>
                  <a:lnTo>
                    <a:pt x="403123" y="86360"/>
                  </a:lnTo>
                  <a:lnTo>
                    <a:pt x="395097" y="91440"/>
                  </a:lnTo>
                  <a:lnTo>
                    <a:pt x="385483" y="97790"/>
                  </a:lnTo>
                  <a:lnTo>
                    <a:pt x="377329" y="102870"/>
                  </a:lnTo>
                  <a:lnTo>
                    <a:pt x="376936" y="102870"/>
                  </a:lnTo>
                  <a:lnTo>
                    <a:pt x="376694" y="104140"/>
                  </a:lnTo>
                  <a:lnTo>
                    <a:pt x="376389" y="104140"/>
                  </a:lnTo>
                  <a:lnTo>
                    <a:pt x="373164" y="102870"/>
                  </a:lnTo>
                  <a:lnTo>
                    <a:pt x="366687" y="100330"/>
                  </a:lnTo>
                  <a:lnTo>
                    <a:pt x="365912" y="102870"/>
                  </a:lnTo>
                  <a:lnTo>
                    <a:pt x="365467" y="104140"/>
                  </a:lnTo>
                  <a:lnTo>
                    <a:pt x="364401" y="107950"/>
                  </a:lnTo>
                  <a:lnTo>
                    <a:pt x="362356" y="114300"/>
                  </a:lnTo>
                  <a:lnTo>
                    <a:pt x="360972" y="118110"/>
                  </a:lnTo>
                  <a:lnTo>
                    <a:pt x="360451" y="119380"/>
                  </a:lnTo>
                  <a:lnTo>
                    <a:pt x="361327" y="120650"/>
                  </a:lnTo>
                  <a:lnTo>
                    <a:pt x="357263" y="125730"/>
                  </a:lnTo>
                  <a:lnTo>
                    <a:pt x="353860" y="132080"/>
                  </a:lnTo>
                  <a:lnTo>
                    <a:pt x="351345" y="138430"/>
                  </a:lnTo>
                  <a:lnTo>
                    <a:pt x="349910" y="144780"/>
                  </a:lnTo>
                  <a:lnTo>
                    <a:pt x="347560" y="142240"/>
                  </a:lnTo>
                  <a:lnTo>
                    <a:pt x="345998" y="140970"/>
                  </a:lnTo>
                  <a:lnTo>
                    <a:pt x="342849" y="138430"/>
                  </a:lnTo>
                  <a:lnTo>
                    <a:pt x="343115" y="137160"/>
                  </a:lnTo>
                  <a:lnTo>
                    <a:pt x="343255" y="137160"/>
                  </a:lnTo>
                  <a:lnTo>
                    <a:pt x="343344" y="135890"/>
                  </a:lnTo>
                  <a:lnTo>
                    <a:pt x="343433" y="134620"/>
                  </a:lnTo>
                  <a:lnTo>
                    <a:pt x="343535" y="133350"/>
                  </a:lnTo>
                  <a:lnTo>
                    <a:pt x="342709" y="130810"/>
                  </a:lnTo>
                  <a:lnTo>
                    <a:pt x="341071" y="129540"/>
                  </a:lnTo>
                  <a:lnTo>
                    <a:pt x="340283" y="128651"/>
                  </a:lnTo>
                  <a:lnTo>
                    <a:pt x="340283" y="133350"/>
                  </a:lnTo>
                  <a:lnTo>
                    <a:pt x="340169" y="134620"/>
                  </a:lnTo>
                  <a:lnTo>
                    <a:pt x="340042" y="137160"/>
                  </a:lnTo>
                  <a:lnTo>
                    <a:pt x="339242" y="138430"/>
                  </a:lnTo>
                  <a:lnTo>
                    <a:pt x="338289" y="139700"/>
                  </a:lnTo>
                  <a:lnTo>
                    <a:pt x="337769" y="139700"/>
                  </a:lnTo>
                  <a:lnTo>
                    <a:pt x="336931" y="140970"/>
                  </a:lnTo>
                  <a:lnTo>
                    <a:pt x="333756" y="140970"/>
                  </a:lnTo>
                  <a:lnTo>
                    <a:pt x="332130" y="138430"/>
                  </a:lnTo>
                  <a:lnTo>
                    <a:pt x="332244" y="133350"/>
                  </a:lnTo>
                  <a:lnTo>
                    <a:pt x="332892" y="132080"/>
                  </a:lnTo>
                  <a:lnTo>
                    <a:pt x="334556" y="130810"/>
                  </a:lnTo>
                  <a:lnTo>
                    <a:pt x="335470" y="129540"/>
                  </a:lnTo>
                  <a:lnTo>
                    <a:pt x="337464" y="129540"/>
                  </a:lnTo>
                  <a:lnTo>
                    <a:pt x="338340" y="130810"/>
                  </a:lnTo>
                  <a:lnTo>
                    <a:pt x="338759" y="130810"/>
                  </a:lnTo>
                  <a:lnTo>
                    <a:pt x="339813" y="132080"/>
                  </a:lnTo>
                  <a:lnTo>
                    <a:pt x="340283" y="133350"/>
                  </a:lnTo>
                  <a:lnTo>
                    <a:pt x="340283" y="128651"/>
                  </a:lnTo>
                  <a:lnTo>
                    <a:pt x="339953" y="128270"/>
                  </a:lnTo>
                  <a:lnTo>
                    <a:pt x="338340" y="127000"/>
                  </a:lnTo>
                  <a:lnTo>
                    <a:pt x="333248" y="127000"/>
                  </a:lnTo>
                  <a:lnTo>
                    <a:pt x="331546" y="128270"/>
                  </a:lnTo>
                  <a:lnTo>
                    <a:pt x="330987" y="129540"/>
                  </a:lnTo>
                  <a:lnTo>
                    <a:pt x="330352" y="128270"/>
                  </a:lnTo>
                  <a:lnTo>
                    <a:pt x="330085" y="128270"/>
                  </a:lnTo>
                  <a:lnTo>
                    <a:pt x="326758" y="125730"/>
                  </a:lnTo>
                  <a:lnTo>
                    <a:pt x="322948" y="123190"/>
                  </a:lnTo>
                  <a:lnTo>
                    <a:pt x="320459" y="120650"/>
                  </a:lnTo>
                  <a:lnTo>
                    <a:pt x="319417" y="119380"/>
                  </a:lnTo>
                  <a:lnTo>
                    <a:pt x="309676" y="119380"/>
                  </a:lnTo>
                  <a:lnTo>
                    <a:pt x="308051" y="121920"/>
                  </a:lnTo>
                  <a:lnTo>
                    <a:pt x="307073" y="121920"/>
                  </a:lnTo>
                  <a:lnTo>
                    <a:pt x="304977" y="124460"/>
                  </a:lnTo>
                  <a:lnTo>
                    <a:pt x="302539" y="125730"/>
                  </a:lnTo>
                  <a:lnTo>
                    <a:pt x="303682" y="127000"/>
                  </a:lnTo>
                  <a:lnTo>
                    <a:pt x="304761" y="128270"/>
                  </a:lnTo>
                  <a:lnTo>
                    <a:pt x="305917" y="129540"/>
                  </a:lnTo>
                  <a:lnTo>
                    <a:pt x="306628" y="129540"/>
                  </a:lnTo>
                  <a:lnTo>
                    <a:pt x="307822" y="130810"/>
                  </a:lnTo>
                  <a:lnTo>
                    <a:pt x="309486" y="130810"/>
                  </a:lnTo>
                  <a:lnTo>
                    <a:pt x="310553" y="129540"/>
                  </a:lnTo>
                  <a:lnTo>
                    <a:pt x="316103" y="129540"/>
                  </a:lnTo>
                  <a:lnTo>
                    <a:pt x="317347" y="132080"/>
                  </a:lnTo>
                  <a:lnTo>
                    <a:pt x="318185" y="133350"/>
                  </a:lnTo>
                  <a:lnTo>
                    <a:pt x="326174" y="143510"/>
                  </a:lnTo>
                  <a:lnTo>
                    <a:pt x="332574" y="149860"/>
                  </a:lnTo>
                  <a:lnTo>
                    <a:pt x="331876" y="151130"/>
                  </a:lnTo>
                  <a:lnTo>
                    <a:pt x="330479" y="151130"/>
                  </a:lnTo>
                  <a:lnTo>
                    <a:pt x="327837" y="152400"/>
                  </a:lnTo>
                  <a:lnTo>
                    <a:pt x="318655" y="152400"/>
                  </a:lnTo>
                  <a:lnTo>
                    <a:pt x="315899" y="151130"/>
                  </a:lnTo>
                  <a:lnTo>
                    <a:pt x="315328" y="151130"/>
                  </a:lnTo>
                  <a:lnTo>
                    <a:pt x="311848" y="156210"/>
                  </a:lnTo>
                  <a:lnTo>
                    <a:pt x="310819" y="157480"/>
                  </a:lnTo>
                  <a:lnTo>
                    <a:pt x="309841" y="158750"/>
                  </a:lnTo>
                  <a:lnTo>
                    <a:pt x="309206" y="160020"/>
                  </a:lnTo>
                  <a:lnTo>
                    <a:pt x="313931" y="167640"/>
                  </a:lnTo>
                  <a:lnTo>
                    <a:pt x="317512" y="173990"/>
                  </a:lnTo>
                  <a:lnTo>
                    <a:pt x="321005" y="180340"/>
                  </a:lnTo>
                  <a:lnTo>
                    <a:pt x="323545" y="185420"/>
                  </a:lnTo>
                  <a:lnTo>
                    <a:pt x="325793" y="191770"/>
                  </a:lnTo>
                  <a:lnTo>
                    <a:pt x="328752" y="193040"/>
                  </a:lnTo>
                  <a:lnTo>
                    <a:pt x="337769" y="195580"/>
                  </a:lnTo>
                  <a:lnTo>
                    <a:pt x="345617" y="200660"/>
                  </a:lnTo>
                  <a:lnTo>
                    <a:pt x="346468" y="201930"/>
                  </a:lnTo>
                  <a:lnTo>
                    <a:pt x="346583" y="199390"/>
                  </a:lnTo>
                  <a:lnTo>
                    <a:pt x="346684" y="196850"/>
                  </a:lnTo>
                  <a:lnTo>
                    <a:pt x="345465" y="195580"/>
                  </a:lnTo>
                  <a:lnTo>
                    <a:pt x="341071" y="194310"/>
                  </a:lnTo>
                  <a:lnTo>
                    <a:pt x="339407" y="193040"/>
                  </a:lnTo>
                  <a:lnTo>
                    <a:pt x="341223" y="193040"/>
                  </a:lnTo>
                  <a:lnTo>
                    <a:pt x="346684" y="194310"/>
                  </a:lnTo>
                  <a:lnTo>
                    <a:pt x="350608" y="195580"/>
                  </a:lnTo>
                  <a:lnTo>
                    <a:pt x="349770" y="193040"/>
                  </a:lnTo>
                  <a:lnTo>
                    <a:pt x="349351" y="191770"/>
                  </a:lnTo>
                  <a:lnTo>
                    <a:pt x="345313" y="186690"/>
                  </a:lnTo>
                  <a:lnTo>
                    <a:pt x="342849" y="184150"/>
                  </a:lnTo>
                  <a:lnTo>
                    <a:pt x="339509" y="182880"/>
                  </a:lnTo>
                  <a:lnTo>
                    <a:pt x="336245" y="182880"/>
                  </a:lnTo>
                  <a:lnTo>
                    <a:pt x="334848" y="184150"/>
                  </a:lnTo>
                  <a:lnTo>
                    <a:pt x="335064" y="185420"/>
                  </a:lnTo>
                  <a:lnTo>
                    <a:pt x="334340" y="186690"/>
                  </a:lnTo>
                  <a:lnTo>
                    <a:pt x="331749" y="186690"/>
                  </a:lnTo>
                  <a:lnTo>
                    <a:pt x="330898" y="185420"/>
                  </a:lnTo>
                  <a:lnTo>
                    <a:pt x="331749" y="182880"/>
                  </a:lnTo>
                  <a:lnTo>
                    <a:pt x="333616" y="182880"/>
                  </a:lnTo>
                  <a:lnTo>
                    <a:pt x="333248" y="180340"/>
                  </a:lnTo>
                  <a:lnTo>
                    <a:pt x="332828" y="177800"/>
                  </a:lnTo>
                  <a:lnTo>
                    <a:pt x="329666" y="177800"/>
                  </a:lnTo>
                  <a:lnTo>
                    <a:pt x="327837" y="176530"/>
                  </a:lnTo>
                  <a:lnTo>
                    <a:pt x="324878" y="172720"/>
                  </a:lnTo>
                  <a:lnTo>
                    <a:pt x="321818" y="167640"/>
                  </a:lnTo>
                  <a:lnTo>
                    <a:pt x="320255" y="165100"/>
                  </a:lnTo>
                  <a:lnTo>
                    <a:pt x="318858" y="162560"/>
                  </a:lnTo>
                  <a:lnTo>
                    <a:pt x="320776" y="160020"/>
                  </a:lnTo>
                  <a:lnTo>
                    <a:pt x="323126" y="158750"/>
                  </a:lnTo>
                  <a:lnTo>
                    <a:pt x="328142" y="161290"/>
                  </a:lnTo>
                  <a:lnTo>
                    <a:pt x="337921" y="162560"/>
                  </a:lnTo>
                  <a:lnTo>
                    <a:pt x="350177" y="162560"/>
                  </a:lnTo>
                  <a:lnTo>
                    <a:pt x="351904" y="171450"/>
                  </a:lnTo>
                  <a:lnTo>
                    <a:pt x="355638" y="179070"/>
                  </a:lnTo>
                  <a:lnTo>
                    <a:pt x="362140" y="184150"/>
                  </a:lnTo>
                  <a:lnTo>
                    <a:pt x="372186" y="187960"/>
                  </a:lnTo>
                  <a:lnTo>
                    <a:pt x="379857" y="190500"/>
                  </a:lnTo>
                  <a:lnTo>
                    <a:pt x="387934" y="195580"/>
                  </a:lnTo>
                  <a:lnTo>
                    <a:pt x="390728" y="203200"/>
                  </a:lnTo>
                  <a:lnTo>
                    <a:pt x="371500" y="205740"/>
                  </a:lnTo>
                  <a:lnTo>
                    <a:pt x="360311" y="210820"/>
                  </a:lnTo>
                  <a:lnTo>
                    <a:pt x="355104" y="218440"/>
                  </a:lnTo>
                  <a:lnTo>
                    <a:pt x="353822" y="226060"/>
                  </a:lnTo>
                  <a:lnTo>
                    <a:pt x="355574" y="233680"/>
                  </a:lnTo>
                  <a:lnTo>
                    <a:pt x="359435" y="238760"/>
                  </a:lnTo>
                  <a:lnTo>
                    <a:pt x="363296" y="242570"/>
                  </a:lnTo>
                  <a:lnTo>
                    <a:pt x="365048" y="248920"/>
                  </a:lnTo>
                  <a:lnTo>
                    <a:pt x="360730" y="254000"/>
                  </a:lnTo>
                  <a:lnTo>
                    <a:pt x="350647" y="257810"/>
                  </a:lnTo>
                  <a:lnTo>
                    <a:pt x="339013" y="260350"/>
                  </a:lnTo>
                  <a:lnTo>
                    <a:pt x="330085" y="261620"/>
                  </a:lnTo>
                  <a:lnTo>
                    <a:pt x="323126" y="262890"/>
                  </a:lnTo>
                  <a:lnTo>
                    <a:pt x="319354" y="264160"/>
                  </a:lnTo>
                  <a:lnTo>
                    <a:pt x="315937" y="267970"/>
                  </a:lnTo>
                  <a:lnTo>
                    <a:pt x="312686" y="270510"/>
                  </a:lnTo>
                  <a:lnTo>
                    <a:pt x="303352" y="279400"/>
                  </a:lnTo>
                  <a:lnTo>
                    <a:pt x="305917" y="280670"/>
                  </a:lnTo>
                  <a:lnTo>
                    <a:pt x="308483" y="280670"/>
                  </a:lnTo>
                  <a:lnTo>
                    <a:pt x="313067" y="274320"/>
                  </a:lnTo>
                  <a:lnTo>
                    <a:pt x="314350" y="273050"/>
                  </a:lnTo>
                  <a:lnTo>
                    <a:pt x="315328" y="270510"/>
                  </a:lnTo>
                  <a:lnTo>
                    <a:pt x="316166" y="271780"/>
                  </a:lnTo>
                  <a:lnTo>
                    <a:pt x="317119" y="271780"/>
                  </a:lnTo>
                  <a:lnTo>
                    <a:pt x="315429" y="274320"/>
                  </a:lnTo>
                  <a:lnTo>
                    <a:pt x="311670" y="280670"/>
                  </a:lnTo>
                  <a:lnTo>
                    <a:pt x="327406" y="281940"/>
                  </a:lnTo>
                  <a:lnTo>
                    <a:pt x="328422" y="276860"/>
                  </a:lnTo>
                  <a:lnTo>
                    <a:pt x="328422" y="271780"/>
                  </a:lnTo>
                  <a:lnTo>
                    <a:pt x="324472" y="270510"/>
                  </a:lnTo>
                  <a:lnTo>
                    <a:pt x="326758" y="267970"/>
                  </a:lnTo>
                  <a:lnTo>
                    <a:pt x="329120" y="266700"/>
                  </a:lnTo>
                  <a:lnTo>
                    <a:pt x="330987" y="267970"/>
                  </a:lnTo>
                  <a:lnTo>
                    <a:pt x="334632" y="271780"/>
                  </a:lnTo>
                  <a:lnTo>
                    <a:pt x="335203" y="274320"/>
                  </a:lnTo>
                  <a:lnTo>
                    <a:pt x="339598" y="271780"/>
                  </a:lnTo>
                  <a:lnTo>
                    <a:pt x="353187" y="266700"/>
                  </a:lnTo>
                  <a:lnTo>
                    <a:pt x="370166" y="260350"/>
                  </a:lnTo>
                  <a:lnTo>
                    <a:pt x="375221" y="257810"/>
                  </a:lnTo>
                  <a:lnTo>
                    <a:pt x="378282" y="256540"/>
                  </a:lnTo>
                  <a:lnTo>
                    <a:pt x="382143" y="255270"/>
                  </a:lnTo>
                  <a:lnTo>
                    <a:pt x="381000" y="252730"/>
                  </a:lnTo>
                  <a:lnTo>
                    <a:pt x="378625" y="251460"/>
                  </a:lnTo>
                  <a:lnTo>
                    <a:pt x="376212" y="248920"/>
                  </a:lnTo>
                  <a:lnTo>
                    <a:pt x="375666" y="246380"/>
                  </a:lnTo>
                  <a:lnTo>
                    <a:pt x="375666" y="232410"/>
                  </a:lnTo>
                  <a:lnTo>
                    <a:pt x="381927" y="228600"/>
                  </a:lnTo>
                  <a:lnTo>
                    <a:pt x="393192" y="228600"/>
                  </a:lnTo>
                  <a:lnTo>
                    <a:pt x="392696" y="232410"/>
                  </a:lnTo>
                  <a:lnTo>
                    <a:pt x="392696" y="233680"/>
                  </a:lnTo>
                  <a:lnTo>
                    <a:pt x="396659" y="245110"/>
                  </a:lnTo>
                  <a:lnTo>
                    <a:pt x="405841" y="255270"/>
                  </a:lnTo>
                  <a:lnTo>
                    <a:pt x="416255" y="262890"/>
                  </a:lnTo>
                  <a:lnTo>
                    <a:pt x="423913" y="265430"/>
                  </a:lnTo>
                  <a:lnTo>
                    <a:pt x="426872" y="265430"/>
                  </a:lnTo>
                  <a:lnTo>
                    <a:pt x="430911" y="262890"/>
                  </a:lnTo>
                  <a:lnTo>
                    <a:pt x="431025" y="267970"/>
                  </a:lnTo>
                  <a:lnTo>
                    <a:pt x="431139" y="273050"/>
                  </a:lnTo>
                  <a:lnTo>
                    <a:pt x="431253" y="279400"/>
                  </a:lnTo>
                  <a:lnTo>
                    <a:pt x="432803" y="284480"/>
                  </a:lnTo>
                  <a:lnTo>
                    <a:pt x="430110" y="300990"/>
                  </a:lnTo>
                  <a:lnTo>
                    <a:pt x="427685" y="302260"/>
                  </a:lnTo>
                  <a:lnTo>
                    <a:pt x="417766" y="309880"/>
                  </a:lnTo>
                  <a:lnTo>
                    <a:pt x="413105" y="320040"/>
                  </a:lnTo>
                  <a:lnTo>
                    <a:pt x="411048" y="322580"/>
                  </a:lnTo>
                  <a:lnTo>
                    <a:pt x="413207" y="323850"/>
                  </a:lnTo>
                  <a:lnTo>
                    <a:pt x="415505" y="323850"/>
                  </a:lnTo>
                  <a:lnTo>
                    <a:pt x="417347" y="318770"/>
                  </a:lnTo>
                  <a:lnTo>
                    <a:pt x="419049" y="313690"/>
                  </a:lnTo>
                  <a:lnTo>
                    <a:pt x="420776" y="311150"/>
                  </a:lnTo>
                  <a:lnTo>
                    <a:pt x="422656" y="309880"/>
                  </a:lnTo>
                  <a:lnTo>
                    <a:pt x="420687" y="314960"/>
                  </a:lnTo>
                  <a:lnTo>
                    <a:pt x="419328" y="321310"/>
                  </a:lnTo>
                  <a:lnTo>
                    <a:pt x="418261" y="323850"/>
                  </a:lnTo>
                  <a:lnTo>
                    <a:pt x="424751" y="325120"/>
                  </a:lnTo>
                  <a:lnTo>
                    <a:pt x="434784" y="320040"/>
                  </a:lnTo>
                  <a:lnTo>
                    <a:pt x="434784" y="311150"/>
                  </a:lnTo>
                  <a:lnTo>
                    <a:pt x="431253" y="311150"/>
                  </a:lnTo>
                  <a:lnTo>
                    <a:pt x="431253" y="309880"/>
                  </a:lnTo>
                  <a:lnTo>
                    <a:pt x="431253" y="307340"/>
                  </a:lnTo>
                  <a:lnTo>
                    <a:pt x="432841" y="306070"/>
                  </a:lnTo>
                  <a:lnTo>
                    <a:pt x="437273" y="306070"/>
                  </a:lnTo>
                  <a:lnTo>
                    <a:pt x="439216" y="307340"/>
                  </a:lnTo>
                  <a:lnTo>
                    <a:pt x="439331" y="308610"/>
                  </a:lnTo>
                  <a:lnTo>
                    <a:pt x="441998" y="307340"/>
                  </a:lnTo>
                  <a:lnTo>
                    <a:pt x="442925" y="306070"/>
                  </a:lnTo>
                  <a:lnTo>
                    <a:pt x="443839" y="304800"/>
                  </a:lnTo>
                  <a:lnTo>
                    <a:pt x="443814" y="302260"/>
                  </a:lnTo>
                  <a:lnTo>
                    <a:pt x="443699" y="290830"/>
                  </a:lnTo>
                  <a:lnTo>
                    <a:pt x="444119" y="290830"/>
                  </a:lnTo>
                  <a:lnTo>
                    <a:pt x="445274" y="293370"/>
                  </a:lnTo>
                  <a:lnTo>
                    <a:pt x="447344" y="294640"/>
                  </a:lnTo>
                  <a:lnTo>
                    <a:pt x="454558" y="294640"/>
                  </a:lnTo>
                  <a:lnTo>
                    <a:pt x="456590" y="292100"/>
                  </a:lnTo>
                  <a:lnTo>
                    <a:pt x="458990" y="290830"/>
                  </a:lnTo>
                  <a:lnTo>
                    <a:pt x="460717" y="288290"/>
                  </a:lnTo>
                  <a:lnTo>
                    <a:pt x="461416" y="285750"/>
                  </a:lnTo>
                  <a:lnTo>
                    <a:pt x="461416" y="283210"/>
                  </a:lnTo>
                  <a:lnTo>
                    <a:pt x="461124" y="281940"/>
                  </a:lnTo>
                  <a:lnTo>
                    <a:pt x="460336" y="280670"/>
                  </a:lnTo>
                  <a:lnTo>
                    <a:pt x="459333" y="279400"/>
                  </a:lnTo>
                  <a:lnTo>
                    <a:pt x="458419" y="278714"/>
                  </a:lnTo>
                  <a:lnTo>
                    <a:pt x="458419" y="283210"/>
                  </a:lnTo>
                  <a:lnTo>
                    <a:pt x="458279" y="284480"/>
                  </a:lnTo>
                  <a:lnTo>
                    <a:pt x="458101" y="285750"/>
                  </a:lnTo>
                  <a:lnTo>
                    <a:pt x="457771" y="287020"/>
                  </a:lnTo>
                  <a:lnTo>
                    <a:pt x="456590" y="289560"/>
                  </a:lnTo>
                  <a:lnTo>
                    <a:pt x="454875" y="289560"/>
                  </a:lnTo>
                  <a:lnTo>
                    <a:pt x="451815" y="292100"/>
                  </a:lnTo>
                  <a:lnTo>
                    <a:pt x="448259" y="292100"/>
                  </a:lnTo>
                  <a:lnTo>
                    <a:pt x="447535" y="290830"/>
                  </a:lnTo>
                  <a:lnTo>
                    <a:pt x="446811" y="289560"/>
                  </a:lnTo>
                  <a:lnTo>
                    <a:pt x="445973" y="288290"/>
                  </a:lnTo>
                  <a:lnTo>
                    <a:pt x="446062" y="287020"/>
                  </a:lnTo>
                  <a:lnTo>
                    <a:pt x="446227" y="287020"/>
                  </a:lnTo>
                  <a:lnTo>
                    <a:pt x="446392" y="285750"/>
                  </a:lnTo>
                  <a:lnTo>
                    <a:pt x="446557" y="284480"/>
                  </a:lnTo>
                  <a:lnTo>
                    <a:pt x="447903" y="283210"/>
                  </a:lnTo>
                  <a:lnTo>
                    <a:pt x="449491" y="281940"/>
                  </a:lnTo>
                  <a:lnTo>
                    <a:pt x="451345" y="280670"/>
                  </a:lnTo>
                  <a:lnTo>
                    <a:pt x="455129" y="280670"/>
                  </a:lnTo>
                  <a:lnTo>
                    <a:pt x="457060" y="281940"/>
                  </a:lnTo>
                  <a:lnTo>
                    <a:pt x="457644" y="283210"/>
                  </a:lnTo>
                  <a:lnTo>
                    <a:pt x="458419" y="283210"/>
                  </a:lnTo>
                  <a:lnTo>
                    <a:pt x="458419" y="278714"/>
                  </a:lnTo>
                  <a:lnTo>
                    <a:pt x="457644" y="278130"/>
                  </a:lnTo>
                  <a:lnTo>
                    <a:pt x="455764" y="278130"/>
                  </a:lnTo>
                  <a:lnTo>
                    <a:pt x="453199" y="276860"/>
                  </a:lnTo>
                  <a:lnTo>
                    <a:pt x="450265" y="278130"/>
                  </a:lnTo>
                  <a:lnTo>
                    <a:pt x="445681" y="280670"/>
                  </a:lnTo>
                  <a:lnTo>
                    <a:pt x="443839" y="283210"/>
                  </a:lnTo>
                  <a:lnTo>
                    <a:pt x="443280" y="285750"/>
                  </a:lnTo>
                  <a:lnTo>
                    <a:pt x="443217" y="284480"/>
                  </a:lnTo>
                  <a:lnTo>
                    <a:pt x="443141" y="283210"/>
                  </a:lnTo>
                  <a:lnTo>
                    <a:pt x="443064" y="281940"/>
                  </a:lnTo>
                  <a:lnTo>
                    <a:pt x="443001" y="280670"/>
                  </a:lnTo>
                  <a:lnTo>
                    <a:pt x="442925" y="279400"/>
                  </a:lnTo>
                  <a:lnTo>
                    <a:pt x="442849" y="278130"/>
                  </a:lnTo>
                  <a:lnTo>
                    <a:pt x="442785" y="276860"/>
                  </a:lnTo>
                  <a:lnTo>
                    <a:pt x="441998" y="269240"/>
                  </a:lnTo>
                  <a:lnTo>
                    <a:pt x="442125" y="267970"/>
                  </a:lnTo>
                  <a:lnTo>
                    <a:pt x="442252" y="266700"/>
                  </a:lnTo>
                  <a:lnTo>
                    <a:pt x="442366" y="265430"/>
                  </a:lnTo>
                  <a:lnTo>
                    <a:pt x="442468" y="264160"/>
                  </a:lnTo>
                  <a:lnTo>
                    <a:pt x="442569" y="262890"/>
                  </a:lnTo>
                  <a:lnTo>
                    <a:pt x="442671" y="261620"/>
                  </a:lnTo>
                  <a:lnTo>
                    <a:pt x="442785" y="260350"/>
                  </a:lnTo>
                  <a:lnTo>
                    <a:pt x="442925" y="257810"/>
                  </a:lnTo>
                  <a:lnTo>
                    <a:pt x="441325" y="257810"/>
                  </a:lnTo>
                  <a:lnTo>
                    <a:pt x="439623" y="256540"/>
                  </a:lnTo>
                  <a:lnTo>
                    <a:pt x="437781" y="260350"/>
                  </a:lnTo>
                  <a:lnTo>
                    <a:pt x="432930" y="260350"/>
                  </a:lnTo>
                  <a:lnTo>
                    <a:pt x="425742" y="252730"/>
                  </a:lnTo>
                  <a:lnTo>
                    <a:pt x="425742" y="246380"/>
                  </a:lnTo>
                  <a:lnTo>
                    <a:pt x="426923" y="241300"/>
                  </a:lnTo>
                  <a:lnTo>
                    <a:pt x="429983" y="233680"/>
                  </a:lnTo>
                  <a:lnTo>
                    <a:pt x="431977" y="228600"/>
                  </a:lnTo>
                  <a:lnTo>
                    <a:pt x="432612" y="223520"/>
                  </a:lnTo>
                  <a:lnTo>
                    <a:pt x="432930" y="220980"/>
                  </a:lnTo>
                  <a:lnTo>
                    <a:pt x="432841" y="218440"/>
                  </a:lnTo>
                  <a:lnTo>
                    <a:pt x="434682" y="217170"/>
                  </a:lnTo>
                  <a:lnTo>
                    <a:pt x="437299" y="222250"/>
                  </a:lnTo>
                  <a:lnTo>
                    <a:pt x="439470" y="227330"/>
                  </a:lnTo>
                  <a:lnTo>
                    <a:pt x="442785" y="231140"/>
                  </a:lnTo>
                  <a:lnTo>
                    <a:pt x="443852" y="238760"/>
                  </a:lnTo>
                  <a:lnTo>
                    <a:pt x="448995" y="245110"/>
                  </a:lnTo>
                  <a:lnTo>
                    <a:pt x="456577" y="248920"/>
                  </a:lnTo>
                  <a:lnTo>
                    <a:pt x="462165" y="246380"/>
                  </a:lnTo>
                  <a:lnTo>
                    <a:pt x="464959" y="245110"/>
                  </a:lnTo>
                  <a:lnTo>
                    <a:pt x="459587" y="246380"/>
                  </a:lnTo>
                  <a:lnTo>
                    <a:pt x="455790" y="241300"/>
                  </a:lnTo>
                  <a:lnTo>
                    <a:pt x="453402" y="236220"/>
                  </a:lnTo>
                  <a:lnTo>
                    <a:pt x="454355" y="236220"/>
                  </a:lnTo>
                  <a:lnTo>
                    <a:pt x="457974" y="237490"/>
                  </a:lnTo>
                  <a:lnTo>
                    <a:pt x="461835" y="241300"/>
                  </a:lnTo>
                  <a:lnTo>
                    <a:pt x="474002" y="241300"/>
                  </a:lnTo>
                  <a:lnTo>
                    <a:pt x="475411" y="236220"/>
                  </a:lnTo>
                  <a:lnTo>
                    <a:pt x="476110" y="233680"/>
                  </a:lnTo>
                  <a:lnTo>
                    <a:pt x="477164" y="229870"/>
                  </a:lnTo>
                  <a:lnTo>
                    <a:pt x="475043" y="232410"/>
                  </a:lnTo>
                  <a:lnTo>
                    <a:pt x="470611" y="233680"/>
                  </a:lnTo>
                  <a:lnTo>
                    <a:pt x="467575" y="233680"/>
                  </a:lnTo>
                  <a:lnTo>
                    <a:pt x="469087" y="232410"/>
                  </a:lnTo>
                  <a:lnTo>
                    <a:pt x="472109" y="229870"/>
                  </a:lnTo>
                  <a:lnTo>
                    <a:pt x="474484" y="224790"/>
                  </a:lnTo>
                  <a:lnTo>
                    <a:pt x="474484" y="218440"/>
                  </a:lnTo>
                  <a:lnTo>
                    <a:pt x="468680" y="199390"/>
                  </a:lnTo>
                  <a:lnTo>
                    <a:pt x="443090" y="173990"/>
                  </a:lnTo>
                  <a:lnTo>
                    <a:pt x="437273" y="157480"/>
                  </a:lnTo>
                  <a:lnTo>
                    <a:pt x="437273" y="147320"/>
                  </a:lnTo>
                  <a:lnTo>
                    <a:pt x="446354" y="140970"/>
                  </a:lnTo>
                  <a:lnTo>
                    <a:pt x="455129" y="140970"/>
                  </a:lnTo>
                  <a:lnTo>
                    <a:pt x="456984" y="142240"/>
                  </a:lnTo>
                  <a:lnTo>
                    <a:pt x="458419" y="142240"/>
                  </a:lnTo>
                  <a:lnTo>
                    <a:pt x="456082" y="144780"/>
                  </a:lnTo>
                  <a:lnTo>
                    <a:pt x="454748" y="148590"/>
                  </a:lnTo>
                  <a:lnTo>
                    <a:pt x="454875" y="153670"/>
                  </a:lnTo>
                  <a:lnTo>
                    <a:pt x="461048" y="165100"/>
                  </a:lnTo>
                  <a:lnTo>
                    <a:pt x="473748" y="172720"/>
                  </a:lnTo>
                  <a:lnTo>
                    <a:pt x="486371" y="177800"/>
                  </a:lnTo>
                  <a:lnTo>
                    <a:pt x="492290" y="184150"/>
                  </a:lnTo>
                  <a:close/>
                </a:path>
              </a:pathLst>
            </a:custGeom>
            <a:solidFill>
              <a:srgbClr val="FFFFFF"/>
            </a:solidFill>
          </p:spPr>
          <p:txBody>
            <a:bodyPr wrap="square" lIns="0" tIns="0" rIns="0" bIns="0" rtlCol="0"/>
            <a:lstStyle/>
            <a:p>
              <a:endParaRPr/>
            </a:p>
          </p:txBody>
        </p:sp>
        <p:pic>
          <p:nvPicPr>
            <p:cNvPr id="8" name="object 8"/>
            <p:cNvPicPr>
              <a:picLocks noGrp="1" noRot="1" noMove="1" noResize="1" noEditPoints="1" noAdjustHandles="1" noChangeArrowheads="1" noChangeShapeType="1" noCrop="1"/>
            </p:cNvPicPr>
            <p:nvPr/>
          </p:nvPicPr>
          <p:blipFill>
            <a:blip r:embed="rId5" cstate="print"/>
            <a:stretch>
              <a:fillRect/>
            </a:stretch>
          </p:blipFill>
          <p:spPr>
            <a:xfrm>
              <a:off x="723307" y="1028083"/>
              <a:ext cx="162182" cy="202135"/>
            </a:xfrm>
            <a:prstGeom prst="rect">
              <a:avLst/>
            </a:prstGeom>
          </p:spPr>
        </p:pic>
        <p:pic>
          <p:nvPicPr>
            <p:cNvPr id="9" name="object 9"/>
            <p:cNvPicPr>
              <a:picLocks noGrp="1" noRot="1" noMove="1" noResize="1" noEditPoints="1" noAdjustHandles="1" noChangeArrowheads="1" noChangeShapeType="1" noCrop="1"/>
            </p:cNvPicPr>
            <p:nvPr/>
          </p:nvPicPr>
          <p:blipFill>
            <a:blip r:embed="rId6" cstate="print"/>
            <a:stretch>
              <a:fillRect/>
            </a:stretch>
          </p:blipFill>
          <p:spPr>
            <a:xfrm>
              <a:off x="928447" y="1028087"/>
              <a:ext cx="167248" cy="197425"/>
            </a:xfrm>
            <a:prstGeom prst="rect">
              <a:avLst/>
            </a:prstGeom>
          </p:spPr>
        </p:pic>
        <p:sp>
          <p:nvSpPr>
            <p:cNvPr id="10" name="object 10"/>
            <p:cNvSpPr>
              <a:spLocks noGrp="1" noRot="1" noMove="1" noResize="1" noEditPoints="1" noAdjustHandles="1" noChangeArrowheads="1" noChangeShapeType="1"/>
            </p:cNvSpPr>
            <p:nvPr/>
          </p:nvSpPr>
          <p:spPr>
            <a:xfrm>
              <a:off x="1195451" y="1028089"/>
              <a:ext cx="160020" cy="197485"/>
            </a:xfrm>
            <a:custGeom>
              <a:avLst/>
              <a:gdLst/>
              <a:ahLst/>
              <a:cxnLst/>
              <a:rect l="l" t="t" r="r" b="b"/>
              <a:pathLst>
                <a:path w="160019" h="197484">
                  <a:moveTo>
                    <a:pt x="159918" y="0"/>
                  </a:moveTo>
                  <a:lnTo>
                    <a:pt x="133070" y="0"/>
                  </a:lnTo>
                  <a:lnTo>
                    <a:pt x="133070" y="85432"/>
                  </a:lnTo>
                  <a:lnTo>
                    <a:pt x="26835" y="85432"/>
                  </a:lnTo>
                  <a:lnTo>
                    <a:pt x="26835" y="0"/>
                  </a:lnTo>
                  <a:lnTo>
                    <a:pt x="0" y="0"/>
                  </a:lnTo>
                  <a:lnTo>
                    <a:pt x="0" y="85432"/>
                  </a:lnTo>
                  <a:lnTo>
                    <a:pt x="0" y="106794"/>
                  </a:lnTo>
                  <a:lnTo>
                    <a:pt x="0" y="197243"/>
                  </a:lnTo>
                  <a:lnTo>
                    <a:pt x="26835" y="197243"/>
                  </a:lnTo>
                  <a:lnTo>
                    <a:pt x="26835" y="106794"/>
                  </a:lnTo>
                  <a:lnTo>
                    <a:pt x="133070" y="106794"/>
                  </a:lnTo>
                  <a:lnTo>
                    <a:pt x="133070" y="197243"/>
                  </a:lnTo>
                  <a:lnTo>
                    <a:pt x="159918" y="197243"/>
                  </a:lnTo>
                  <a:lnTo>
                    <a:pt x="159918" y="106794"/>
                  </a:lnTo>
                  <a:lnTo>
                    <a:pt x="159918" y="85432"/>
                  </a:lnTo>
                  <a:lnTo>
                    <a:pt x="159918" y="0"/>
                  </a:lnTo>
                  <a:close/>
                </a:path>
              </a:pathLst>
            </a:custGeom>
            <a:solidFill>
              <a:srgbClr val="FFFFFF"/>
            </a:solidFill>
          </p:spPr>
          <p:txBody>
            <a:bodyPr wrap="square" lIns="0" tIns="0" rIns="0" bIns="0" rtlCol="0"/>
            <a:lstStyle/>
            <a:p>
              <a:endParaRPr/>
            </a:p>
          </p:txBody>
        </p:sp>
        <p:pic>
          <p:nvPicPr>
            <p:cNvPr id="11" name="object 11"/>
            <p:cNvPicPr>
              <a:picLocks noGrp="1" noRot="1" noMove="1" noResize="1" noEditPoints="1" noAdjustHandles="1" noChangeArrowheads="1" noChangeShapeType="1" noCrop="1"/>
            </p:cNvPicPr>
            <p:nvPr/>
          </p:nvPicPr>
          <p:blipFill>
            <a:blip r:embed="rId7" cstate="print"/>
            <a:stretch>
              <a:fillRect/>
            </a:stretch>
          </p:blipFill>
          <p:spPr>
            <a:xfrm>
              <a:off x="1387592" y="1079243"/>
              <a:ext cx="289038" cy="149587"/>
            </a:xfrm>
            <a:prstGeom prst="rect">
              <a:avLst/>
            </a:prstGeom>
          </p:spPr>
        </p:pic>
        <p:sp>
          <p:nvSpPr>
            <p:cNvPr id="12" name="object 12"/>
            <p:cNvSpPr>
              <a:spLocks noGrp="1" noRot="1" noMove="1" noResize="1" noEditPoints="1" noAdjustHandles="1" noChangeArrowheads="1" noChangeShapeType="1"/>
            </p:cNvSpPr>
            <p:nvPr/>
          </p:nvSpPr>
          <p:spPr>
            <a:xfrm>
              <a:off x="1700362" y="1028087"/>
              <a:ext cx="24130" cy="197485"/>
            </a:xfrm>
            <a:custGeom>
              <a:avLst/>
              <a:gdLst/>
              <a:ahLst/>
              <a:cxnLst/>
              <a:rect l="l" t="t" r="r" b="b"/>
              <a:pathLst>
                <a:path w="24130" h="197484">
                  <a:moveTo>
                    <a:pt x="24017" y="197425"/>
                  </a:moveTo>
                  <a:lnTo>
                    <a:pt x="0" y="197425"/>
                  </a:lnTo>
                  <a:lnTo>
                    <a:pt x="0" y="0"/>
                  </a:lnTo>
                  <a:lnTo>
                    <a:pt x="24017" y="0"/>
                  </a:lnTo>
                  <a:lnTo>
                    <a:pt x="24017" y="197425"/>
                  </a:lnTo>
                  <a:close/>
                </a:path>
              </a:pathLst>
            </a:custGeom>
            <a:solidFill>
              <a:srgbClr val="FFFFFF"/>
            </a:solidFill>
          </p:spPr>
          <p:txBody>
            <a:bodyPr wrap="square" lIns="0" tIns="0" rIns="0" bIns="0" rtlCol="0"/>
            <a:lstStyle/>
            <a:p>
              <a:endParaRPr/>
            </a:p>
          </p:txBody>
        </p:sp>
        <p:pic>
          <p:nvPicPr>
            <p:cNvPr id="13" name="object 13"/>
            <p:cNvPicPr>
              <a:picLocks noGrp="1" noRot="1" noMove="1" noResize="1" noEditPoints="1" noAdjustHandles="1" noChangeArrowheads="1" noChangeShapeType="1" noCrop="1"/>
            </p:cNvPicPr>
            <p:nvPr/>
          </p:nvPicPr>
          <p:blipFill>
            <a:blip r:embed="rId8" cstate="print"/>
            <a:stretch>
              <a:fillRect/>
            </a:stretch>
          </p:blipFill>
          <p:spPr>
            <a:xfrm>
              <a:off x="1746146" y="1039702"/>
              <a:ext cx="77972" cy="185820"/>
            </a:xfrm>
            <a:prstGeom prst="rect">
              <a:avLst/>
            </a:prstGeom>
          </p:spPr>
        </p:pic>
        <p:pic>
          <p:nvPicPr>
            <p:cNvPr id="14" name="object 14"/>
            <p:cNvPicPr>
              <a:picLocks noGrp="1" noRot="1" noMove="1" noResize="1" noEditPoints="1" noAdjustHandles="1" noChangeArrowheads="1" noChangeShapeType="1" noCrop="1"/>
            </p:cNvPicPr>
            <p:nvPr/>
          </p:nvPicPr>
          <p:blipFill>
            <a:blip r:embed="rId9" cstate="print"/>
            <a:stretch>
              <a:fillRect/>
            </a:stretch>
          </p:blipFill>
          <p:spPr>
            <a:xfrm>
              <a:off x="1850678" y="1028087"/>
              <a:ext cx="120924" cy="197425"/>
            </a:xfrm>
            <a:prstGeom prst="rect">
              <a:avLst/>
            </a:prstGeom>
          </p:spPr>
        </p:pic>
        <p:pic>
          <p:nvPicPr>
            <p:cNvPr id="15" name="object 15"/>
            <p:cNvPicPr>
              <a:picLocks noGrp="1" noRot="1" noMove="1" noResize="1" noEditPoints="1" noAdjustHandles="1" noChangeArrowheads="1" noChangeShapeType="1" noCrop="1"/>
            </p:cNvPicPr>
            <p:nvPr/>
          </p:nvPicPr>
          <p:blipFill>
            <a:blip r:embed="rId10" cstate="print"/>
            <a:stretch>
              <a:fillRect/>
            </a:stretch>
          </p:blipFill>
          <p:spPr>
            <a:xfrm>
              <a:off x="712861" y="1314126"/>
              <a:ext cx="162182" cy="206814"/>
            </a:xfrm>
            <a:prstGeom prst="rect">
              <a:avLst/>
            </a:prstGeom>
          </p:spPr>
        </p:pic>
        <p:pic>
          <p:nvPicPr>
            <p:cNvPr id="16" name="object 16"/>
            <p:cNvPicPr>
              <a:picLocks noGrp="1" noRot="1" noMove="1" noResize="1" noEditPoints="1" noAdjustHandles="1" noChangeArrowheads="1" noChangeShapeType="1" noCrop="1"/>
            </p:cNvPicPr>
            <p:nvPr/>
          </p:nvPicPr>
          <p:blipFill>
            <a:blip r:embed="rId11" cstate="print"/>
            <a:stretch>
              <a:fillRect/>
            </a:stretch>
          </p:blipFill>
          <p:spPr>
            <a:xfrm>
              <a:off x="895674" y="1369975"/>
              <a:ext cx="284513" cy="149595"/>
            </a:xfrm>
            <a:prstGeom prst="rect">
              <a:avLst/>
            </a:prstGeom>
          </p:spPr>
        </p:pic>
        <p:pic>
          <p:nvPicPr>
            <p:cNvPr id="17" name="object 17"/>
            <p:cNvPicPr>
              <a:picLocks noGrp="1" noRot="1" noMove="1" noResize="1" noEditPoints="1" noAdjustHandles="1" noChangeArrowheads="1" noChangeShapeType="1" noCrop="1"/>
            </p:cNvPicPr>
            <p:nvPr/>
          </p:nvPicPr>
          <p:blipFill>
            <a:blip r:embed="rId12" cstate="print"/>
            <a:stretch>
              <a:fillRect/>
            </a:stretch>
          </p:blipFill>
          <p:spPr>
            <a:xfrm>
              <a:off x="1207038" y="1373286"/>
              <a:ext cx="120924" cy="146279"/>
            </a:xfrm>
            <a:prstGeom prst="rect">
              <a:avLst/>
            </a:prstGeom>
          </p:spPr>
        </p:pic>
        <p:pic>
          <p:nvPicPr>
            <p:cNvPr id="18" name="object 18"/>
            <p:cNvPicPr>
              <a:picLocks noGrp="1" noRot="1" noMove="1" noResize="1" noEditPoints="1" noAdjustHandles="1" noChangeArrowheads="1" noChangeShapeType="1" noCrop="1"/>
            </p:cNvPicPr>
            <p:nvPr/>
          </p:nvPicPr>
          <p:blipFill>
            <a:blip r:embed="rId13" cstate="print"/>
            <a:stretch>
              <a:fillRect/>
            </a:stretch>
          </p:blipFill>
          <p:spPr>
            <a:xfrm>
              <a:off x="1363291" y="1369976"/>
              <a:ext cx="76848" cy="146279"/>
            </a:xfrm>
            <a:prstGeom prst="rect">
              <a:avLst/>
            </a:prstGeom>
          </p:spPr>
        </p:pic>
        <p:sp>
          <p:nvSpPr>
            <p:cNvPr id="19" name="object 19"/>
            <p:cNvSpPr>
              <a:spLocks noGrp="1" noRot="1" noMove="1" noResize="1" noEditPoints="1" noAdjustHandles="1" noChangeArrowheads="1" noChangeShapeType="1"/>
            </p:cNvSpPr>
            <p:nvPr/>
          </p:nvSpPr>
          <p:spPr>
            <a:xfrm>
              <a:off x="1459636" y="1318843"/>
              <a:ext cx="24130" cy="197485"/>
            </a:xfrm>
            <a:custGeom>
              <a:avLst/>
              <a:gdLst/>
              <a:ahLst/>
              <a:cxnLst/>
              <a:rect l="l" t="t" r="r" b="b"/>
              <a:pathLst>
                <a:path w="24130" h="197484">
                  <a:moveTo>
                    <a:pt x="24015" y="54457"/>
                  </a:moveTo>
                  <a:lnTo>
                    <a:pt x="0" y="54457"/>
                  </a:lnTo>
                  <a:lnTo>
                    <a:pt x="0" y="197421"/>
                  </a:lnTo>
                  <a:lnTo>
                    <a:pt x="24015" y="197421"/>
                  </a:lnTo>
                  <a:lnTo>
                    <a:pt x="24015" y="54457"/>
                  </a:lnTo>
                  <a:close/>
                </a:path>
                <a:path w="24130" h="197484">
                  <a:moveTo>
                    <a:pt x="24015" y="0"/>
                  </a:moveTo>
                  <a:lnTo>
                    <a:pt x="0" y="0"/>
                  </a:lnTo>
                  <a:lnTo>
                    <a:pt x="0" y="28752"/>
                  </a:lnTo>
                  <a:lnTo>
                    <a:pt x="24015" y="28752"/>
                  </a:lnTo>
                  <a:lnTo>
                    <a:pt x="24015" y="0"/>
                  </a:lnTo>
                  <a:close/>
                </a:path>
              </a:pathLst>
            </a:custGeom>
            <a:solidFill>
              <a:srgbClr val="FFFFFF"/>
            </a:solidFill>
          </p:spPr>
          <p:txBody>
            <a:bodyPr wrap="square" lIns="0" tIns="0" rIns="0" bIns="0" rtlCol="0"/>
            <a:lstStyle/>
            <a:p>
              <a:endParaRPr/>
            </a:p>
          </p:txBody>
        </p:sp>
        <p:pic>
          <p:nvPicPr>
            <p:cNvPr id="20" name="object 20"/>
            <p:cNvPicPr>
              <a:picLocks noGrp="1" noRot="1" noMove="1" noResize="1" noEditPoints="1" noAdjustHandles="1" noChangeArrowheads="1" noChangeShapeType="1" noCrop="1"/>
            </p:cNvPicPr>
            <p:nvPr/>
          </p:nvPicPr>
          <p:blipFill>
            <a:blip r:embed="rId14" cstate="print"/>
            <a:stretch>
              <a:fillRect/>
            </a:stretch>
          </p:blipFill>
          <p:spPr>
            <a:xfrm>
              <a:off x="1505414" y="1330435"/>
              <a:ext cx="225455" cy="243047"/>
            </a:xfrm>
            <a:prstGeom prst="rect">
              <a:avLst/>
            </a:prstGeom>
          </p:spPr>
        </p:pic>
        <p:pic>
          <p:nvPicPr>
            <p:cNvPr id="21" name="object 21"/>
            <p:cNvPicPr>
              <a:picLocks noGrp="1" noRot="1" noMove="1" noResize="1" noEditPoints="1" noAdjustHandles="1" noChangeArrowheads="1" noChangeShapeType="1" noCrop="1"/>
            </p:cNvPicPr>
            <p:nvPr/>
          </p:nvPicPr>
          <p:blipFill>
            <a:blip r:embed="rId15" cstate="print"/>
            <a:stretch>
              <a:fillRect/>
            </a:stretch>
          </p:blipFill>
          <p:spPr>
            <a:xfrm>
              <a:off x="700430" y="1609553"/>
              <a:ext cx="329161" cy="255481"/>
            </a:xfrm>
            <a:prstGeom prst="rect">
              <a:avLst/>
            </a:prstGeom>
          </p:spPr>
        </p:pic>
        <p:pic>
          <p:nvPicPr>
            <p:cNvPr id="22" name="object 22"/>
            <p:cNvPicPr>
              <a:picLocks noGrp="1" noRot="1" noMove="1" noResize="1" noEditPoints="1" noAdjustHandles="1" noChangeArrowheads="1" noChangeShapeType="1" noCrop="1"/>
            </p:cNvPicPr>
            <p:nvPr/>
          </p:nvPicPr>
          <p:blipFill>
            <a:blip r:embed="rId16" cstate="print"/>
            <a:stretch>
              <a:fillRect/>
            </a:stretch>
          </p:blipFill>
          <p:spPr>
            <a:xfrm>
              <a:off x="1057859" y="1660702"/>
              <a:ext cx="134761" cy="149579"/>
            </a:xfrm>
            <a:prstGeom prst="rect">
              <a:avLst/>
            </a:prstGeom>
          </p:spPr>
        </p:pic>
        <p:pic>
          <p:nvPicPr>
            <p:cNvPr id="23" name="object 23"/>
            <p:cNvPicPr>
              <a:picLocks noGrp="1" noRot="1" noMove="1" noResize="1" noEditPoints="1" noAdjustHandles="1" noChangeArrowheads="1" noChangeShapeType="1" noCrop="1"/>
            </p:cNvPicPr>
            <p:nvPr/>
          </p:nvPicPr>
          <p:blipFill>
            <a:blip r:embed="rId17" cstate="print"/>
            <a:stretch>
              <a:fillRect/>
            </a:stretch>
          </p:blipFill>
          <p:spPr>
            <a:xfrm>
              <a:off x="1217495" y="1660710"/>
              <a:ext cx="120924" cy="146263"/>
            </a:xfrm>
            <a:prstGeom prst="rect">
              <a:avLst/>
            </a:prstGeom>
          </p:spPr>
        </p:pic>
        <p:pic>
          <p:nvPicPr>
            <p:cNvPr id="24" name="object 24"/>
            <p:cNvPicPr>
              <a:picLocks noGrp="1" noRot="1" noMove="1" noResize="1" noEditPoints="1" noAdjustHandles="1" noChangeArrowheads="1" noChangeShapeType="1" noCrop="1"/>
            </p:cNvPicPr>
            <p:nvPr/>
          </p:nvPicPr>
          <p:blipFill>
            <a:blip r:embed="rId18" cstate="print"/>
            <a:stretch>
              <a:fillRect/>
            </a:stretch>
          </p:blipFill>
          <p:spPr>
            <a:xfrm>
              <a:off x="1366679" y="1660701"/>
              <a:ext cx="280563" cy="203500"/>
            </a:xfrm>
            <a:prstGeom prst="rect">
              <a:avLst/>
            </a:prstGeom>
          </p:spPr>
        </p:pic>
        <p:sp>
          <p:nvSpPr>
            <p:cNvPr id="25" name="object 25"/>
            <p:cNvSpPr>
              <a:spLocks noGrp="1" noRot="1" noMove="1" noResize="1" noEditPoints="1" noAdjustHandles="1" noChangeArrowheads="1" noChangeShapeType="1"/>
            </p:cNvSpPr>
            <p:nvPr/>
          </p:nvSpPr>
          <p:spPr>
            <a:xfrm>
              <a:off x="0" y="2362200"/>
              <a:ext cx="17348200" cy="6705600"/>
            </a:xfrm>
            <a:custGeom>
              <a:avLst/>
              <a:gdLst/>
              <a:ahLst/>
              <a:cxnLst/>
              <a:rect l="l" t="t" r="r" b="b"/>
              <a:pathLst>
                <a:path w="17348200" h="6705600">
                  <a:moveTo>
                    <a:pt x="17348200" y="0"/>
                  </a:moveTo>
                  <a:lnTo>
                    <a:pt x="0" y="0"/>
                  </a:lnTo>
                  <a:lnTo>
                    <a:pt x="0" y="6705600"/>
                  </a:lnTo>
                  <a:lnTo>
                    <a:pt x="17348200" y="6705600"/>
                  </a:lnTo>
                  <a:lnTo>
                    <a:pt x="17348200" y="0"/>
                  </a:lnTo>
                  <a:close/>
                </a:path>
              </a:pathLst>
            </a:custGeom>
            <a:solidFill>
              <a:srgbClr val="FFFFFF"/>
            </a:solidFill>
          </p:spPr>
          <p:txBody>
            <a:bodyPr wrap="square" lIns="0" tIns="0" rIns="0" bIns="0" rtlCol="0"/>
            <a:lstStyle/>
            <a:p>
              <a:endParaRPr/>
            </a:p>
          </p:txBody>
        </p:sp>
      </p:grpSp>
      <p:sp>
        <p:nvSpPr>
          <p:cNvPr id="27" name="object 27"/>
          <p:cNvSpPr txBox="1">
            <a:spLocks noGrp="1"/>
          </p:cNvSpPr>
          <p:nvPr>
            <p:ph type="title"/>
          </p:nvPr>
        </p:nvSpPr>
        <p:spPr>
          <a:xfrm>
            <a:off x="2281297" y="437542"/>
            <a:ext cx="14142903" cy="2228815"/>
          </a:xfrm>
          <a:prstGeom prst="rect">
            <a:avLst/>
          </a:prstGeom>
        </p:spPr>
        <p:txBody>
          <a:bodyPr vert="horz" wrap="square" lIns="0" tIns="12700" rIns="0" bIns="0" rtlCol="0" anchor="t">
            <a:spAutoFit/>
          </a:bodyPr>
          <a:lstStyle/>
          <a:p>
            <a:pPr marL="12700" algn="l" rtl="0">
              <a:spcBef>
                <a:spcPts val="100"/>
              </a:spcBef>
              <a:tabLst>
                <a:tab pos="2597150" algn="l"/>
              </a:tabLst>
            </a:pPr>
            <a:r>
              <a:rPr lang="en-GB" sz="4800">
                <a:solidFill>
                  <a:srgbClr val="92D050"/>
                </a:solidFill>
                <a:latin typeface="Arial"/>
              </a:rPr>
              <a:t>One Health outbreaks – Usutu virus &amp; other arboviruses</a:t>
            </a:r>
            <a:br>
              <a:rPr lang="en-GB" sz="4800" i="0" u="none" strike="noStrike">
                <a:effectLst/>
                <a:latin typeface="Arial" panose="020B0604020202020204" pitchFamily="34" charset="0"/>
                <a:cs typeface="Arial" panose="020B0604020202020204" pitchFamily="34" charset="0"/>
              </a:rPr>
            </a:br>
            <a:endParaRPr lang="en-GB" sz="4800">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210E77BB-6B4C-7AC5-268C-5DFB2E368DBC}"/>
              </a:ext>
            </a:extLst>
          </p:cNvPr>
          <p:cNvSpPr txBox="1"/>
          <p:nvPr/>
        </p:nvSpPr>
        <p:spPr>
          <a:xfrm>
            <a:off x="3135212" y="2867743"/>
            <a:ext cx="13666212" cy="5601533"/>
          </a:xfrm>
          <a:prstGeom prst="rect">
            <a:avLst/>
          </a:prstGeom>
          <a:noFill/>
        </p:spPr>
        <p:txBody>
          <a:bodyPr wrap="square" lIns="91440" tIns="45720" rIns="91440" bIns="45720" anchor="t">
            <a:spAutoFit/>
          </a:bodyPr>
          <a:lstStyle/>
          <a:p>
            <a:pPr marL="207645" indent="-194945" algn="l" rtl="0" fontAlgn="base">
              <a:spcBef>
                <a:spcPts val="1400"/>
              </a:spcBef>
              <a:buClr>
                <a:srgbClr val="0F7E90"/>
              </a:buClr>
              <a:buFont typeface="Minion Pro"/>
              <a:buChar char="•"/>
              <a:tabLst>
                <a:tab pos="207645" algn="l"/>
                <a:tab pos="2836545" algn="l"/>
              </a:tabLst>
            </a:pPr>
            <a:r>
              <a:rPr lang="en-GB" sz="3200">
                <a:solidFill>
                  <a:schemeClr val="accent5">
                    <a:lumMod val="75000"/>
                  </a:schemeClr>
                </a:solidFill>
                <a:latin typeface="Arial"/>
                <a:cs typeface="Arial"/>
              </a:rPr>
              <a:t>Usutu virus in </a:t>
            </a:r>
            <a:r>
              <a:rPr lang="en-GB" sz="3200" b="1">
                <a:solidFill>
                  <a:schemeClr val="accent5">
                    <a:lumMod val="75000"/>
                  </a:schemeClr>
                </a:solidFill>
                <a:latin typeface="Arial"/>
                <a:cs typeface="Arial"/>
              </a:rPr>
              <a:t>dead birds and mosquitoes </a:t>
            </a:r>
            <a:endParaRPr lang="en-US" sz="3200" b="1">
              <a:solidFill>
                <a:schemeClr val="accent5">
                  <a:lumMod val="75000"/>
                </a:schemeClr>
              </a:solidFill>
              <a:latin typeface="Arial"/>
              <a:cs typeface="Arial"/>
            </a:endParaRPr>
          </a:p>
          <a:p>
            <a:pPr marL="207645" indent="-194945" algn="l">
              <a:spcBef>
                <a:spcPts val="1400"/>
              </a:spcBef>
              <a:buClr>
                <a:srgbClr val="0F7E90"/>
              </a:buClr>
              <a:buFont typeface="Minion Pro"/>
              <a:buChar char="•"/>
              <a:tabLst>
                <a:tab pos="207645" algn="l"/>
                <a:tab pos="2836545" algn="l"/>
              </a:tabLst>
            </a:pPr>
            <a:r>
              <a:rPr lang="en-US" sz="3200">
                <a:solidFill>
                  <a:schemeClr val="accent5">
                    <a:lumMod val="75000"/>
                  </a:schemeClr>
                </a:solidFill>
                <a:latin typeface="Arial"/>
                <a:cs typeface="Arial"/>
              </a:rPr>
              <a:t>UKHSA conduct extensive mosquito surveillance to understand key </a:t>
            </a:r>
            <a:r>
              <a:rPr lang="en-US" sz="3200" b="1">
                <a:solidFill>
                  <a:schemeClr val="accent5">
                    <a:lumMod val="75000"/>
                  </a:schemeClr>
                </a:solidFill>
                <a:latin typeface="Arial"/>
                <a:cs typeface="Arial"/>
              </a:rPr>
              <a:t>vectors, seasonality, habitat risks</a:t>
            </a:r>
            <a:endParaRPr lang="en-US" sz="3200" b="1">
              <a:solidFill>
                <a:schemeClr val="accent5">
                  <a:lumMod val="75000"/>
                </a:schemeClr>
              </a:solidFill>
              <a:latin typeface="Arial" panose="020B0604020202020204" pitchFamily="34" charset="0"/>
              <a:cs typeface="Arial" panose="020B0604020202020204" pitchFamily="34" charset="0"/>
            </a:endParaRPr>
          </a:p>
          <a:p>
            <a:pPr marL="207645" indent="-194945" algn="l">
              <a:spcBef>
                <a:spcPts val="1400"/>
              </a:spcBef>
              <a:buClr>
                <a:srgbClr val="0F7E90"/>
              </a:buClr>
              <a:buFont typeface="Minion Pro"/>
              <a:buChar char="•"/>
              <a:tabLst>
                <a:tab pos="207645" algn="l"/>
                <a:tab pos="2836545" algn="l"/>
              </a:tabLst>
            </a:pPr>
            <a:r>
              <a:rPr lang="en-US" sz="3200" b="1">
                <a:solidFill>
                  <a:schemeClr val="accent5">
                    <a:lumMod val="75000"/>
                  </a:schemeClr>
                </a:solidFill>
                <a:latin typeface="Arial"/>
                <a:cs typeface="Arial"/>
              </a:rPr>
              <a:t>APHA </a:t>
            </a:r>
            <a:r>
              <a:rPr lang="en-US" sz="3200">
                <a:solidFill>
                  <a:schemeClr val="accent5">
                    <a:lumMod val="75000"/>
                  </a:schemeClr>
                </a:solidFill>
                <a:latin typeface="Arial"/>
                <a:cs typeface="Arial"/>
              </a:rPr>
              <a:t>conduct virus </a:t>
            </a:r>
            <a:r>
              <a:rPr lang="en-US" sz="3200" b="1">
                <a:solidFill>
                  <a:schemeClr val="accent5">
                    <a:lumMod val="75000"/>
                  </a:schemeClr>
                </a:solidFill>
                <a:latin typeface="Arial"/>
                <a:cs typeface="Arial"/>
              </a:rPr>
              <a:t>testing </a:t>
            </a:r>
            <a:r>
              <a:rPr lang="en-US" sz="3200">
                <a:solidFill>
                  <a:schemeClr val="accent5">
                    <a:lumMod val="75000"/>
                  </a:schemeClr>
                </a:solidFill>
                <a:latin typeface="Arial"/>
                <a:cs typeface="Arial"/>
              </a:rPr>
              <a:t>of mosquitoes to </a:t>
            </a:r>
            <a:r>
              <a:rPr lang="en-US" sz="3200" b="1">
                <a:solidFill>
                  <a:schemeClr val="accent5">
                    <a:lumMod val="75000"/>
                  </a:schemeClr>
                </a:solidFill>
                <a:latin typeface="Arial"/>
                <a:cs typeface="Arial"/>
              </a:rPr>
              <a:t>implicate key vectors</a:t>
            </a:r>
          </a:p>
          <a:p>
            <a:pPr marL="207645" indent="-194945" algn="l">
              <a:spcBef>
                <a:spcPts val="1400"/>
              </a:spcBef>
              <a:buClr>
                <a:srgbClr val="0F7E90"/>
              </a:buClr>
              <a:buFont typeface="Minion Pro"/>
              <a:buChar char="•"/>
              <a:tabLst>
                <a:tab pos="207645" algn="l"/>
                <a:tab pos="2836545" algn="l"/>
              </a:tabLst>
            </a:pPr>
            <a:r>
              <a:rPr lang="en-US" sz="3200" b="1">
                <a:solidFill>
                  <a:schemeClr val="accent5">
                    <a:lumMod val="75000"/>
                  </a:schemeClr>
                </a:solidFill>
                <a:latin typeface="Arial"/>
                <a:cs typeface="Arial"/>
              </a:rPr>
              <a:t>Zoological Soc London </a:t>
            </a:r>
            <a:r>
              <a:rPr lang="en-US" sz="3200">
                <a:solidFill>
                  <a:schemeClr val="accent5">
                    <a:lumMod val="75000"/>
                  </a:schemeClr>
                </a:solidFill>
                <a:latin typeface="Arial"/>
                <a:cs typeface="Arial"/>
              </a:rPr>
              <a:t>conduct garden </a:t>
            </a:r>
            <a:r>
              <a:rPr lang="en-US" sz="3200" b="1">
                <a:solidFill>
                  <a:schemeClr val="accent5">
                    <a:lumMod val="75000"/>
                  </a:schemeClr>
                </a:solidFill>
                <a:latin typeface="Arial"/>
                <a:cs typeface="Arial"/>
              </a:rPr>
              <a:t>bird health studies </a:t>
            </a:r>
          </a:p>
          <a:p>
            <a:pPr marL="207645" indent="-194945" algn="l">
              <a:spcBef>
                <a:spcPts val="1400"/>
              </a:spcBef>
              <a:buClr>
                <a:srgbClr val="0F7E90"/>
              </a:buClr>
              <a:buFont typeface="Minion Pro"/>
              <a:buChar char="•"/>
              <a:tabLst>
                <a:tab pos="207645" algn="l"/>
                <a:tab pos="2836545" algn="l"/>
              </a:tabLst>
            </a:pPr>
            <a:r>
              <a:rPr lang="en-US" sz="3200">
                <a:solidFill>
                  <a:schemeClr val="accent5">
                    <a:lumMod val="75000"/>
                  </a:schemeClr>
                </a:solidFill>
                <a:latin typeface="Arial"/>
                <a:cs typeface="Arial"/>
              </a:rPr>
              <a:t>APHA </a:t>
            </a:r>
            <a:r>
              <a:rPr lang="en-US" sz="3200" b="1">
                <a:solidFill>
                  <a:schemeClr val="accent5">
                    <a:lumMod val="75000"/>
                  </a:schemeClr>
                </a:solidFill>
                <a:latin typeface="Arial"/>
                <a:cs typeface="Arial"/>
              </a:rPr>
              <a:t>testing</a:t>
            </a:r>
            <a:r>
              <a:rPr lang="en-US" sz="3200">
                <a:solidFill>
                  <a:schemeClr val="accent5">
                    <a:lumMod val="75000"/>
                  </a:schemeClr>
                </a:solidFill>
                <a:latin typeface="Arial"/>
                <a:cs typeface="Arial"/>
              </a:rPr>
              <a:t> dead birds for </a:t>
            </a:r>
            <a:r>
              <a:rPr lang="en-US" sz="3200" b="1">
                <a:solidFill>
                  <a:schemeClr val="accent5">
                    <a:lumMod val="75000"/>
                  </a:schemeClr>
                </a:solidFill>
                <a:latin typeface="Arial"/>
                <a:cs typeface="Arial"/>
              </a:rPr>
              <a:t>virus</a:t>
            </a:r>
          </a:p>
          <a:p>
            <a:pPr marL="207645" indent="-194945" algn="l">
              <a:spcBef>
                <a:spcPts val="1400"/>
              </a:spcBef>
              <a:buClr>
                <a:srgbClr val="0F7E90"/>
              </a:buClr>
              <a:buFont typeface="Minion Pro"/>
              <a:buChar char="•"/>
              <a:tabLst>
                <a:tab pos="207645" algn="l"/>
                <a:tab pos="2836545" algn="l"/>
              </a:tabLst>
            </a:pPr>
            <a:r>
              <a:rPr lang="en-US" sz="3200" b="1">
                <a:solidFill>
                  <a:schemeClr val="accent5">
                    <a:lumMod val="75000"/>
                  </a:schemeClr>
                </a:solidFill>
                <a:latin typeface="Arial"/>
                <a:cs typeface="Arial"/>
              </a:rPr>
              <a:t>British Trust for Ornithology </a:t>
            </a:r>
            <a:r>
              <a:rPr lang="en-US" sz="3200">
                <a:solidFill>
                  <a:schemeClr val="accent5">
                    <a:lumMod val="75000"/>
                  </a:schemeClr>
                </a:solidFill>
                <a:latin typeface="Arial"/>
                <a:cs typeface="Arial"/>
              </a:rPr>
              <a:t>collate </a:t>
            </a:r>
            <a:r>
              <a:rPr lang="en-US" sz="3200" b="1">
                <a:solidFill>
                  <a:schemeClr val="accent5">
                    <a:lumMod val="75000"/>
                  </a:schemeClr>
                </a:solidFill>
                <a:latin typeface="Arial"/>
                <a:cs typeface="Arial"/>
              </a:rPr>
              <a:t>data</a:t>
            </a:r>
            <a:r>
              <a:rPr lang="en-US" sz="3200">
                <a:solidFill>
                  <a:schemeClr val="accent5">
                    <a:lumMod val="75000"/>
                  </a:schemeClr>
                </a:solidFill>
                <a:latin typeface="Arial"/>
                <a:cs typeface="Arial"/>
              </a:rPr>
              <a:t> on bird </a:t>
            </a:r>
            <a:r>
              <a:rPr lang="en-US" sz="3200" b="1">
                <a:solidFill>
                  <a:schemeClr val="accent5">
                    <a:lumMod val="75000"/>
                  </a:schemeClr>
                </a:solidFill>
                <a:latin typeface="Arial"/>
                <a:cs typeface="Arial"/>
              </a:rPr>
              <a:t>abundance</a:t>
            </a:r>
            <a:r>
              <a:rPr lang="en-US" sz="3200">
                <a:solidFill>
                  <a:schemeClr val="accent5">
                    <a:lumMod val="75000"/>
                  </a:schemeClr>
                </a:solidFill>
                <a:latin typeface="Arial"/>
                <a:cs typeface="Arial"/>
              </a:rPr>
              <a:t> and </a:t>
            </a:r>
            <a:r>
              <a:rPr lang="en-US" sz="3200" b="1">
                <a:solidFill>
                  <a:schemeClr val="accent5">
                    <a:lumMod val="75000"/>
                  </a:schemeClr>
                </a:solidFill>
                <a:latin typeface="Arial"/>
                <a:cs typeface="Arial"/>
              </a:rPr>
              <a:t>die-offs</a:t>
            </a:r>
            <a:r>
              <a:rPr lang="en-US" sz="3200">
                <a:solidFill>
                  <a:schemeClr val="accent5">
                    <a:lumMod val="75000"/>
                  </a:schemeClr>
                </a:solidFill>
                <a:latin typeface="Arial"/>
                <a:cs typeface="Arial"/>
              </a:rPr>
              <a:t>, facilitate </a:t>
            </a:r>
            <a:r>
              <a:rPr lang="en-US" sz="3200" b="1">
                <a:solidFill>
                  <a:schemeClr val="accent5">
                    <a:lumMod val="75000"/>
                  </a:schemeClr>
                </a:solidFill>
                <a:latin typeface="Arial"/>
                <a:cs typeface="Arial"/>
              </a:rPr>
              <a:t>bird ringing </a:t>
            </a:r>
            <a:r>
              <a:rPr lang="en-US" sz="3200">
                <a:solidFill>
                  <a:schemeClr val="accent5">
                    <a:lumMod val="75000"/>
                  </a:schemeClr>
                </a:solidFill>
                <a:latin typeface="Arial"/>
                <a:cs typeface="Arial"/>
              </a:rPr>
              <a:t>and sample testing</a:t>
            </a:r>
          </a:p>
          <a:p>
            <a:pPr marL="207645" indent="-194945" algn="l">
              <a:spcBef>
                <a:spcPts val="1400"/>
              </a:spcBef>
              <a:buClr>
                <a:srgbClr val="0F7E90"/>
              </a:buClr>
              <a:buFont typeface="Minion Pro"/>
              <a:buChar char="•"/>
              <a:tabLst>
                <a:tab pos="207645" algn="l"/>
                <a:tab pos="2836545" algn="l"/>
              </a:tabLst>
            </a:pPr>
            <a:r>
              <a:rPr lang="en-US" sz="3200" b="1">
                <a:solidFill>
                  <a:schemeClr val="accent5">
                    <a:lumMod val="75000"/>
                  </a:schemeClr>
                </a:solidFill>
                <a:latin typeface="Arial"/>
                <a:cs typeface="Arial"/>
              </a:rPr>
              <a:t>UKHSA</a:t>
            </a:r>
            <a:r>
              <a:rPr lang="en-US" sz="3200">
                <a:solidFill>
                  <a:schemeClr val="accent5">
                    <a:lumMod val="75000"/>
                  </a:schemeClr>
                </a:solidFill>
                <a:latin typeface="Arial"/>
                <a:cs typeface="Arial"/>
              </a:rPr>
              <a:t> conduct </a:t>
            </a:r>
            <a:r>
              <a:rPr lang="en-US" sz="3200" b="1">
                <a:solidFill>
                  <a:schemeClr val="accent5">
                    <a:lumMod val="75000"/>
                  </a:schemeClr>
                </a:solidFill>
                <a:latin typeface="Arial"/>
                <a:cs typeface="Arial"/>
              </a:rPr>
              <a:t>human seroprevalence </a:t>
            </a:r>
            <a:r>
              <a:rPr lang="en-US" sz="3200">
                <a:solidFill>
                  <a:schemeClr val="accent5">
                    <a:lumMod val="75000"/>
                  </a:schemeClr>
                </a:solidFill>
                <a:latin typeface="Arial"/>
                <a:cs typeface="Arial"/>
              </a:rPr>
              <a:t>studies</a:t>
            </a:r>
          </a:p>
        </p:txBody>
      </p:sp>
      <p:pic>
        <p:nvPicPr>
          <p:cNvPr id="28" name="Picture 27" descr="A bird standing on a rock&#10;&#10;Description automatically generated">
            <a:extLst>
              <a:ext uri="{FF2B5EF4-FFF2-40B4-BE49-F238E27FC236}">
                <a16:creationId xmlns:a16="http://schemas.microsoft.com/office/drawing/2014/main" id="{DBC27400-1FFC-AB95-D642-6DF699067F83}"/>
              </a:ext>
            </a:extLst>
          </p:cNvPr>
          <p:cNvPicPr>
            <a:picLocks noChangeAspect="1"/>
          </p:cNvPicPr>
          <p:nvPr/>
        </p:nvPicPr>
        <p:blipFill rotWithShape="1">
          <a:blip r:embed="rId19">
            <a:alphaModFix amt="17000"/>
          </a:blip>
          <a:srcRect b="22854"/>
          <a:stretch/>
        </p:blipFill>
        <p:spPr>
          <a:xfrm>
            <a:off x="0" y="2362199"/>
            <a:ext cx="17348200" cy="6705601"/>
          </a:xfrm>
          <a:prstGeom prst="rect">
            <a:avLst/>
          </a:prstGeom>
        </p:spPr>
      </p:pic>
      <p:pic>
        <p:nvPicPr>
          <p:cNvPr id="33" name="Picture 32">
            <a:extLst>
              <a:ext uri="{FF2B5EF4-FFF2-40B4-BE49-F238E27FC236}">
                <a16:creationId xmlns:a16="http://schemas.microsoft.com/office/drawing/2014/main" id="{3FD71442-34C1-B90E-9CC6-D7B0B15E3CA4}"/>
              </a:ext>
            </a:extLst>
          </p:cNvPr>
          <p:cNvPicPr>
            <a:picLocks noChangeAspect="1"/>
          </p:cNvPicPr>
          <p:nvPr/>
        </p:nvPicPr>
        <p:blipFill>
          <a:blip r:embed="rId20"/>
          <a:stretch>
            <a:fillRect/>
          </a:stretch>
        </p:blipFill>
        <p:spPr>
          <a:xfrm>
            <a:off x="385749" y="4644590"/>
            <a:ext cx="1884426" cy="1685937"/>
          </a:xfrm>
          <a:prstGeom prst="rect">
            <a:avLst/>
          </a:prstGeom>
        </p:spPr>
      </p:pic>
      <p:pic>
        <p:nvPicPr>
          <p:cNvPr id="35" name="Picture 34">
            <a:extLst>
              <a:ext uri="{FF2B5EF4-FFF2-40B4-BE49-F238E27FC236}">
                <a16:creationId xmlns:a16="http://schemas.microsoft.com/office/drawing/2014/main" id="{84C14581-A1FF-7B40-74F2-92BC541FC3AC}"/>
              </a:ext>
            </a:extLst>
          </p:cNvPr>
          <p:cNvPicPr>
            <a:picLocks noChangeAspect="1"/>
          </p:cNvPicPr>
          <p:nvPr/>
        </p:nvPicPr>
        <p:blipFill rotWithShape="1">
          <a:blip r:embed="rId21"/>
          <a:srcRect r="7332"/>
          <a:stretch/>
        </p:blipFill>
        <p:spPr>
          <a:xfrm>
            <a:off x="385749" y="2647337"/>
            <a:ext cx="1894872" cy="1763008"/>
          </a:xfrm>
          <a:prstGeom prst="rect">
            <a:avLst/>
          </a:prstGeom>
        </p:spPr>
      </p:pic>
      <p:pic>
        <p:nvPicPr>
          <p:cNvPr id="37" name="Picture 36">
            <a:extLst>
              <a:ext uri="{FF2B5EF4-FFF2-40B4-BE49-F238E27FC236}">
                <a16:creationId xmlns:a16="http://schemas.microsoft.com/office/drawing/2014/main" id="{F6D4B631-D526-18F5-1002-99CCCF5D460E}"/>
              </a:ext>
            </a:extLst>
          </p:cNvPr>
          <p:cNvPicPr>
            <a:picLocks noChangeAspect="1"/>
          </p:cNvPicPr>
          <p:nvPr/>
        </p:nvPicPr>
        <p:blipFill>
          <a:blip r:embed="rId22"/>
          <a:stretch>
            <a:fillRect/>
          </a:stretch>
        </p:blipFill>
        <p:spPr>
          <a:xfrm>
            <a:off x="421078" y="6587023"/>
            <a:ext cx="1884426" cy="2224281"/>
          </a:xfrm>
          <a:prstGeom prst="rect">
            <a:avLst/>
          </a:prstGeom>
        </p:spPr>
      </p:pic>
      <p:sp>
        <p:nvSpPr>
          <p:cNvPr id="26" name="Rectangle 25">
            <a:extLst>
              <a:ext uri="{FF2B5EF4-FFF2-40B4-BE49-F238E27FC236}">
                <a16:creationId xmlns:a16="http://schemas.microsoft.com/office/drawing/2014/main" id="{8BC68C45-1A94-FD52-9326-918C669CD065}"/>
              </a:ext>
            </a:extLst>
          </p:cNvPr>
          <p:cNvSpPr/>
          <p:nvPr/>
        </p:nvSpPr>
        <p:spPr>
          <a:xfrm>
            <a:off x="2639028" y="2666357"/>
            <a:ext cx="14582703" cy="6188276"/>
          </a:xfrm>
          <a:prstGeom prst="rect">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319396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a:grpSpLocks noGrp="1" noUngrp="1" noRot="1" noMove="1" noResize="1"/>
          </p:cNvGrpSpPr>
          <p:nvPr/>
        </p:nvGrpSpPr>
        <p:grpSpPr>
          <a:xfrm>
            <a:off x="0" y="0"/>
            <a:ext cx="17348200" cy="9753600"/>
            <a:chOff x="0" y="0"/>
            <a:chExt cx="17348200" cy="9753600"/>
          </a:xfrm>
        </p:grpSpPr>
        <p:sp>
          <p:nvSpPr>
            <p:cNvPr id="3" name="object 3"/>
            <p:cNvSpPr>
              <a:spLocks noGrp="1" noRot="1" noMove="1" noResize="1" noEditPoints="1" noAdjustHandles="1" noChangeArrowheads="1" noChangeShapeType="1"/>
            </p:cNvSpPr>
            <p:nvPr/>
          </p:nvSpPr>
          <p:spPr>
            <a:xfrm>
              <a:off x="580440" y="535698"/>
              <a:ext cx="431165" cy="1273810"/>
            </a:xfrm>
            <a:custGeom>
              <a:avLst/>
              <a:gdLst/>
              <a:ahLst/>
              <a:cxnLst/>
              <a:rect l="l" t="t" r="r" b="b"/>
              <a:pathLst>
                <a:path w="431165" h="1273810">
                  <a:moveTo>
                    <a:pt x="23545" y="0"/>
                  </a:moveTo>
                  <a:lnTo>
                    <a:pt x="0" y="0"/>
                  </a:lnTo>
                  <a:lnTo>
                    <a:pt x="0" y="1273492"/>
                  </a:lnTo>
                  <a:lnTo>
                    <a:pt x="23545" y="1273492"/>
                  </a:lnTo>
                  <a:lnTo>
                    <a:pt x="23545" y="0"/>
                  </a:lnTo>
                  <a:close/>
                </a:path>
                <a:path w="431165" h="1273810">
                  <a:moveTo>
                    <a:pt x="300494" y="65722"/>
                  </a:moveTo>
                  <a:lnTo>
                    <a:pt x="298564" y="63982"/>
                  </a:lnTo>
                  <a:lnTo>
                    <a:pt x="294246" y="63982"/>
                  </a:lnTo>
                  <a:lnTo>
                    <a:pt x="292481" y="65722"/>
                  </a:lnTo>
                  <a:lnTo>
                    <a:pt x="292481" y="70129"/>
                  </a:lnTo>
                  <a:lnTo>
                    <a:pt x="294246" y="71729"/>
                  </a:lnTo>
                  <a:lnTo>
                    <a:pt x="298564" y="71729"/>
                  </a:lnTo>
                  <a:lnTo>
                    <a:pt x="300494" y="70129"/>
                  </a:lnTo>
                  <a:lnTo>
                    <a:pt x="300494" y="67830"/>
                  </a:lnTo>
                  <a:lnTo>
                    <a:pt x="300494" y="65722"/>
                  </a:lnTo>
                  <a:close/>
                </a:path>
                <a:path w="431165" h="1273810">
                  <a:moveTo>
                    <a:pt x="301802" y="56197"/>
                  </a:moveTo>
                  <a:lnTo>
                    <a:pt x="299999" y="54305"/>
                  </a:lnTo>
                  <a:lnTo>
                    <a:pt x="295567" y="54305"/>
                  </a:lnTo>
                  <a:lnTo>
                    <a:pt x="293725" y="56197"/>
                  </a:lnTo>
                  <a:lnTo>
                    <a:pt x="293725" y="60490"/>
                  </a:lnTo>
                  <a:lnTo>
                    <a:pt x="295567" y="62318"/>
                  </a:lnTo>
                  <a:lnTo>
                    <a:pt x="297764" y="62318"/>
                  </a:lnTo>
                  <a:lnTo>
                    <a:pt x="299999" y="62318"/>
                  </a:lnTo>
                  <a:lnTo>
                    <a:pt x="301802" y="60490"/>
                  </a:lnTo>
                  <a:lnTo>
                    <a:pt x="301802" y="56197"/>
                  </a:lnTo>
                  <a:close/>
                </a:path>
                <a:path w="431165" h="1273810">
                  <a:moveTo>
                    <a:pt x="302501" y="75171"/>
                  </a:moveTo>
                  <a:lnTo>
                    <a:pt x="300659" y="73393"/>
                  </a:lnTo>
                  <a:lnTo>
                    <a:pt x="296202" y="73393"/>
                  </a:lnTo>
                  <a:lnTo>
                    <a:pt x="294335" y="75171"/>
                  </a:lnTo>
                  <a:lnTo>
                    <a:pt x="294335" y="79565"/>
                  </a:lnTo>
                  <a:lnTo>
                    <a:pt x="296202" y="81343"/>
                  </a:lnTo>
                  <a:lnTo>
                    <a:pt x="300659" y="81343"/>
                  </a:lnTo>
                  <a:lnTo>
                    <a:pt x="302501" y="79565"/>
                  </a:lnTo>
                  <a:lnTo>
                    <a:pt x="302501" y="77470"/>
                  </a:lnTo>
                  <a:lnTo>
                    <a:pt x="302501" y="75171"/>
                  </a:lnTo>
                  <a:close/>
                </a:path>
                <a:path w="431165" h="1273810">
                  <a:moveTo>
                    <a:pt x="306197" y="47142"/>
                  </a:moveTo>
                  <a:lnTo>
                    <a:pt x="304342" y="45440"/>
                  </a:lnTo>
                  <a:lnTo>
                    <a:pt x="299999" y="45440"/>
                  </a:lnTo>
                  <a:lnTo>
                    <a:pt x="298157" y="47142"/>
                  </a:lnTo>
                  <a:lnTo>
                    <a:pt x="298157" y="51600"/>
                  </a:lnTo>
                  <a:lnTo>
                    <a:pt x="299999" y="53225"/>
                  </a:lnTo>
                  <a:lnTo>
                    <a:pt x="302221" y="53225"/>
                  </a:lnTo>
                  <a:lnTo>
                    <a:pt x="304342" y="53225"/>
                  </a:lnTo>
                  <a:lnTo>
                    <a:pt x="306197" y="51600"/>
                  </a:lnTo>
                  <a:lnTo>
                    <a:pt x="306197" y="47142"/>
                  </a:lnTo>
                  <a:close/>
                </a:path>
                <a:path w="431165" h="1273810">
                  <a:moveTo>
                    <a:pt x="314058" y="40386"/>
                  </a:moveTo>
                  <a:lnTo>
                    <a:pt x="312254" y="38684"/>
                  </a:lnTo>
                  <a:lnTo>
                    <a:pt x="307848" y="38684"/>
                  </a:lnTo>
                  <a:lnTo>
                    <a:pt x="305968" y="40386"/>
                  </a:lnTo>
                  <a:lnTo>
                    <a:pt x="305968" y="44856"/>
                  </a:lnTo>
                  <a:lnTo>
                    <a:pt x="307848" y="46507"/>
                  </a:lnTo>
                  <a:lnTo>
                    <a:pt x="309994" y="46507"/>
                  </a:lnTo>
                  <a:lnTo>
                    <a:pt x="312254" y="46507"/>
                  </a:lnTo>
                  <a:lnTo>
                    <a:pt x="314058" y="44856"/>
                  </a:lnTo>
                  <a:lnTo>
                    <a:pt x="314058" y="40386"/>
                  </a:lnTo>
                  <a:close/>
                </a:path>
                <a:path w="431165" h="1273810">
                  <a:moveTo>
                    <a:pt x="324015" y="37541"/>
                  </a:moveTo>
                  <a:lnTo>
                    <a:pt x="322148" y="35699"/>
                  </a:lnTo>
                  <a:lnTo>
                    <a:pt x="317741" y="35699"/>
                  </a:lnTo>
                  <a:lnTo>
                    <a:pt x="316001" y="37541"/>
                  </a:lnTo>
                  <a:lnTo>
                    <a:pt x="316001" y="41694"/>
                  </a:lnTo>
                  <a:lnTo>
                    <a:pt x="317741" y="43586"/>
                  </a:lnTo>
                  <a:lnTo>
                    <a:pt x="320052" y="43586"/>
                  </a:lnTo>
                  <a:lnTo>
                    <a:pt x="322148" y="43586"/>
                  </a:lnTo>
                  <a:lnTo>
                    <a:pt x="324015" y="41694"/>
                  </a:lnTo>
                  <a:lnTo>
                    <a:pt x="324015" y="37541"/>
                  </a:lnTo>
                  <a:close/>
                </a:path>
                <a:path w="431165" h="1273810">
                  <a:moveTo>
                    <a:pt x="334505" y="38442"/>
                  </a:moveTo>
                  <a:lnTo>
                    <a:pt x="332587" y="36753"/>
                  </a:lnTo>
                  <a:lnTo>
                    <a:pt x="328358" y="36753"/>
                  </a:lnTo>
                  <a:lnTo>
                    <a:pt x="326504" y="38442"/>
                  </a:lnTo>
                  <a:lnTo>
                    <a:pt x="326504" y="42710"/>
                  </a:lnTo>
                  <a:lnTo>
                    <a:pt x="328358" y="44526"/>
                  </a:lnTo>
                  <a:lnTo>
                    <a:pt x="330403" y="44526"/>
                  </a:lnTo>
                  <a:lnTo>
                    <a:pt x="332587" y="44526"/>
                  </a:lnTo>
                  <a:lnTo>
                    <a:pt x="334505" y="42710"/>
                  </a:lnTo>
                  <a:lnTo>
                    <a:pt x="334505" y="38442"/>
                  </a:lnTo>
                  <a:close/>
                </a:path>
                <a:path w="431165" h="1273810">
                  <a:moveTo>
                    <a:pt x="337553" y="77203"/>
                  </a:moveTo>
                  <a:lnTo>
                    <a:pt x="337032" y="71132"/>
                  </a:lnTo>
                  <a:lnTo>
                    <a:pt x="332727" y="66992"/>
                  </a:lnTo>
                  <a:lnTo>
                    <a:pt x="331863" y="64820"/>
                  </a:lnTo>
                  <a:lnTo>
                    <a:pt x="329653" y="69037"/>
                  </a:lnTo>
                  <a:lnTo>
                    <a:pt x="327596" y="71640"/>
                  </a:lnTo>
                  <a:lnTo>
                    <a:pt x="327914" y="74891"/>
                  </a:lnTo>
                  <a:lnTo>
                    <a:pt x="328345" y="78308"/>
                  </a:lnTo>
                  <a:lnTo>
                    <a:pt x="331863" y="80645"/>
                  </a:lnTo>
                  <a:lnTo>
                    <a:pt x="333540" y="84035"/>
                  </a:lnTo>
                  <a:lnTo>
                    <a:pt x="335064" y="80149"/>
                  </a:lnTo>
                  <a:lnTo>
                    <a:pt x="337553" y="77203"/>
                  </a:lnTo>
                  <a:close/>
                </a:path>
                <a:path w="431165" h="1273810">
                  <a:moveTo>
                    <a:pt x="344360" y="41186"/>
                  </a:moveTo>
                  <a:lnTo>
                    <a:pt x="342633" y="39420"/>
                  </a:lnTo>
                  <a:lnTo>
                    <a:pt x="338074" y="39420"/>
                  </a:lnTo>
                  <a:lnTo>
                    <a:pt x="336359" y="41186"/>
                  </a:lnTo>
                  <a:lnTo>
                    <a:pt x="336359" y="45580"/>
                  </a:lnTo>
                  <a:lnTo>
                    <a:pt x="338074" y="47307"/>
                  </a:lnTo>
                  <a:lnTo>
                    <a:pt x="340296" y="47307"/>
                  </a:lnTo>
                  <a:lnTo>
                    <a:pt x="342633" y="47307"/>
                  </a:lnTo>
                  <a:lnTo>
                    <a:pt x="344360" y="45580"/>
                  </a:lnTo>
                  <a:lnTo>
                    <a:pt x="344360" y="41186"/>
                  </a:lnTo>
                  <a:close/>
                </a:path>
                <a:path w="431165" h="1273810">
                  <a:moveTo>
                    <a:pt x="353720" y="45440"/>
                  </a:moveTo>
                  <a:lnTo>
                    <a:pt x="351980" y="43878"/>
                  </a:lnTo>
                  <a:lnTo>
                    <a:pt x="347649" y="43878"/>
                  </a:lnTo>
                  <a:lnTo>
                    <a:pt x="345732" y="45440"/>
                  </a:lnTo>
                  <a:lnTo>
                    <a:pt x="345732" y="49872"/>
                  </a:lnTo>
                  <a:lnTo>
                    <a:pt x="347649" y="51689"/>
                  </a:lnTo>
                  <a:lnTo>
                    <a:pt x="349656" y="51689"/>
                  </a:lnTo>
                  <a:lnTo>
                    <a:pt x="351980" y="51689"/>
                  </a:lnTo>
                  <a:lnTo>
                    <a:pt x="353720" y="49872"/>
                  </a:lnTo>
                  <a:lnTo>
                    <a:pt x="353720" y="45440"/>
                  </a:lnTo>
                  <a:close/>
                </a:path>
                <a:path w="431165" h="1273810">
                  <a:moveTo>
                    <a:pt x="358990" y="22199"/>
                  </a:moveTo>
                  <a:lnTo>
                    <a:pt x="353961" y="23253"/>
                  </a:lnTo>
                  <a:lnTo>
                    <a:pt x="350113" y="27165"/>
                  </a:lnTo>
                  <a:lnTo>
                    <a:pt x="349097" y="32194"/>
                  </a:lnTo>
                  <a:lnTo>
                    <a:pt x="358990" y="32194"/>
                  </a:lnTo>
                  <a:lnTo>
                    <a:pt x="358990" y="22199"/>
                  </a:lnTo>
                  <a:close/>
                </a:path>
                <a:path w="431165" h="1273810">
                  <a:moveTo>
                    <a:pt x="359194" y="52082"/>
                  </a:moveTo>
                  <a:lnTo>
                    <a:pt x="357606" y="51841"/>
                  </a:lnTo>
                  <a:lnTo>
                    <a:pt x="356069" y="51346"/>
                  </a:lnTo>
                  <a:lnTo>
                    <a:pt x="354660" y="50787"/>
                  </a:lnTo>
                  <a:lnTo>
                    <a:pt x="354660" y="68884"/>
                  </a:lnTo>
                  <a:lnTo>
                    <a:pt x="359194" y="68884"/>
                  </a:lnTo>
                  <a:lnTo>
                    <a:pt x="359194" y="52082"/>
                  </a:lnTo>
                  <a:close/>
                </a:path>
                <a:path w="431165" h="1273810">
                  <a:moveTo>
                    <a:pt x="368490" y="50774"/>
                  </a:moveTo>
                  <a:lnTo>
                    <a:pt x="367004" y="51346"/>
                  </a:lnTo>
                  <a:lnTo>
                    <a:pt x="365569" y="51828"/>
                  </a:lnTo>
                  <a:lnTo>
                    <a:pt x="363855" y="52082"/>
                  </a:lnTo>
                  <a:lnTo>
                    <a:pt x="363855" y="68872"/>
                  </a:lnTo>
                  <a:lnTo>
                    <a:pt x="368490" y="68872"/>
                  </a:lnTo>
                  <a:lnTo>
                    <a:pt x="368490" y="50774"/>
                  </a:lnTo>
                  <a:close/>
                </a:path>
                <a:path w="431165" h="1273810">
                  <a:moveTo>
                    <a:pt x="372084" y="4114"/>
                  </a:moveTo>
                  <a:lnTo>
                    <a:pt x="369938" y="6832"/>
                  </a:lnTo>
                  <a:lnTo>
                    <a:pt x="366166" y="9245"/>
                  </a:lnTo>
                  <a:lnTo>
                    <a:pt x="362978" y="9880"/>
                  </a:lnTo>
                  <a:lnTo>
                    <a:pt x="363347" y="6400"/>
                  </a:lnTo>
                  <a:lnTo>
                    <a:pt x="365455" y="3568"/>
                  </a:lnTo>
                  <a:lnTo>
                    <a:pt x="368274" y="0"/>
                  </a:lnTo>
                  <a:lnTo>
                    <a:pt x="354850" y="0"/>
                  </a:lnTo>
                  <a:lnTo>
                    <a:pt x="357619" y="3568"/>
                  </a:lnTo>
                  <a:lnTo>
                    <a:pt x="359740" y="6400"/>
                  </a:lnTo>
                  <a:lnTo>
                    <a:pt x="360172" y="9880"/>
                  </a:lnTo>
                  <a:lnTo>
                    <a:pt x="356920" y="9245"/>
                  </a:lnTo>
                  <a:lnTo>
                    <a:pt x="353174" y="6832"/>
                  </a:lnTo>
                  <a:lnTo>
                    <a:pt x="351015" y="4114"/>
                  </a:lnTo>
                  <a:lnTo>
                    <a:pt x="351015" y="17754"/>
                  </a:lnTo>
                  <a:lnTo>
                    <a:pt x="353174" y="14846"/>
                  </a:lnTo>
                  <a:lnTo>
                    <a:pt x="356844" y="12395"/>
                  </a:lnTo>
                  <a:lnTo>
                    <a:pt x="360172" y="11925"/>
                  </a:lnTo>
                  <a:lnTo>
                    <a:pt x="359702" y="15367"/>
                  </a:lnTo>
                  <a:lnTo>
                    <a:pt x="357352" y="18453"/>
                  </a:lnTo>
                  <a:lnTo>
                    <a:pt x="354571" y="20612"/>
                  </a:lnTo>
                  <a:lnTo>
                    <a:pt x="368490" y="20612"/>
                  </a:lnTo>
                  <a:lnTo>
                    <a:pt x="365645" y="18453"/>
                  </a:lnTo>
                  <a:lnTo>
                    <a:pt x="363448" y="15367"/>
                  </a:lnTo>
                  <a:lnTo>
                    <a:pt x="362978" y="11925"/>
                  </a:lnTo>
                  <a:lnTo>
                    <a:pt x="366293" y="12395"/>
                  </a:lnTo>
                  <a:lnTo>
                    <a:pt x="369938" y="14846"/>
                  </a:lnTo>
                  <a:lnTo>
                    <a:pt x="372084" y="17754"/>
                  </a:lnTo>
                  <a:lnTo>
                    <a:pt x="372084" y="4114"/>
                  </a:lnTo>
                  <a:close/>
                </a:path>
                <a:path w="431165" h="1273810">
                  <a:moveTo>
                    <a:pt x="373849" y="37109"/>
                  </a:moveTo>
                  <a:lnTo>
                    <a:pt x="349224" y="37109"/>
                  </a:lnTo>
                  <a:lnTo>
                    <a:pt x="350507" y="42595"/>
                  </a:lnTo>
                  <a:lnTo>
                    <a:pt x="355485" y="46570"/>
                  </a:lnTo>
                  <a:lnTo>
                    <a:pt x="367588" y="46570"/>
                  </a:lnTo>
                  <a:lnTo>
                    <a:pt x="372643" y="42595"/>
                  </a:lnTo>
                  <a:lnTo>
                    <a:pt x="373849" y="37109"/>
                  </a:lnTo>
                  <a:close/>
                </a:path>
                <a:path w="431165" h="1273810">
                  <a:moveTo>
                    <a:pt x="374015" y="32194"/>
                  </a:moveTo>
                  <a:lnTo>
                    <a:pt x="373087" y="27165"/>
                  </a:lnTo>
                  <a:lnTo>
                    <a:pt x="369163" y="23380"/>
                  </a:lnTo>
                  <a:lnTo>
                    <a:pt x="364197" y="22199"/>
                  </a:lnTo>
                  <a:lnTo>
                    <a:pt x="364197" y="32194"/>
                  </a:lnTo>
                  <a:lnTo>
                    <a:pt x="374015" y="32194"/>
                  </a:lnTo>
                  <a:close/>
                </a:path>
                <a:path w="431165" h="1273810">
                  <a:moveTo>
                    <a:pt x="377444" y="45427"/>
                  </a:moveTo>
                  <a:lnTo>
                    <a:pt x="375589" y="43865"/>
                  </a:lnTo>
                  <a:lnTo>
                    <a:pt x="371144" y="43865"/>
                  </a:lnTo>
                  <a:lnTo>
                    <a:pt x="369366" y="45427"/>
                  </a:lnTo>
                  <a:lnTo>
                    <a:pt x="369366" y="47663"/>
                  </a:lnTo>
                  <a:lnTo>
                    <a:pt x="369366" y="49872"/>
                  </a:lnTo>
                  <a:lnTo>
                    <a:pt x="371144" y="51689"/>
                  </a:lnTo>
                  <a:lnTo>
                    <a:pt x="375589" y="51689"/>
                  </a:lnTo>
                  <a:lnTo>
                    <a:pt x="377444" y="49872"/>
                  </a:lnTo>
                  <a:lnTo>
                    <a:pt x="377444" y="45427"/>
                  </a:lnTo>
                  <a:close/>
                </a:path>
                <a:path w="431165" h="1273810">
                  <a:moveTo>
                    <a:pt x="386740" y="41186"/>
                  </a:moveTo>
                  <a:lnTo>
                    <a:pt x="384873" y="39420"/>
                  </a:lnTo>
                  <a:lnTo>
                    <a:pt x="380593" y="39420"/>
                  </a:lnTo>
                  <a:lnTo>
                    <a:pt x="378726" y="41186"/>
                  </a:lnTo>
                  <a:lnTo>
                    <a:pt x="378726" y="45580"/>
                  </a:lnTo>
                  <a:lnTo>
                    <a:pt x="380593" y="47307"/>
                  </a:lnTo>
                  <a:lnTo>
                    <a:pt x="382701" y="47307"/>
                  </a:lnTo>
                  <a:lnTo>
                    <a:pt x="384873" y="47307"/>
                  </a:lnTo>
                  <a:lnTo>
                    <a:pt x="386740" y="45580"/>
                  </a:lnTo>
                  <a:lnTo>
                    <a:pt x="386740" y="41186"/>
                  </a:lnTo>
                  <a:close/>
                </a:path>
                <a:path w="431165" h="1273810">
                  <a:moveTo>
                    <a:pt x="395592" y="71640"/>
                  </a:moveTo>
                  <a:lnTo>
                    <a:pt x="393585" y="69037"/>
                  </a:lnTo>
                  <a:lnTo>
                    <a:pt x="391363" y="64820"/>
                  </a:lnTo>
                  <a:lnTo>
                    <a:pt x="390550" y="66992"/>
                  </a:lnTo>
                  <a:lnTo>
                    <a:pt x="386181" y="71132"/>
                  </a:lnTo>
                  <a:lnTo>
                    <a:pt x="385559" y="77203"/>
                  </a:lnTo>
                  <a:lnTo>
                    <a:pt x="388239" y="80149"/>
                  </a:lnTo>
                  <a:lnTo>
                    <a:pt x="389712" y="84035"/>
                  </a:lnTo>
                  <a:lnTo>
                    <a:pt x="391363" y="80645"/>
                  </a:lnTo>
                  <a:lnTo>
                    <a:pt x="394995" y="78308"/>
                  </a:lnTo>
                  <a:lnTo>
                    <a:pt x="395592" y="71640"/>
                  </a:lnTo>
                  <a:close/>
                </a:path>
                <a:path w="431165" h="1273810">
                  <a:moveTo>
                    <a:pt x="396595" y="38442"/>
                  </a:moveTo>
                  <a:lnTo>
                    <a:pt x="394919" y="36753"/>
                  </a:lnTo>
                  <a:lnTo>
                    <a:pt x="390410" y="36753"/>
                  </a:lnTo>
                  <a:lnTo>
                    <a:pt x="388632" y="38442"/>
                  </a:lnTo>
                  <a:lnTo>
                    <a:pt x="388632" y="42710"/>
                  </a:lnTo>
                  <a:lnTo>
                    <a:pt x="390410" y="44526"/>
                  </a:lnTo>
                  <a:lnTo>
                    <a:pt x="392633" y="44526"/>
                  </a:lnTo>
                  <a:lnTo>
                    <a:pt x="394919" y="44526"/>
                  </a:lnTo>
                  <a:lnTo>
                    <a:pt x="396595" y="42710"/>
                  </a:lnTo>
                  <a:lnTo>
                    <a:pt x="396595" y="38442"/>
                  </a:lnTo>
                  <a:close/>
                </a:path>
                <a:path w="431165" h="1273810">
                  <a:moveTo>
                    <a:pt x="407123" y="37541"/>
                  </a:moveTo>
                  <a:lnTo>
                    <a:pt x="405218" y="35699"/>
                  </a:lnTo>
                  <a:lnTo>
                    <a:pt x="400888" y="35699"/>
                  </a:lnTo>
                  <a:lnTo>
                    <a:pt x="399161" y="37541"/>
                  </a:lnTo>
                  <a:lnTo>
                    <a:pt x="399161" y="41694"/>
                  </a:lnTo>
                  <a:lnTo>
                    <a:pt x="400888" y="43586"/>
                  </a:lnTo>
                  <a:lnTo>
                    <a:pt x="403199" y="43586"/>
                  </a:lnTo>
                  <a:lnTo>
                    <a:pt x="405218" y="43586"/>
                  </a:lnTo>
                  <a:lnTo>
                    <a:pt x="407123" y="41694"/>
                  </a:lnTo>
                  <a:lnTo>
                    <a:pt x="407123" y="37541"/>
                  </a:lnTo>
                  <a:close/>
                </a:path>
                <a:path w="431165" h="1273810">
                  <a:moveTo>
                    <a:pt x="417156" y="40386"/>
                  </a:moveTo>
                  <a:lnTo>
                    <a:pt x="415315" y="38684"/>
                  </a:lnTo>
                  <a:lnTo>
                    <a:pt x="410819" y="38684"/>
                  </a:lnTo>
                  <a:lnTo>
                    <a:pt x="409079" y="40386"/>
                  </a:lnTo>
                  <a:lnTo>
                    <a:pt x="409079" y="44856"/>
                  </a:lnTo>
                  <a:lnTo>
                    <a:pt x="410819" y="46507"/>
                  </a:lnTo>
                  <a:lnTo>
                    <a:pt x="413131" y="46507"/>
                  </a:lnTo>
                  <a:lnTo>
                    <a:pt x="415315" y="46507"/>
                  </a:lnTo>
                  <a:lnTo>
                    <a:pt x="417156" y="44856"/>
                  </a:lnTo>
                  <a:lnTo>
                    <a:pt x="417156" y="40386"/>
                  </a:lnTo>
                  <a:close/>
                </a:path>
                <a:path w="431165" h="1273810">
                  <a:moveTo>
                    <a:pt x="424954" y="47142"/>
                  </a:moveTo>
                  <a:lnTo>
                    <a:pt x="423075" y="45440"/>
                  </a:lnTo>
                  <a:lnTo>
                    <a:pt x="418706" y="45440"/>
                  </a:lnTo>
                  <a:lnTo>
                    <a:pt x="416941" y="47142"/>
                  </a:lnTo>
                  <a:lnTo>
                    <a:pt x="416941" y="51600"/>
                  </a:lnTo>
                  <a:lnTo>
                    <a:pt x="418706" y="53225"/>
                  </a:lnTo>
                  <a:lnTo>
                    <a:pt x="421005" y="53225"/>
                  </a:lnTo>
                  <a:lnTo>
                    <a:pt x="423075" y="53225"/>
                  </a:lnTo>
                  <a:lnTo>
                    <a:pt x="424954" y="51600"/>
                  </a:lnTo>
                  <a:lnTo>
                    <a:pt x="424954" y="47142"/>
                  </a:lnTo>
                  <a:close/>
                </a:path>
                <a:path w="431165" h="1273810">
                  <a:moveTo>
                    <a:pt x="428637" y="75158"/>
                  </a:moveTo>
                  <a:lnTo>
                    <a:pt x="426923" y="73393"/>
                  </a:lnTo>
                  <a:lnTo>
                    <a:pt x="424726" y="73393"/>
                  </a:lnTo>
                  <a:lnTo>
                    <a:pt x="422478" y="73393"/>
                  </a:lnTo>
                  <a:lnTo>
                    <a:pt x="420598" y="75158"/>
                  </a:lnTo>
                  <a:lnTo>
                    <a:pt x="420598" y="79552"/>
                  </a:lnTo>
                  <a:lnTo>
                    <a:pt x="422478" y="81330"/>
                  </a:lnTo>
                  <a:lnTo>
                    <a:pt x="426923" y="81330"/>
                  </a:lnTo>
                  <a:lnTo>
                    <a:pt x="428637" y="79552"/>
                  </a:lnTo>
                  <a:lnTo>
                    <a:pt x="428637" y="75158"/>
                  </a:lnTo>
                  <a:close/>
                </a:path>
                <a:path w="431165" h="1273810">
                  <a:moveTo>
                    <a:pt x="429285" y="56184"/>
                  </a:moveTo>
                  <a:lnTo>
                    <a:pt x="427507" y="54317"/>
                  </a:lnTo>
                  <a:lnTo>
                    <a:pt x="423075" y="54317"/>
                  </a:lnTo>
                  <a:lnTo>
                    <a:pt x="421360" y="56184"/>
                  </a:lnTo>
                  <a:lnTo>
                    <a:pt x="421360" y="58331"/>
                  </a:lnTo>
                  <a:lnTo>
                    <a:pt x="421360" y="60502"/>
                  </a:lnTo>
                  <a:lnTo>
                    <a:pt x="423075" y="62306"/>
                  </a:lnTo>
                  <a:lnTo>
                    <a:pt x="427507" y="62306"/>
                  </a:lnTo>
                  <a:lnTo>
                    <a:pt x="429285" y="60502"/>
                  </a:lnTo>
                  <a:lnTo>
                    <a:pt x="429285" y="56184"/>
                  </a:lnTo>
                  <a:close/>
                </a:path>
                <a:path w="431165" h="1273810">
                  <a:moveTo>
                    <a:pt x="430644" y="65735"/>
                  </a:moveTo>
                  <a:lnTo>
                    <a:pt x="428879" y="63995"/>
                  </a:lnTo>
                  <a:lnTo>
                    <a:pt x="426631" y="63995"/>
                  </a:lnTo>
                  <a:lnTo>
                    <a:pt x="424510" y="63995"/>
                  </a:lnTo>
                  <a:lnTo>
                    <a:pt x="422579" y="65735"/>
                  </a:lnTo>
                  <a:lnTo>
                    <a:pt x="422579" y="70129"/>
                  </a:lnTo>
                  <a:lnTo>
                    <a:pt x="424510" y="71742"/>
                  </a:lnTo>
                  <a:lnTo>
                    <a:pt x="428879" y="71742"/>
                  </a:lnTo>
                  <a:lnTo>
                    <a:pt x="430644" y="70129"/>
                  </a:lnTo>
                  <a:lnTo>
                    <a:pt x="430644" y="65735"/>
                  </a:lnTo>
                  <a:close/>
                </a:path>
              </a:pathLst>
            </a:custGeom>
            <a:solidFill>
              <a:srgbClr val="FFFFFF"/>
            </a:solidFill>
          </p:spPr>
          <p:txBody>
            <a:bodyPr wrap="square" lIns="0" tIns="0" rIns="0" bIns="0" rtlCol="0"/>
            <a:lstStyle/>
            <a:p>
              <a:endParaRPr/>
            </a:p>
          </p:txBody>
        </p:sp>
        <p:pic>
          <p:nvPicPr>
            <p:cNvPr id="4" name="object 4"/>
            <p:cNvPicPr>
              <a:picLocks noGrp="1" noRot="1" noMove="1" noResize="1" noEditPoints="1" noAdjustHandles="1" noChangeArrowheads="1" noChangeShapeType="1" noCrop="1"/>
            </p:cNvPicPr>
            <p:nvPr/>
          </p:nvPicPr>
          <p:blipFill>
            <a:blip r:embed="rId3" cstate="print"/>
            <a:stretch>
              <a:fillRect/>
            </a:stretch>
          </p:blipFill>
          <p:spPr>
            <a:xfrm>
              <a:off x="859313" y="758855"/>
              <a:ext cx="127684" cy="138549"/>
            </a:xfrm>
            <a:prstGeom prst="rect">
              <a:avLst/>
            </a:prstGeom>
          </p:spPr>
        </p:pic>
        <p:sp>
          <p:nvSpPr>
            <p:cNvPr id="5" name="object 5"/>
            <p:cNvSpPr>
              <a:spLocks noGrp="1" noRot="1" noMove="1" noResize="1" noEditPoints="1" noAdjustHandles="1" noChangeArrowheads="1" noChangeShapeType="1"/>
            </p:cNvSpPr>
            <p:nvPr/>
          </p:nvSpPr>
          <p:spPr>
            <a:xfrm>
              <a:off x="750720" y="833538"/>
              <a:ext cx="382905" cy="100965"/>
            </a:xfrm>
            <a:custGeom>
              <a:avLst/>
              <a:gdLst/>
              <a:ahLst/>
              <a:cxnLst/>
              <a:rect l="l" t="t" r="r" b="b"/>
              <a:pathLst>
                <a:path w="382905" h="100965">
                  <a:moveTo>
                    <a:pt x="191296" y="100680"/>
                  </a:moveTo>
                  <a:lnTo>
                    <a:pt x="141980" y="95797"/>
                  </a:lnTo>
                  <a:lnTo>
                    <a:pt x="116222" y="66004"/>
                  </a:lnTo>
                  <a:lnTo>
                    <a:pt x="108211" y="49550"/>
                  </a:lnTo>
                  <a:lnTo>
                    <a:pt x="108211" y="38518"/>
                  </a:lnTo>
                  <a:lnTo>
                    <a:pt x="119910" y="28106"/>
                  </a:lnTo>
                  <a:lnTo>
                    <a:pt x="109483" y="30361"/>
                  </a:lnTo>
                  <a:lnTo>
                    <a:pt x="98933" y="35024"/>
                  </a:lnTo>
                  <a:lnTo>
                    <a:pt x="88336" y="41244"/>
                  </a:lnTo>
                  <a:lnTo>
                    <a:pt x="61533" y="58575"/>
                  </a:lnTo>
                  <a:lnTo>
                    <a:pt x="47923" y="65679"/>
                  </a:lnTo>
                  <a:lnTo>
                    <a:pt x="41178" y="67616"/>
                  </a:lnTo>
                  <a:lnTo>
                    <a:pt x="28212" y="67616"/>
                  </a:lnTo>
                  <a:lnTo>
                    <a:pt x="6506" y="51161"/>
                  </a:lnTo>
                  <a:lnTo>
                    <a:pt x="348" y="48403"/>
                  </a:lnTo>
                  <a:lnTo>
                    <a:pt x="0" y="47551"/>
                  </a:lnTo>
                  <a:lnTo>
                    <a:pt x="522" y="45924"/>
                  </a:lnTo>
                  <a:lnTo>
                    <a:pt x="1409" y="45521"/>
                  </a:lnTo>
                  <a:lnTo>
                    <a:pt x="2216" y="45769"/>
                  </a:lnTo>
                  <a:lnTo>
                    <a:pt x="16212" y="46242"/>
                  </a:lnTo>
                  <a:lnTo>
                    <a:pt x="31341" y="41314"/>
                  </a:lnTo>
                  <a:lnTo>
                    <a:pt x="47137" y="32831"/>
                  </a:lnTo>
                  <a:lnTo>
                    <a:pt x="76300" y="14203"/>
                  </a:lnTo>
                  <a:lnTo>
                    <a:pt x="88981" y="6966"/>
                  </a:lnTo>
                  <a:lnTo>
                    <a:pt x="101041" y="1905"/>
                  </a:lnTo>
                  <a:lnTo>
                    <a:pt x="112343" y="0"/>
                  </a:lnTo>
                  <a:lnTo>
                    <a:pt x="117662" y="0"/>
                  </a:lnTo>
                  <a:lnTo>
                    <a:pt x="122364" y="1146"/>
                  </a:lnTo>
                  <a:lnTo>
                    <a:pt x="131531" y="5965"/>
                  </a:lnTo>
                  <a:lnTo>
                    <a:pt x="135346" y="10365"/>
                  </a:lnTo>
                  <a:lnTo>
                    <a:pt x="140223" y="21846"/>
                  </a:lnTo>
                  <a:lnTo>
                    <a:pt x="148946" y="35527"/>
                  </a:lnTo>
                  <a:lnTo>
                    <a:pt x="148946" y="41756"/>
                  </a:lnTo>
                  <a:lnTo>
                    <a:pt x="147870" y="44080"/>
                  </a:lnTo>
                  <a:lnTo>
                    <a:pt x="143136" y="48171"/>
                  </a:lnTo>
                  <a:lnTo>
                    <a:pt x="127526" y="56026"/>
                  </a:lnTo>
                  <a:lnTo>
                    <a:pt x="127272" y="58908"/>
                  </a:lnTo>
                  <a:lnTo>
                    <a:pt x="171766" y="68448"/>
                  </a:lnTo>
                  <a:lnTo>
                    <a:pt x="191296" y="69242"/>
                  </a:lnTo>
                  <a:lnTo>
                    <a:pt x="201286" y="69039"/>
                  </a:lnTo>
                  <a:lnTo>
                    <a:pt x="243526" y="63080"/>
                  </a:lnTo>
                  <a:lnTo>
                    <a:pt x="255511" y="59016"/>
                  </a:lnTo>
                  <a:lnTo>
                    <a:pt x="255020" y="57064"/>
                  </a:lnTo>
                  <a:lnTo>
                    <a:pt x="242307" y="50650"/>
                  </a:lnTo>
                  <a:lnTo>
                    <a:pt x="239441" y="48682"/>
                  </a:lnTo>
                  <a:lnTo>
                    <a:pt x="234945" y="44251"/>
                  </a:lnTo>
                  <a:lnTo>
                    <a:pt x="233726" y="41756"/>
                  </a:lnTo>
                  <a:lnTo>
                    <a:pt x="233726" y="35527"/>
                  </a:lnTo>
                  <a:lnTo>
                    <a:pt x="242560" y="21846"/>
                  </a:lnTo>
                  <a:lnTo>
                    <a:pt x="247389" y="10365"/>
                  </a:lnTo>
                  <a:lnTo>
                    <a:pt x="251236" y="5965"/>
                  </a:lnTo>
                  <a:lnTo>
                    <a:pt x="256096" y="3176"/>
                  </a:lnTo>
                  <a:lnTo>
                    <a:pt x="260260" y="1146"/>
                  </a:lnTo>
                  <a:lnTo>
                    <a:pt x="264962" y="0"/>
                  </a:lnTo>
                  <a:lnTo>
                    <a:pt x="270424" y="0"/>
                  </a:lnTo>
                  <a:lnTo>
                    <a:pt x="281660" y="1905"/>
                  </a:lnTo>
                  <a:lnTo>
                    <a:pt x="293697" y="6966"/>
                  </a:lnTo>
                  <a:lnTo>
                    <a:pt x="306376" y="14203"/>
                  </a:lnTo>
                  <a:lnTo>
                    <a:pt x="335500" y="32831"/>
                  </a:lnTo>
                  <a:lnTo>
                    <a:pt x="351306" y="41314"/>
                  </a:lnTo>
                  <a:lnTo>
                    <a:pt x="366475" y="46242"/>
                  </a:lnTo>
                  <a:lnTo>
                    <a:pt x="380535" y="45769"/>
                  </a:lnTo>
                  <a:lnTo>
                    <a:pt x="381311" y="45521"/>
                  </a:lnTo>
                  <a:lnTo>
                    <a:pt x="382182" y="45924"/>
                  </a:lnTo>
                  <a:lnTo>
                    <a:pt x="382467" y="46683"/>
                  </a:lnTo>
                  <a:lnTo>
                    <a:pt x="382688" y="47551"/>
                  </a:lnTo>
                  <a:lnTo>
                    <a:pt x="382324" y="48403"/>
                  </a:lnTo>
                  <a:lnTo>
                    <a:pt x="376166" y="51083"/>
                  </a:lnTo>
                  <a:lnTo>
                    <a:pt x="354460" y="67616"/>
                  </a:lnTo>
                  <a:lnTo>
                    <a:pt x="341510" y="67616"/>
                  </a:lnTo>
                  <a:lnTo>
                    <a:pt x="334860" y="65679"/>
                  </a:lnTo>
                  <a:lnTo>
                    <a:pt x="319456" y="57715"/>
                  </a:lnTo>
                  <a:lnTo>
                    <a:pt x="294434" y="41212"/>
                  </a:lnTo>
                  <a:lnTo>
                    <a:pt x="283777" y="34995"/>
                  </a:lnTo>
                  <a:lnTo>
                    <a:pt x="273188" y="30350"/>
                  </a:lnTo>
                  <a:lnTo>
                    <a:pt x="262746" y="28106"/>
                  </a:lnTo>
                  <a:lnTo>
                    <a:pt x="274968" y="38936"/>
                  </a:lnTo>
                  <a:lnTo>
                    <a:pt x="274968" y="49704"/>
                  </a:lnTo>
                  <a:lnTo>
                    <a:pt x="271216" y="56599"/>
                  </a:lnTo>
                  <a:lnTo>
                    <a:pt x="266593" y="66004"/>
                  </a:lnTo>
                  <a:lnTo>
                    <a:pt x="261099" y="86999"/>
                  </a:lnTo>
                  <a:lnTo>
                    <a:pt x="251078" y="92034"/>
                  </a:lnTo>
                  <a:lnTo>
                    <a:pt x="240766" y="95797"/>
                  </a:lnTo>
                  <a:lnTo>
                    <a:pt x="227326" y="98501"/>
                  </a:lnTo>
                  <a:lnTo>
                    <a:pt x="210816" y="100133"/>
                  </a:lnTo>
                  <a:lnTo>
                    <a:pt x="191296" y="100680"/>
                  </a:lnTo>
                  <a:close/>
                </a:path>
              </a:pathLst>
            </a:custGeom>
            <a:solidFill>
              <a:srgbClr val="FFFFFF"/>
            </a:solidFill>
          </p:spPr>
          <p:txBody>
            <a:bodyPr wrap="square" lIns="0" tIns="0" rIns="0" bIns="0" rtlCol="0"/>
            <a:lstStyle/>
            <a:p>
              <a:endParaRPr/>
            </a:p>
          </p:txBody>
        </p:sp>
        <p:pic>
          <p:nvPicPr>
            <p:cNvPr id="6" name="object 6"/>
            <p:cNvPicPr>
              <a:picLocks noGrp="1" noRot="1" noMove="1" noResize="1" noEditPoints="1" noAdjustHandles="1" noChangeArrowheads="1" noChangeShapeType="1" noCrop="1"/>
            </p:cNvPicPr>
            <p:nvPr/>
          </p:nvPicPr>
          <p:blipFill>
            <a:blip r:embed="rId4" cstate="print"/>
            <a:stretch>
              <a:fillRect/>
            </a:stretch>
          </p:blipFill>
          <p:spPr>
            <a:xfrm>
              <a:off x="864000" y="607992"/>
              <a:ext cx="162906" cy="217170"/>
            </a:xfrm>
            <a:prstGeom prst="rect">
              <a:avLst/>
            </a:prstGeom>
          </p:spPr>
        </p:pic>
        <p:sp>
          <p:nvSpPr>
            <p:cNvPr id="7" name="object 7"/>
            <p:cNvSpPr>
              <a:spLocks noGrp="1" noRot="1" noMove="1" noResize="1" noEditPoints="1" noAdjustHandles="1" noChangeArrowheads="1" noChangeShapeType="1"/>
            </p:cNvSpPr>
            <p:nvPr/>
          </p:nvSpPr>
          <p:spPr>
            <a:xfrm>
              <a:off x="702043" y="546036"/>
              <a:ext cx="492759" cy="325120"/>
            </a:xfrm>
            <a:custGeom>
              <a:avLst/>
              <a:gdLst/>
              <a:ahLst/>
              <a:cxnLst/>
              <a:rect l="l" t="t" r="r" b="b"/>
              <a:pathLst>
                <a:path w="492759" h="325119">
                  <a:moveTo>
                    <a:pt x="71945" y="28511"/>
                  </a:moveTo>
                  <a:lnTo>
                    <a:pt x="70612" y="27266"/>
                  </a:lnTo>
                  <a:lnTo>
                    <a:pt x="67449" y="27266"/>
                  </a:lnTo>
                  <a:lnTo>
                    <a:pt x="66065" y="28511"/>
                  </a:lnTo>
                  <a:lnTo>
                    <a:pt x="66065" y="31661"/>
                  </a:lnTo>
                  <a:lnTo>
                    <a:pt x="67449" y="32893"/>
                  </a:lnTo>
                  <a:lnTo>
                    <a:pt x="70612" y="32893"/>
                  </a:lnTo>
                  <a:lnTo>
                    <a:pt x="71945" y="31661"/>
                  </a:lnTo>
                  <a:lnTo>
                    <a:pt x="71945" y="30048"/>
                  </a:lnTo>
                  <a:lnTo>
                    <a:pt x="71945" y="28511"/>
                  </a:lnTo>
                  <a:close/>
                </a:path>
                <a:path w="492759" h="325119">
                  <a:moveTo>
                    <a:pt x="73012" y="36055"/>
                  </a:moveTo>
                  <a:lnTo>
                    <a:pt x="71653" y="34772"/>
                  </a:lnTo>
                  <a:lnTo>
                    <a:pt x="68478" y="34772"/>
                  </a:lnTo>
                  <a:lnTo>
                    <a:pt x="67106" y="36055"/>
                  </a:lnTo>
                  <a:lnTo>
                    <a:pt x="67106" y="39103"/>
                  </a:lnTo>
                  <a:lnTo>
                    <a:pt x="68478" y="40513"/>
                  </a:lnTo>
                  <a:lnTo>
                    <a:pt x="71653" y="40513"/>
                  </a:lnTo>
                  <a:lnTo>
                    <a:pt x="73012" y="39103"/>
                  </a:lnTo>
                  <a:lnTo>
                    <a:pt x="73012" y="37490"/>
                  </a:lnTo>
                  <a:lnTo>
                    <a:pt x="73012" y="36055"/>
                  </a:lnTo>
                  <a:close/>
                </a:path>
                <a:path w="492759" h="325119">
                  <a:moveTo>
                    <a:pt x="76466" y="22326"/>
                  </a:moveTo>
                  <a:lnTo>
                    <a:pt x="75107" y="21132"/>
                  </a:lnTo>
                  <a:lnTo>
                    <a:pt x="71945" y="21132"/>
                  </a:lnTo>
                  <a:lnTo>
                    <a:pt x="70688" y="22326"/>
                  </a:lnTo>
                  <a:lnTo>
                    <a:pt x="70688" y="25438"/>
                  </a:lnTo>
                  <a:lnTo>
                    <a:pt x="71945" y="26771"/>
                  </a:lnTo>
                  <a:lnTo>
                    <a:pt x="73596" y="26771"/>
                  </a:lnTo>
                  <a:lnTo>
                    <a:pt x="75107" y="26771"/>
                  </a:lnTo>
                  <a:lnTo>
                    <a:pt x="76466" y="25438"/>
                  </a:lnTo>
                  <a:lnTo>
                    <a:pt x="76466" y="22326"/>
                  </a:lnTo>
                  <a:close/>
                </a:path>
                <a:path w="492759" h="325119">
                  <a:moveTo>
                    <a:pt x="84124" y="21856"/>
                  </a:moveTo>
                  <a:lnTo>
                    <a:pt x="82880" y="20637"/>
                  </a:lnTo>
                  <a:lnTo>
                    <a:pt x="79679" y="20637"/>
                  </a:lnTo>
                  <a:lnTo>
                    <a:pt x="78409" y="21856"/>
                  </a:lnTo>
                  <a:lnTo>
                    <a:pt x="78409" y="24993"/>
                  </a:lnTo>
                  <a:lnTo>
                    <a:pt x="79679" y="26327"/>
                  </a:lnTo>
                  <a:lnTo>
                    <a:pt x="81229" y="26327"/>
                  </a:lnTo>
                  <a:lnTo>
                    <a:pt x="82880" y="26327"/>
                  </a:lnTo>
                  <a:lnTo>
                    <a:pt x="84124" y="24993"/>
                  </a:lnTo>
                  <a:lnTo>
                    <a:pt x="84124" y="21856"/>
                  </a:lnTo>
                  <a:close/>
                </a:path>
                <a:path w="492759" h="325119">
                  <a:moveTo>
                    <a:pt x="94157" y="24358"/>
                  </a:moveTo>
                  <a:lnTo>
                    <a:pt x="94043" y="20967"/>
                  </a:lnTo>
                  <a:lnTo>
                    <a:pt x="93319" y="19939"/>
                  </a:lnTo>
                  <a:lnTo>
                    <a:pt x="92087" y="19316"/>
                  </a:lnTo>
                  <a:lnTo>
                    <a:pt x="90779" y="18237"/>
                  </a:lnTo>
                  <a:lnTo>
                    <a:pt x="89103" y="16637"/>
                  </a:lnTo>
                  <a:lnTo>
                    <a:pt x="88595" y="16052"/>
                  </a:lnTo>
                  <a:lnTo>
                    <a:pt x="88112" y="15494"/>
                  </a:lnTo>
                  <a:lnTo>
                    <a:pt x="88163" y="15341"/>
                  </a:lnTo>
                  <a:lnTo>
                    <a:pt x="88265" y="15113"/>
                  </a:lnTo>
                  <a:lnTo>
                    <a:pt x="93243" y="15494"/>
                  </a:lnTo>
                  <a:lnTo>
                    <a:pt x="93179" y="15341"/>
                  </a:lnTo>
                  <a:lnTo>
                    <a:pt x="93091" y="15113"/>
                  </a:lnTo>
                  <a:lnTo>
                    <a:pt x="92456" y="13474"/>
                  </a:lnTo>
                  <a:lnTo>
                    <a:pt x="91262" y="10426"/>
                  </a:lnTo>
                  <a:lnTo>
                    <a:pt x="87731" y="13474"/>
                  </a:lnTo>
                  <a:lnTo>
                    <a:pt x="87363" y="13474"/>
                  </a:lnTo>
                  <a:lnTo>
                    <a:pt x="87083" y="8115"/>
                  </a:lnTo>
                  <a:lnTo>
                    <a:pt x="82042" y="9906"/>
                  </a:lnTo>
                  <a:lnTo>
                    <a:pt x="85382" y="13995"/>
                  </a:lnTo>
                  <a:lnTo>
                    <a:pt x="85242" y="14224"/>
                  </a:lnTo>
                  <a:lnTo>
                    <a:pt x="85242" y="14376"/>
                  </a:lnTo>
                  <a:lnTo>
                    <a:pt x="80759" y="14630"/>
                  </a:lnTo>
                  <a:lnTo>
                    <a:pt x="83185" y="19697"/>
                  </a:lnTo>
                  <a:lnTo>
                    <a:pt x="86080" y="16052"/>
                  </a:lnTo>
                  <a:lnTo>
                    <a:pt x="86220" y="16052"/>
                  </a:lnTo>
                  <a:lnTo>
                    <a:pt x="86347" y="16637"/>
                  </a:lnTo>
                  <a:lnTo>
                    <a:pt x="86588" y="17881"/>
                  </a:lnTo>
                  <a:lnTo>
                    <a:pt x="86715" y="19697"/>
                  </a:lnTo>
                  <a:lnTo>
                    <a:pt x="86791" y="24358"/>
                  </a:lnTo>
                  <a:lnTo>
                    <a:pt x="88392" y="26060"/>
                  </a:lnTo>
                  <a:lnTo>
                    <a:pt x="92506" y="26060"/>
                  </a:lnTo>
                  <a:lnTo>
                    <a:pt x="94157" y="24358"/>
                  </a:lnTo>
                  <a:close/>
                </a:path>
                <a:path w="492759" h="325119">
                  <a:moveTo>
                    <a:pt x="100431" y="15557"/>
                  </a:moveTo>
                  <a:lnTo>
                    <a:pt x="99174" y="14630"/>
                  </a:lnTo>
                  <a:lnTo>
                    <a:pt x="98107" y="13474"/>
                  </a:lnTo>
                  <a:lnTo>
                    <a:pt x="96126" y="13474"/>
                  </a:lnTo>
                  <a:lnTo>
                    <a:pt x="95008" y="14630"/>
                  </a:lnTo>
                  <a:lnTo>
                    <a:pt x="93941" y="15557"/>
                  </a:lnTo>
                  <a:lnTo>
                    <a:pt x="93941" y="17360"/>
                  </a:lnTo>
                  <a:lnTo>
                    <a:pt x="95084" y="18605"/>
                  </a:lnTo>
                  <a:lnTo>
                    <a:pt x="96126" y="19685"/>
                  </a:lnTo>
                  <a:lnTo>
                    <a:pt x="98107" y="19685"/>
                  </a:lnTo>
                  <a:lnTo>
                    <a:pt x="99174" y="18516"/>
                  </a:lnTo>
                  <a:lnTo>
                    <a:pt x="100431" y="17360"/>
                  </a:lnTo>
                  <a:lnTo>
                    <a:pt x="100431" y="15557"/>
                  </a:lnTo>
                  <a:close/>
                </a:path>
                <a:path w="492759" h="325119">
                  <a:moveTo>
                    <a:pt x="106845" y="10795"/>
                  </a:moveTo>
                  <a:lnTo>
                    <a:pt x="105765" y="9817"/>
                  </a:lnTo>
                  <a:lnTo>
                    <a:pt x="104559" y="8572"/>
                  </a:lnTo>
                  <a:lnTo>
                    <a:pt x="102730" y="8572"/>
                  </a:lnTo>
                  <a:lnTo>
                    <a:pt x="101536" y="9817"/>
                  </a:lnTo>
                  <a:lnTo>
                    <a:pt x="100457" y="10795"/>
                  </a:lnTo>
                  <a:lnTo>
                    <a:pt x="100457" y="12661"/>
                  </a:lnTo>
                  <a:lnTo>
                    <a:pt x="101536" y="13906"/>
                  </a:lnTo>
                  <a:lnTo>
                    <a:pt x="102730" y="14859"/>
                  </a:lnTo>
                  <a:lnTo>
                    <a:pt x="104559" y="14859"/>
                  </a:lnTo>
                  <a:lnTo>
                    <a:pt x="105765" y="13906"/>
                  </a:lnTo>
                  <a:lnTo>
                    <a:pt x="106845" y="12661"/>
                  </a:lnTo>
                  <a:lnTo>
                    <a:pt x="106845" y="10795"/>
                  </a:lnTo>
                  <a:close/>
                </a:path>
                <a:path w="492759" h="325119">
                  <a:moveTo>
                    <a:pt x="114452" y="12128"/>
                  </a:moveTo>
                  <a:lnTo>
                    <a:pt x="113347" y="10960"/>
                  </a:lnTo>
                  <a:lnTo>
                    <a:pt x="112191" y="9906"/>
                  </a:lnTo>
                  <a:lnTo>
                    <a:pt x="110337" y="9906"/>
                  </a:lnTo>
                  <a:lnTo>
                    <a:pt x="109321" y="10960"/>
                  </a:lnTo>
                  <a:lnTo>
                    <a:pt x="108089" y="12128"/>
                  </a:lnTo>
                  <a:lnTo>
                    <a:pt x="108216" y="13995"/>
                  </a:lnTo>
                  <a:lnTo>
                    <a:pt x="110464" y="16052"/>
                  </a:lnTo>
                  <a:lnTo>
                    <a:pt x="112318" y="16052"/>
                  </a:lnTo>
                  <a:lnTo>
                    <a:pt x="113347" y="15024"/>
                  </a:lnTo>
                  <a:lnTo>
                    <a:pt x="114452" y="13995"/>
                  </a:lnTo>
                  <a:lnTo>
                    <a:pt x="114452" y="12128"/>
                  </a:lnTo>
                  <a:close/>
                </a:path>
                <a:path w="492759" h="325119">
                  <a:moveTo>
                    <a:pt x="118529" y="23126"/>
                  </a:moveTo>
                  <a:lnTo>
                    <a:pt x="114071" y="23393"/>
                  </a:lnTo>
                  <a:lnTo>
                    <a:pt x="115328" y="25158"/>
                  </a:lnTo>
                  <a:lnTo>
                    <a:pt x="115722" y="25984"/>
                  </a:lnTo>
                  <a:lnTo>
                    <a:pt x="115836" y="27457"/>
                  </a:lnTo>
                  <a:lnTo>
                    <a:pt x="115011" y="27051"/>
                  </a:lnTo>
                  <a:lnTo>
                    <a:pt x="113855" y="26162"/>
                  </a:lnTo>
                  <a:lnTo>
                    <a:pt x="112826" y="24726"/>
                  </a:lnTo>
                  <a:lnTo>
                    <a:pt x="112941" y="26162"/>
                  </a:lnTo>
                  <a:lnTo>
                    <a:pt x="113042" y="27457"/>
                  </a:lnTo>
                  <a:lnTo>
                    <a:pt x="113157" y="28829"/>
                  </a:lnTo>
                  <a:lnTo>
                    <a:pt x="113258" y="30035"/>
                  </a:lnTo>
                  <a:lnTo>
                    <a:pt x="113322" y="30848"/>
                  </a:lnTo>
                  <a:lnTo>
                    <a:pt x="113398" y="31127"/>
                  </a:lnTo>
                  <a:lnTo>
                    <a:pt x="114071" y="30035"/>
                  </a:lnTo>
                  <a:lnTo>
                    <a:pt x="114198" y="29908"/>
                  </a:lnTo>
                  <a:lnTo>
                    <a:pt x="114782" y="29235"/>
                  </a:lnTo>
                  <a:lnTo>
                    <a:pt x="115836" y="28829"/>
                  </a:lnTo>
                  <a:lnTo>
                    <a:pt x="115722" y="31127"/>
                  </a:lnTo>
                  <a:lnTo>
                    <a:pt x="115608" y="33248"/>
                  </a:lnTo>
                  <a:lnTo>
                    <a:pt x="113855" y="34925"/>
                  </a:lnTo>
                  <a:lnTo>
                    <a:pt x="112318" y="35242"/>
                  </a:lnTo>
                  <a:lnTo>
                    <a:pt x="111023" y="35496"/>
                  </a:lnTo>
                  <a:lnTo>
                    <a:pt x="110426" y="35496"/>
                  </a:lnTo>
                  <a:lnTo>
                    <a:pt x="109093" y="34429"/>
                  </a:lnTo>
                  <a:lnTo>
                    <a:pt x="109029" y="34036"/>
                  </a:lnTo>
                  <a:lnTo>
                    <a:pt x="108940" y="33528"/>
                  </a:lnTo>
                  <a:lnTo>
                    <a:pt x="108889" y="33248"/>
                  </a:lnTo>
                  <a:lnTo>
                    <a:pt x="108775" y="32537"/>
                  </a:lnTo>
                  <a:lnTo>
                    <a:pt x="108534" y="31127"/>
                  </a:lnTo>
                  <a:lnTo>
                    <a:pt x="108915" y="30848"/>
                  </a:lnTo>
                  <a:lnTo>
                    <a:pt x="110197" y="29908"/>
                  </a:lnTo>
                  <a:lnTo>
                    <a:pt x="112014" y="31648"/>
                  </a:lnTo>
                  <a:lnTo>
                    <a:pt x="112039" y="31369"/>
                  </a:lnTo>
                  <a:lnTo>
                    <a:pt x="112153" y="29908"/>
                  </a:lnTo>
                  <a:lnTo>
                    <a:pt x="112191" y="29489"/>
                  </a:lnTo>
                  <a:lnTo>
                    <a:pt x="112204" y="29235"/>
                  </a:lnTo>
                  <a:lnTo>
                    <a:pt x="112318" y="27774"/>
                  </a:lnTo>
                  <a:lnTo>
                    <a:pt x="109004" y="27774"/>
                  </a:lnTo>
                  <a:lnTo>
                    <a:pt x="107619" y="29235"/>
                  </a:lnTo>
                  <a:lnTo>
                    <a:pt x="109321" y="25615"/>
                  </a:lnTo>
                  <a:lnTo>
                    <a:pt x="109207" y="25158"/>
                  </a:lnTo>
                  <a:lnTo>
                    <a:pt x="109080" y="24726"/>
                  </a:lnTo>
                  <a:lnTo>
                    <a:pt x="109029" y="24561"/>
                  </a:lnTo>
                  <a:lnTo>
                    <a:pt x="108597" y="22974"/>
                  </a:lnTo>
                  <a:lnTo>
                    <a:pt x="105181" y="21132"/>
                  </a:lnTo>
                  <a:lnTo>
                    <a:pt x="102971" y="24561"/>
                  </a:lnTo>
                  <a:lnTo>
                    <a:pt x="103035" y="24726"/>
                  </a:lnTo>
                  <a:lnTo>
                    <a:pt x="103911" y="27051"/>
                  </a:lnTo>
                  <a:lnTo>
                    <a:pt x="106489" y="29489"/>
                  </a:lnTo>
                  <a:lnTo>
                    <a:pt x="103911" y="28333"/>
                  </a:lnTo>
                  <a:lnTo>
                    <a:pt x="101536" y="30492"/>
                  </a:lnTo>
                  <a:lnTo>
                    <a:pt x="103911" y="33528"/>
                  </a:lnTo>
                  <a:lnTo>
                    <a:pt x="103962" y="33248"/>
                  </a:lnTo>
                  <a:lnTo>
                    <a:pt x="104432" y="30848"/>
                  </a:lnTo>
                  <a:lnTo>
                    <a:pt x="106730" y="31369"/>
                  </a:lnTo>
                  <a:lnTo>
                    <a:pt x="106794" y="31648"/>
                  </a:lnTo>
                  <a:lnTo>
                    <a:pt x="107632" y="35242"/>
                  </a:lnTo>
                  <a:lnTo>
                    <a:pt x="105879" y="37414"/>
                  </a:lnTo>
                  <a:lnTo>
                    <a:pt x="99047" y="39535"/>
                  </a:lnTo>
                  <a:lnTo>
                    <a:pt x="98971" y="39382"/>
                  </a:lnTo>
                  <a:lnTo>
                    <a:pt x="97599" y="36906"/>
                  </a:lnTo>
                  <a:lnTo>
                    <a:pt x="96939" y="35496"/>
                  </a:lnTo>
                  <a:lnTo>
                    <a:pt x="96824" y="35242"/>
                  </a:lnTo>
                  <a:lnTo>
                    <a:pt x="96672" y="34925"/>
                  </a:lnTo>
                  <a:lnTo>
                    <a:pt x="96710" y="34683"/>
                  </a:lnTo>
                  <a:lnTo>
                    <a:pt x="97485" y="34188"/>
                  </a:lnTo>
                  <a:lnTo>
                    <a:pt x="99631" y="34429"/>
                  </a:lnTo>
                  <a:lnTo>
                    <a:pt x="101879" y="35737"/>
                  </a:lnTo>
                  <a:lnTo>
                    <a:pt x="102006" y="35737"/>
                  </a:lnTo>
                  <a:lnTo>
                    <a:pt x="101930" y="35496"/>
                  </a:lnTo>
                  <a:lnTo>
                    <a:pt x="101854" y="35242"/>
                  </a:lnTo>
                  <a:lnTo>
                    <a:pt x="101739" y="34925"/>
                  </a:lnTo>
                  <a:lnTo>
                    <a:pt x="101663" y="34683"/>
                  </a:lnTo>
                  <a:lnTo>
                    <a:pt x="101574" y="34429"/>
                  </a:lnTo>
                  <a:lnTo>
                    <a:pt x="101180" y="33248"/>
                  </a:lnTo>
                  <a:lnTo>
                    <a:pt x="99936" y="29489"/>
                  </a:lnTo>
                  <a:lnTo>
                    <a:pt x="99174" y="31648"/>
                  </a:lnTo>
                  <a:lnTo>
                    <a:pt x="98005" y="32537"/>
                  </a:lnTo>
                  <a:lnTo>
                    <a:pt x="98285" y="32537"/>
                  </a:lnTo>
                  <a:lnTo>
                    <a:pt x="96304" y="33248"/>
                  </a:lnTo>
                  <a:lnTo>
                    <a:pt x="96037" y="33248"/>
                  </a:lnTo>
                  <a:lnTo>
                    <a:pt x="96113" y="30848"/>
                  </a:lnTo>
                  <a:lnTo>
                    <a:pt x="97243" y="27774"/>
                  </a:lnTo>
                  <a:lnTo>
                    <a:pt x="89408" y="30848"/>
                  </a:lnTo>
                  <a:lnTo>
                    <a:pt x="92862" y="32537"/>
                  </a:lnTo>
                  <a:lnTo>
                    <a:pt x="93573" y="33248"/>
                  </a:lnTo>
                  <a:lnTo>
                    <a:pt x="94259" y="34036"/>
                  </a:lnTo>
                  <a:lnTo>
                    <a:pt x="94500" y="34036"/>
                  </a:lnTo>
                  <a:lnTo>
                    <a:pt x="92570" y="34683"/>
                  </a:lnTo>
                  <a:lnTo>
                    <a:pt x="91084" y="34925"/>
                  </a:lnTo>
                  <a:lnTo>
                    <a:pt x="88684" y="34036"/>
                  </a:lnTo>
                  <a:lnTo>
                    <a:pt x="91757" y="39992"/>
                  </a:lnTo>
                  <a:lnTo>
                    <a:pt x="91871" y="39535"/>
                  </a:lnTo>
                  <a:lnTo>
                    <a:pt x="91986" y="39103"/>
                  </a:lnTo>
                  <a:lnTo>
                    <a:pt x="92049" y="38862"/>
                  </a:lnTo>
                  <a:lnTo>
                    <a:pt x="92138" y="38557"/>
                  </a:lnTo>
                  <a:lnTo>
                    <a:pt x="92252" y="38125"/>
                  </a:lnTo>
                  <a:lnTo>
                    <a:pt x="92303" y="37922"/>
                  </a:lnTo>
                  <a:lnTo>
                    <a:pt x="92506" y="37134"/>
                  </a:lnTo>
                  <a:lnTo>
                    <a:pt x="93941" y="35496"/>
                  </a:lnTo>
                  <a:lnTo>
                    <a:pt x="95008" y="35496"/>
                  </a:lnTo>
                  <a:lnTo>
                    <a:pt x="95097" y="35737"/>
                  </a:lnTo>
                  <a:lnTo>
                    <a:pt x="96672" y="40513"/>
                  </a:lnTo>
                  <a:lnTo>
                    <a:pt x="92227" y="42557"/>
                  </a:lnTo>
                  <a:lnTo>
                    <a:pt x="91262" y="43154"/>
                  </a:lnTo>
                  <a:lnTo>
                    <a:pt x="90538" y="43548"/>
                  </a:lnTo>
                  <a:lnTo>
                    <a:pt x="89154" y="43548"/>
                  </a:lnTo>
                  <a:lnTo>
                    <a:pt x="87363" y="43307"/>
                  </a:lnTo>
                  <a:lnTo>
                    <a:pt x="87274" y="43154"/>
                  </a:lnTo>
                  <a:lnTo>
                    <a:pt x="86436" y="41821"/>
                  </a:lnTo>
                  <a:lnTo>
                    <a:pt x="85953" y="41008"/>
                  </a:lnTo>
                  <a:lnTo>
                    <a:pt x="85356" y="39992"/>
                  </a:lnTo>
                  <a:lnTo>
                    <a:pt x="85864" y="39103"/>
                  </a:lnTo>
                  <a:lnTo>
                    <a:pt x="86169" y="38557"/>
                  </a:lnTo>
                  <a:lnTo>
                    <a:pt x="86525" y="37922"/>
                  </a:lnTo>
                  <a:lnTo>
                    <a:pt x="88760" y="39535"/>
                  </a:lnTo>
                  <a:lnTo>
                    <a:pt x="88722" y="39103"/>
                  </a:lnTo>
                  <a:lnTo>
                    <a:pt x="88607" y="37922"/>
                  </a:lnTo>
                  <a:lnTo>
                    <a:pt x="88506" y="36906"/>
                  </a:lnTo>
                  <a:lnTo>
                    <a:pt x="88392" y="35737"/>
                  </a:lnTo>
                  <a:lnTo>
                    <a:pt x="85039" y="35737"/>
                  </a:lnTo>
                  <a:lnTo>
                    <a:pt x="84124" y="38557"/>
                  </a:lnTo>
                  <a:lnTo>
                    <a:pt x="84226" y="34683"/>
                  </a:lnTo>
                  <a:lnTo>
                    <a:pt x="83185" y="32537"/>
                  </a:lnTo>
                  <a:lnTo>
                    <a:pt x="79006" y="31369"/>
                  </a:lnTo>
                  <a:lnTo>
                    <a:pt x="78930" y="31648"/>
                  </a:lnTo>
                  <a:lnTo>
                    <a:pt x="78193" y="34429"/>
                  </a:lnTo>
                  <a:lnTo>
                    <a:pt x="78130" y="35496"/>
                  </a:lnTo>
                  <a:lnTo>
                    <a:pt x="79324" y="37414"/>
                  </a:lnTo>
                  <a:lnTo>
                    <a:pt x="83261" y="39103"/>
                  </a:lnTo>
                  <a:lnTo>
                    <a:pt x="81038" y="38862"/>
                  </a:lnTo>
                  <a:lnTo>
                    <a:pt x="78663" y="41008"/>
                  </a:lnTo>
                  <a:lnTo>
                    <a:pt x="81686" y="43548"/>
                  </a:lnTo>
                  <a:lnTo>
                    <a:pt x="81686" y="41351"/>
                  </a:lnTo>
                  <a:lnTo>
                    <a:pt x="83705" y="41008"/>
                  </a:lnTo>
                  <a:lnTo>
                    <a:pt x="84886" y="42557"/>
                  </a:lnTo>
                  <a:lnTo>
                    <a:pt x="85572" y="43548"/>
                  </a:lnTo>
                  <a:lnTo>
                    <a:pt x="85572" y="44246"/>
                  </a:lnTo>
                  <a:lnTo>
                    <a:pt x="85432" y="45504"/>
                  </a:lnTo>
                  <a:lnTo>
                    <a:pt x="83934" y="46558"/>
                  </a:lnTo>
                  <a:lnTo>
                    <a:pt x="82905" y="47244"/>
                  </a:lnTo>
                  <a:lnTo>
                    <a:pt x="80149" y="47244"/>
                  </a:lnTo>
                  <a:lnTo>
                    <a:pt x="76949" y="44246"/>
                  </a:lnTo>
                  <a:lnTo>
                    <a:pt x="77609" y="43967"/>
                  </a:lnTo>
                  <a:lnTo>
                    <a:pt x="78574" y="43967"/>
                  </a:lnTo>
                  <a:lnTo>
                    <a:pt x="79921" y="44246"/>
                  </a:lnTo>
                  <a:lnTo>
                    <a:pt x="80289" y="44246"/>
                  </a:lnTo>
                  <a:lnTo>
                    <a:pt x="80048" y="43967"/>
                  </a:lnTo>
                  <a:lnTo>
                    <a:pt x="79349" y="43154"/>
                  </a:lnTo>
                  <a:lnTo>
                    <a:pt x="76631" y="39992"/>
                  </a:lnTo>
                  <a:lnTo>
                    <a:pt x="76136" y="39535"/>
                  </a:lnTo>
                  <a:lnTo>
                    <a:pt x="76200" y="42557"/>
                  </a:lnTo>
                  <a:lnTo>
                    <a:pt x="75831" y="43154"/>
                  </a:lnTo>
                  <a:lnTo>
                    <a:pt x="74396" y="39992"/>
                  </a:lnTo>
                  <a:lnTo>
                    <a:pt x="74269" y="39382"/>
                  </a:lnTo>
                  <a:lnTo>
                    <a:pt x="71056" y="42075"/>
                  </a:lnTo>
                  <a:lnTo>
                    <a:pt x="70827" y="42075"/>
                  </a:lnTo>
                  <a:lnTo>
                    <a:pt x="74041" y="43967"/>
                  </a:lnTo>
                  <a:lnTo>
                    <a:pt x="77660" y="46913"/>
                  </a:lnTo>
                  <a:lnTo>
                    <a:pt x="81965" y="52768"/>
                  </a:lnTo>
                  <a:lnTo>
                    <a:pt x="86372" y="49885"/>
                  </a:lnTo>
                  <a:lnTo>
                    <a:pt x="92011" y="47244"/>
                  </a:lnTo>
                  <a:lnTo>
                    <a:pt x="94424" y="46113"/>
                  </a:lnTo>
                  <a:lnTo>
                    <a:pt x="99644" y="43967"/>
                  </a:lnTo>
                  <a:lnTo>
                    <a:pt x="100736" y="43548"/>
                  </a:lnTo>
                  <a:lnTo>
                    <a:pt x="104559" y="42075"/>
                  </a:lnTo>
                  <a:lnTo>
                    <a:pt x="112534" y="39535"/>
                  </a:lnTo>
                  <a:lnTo>
                    <a:pt x="113017" y="39382"/>
                  </a:lnTo>
                  <a:lnTo>
                    <a:pt x="118211" y="38125"/>
                  </a:lnTo>
                  <a:lnTo>
                    <a:pt x="118097" y="37414"/>
                  </a:lnTo>
                  <a:lnTo>
                    <a:pt x="118021" y="36906"/>
                  </a:lnTo>
                  <a:lnTo>
                    <a:pt x="117805" y="35496"/>
                  </a:lnTo>
                  <a:lnTo>
                    <a:pt x="117678" y="34683"/>
                  </a:lnTo>
                  <a:lnTo>
                    <a:pt x="117576" y="34036"/>
                  </a:lnTo>
                  <a:lnTo>
                    <a:pt x="117462" y="33248"/>
                  </a:lnTo>
                  <a:lnTo>
                    <a:pt x="117348" y="32537"/>
                  </a:lnTo>
                  <a:lnTo>
                    <a:pt x="117208" y="31648"/>
                  </a:lnTo>
                  <a:lnTo>
                    <a:pt x="117271" y="30035"/>
                  </a:lnTo>
                  <a:lnTo>
                    <a:pt x="117335" y="29489"/>
                  </a:lnTo>
                  <a:lnTo>
                    <a:pt x="117424" y="28829"/>
                  </a:lnTo>
                  <a:lnTo>
                    <a:pt x="117487" y="28333"/>
                  </a:lnTo>
                  <a:lnTo>
                    <a:pt x="117602" y="27457"/>
                  </a:lnTo>
                  <a:lnTo>
                    <a:pt x="117690" y="26771"/>
                  </a:lnTo>
                  <a:lnTo>
                    <a:pt x="118529" y="23126"/>
                  </a:lnTo>
                  <a:close/>
                </a:path>
                <a:path w="492759" h="325119">
                  <a:moveTo>
                    <a:pt x="119253" y="18161"/>
                  </a:moveTo>
                  <a:lnTo>
                    <a:pt x="118110" y="16916"/>
                  </a:lnTo>
                  <a:lnTo>
                    <a:pt x="116979" y="15887"/>
                  </a:lnTo>
                  <a:lnTo>
                    <a:pt x="115150" y="15887"/>
                  </a:lnTo>
                  <a:lnTo>
                    <a:pt x="113944" y="16916"/>
                  </a:lnTo>
                  <a:lnTo>
                    <a:pt x="112903" y="18161"/>
                  </a:lnTo>
                  <a:lnTo>
                    <a:pt x="112903" y="20040"/>
                  </a:lnTo>
                  <a:lnTo>
                    <a:pt x="113944" y="21145"/>
                  </a:lnTo>
                  <a:lnTo>
                    <a:pt x="115150" y="22085"/>
                  </a:lnTo>
                  <a:lnTo>
                    <a:pt x="116979" y="22085"/>
                  </a:lnTo>
                  <a:lnTo>
                    <a:pt x="118110" y="21031"/>
                  </a:lnTo>
                  <a:lnTo>
                    <a:pt x="119253" y="20040"/>
                  </a:lnTo>
                  <a:lnTo>
                    <a:pt x="119253" y="18161"/>
                  </a:lnTo>
                  <a:close/>
                </a:path>
                <a:path w="492759" h="325119">
                  <a:moveTo>
                    <a:pt x="179311" y="207314"/>
                  </a:moveTo>
                  <a:lnTo>
                    <a:pt x="176161" y="206044"/>
                  </a:lnTo>
                  <a:lnTo>
                    <a:pt x="177507" y="202234"/>
                  </a:lnTo>
                  <a:lnTo>
                    <a:pt x="178765" y="199694"/>
                  </a:lnTo>
                  <a:lnTo>
                    <a:pt x="174840" y="197154"/>
                  </a:lnTo>
                  <a:lnTo>
                    <a:pt x="172885" y="195884"/>
                  </a:lnTo>
                  <a:lnTo>
                    <a:pt x="171792" y="188264"/>
                  </a:lnTo>
                  <a:lnTo>
                    <a:pt x="171602" y="186994"/>
                  </a:lnTo>
                  <a:lnTo>
                    <a:pt x="172186" y="183184"/>
                  </a:lnTo>
                  <a:lnTo>
                    <a:pt x="167233" y="176834"/>
                  </a:lnTo>
                  <a:lnTo>
                    <a:pt x="162941" y="173024"/>
                  </a:lnTo>
                  <a:lnTo>
                    <a:pt x="161518" y="171754"/>
                  </a:lnTo>
                  <a:lnTo>
                    <a:pt x="139700" y="147624"/>
                  </a:lnTo>
                  <a:lnTo>
                    <a:pt x="144119" y="147624"/>
                  </a:lnTo>
                  <a:lnTo>
                    <a:pt x="147243" y="150164"/>
                  </a:lnTo>
                  <a:lnTo>
                    <a:pt x="149161" y="151434"/>
                  </a:lnTo>
                  <a:lnTo>
                    <a:pt x="152844" y="155244"/>
                  </a:lnTo>
                  <a:lnTo>
                    <a:pt x="156222" y="159054"/>
                  </a:lnTo>
                  <a:lnTo>
                    <a:pt x="159893" y="150164"/>
                  </a:lnTo>
                  <a:lnTo>
                    <a:pt x="161569" y="147624"/>
                  </a:lnTo>
                  <a:lnTo>
                    <a:pt x="164096" y="143814"/>
                  </a:lnTo>
                  <a:lnTo>
                    <a:pt x="168948" y="136194"/>
                  </a:lnTo>
                  <a:lnTo>
                    <a:pt x="174599" y="129844"/>
                  </a:lnTo>
                  <a:lnTo>
                    <a:pt x="176682" y="127304"/>
                  </a:lnTo>
                  <a:lnTo>
                    <a:pt x="177685" y="126034"/>
                  </a:lnTo>
                  <a:lnTo>
                    <a:pt x="174777" y="127304"/>
                  </a:lnTo>
                  <a:lnTo>
                    <a:pt x="170154" y="127304"/>
                  </a:lnTo>
                  <a:lnTo>
                    <a:pt x="167678" y="129844"/>
                  </a:lnTo>
                  <a:lnTo>
                    <a:pt x="167678" y="120954"/>
                  </a:lnTo>
                  <a:lnTo>
                    <a:pt x="164338" y="117144"/>
                  </a:lnTo>
                  <a:lnTo>
                    <a:pt x="164617" y="112064"/>
                  </a:lnTo>
                  <a:lnTo>
                    <a:pt x="162864" y="105714"/>
                  </a:lnTo>
                  <a:lnTo>
                    <a:pt x="160858" y="103174"/>
                  </a:lnTo>
                  <a:lnTo>
                    <a:pt x="157873" y="99364"/>
                  </a:lnTo>
                  <a:lnTo>
                    <a:pt x="148463" y="91744"/>
                  </a:lnTo>
                  <a:lnTo>
                    <a:pt x="156654" y="94284"/>
                  </a:lnTo>
                  <a:lnTo>
                    <a:pt x="161404" y="100634"/>
                  </a:lnTo>
                  <a:lnTo>
                    <a:pt x="167678" y="95554"/>
                  </a:lnTo>
                  <a:lnTo>
                    <a:pt x="164160" y="93014"/>
                  </a:lnTo>
                  <a:lnTo>
                    <a:pt x="163182" y="91744"/>
                  </a:lnTo>
                  <a:lnTo>
                    <a:pt x="160274" y="87934"/>
                  </a:lnTo>
                  <a:lnTo>
                    <a:pt x="153619" y="81584"/>
                  </a:lnTo>
                  <a:lnTo>
                    <a:pt x="141795" y="73964"/>
                  </a:lnTo>
                  <a:lnTo>
                    <a:pt x="147332" y="75234"/>
                  </a:lnTo>
                  <a:lnTo>
                    <a:pt x="152666" y="79044"/>
                  </a:lnTo>
                  <a:lnTo>
                    <a:pt x="158229" y="80314"/>
                  </a:lnTo>
                  <a:lnTo>
                    <a:pt x="164477" y="79044"/>
                  </a:lnTo>
                  <a:lnTo>
                    <a:pt x="158902" y="75234"/>
                  </a:lnTo>
                  <a:lnTo>
                    <a:pt x="157619" y="73964"/>
                  </a:lnTo>
                  <a:lnTo>
                    <a:pt x="156337" y="72694"/>
                  </a:lnTo>
                  <a:lnTo>
                    <a:pt x="149948" y="66344"/>
                  </a:lnTo>
                  <a:lnTo>
                    <a:pt x="147408" y="63804"/>
                  </a:lnTo>
                  <a:lnTo>
                    <a:pt x="145084" y="62534"/>
                  </a:lnTo>
                  <a:lnTo>
                    <a:pt x="138137" y="58724"/>
                  </a:lnTo>
                  <a:lnTo>
                    <a:pt x="143268" y="58724"/>
                  </a:lnTo>
                  <a:lnTo>
                    <a:pt x="148755" y="61264"/>
                  </a:lnTo>
                  <a:lnTo>
                    <a:pt x="151015" y="58724"/>
                  </a:lnTo>
                  <a:lnTo>
                    <a:pt x="153276" y="56184"/>
                  </a:lnTo>
                  <a:lnTo>
                    <a:pt x="148082" y="56184"/>
                  </a:lnTo>
                  <a:lnTo>
                    <a:pt x="144868" y="52374"/>
                  </a:lnTo>
                  <a:lnTo>
                    <a:pt x="139280" y="51104"/>
                  </a:lnTo>
                  <a:lnTo>
                    <a:pt x="140144" y="48564"/>
                  </a:lnTo>
                  <a:lnTo>
                    <a:pt x="141439" y="44754"/>
                  </a:lnTo>
                  <a:lnTo>
                    <a:pt x="140919" y="40944"/>
                  </a:lnTo>
                  <a:lnTo>
                    <a:pt x="138633" y="37134"/>
                  </a:lnTo>
                  <a:lnTo>
                    <a:pt x="134658" y="37134"/>
                  </a:lnTo>
                  <a:lnTo>
                    <a:pt x="130771" y="38404"/>
                  </a:lnTo>
                  <a:lnTo>
                    <a:pt x="127990" y="40741"/>
                  </a:lnTo>
                  <a:lnTo>
                    <a:pt x="127990" y="99364"/>
                  </a:lnTo>
                  <a:lnTo>
                    <a:pt x="122453" y="100634"/>
                  </a:lnTo>
                  <a:lnTo>
                    <a:pt x="117322" y="103174"/>
                  </a:lnTo>
                  <a:lnTo>
                    <a:pt x="113169" y="99364"/>
                  </a:lnTo>
                  <a:lnTo>
                    <a:pt x="112522" y="96824"/>
                  </a:lnTo>
                  <a:lnTo>
                    <a:pt x="112191" y="95554"/>
                  </a:lnTo>
                  <a:lnTo>
                    <a:pt x="111137" y="93014"/>
                  </a:lnTo>
                  <a:lnTo>
                    <a:pt x="110350" y="90474"/>
                  </a:lnTo>
                  <a:lnTo>
                    <a:pt x="113868" y="86664"/>
                  </a:lnTo>
                  <a:lnTo>
                    <a:pt x="114452" y="85394"/>
                  </a:lnTo>
                  <a:lnTo>
                    <a:pt x="113880" y="84124"/>
                  </a:lnTo>
                  <a:lnTo>
                    <a:pt x="112750" y="81584"/>
                  </a:lnTo>
                  <a:lnTo>
                    <a:pt x="111620" y="79044"/>
                  </a:lnTo>
                  <a:lnTo>
                    <a:pt x="108216" y="81584"/>
                  </a:lnTo>
                  <a:lnTo>
                    <a:pt x="104571" y="81584"/>
                  </a:lnTo>
                  <a:lnTo>
                    <a:pt x="106286" y="79044"/>
                  </a:lnTo>
                  <a:lnTo>
                    <a:pt x="106362" y="76504"/>
                  </a:lnTo>
                  <a:lnTo>
                    <a:pt x="104127" y="76504"/>
                  </a:lnTo>
                  <a:lnTo>
                    <a:pt x="101358" y="77774"/>
                  </a:lnTo>
                  <a:lnTo>
                    <a:pt x="101358" y="81584"/>
                  </a:lnTo>
                  <a:lnTo>
                    <a:pt x="99771" y="81584"/>
                  </a:lnTo>
                  <a:lnTo>
                    <a:pt x="98336" y="80314"/>
                  </a:lnTo>
                  <a:lnTo>
                    <a:pt x="99148" y="77774"/>
                  </a:lnTo>
                  <a:lnTo>
                    <a:pt x="99148" y="75234"/>
                  </a:lnTo>
                  <a:lnTo>
                    <a:pt x="100431" y="73964"/>
                  </a:lnTo>
                  <a:lnTo>
                    <a:pt x="102184" y="73964"/>
                  </a:lnTo>
                  <a:lnTo>
                    <a:pt x="108242" y="71424"/>
                  </a:lnTo>
                  <a:lnTo>
                    <a:pt x="117322" y="67614"/>
                  </a:lnTo>
                  <a:lnTo>
                    <a:pt x="119253" y="67614"/>
                  </a:lnTo>
                  <a:lnTo>
                    <a:pt x="120573" y="66344"/>
                  </a:lnTo>
                  <a:lnTo>
                    <a:pt x="121945" y="67614"/>
                  </a:lnTo>
                  <a:lnTo>
                    <a:pt x="122872" y="68884"/>
                  </a:lnTo>
                  <a:lnTo>
                    <a:pt x="125285" y="70154"/>
                  </a:lnTo>
                  <a:lnTo>
                    <a:pt x="124701" y="71424"/>
                  </a:lnTo>
                  <a:lnTo>
                    <a:pt x="123837" y="72694"/>
                  </a:lnTo>
                  <a:lnTo>
                    <a:pt x="120573" y="70154"/>
                  </a:lnTo>
                  <a:lnTo>
                    <a:pt x="116611" y="72694"/>
                  </a:lnTo>
                  <a:lnTo>
                    <a:pt x="118198" y="73964"/>
                  </a:lnTo>
                  <a:lnTo>
                    <a:pt x="121640" y="75234"/>
                  </a:lnTo>
                  <a:lnTo>
                    <a:pt x="118351" y="77774"/>
                  </a:lnTo>
                  <a:lnTo>
                    <a:pt x="114795" y="79044"/>
                  </a:lnTo>
                  <a:lnTo>
                    <a:pt x="115938" y="81584"/>
                  </a:lnTo>
                  <a:lnTo>
                    <a:pt x="116979" y="84124"/>
                  </a:lnTo>
                  <a:lnTo>
                    <a:pt x="118605" y="85394"/>
                  </a:lnTo>
                  <a:lnTo>
                    <a:pt x="123444" y="85394"/>
                  </a:lnTo>
                  <a:lnTo>
                    <a:pt x="124701" y="87934"/>
                  </a:lnTo>
                  <a:lnTo>
                    <a:pt x="126047" y="90474"/>
                  </a:lnTo>
                  <a:lnTo>
                    <a:pt x="127508" y="94284"/>
                  </a:lnTo>
                  <a:lnTo>
                    <a:pt x="127635" y="95554"/>
                  </a:lnTo>
                  <a:lnTo>
                    <a:pt x="127749" y="96824"/>
                  </a:lnTo>
                  <a:lnTo>
                    <a:pt x="127990" y="99364"/>
                  </a:lnTo>
                  <a:lnTo>
                    <a:pt x="127990" y="40741"/>
                  </a:lnTo>
                  <a:lnTo>
                    <a:pt x="127812" y="40881"/>
                  </a:lnTo>
                  <a:lnTo>
                    <a:pt x="127812" y="48564"/>
                  </a:lnTo>
                  <a:lnTo>
                    <a:pt x="123837" y="54914"/>
                  </a:lnTo>
                  <a:lnTo>
                    <a:pt x="126466" y="57454"/>
                  </a:lnTo>
                  <a:lnTo>
                    <a:pt x="123317" y="59994"/>
                  </a:lnTo>
                  <a:lnTo>
                    <a:pt x="119341" y="62534"/>
                  </a:lnTo>
                  <a:lnTo>
                    <a:pt x="113868" y="59994"/>
                  </a:lnTo>
                  <a:lnTo>
                    <a:pt x="111506" y="56184"/>
                  </a:lnTo>
                  <a:lnTo>
                    <a:pt x="123444" y="51104"/>
                  </a:lnTo>
                  <a:lnTo>
                    <a:pt x="127812" y="48564"/>
                  </a:lnTo>
                  <a:lnTo>
                    <a:pt x="127812" y="40881"/>
                  </a:lnTo>
                  <a:lnTo>
                    <a:pt x="127304" y="37134"/>
                  </a:lnTo>
                  <a:lnTo>
                    <a:pt x="120103" y="37134"/>
                  </a:lnTo>
                  <a:lnTo>
                    <a:pt x="120370" y="38404"/>
                  </a:lnTo>
                  <a:lnTo>
                    <a:pt x="121107" y="40944"/>
                  </a:lnTo>
                  <a:lnTo>
                    <a:pt x="116611" y="40944"/>
                  </a:lnTo>
                  <a:lnTo>
                    <a:pt x="107657" y="43484"/>
                  </a:lnTo>
                  <a:lnTo>
                    <a:pt x="100787" y="45999"/>
                  </a:lnTo>
                  <a:lnTo>
                    <a:pt x="100787" y="65074"/>
                  </a:lnTo>
                  <a:lnTo>
                    <a:pt x="98907" y="71424"/>
                  </a:lnTo>
                  <a:lnTo>
                    <a:pt x="89750" y="71424"/>
                  </a:lnTo>
                  <a:lnTo>
                    <a:pt x="89852" y="67614"/>
                  </a:lnTo>
                  <a:lnTo>
                    <a:pt x="82880" y="66344"/>
                  </a:lnTo>
                  <a:lnTo>
                    <a:pt x="87757" y="65074"/>
                  </a:lnTo>
                  <a:lnTo>
                    <a:pt x="99771" y="61264"/>
                  </a:lnTo>
                  <a:lnTo>
                    <a:pt x="100787" y="65074"/>
                  </a:lnTo>
                  <a:lnTo>
                    <a:pt x="100787" y="45999"/>
                  </a:lnTo>
                  <a:lnTo>
                    <a:pt x="93726" y="48564"/>
                  </a:lnTo>
                  <a:lnTo>
                    <a:pt x="85864" y="53644"/>
                  </a:lnTo>
                  <a:lnTo>
                    <a:pt x="82118" y="56184"/>
                  </a:lnTo>
                  <a:lnTo>
                    <a:pt x="80949" y="53644"/>
                  </a:lnTo>
                  <a:lnTo>
                    <a:pt x="80086" y="53644"/>
                  </a:lnTo>
                  <a:lnTo>
                    <a:pt x="77660" y="54914"/>
                  </a:lnTo>
                  <a:lnTo>
                    <a:pt x="75184" y="57454"/>
                  </a:lnTo>
                  <a:lnTo>
                    <a:pt x="77101" y="59994"/>
                  </a:lnTo>
                  <a:lnTo>
                    <a:pt x="73152" y="61264"/>
                  </a:lnTo>
                  <a:lnTo>
                    <a:pt x="68872" y="61264"/>
                  </a:lnTo>
                  <a:lnTo>
                    <a:pt x="65252" y="65074"/>
                  </a:lnTo>
                  <a:lnTo>
                    <a:pt x="65252" y="68884"/>
                  </a:lnTo>
                  <a:lnTo>
                    <a:pt x="69011" y="72694"/>
                  </a:lnTo>
                  <a:lnTo>
                    <a:pt x="74536" y="75234"/>
                  </a:lnTo>
                  <a:lnTo>
                    <a:pt x="70332" y="82854"/>
                  </a:lnTo>
                  <a:lnTo>
                    <a:pt x="69583" y="89204"/>
                  </a:lnTo>
                  <a:lnTo>
                    <a:pt x="69481" y="90474"/>
                  </a:lnTo>
                  <a:lnTo>
                    <a:pt x="69367" y="91744"/>
                  </a:lnTo>
                  <a:lnTo>
                    <a:pt x="69265" y="93014"/>
                  </a:lnTo>
                  <a:lnTo>
                    <a:pt x="69151" y="94284"/>
                  </a:lnTo>
                  <a:lnTo>
                    <a:pt x="69037" y="95554"/>
                  </a:lnTo>
                  <a:lnTo>
                    <a:pt x="65455" y="100634"/>
                  </a:lnTo>
                  <a:lnTo>
                    <a:pt x="71932" y="99364"/>
                  </a:lnTo>
                  <a:lnTo>
                    <a:pt x="75272" y="93014"/>
                  </a:lnTo>
                  <a:lnTo>
                    <a:pt x="77533" y="87934"/>
                  </a:lnTo>
                  <a:lnTo>
                    <a:pt x="80759" y="84124"/>
                  </a:lnTo>
                  <a:lnTo>
                    <a:pt x="79476" y="90474"/>
                  </a:lnTo>
                  <a:lnTo>
                    <a:pt x="77114" y="95554"/>
                  </a:lnTo>
                  <a:lnTo>
                    <a:pt x="74841" y="100634"/>
                  </a:lnTo>
                  <a:lnTo>
                    <a:pt x="73825" y="108254"/>
                  </a:lnTo>
                  <a:lnTo>
                    <a:pt x="73825" y="114604"/>
                  </a:lnTo>
                  <a:lnTo>
                    <a:pt x="77812" y="122224"/>
                  </a:lnTo>
                  <a:lnTo>
                    <a:pt x="74371" y="126034"/>
                  </a:lnTo>
                  <a:lnTo>
                    <a:pt x="79641" y="120954"/>
                  </a:lnTo>
                  <a:lnTo>
                    <a:pt x="82283" y="112064"/>
                  </a:lnTo>
                  <a:lnTo>
                    <a:pt x="84251" y="103174"/>
                  </a:lnTo>
                  <a:lnTo>
                    <a:pt x="87490" y="96824"/>
                  </a:lnTo>
                  <a:lnTo>
                    <a:pt x="88582" y="99364"/>
                  </a:lnTo>
                  <a:lnTo>
                    <a:pt x="87820" y="103174"/>
                  </a:lnTo>
                  <a:lnTo>
                    <a:pt x="86588" y="106984"/>
                  </a:lnTo>
                  <a:lnTo>
                    <a:pt x="85166" y="114604"/>
                  </a:lnTo>
                  <a:lnTo>
                    <a:pt x="85077" y="117144"/>
                  </a:lnTo>
                  <a:lnTo>
                    <a:pt x="85026" y="118414"/>
                  </a:lnTo>
                  <a:lnTo>
                    <a:pt x="84937" y="120954"/>
                  </a:lnTo>
                  <a:lnTo>
                    <a:pt x="84886" y="122224"/>
                  </a:lnTo>
                  <a:lnTo>
                    <a:pt x="84785" y="123494"/>
                  </a:lnTo>
                  <a:lnTo>
                    <a:pt x="84670" y="124764"/>
                  </a:lnTo>
                  <a:lnTo>
                    <a:pt x="84569" y="126034"/>
                  </a:lnTo>
                  <a:lnTo>
                    <a:pt x="84467" y="127304"/>
                  </a:lnTo>
                  <a:lnTo>
                    <a:pt x="84353" y="128574"/>
                  </a:lnTo>
                  <a:lnTo>
                    <a:pt x="84251" y="129844"/>
                  </a:lnTo>
                  <a:lnTo>
                    <a:pt x="81749" y="134924"/>
                  </a:lnTo>
                  <a:lnTo>
                    <a:pt x="87782" y="131114"/>
                  </a:lnTo>
                  <a:lnTo>
                    <a:pt x="91973" y="124764"/>
                  </a:lnTo>
                  <a:lnTo>
                    <a:pt x="95834" y="118414"/>
                  </a:lnTo>
                  <a:lnTo>
                    <a:pt x="100863" y="112064"/>
                  </a:lnTo>
                  <a:lnTo>
                    <a:pt x="95580" y="124764"/>
                  </a:lnTo>
                  <a:lnTo>
                    <a:pt x="89928" y="141274"/>
                  </a:lnTo>
                  <a:lnTo>
                    <a:pt x="83604" y="157784"/>
                  </a:lnTo>
                  <a:lnTo>
                    <a:pt x="54737" y="203504"/>
                  </a:lnTo>
                  <a:lnTo>
                    <a:pt x="34188" y="220014"/>
                  </a:lnTo>
                  <a:lnTo>
                    <a:pt x="27292" y="220014"/>
                  </a:lnTo>
                  <a:lnTo>
                    <a:pt x="22275" y="216204"/>
                  </a:lnTo>
                  <a:lnTo>
                    <a:pt x="22275" y="207314"/>
                  </a:lnTo>
                  <a:lnTo>
                    <a:pt x="29210" y="189534"/>
                  </a:lnTo>
                  <a:lnTo>
                    <a:pt x="59677" y="156514"/>
                  </a:lnTo>
                  <a:lnTo>
                    <a:pt x="66611" y="137464"/>
                  </a:lnTo>
                  <a:lnTo>
                    <a:pt x="66611" y="126034"/>
                  </a:lnTo>
                  <a:lnTo>
                    <a:pt x="56540" y="122224"/>
                  </a:lnTo>
                  <a:lnTo>
                    <a:pt x="46024" y="122224"/>
                  </a:lnTo>
                  <a:lnTo>
                    <a:pt x="41008" y="123494"/>
                  </a:lnTo>
                  <a:lnTo>
                    <a:pt x="36728" y="127304"/>
                  </a:lnTo>
                  <a:lnTo>
                    <a:pt x="34886" y="126034"/>
                  </a:lnTo>
                  <a:lnTo>
                    <a:pt x="31457" y="126034"/>
                  </a:lnTo>
                  <a:lnTo>
                    <a:pt x="22860" y="129844"/>
                  </a:lnTo>
                  <a:lnTo>
                    <a:pt x="18186" y="140004"/>
                  </a:lnTo>
                  <a:lnTo>
                    <a:pt x="13868" y="148894"/>
                  </a:lnTo>
                  <a:lnTo>
                    <a:pt x="6350" y="152704"/>
                  </a:lnTo>
                  <a:lnTo>
                    <a:pt x="11036" y="153974"/>
                  </a:lnTo>
                  <a:lnTo>
                    <a:pt x="16459" y="151434"/>
                  </a:lnTo>
                  <a:lnTo>
                    <a:pt x="21882" y="147624"/>
                  </a:lnTo>
                  <a:lnTo>
                    <a:pt x="26606" y="142544"/>
                  </a:lnTo>
                  <a:lnTo>
                    <a:pt x="21170" y="152704"/>
                  </a:lnTo>
                  <a:lnTo>
                    <a:pt x="11671" y="159054"/>
                  </a:lnTo>
                  <a:lnTo>
                    <a:pt x="2984" y="165404"/>
                  </a:lnTo>
                  <a:lnTo>
                    <a:pt x="0" y="176834"/>
                  </a:lnTo>
                  <a:lnTo>
                    <a:pt x="8699" y="167944"/>
                  </a:lnTo>
                  <a:lnTo>
                    <a:pt x="24218" y="160324"/>
                  </a:lnTo>
                  <a:lnTo>
                    <a:pt x="39052" y="151434"/>
                  </a:lnTo>
                  <a:lnTo>
                    <a:pt x="43256" y="142544"/>
                  </a:lnTo>
                  <a:lnTo>
                    <a:pt x="45656" y="137464"/>
                  </a:lnTo>
                  <a:lnTo>
                    <a:pt x="45656" y="134924"/>
                  </a:lnTo>
                  <a:lnTo>
                    <a:pt x="44043" y="132384"/>
                  </a:lnTo>
                  <a:lnTo>
                    <a:pt x="42037" y="129844"/>
                  </a:lnTo>
                  <a:lnTo>
                    <a:pt x="45161" y="128574"/>
                  </a:lnTo>
                  <a:lnTo>
                    <a:pt x="48094" y="127304"/>
                  </a:lnTo>
                  <a:lnTo>
                    <a:pt x="55829" y="127304"/>
                  </a:lnTo>
                  <a:lnTo>
                    <a:pt x="60401" y="131114"/>
                  </a:lnTo>
                  <a:lnTo>
                    <a:pt x="60401" y="138734"/>
                  </a:lnTo>
                  <a:lnTo>
                    <a:pt x="53543" y="155244"/>
                  </a:lnTo>
                  <a:lnTo>
                    <a:pt x="23368" y="188264"/>
                  </a:lnTo>
                  <a:lnTo>
                    <a:pt x="16510" y="207314"/>
                  </a:lnTo>
                  <a:lnTo>
                    <a:pt x="16510" y="212394"/>
                  </a:lnTo>
                  <a:lnTo>
                    <a:pt x="17830" y="216204"/>
                  </a:lnTo>
                  <a:lnTo>
                    <a:pt x="20078" y="218744"/>
                  </a:lnTo>
                  <a:lnTo>
                    <a:pt x="16992" y="220014"/>
                  </a:lnTo>
                  <a:lnTo>
                    <a:pt x="13716" y="220014"/>
                  </a:lnTo>
                  <a:lnTo>
                    <a:pt x="11137" y="217474"/>
                  </a:lnTo>
                  <a:lnTo>
                    <a:pt x="11036" y="220014"/>
                  </a:lnTo>
                  <a:lnTo>
                    <a:pt x="10947" y="222554"/>
                  </a:lnTo>
                  <a:lnTo>
                    <a:pt x="10896" y="223824"/>
                  </a:lnTo>
                  <a:lnTo>
                    <a:pt x="21221" y="228904"/>
                  </a:lnTo>
                  <a:lnTo>
                    <a:pt x="27800" y="225094"/>
                  </a:lnTo>
                  <a:lnTo>
                    <a:pt x="29210" y="225094"/>
                  </a:lnTo>
                  <a:lnTo>
                    <a:pt x="30848" y="226364"/>
                  </a:lnTo>
                  <a:lnTo>
                    <a:pt x="32397" y="226364"/>
                  </a:lnTo>
                  <a:lnTo>
                    <a:pt x="30403" y="231444"/>
                  </a:lnTo>
                  <a:lnTo>
                    <a:pt x="23749" y="232714"/>
                  </a:lnTo>
                  <a:lnTo>
                    <a:pt x="20078" y="232714"/>
                  </a:lnTo>
                  <a:lnTo>
                    <a:pt x="29337" y="235254"/>
                  </a:lnTo>
                  <a:lnTo>
                    <a:pt x="38938" y="232714"/>
                  </a:lnTo>
                  <a:lnTo>
                    <a:pt x="46266" y="227634"/>
                  </a:lnTo>
                  <a:lnTo>
                    <a:pt x="47091" y="225094"/>
                  </a:lnTo>
                  <a:lnTo>
                    <a:pt x="48755" y="220014"/>
                  </a:lnTo>
                  <a:lnTo>
                    <a:pt x="54610" y="214934"/>
                  </a:lnTo>
                  <a:lnTo>
                    <a:pt x="59690" y="207314"/>
                  </a:lnTo>
                  <a:lnTo>
                    <a:pt x="69011" y="194614"/>
                  </a:lnTo>
                  <a:lnTo>
                    <a:pt x="68592" y="195884"/>
                  </a:lnTo>
                  <a:lnTo>
                    <a:pt x="67957" y="199694"/>
                  </a:lnTo>
                  <a:lnTo>
                    <a:pt x="63398" y="208584"/>
                  </a:lnTo>
                  <a:lnTo>
                    <a:pt x="59321" y="216204"/>
                  </a:lnTo>
                  <a:lnTo>
                    <a:pt x="56083" y="225094"/>
                  </a:lnTo>
                  <a:lnTo>
                    <a:pt x="54038" y="236524"/>
                  </a:lnTo>
                  <a:lnTo>
                    <a:pt x="52171" y="245414"/>
                  </a:lnTo>
                  <a:lnTo>
                    <a:pt x="48602" y="251764"/>
                  </a:lnTo>
                  <a:lnTo>
                    <a:pt x="43611" y="258114"/>
                  </a:lnTo>
                  <a:lnTo>
                    <a:pt x="37465" y="259384"/>
                  </a:lnTo>
                  <a:lnTo>
                    <a:pt x="35496" y="259384"/>
                  </a:lnTo>
                  <a:lnTo>
                    <a:pt x="32232" y="256844"/>
                  </a:lnTo>
                  <a:lnTo>
                    <a:pt x="30746" y="258114"/>
                  </a:lnTo>
                  <a:lnTo>
                    <a:pt x="27901" y="260654"/>
                  </a:lnTo>
                  <a:lnTo>
                    <a:pt x="30543" y="263194"/>
                  </a:lnTo>
                  <a:lnTo>
                    <a:pt x="30543" y="268274"/>
                  </a:lnTo>
                  <a:lnTo>
                    <a:pt x="23749" y="272084"/>
                  </a:lnTo>
                  <a:lnTo>
                    <a:pt x="23749" y="288594"/>
                  </a:lnTo>
                  <a:lnTo>
                    <a:pt x="26606" y="293674"/>
                  </a:lnTo>
                  <a:lnTo>
                    <a:pt x="25463" y="297484"/>
                  </a:lnTo>
                  <a:lnTo>
                    <a:pt x="28359" y="296214"/>
                  </a:lnTo>
                  <a:lnTo>
                    <a:pt x="32156" y="291134"/>
                  </a:lnTo>
                  <a:lnTo>
                    <a:pt x="33616" y="284784"/>
                  </a:lnTo>
                  <a:lnTo>
                    <a:pt x="33667" y="286054"/>
                  </a:lnTo>
                  <a:lnTo>
                    <a:pt x="33782" y="288594"/>
                  </a:lnTo>
                  <a:lnTo>
                    <a:pt x="33896" y="291134"/>
                  </a:lnTo>
                  <a:lnTo>
                    <a:pt x="34010" y="293674"/>
                  </a:lnTo>
                  <a:lnTo>
                    <a:pt x="32435" y="298754"/>
                  </a:lnTo>
                  <a:lnTo>
                    <a:pt x="31559" y="303834"/>
                  </a:lnTo>
                  <a:lnTo>
                    <a:pt x="34061" y="311454"/>
                  </a:lnTo>
                  <a:lnTo>
                    <a:pt x="34886" y="307644"/>
                  </a:lnTo>
                  <a:lnTo>
                    <a:pt x="39166" y="305104"/>
                  </a:lnTo>
                  <a:lnTo>
                    <a:pt x="41821" y="307644"/>
                  </a:lnTo>
                  <a:lnTo>
                    <a:pt x="44538" y="308914"/>
                  </a:lnTo>
                  <a:lnTo>
                    <a:pt x="43256" y="310184"/>
                  </a:lnTo>
                  <a:lnTo>
                    <a:pt x="41325" y="312724"/>
                  </a:lnTo>
                  <a:lnTo>
                    <a:pt x="39331" y="313994"/>
                  </a:lnTo>
                  <a:lnTo>
                    <a:pt x="37553" y="324154"/>
                  </a:lnTo>
                  <a:lnTo>
                    <a:pt x="46456" y="322884"/>
                  </a:lnTo>
                  <a:lnTo>
                    <a:pt x="44729" y="321614"/>
                  </a:lnTo>
                  <a:lnTo>
                    <a:pt x="44615" y="319074"/>
                  </a:lnTo>
                  <a:lnTo>
                    <a:pt x="49085" y="319074"/>
                  </a:lnTo>
                  <a:lnTo>
                    <a:pt x="55181" y="317804"/>
                  </a:lnTo>
                  <a:lnTo>
                    <a:pt x="57010" y="320344"/>
                  </a:lnTo>
                  <a:lnTo>
                    <a:pt x="67665" y="320344"/>
                  </a:lnTo>
                  <a:lnTo>
                    <a:pt x="68122" y="317804"/>
                  </a:lnTo>
                  <a:lnTo>
                    <a:pt x="68592" y="315264"/>
                  </a:lnTo>
                  <a:lnTo>
                    <a:pt x="75107" y="315264"/>
                  </a:lnTo>
                  <a:lnTo>
                    <a:pt x="75107" y="317804"/>
                  </a:lnTo>
                  <a:lnTo>
                    <a:pt x="73964" y="319074"/>
                  </a:lnTo>
                  <a:lnTo>
                    <a:pt x="79070" y="317804"/>
                  </a:lnTo>
                  <a:lnTo>
                    <a:pt x="80035" y="315264"/>
                  </a:lnTo>
                  <a:lnTo>
                    <a:pt x="80035" y="310184"/>
                  </a:lnTo>
                  <a:lnTo>
                    <a:pt x="77660" y="307644"/>
                  </a:lnTo>
                  <a:lnTo>
                    <a:pt x="79451" y="306374"/>
                  </a:lnTo>
                  <a:lnTo>
                    <a:pt x="81305" y="305104"/>
                  </a:lnTo>
                  <a:lnTo>
                    <a:pt x="87312" y="306374"/>
                  </a:lnTo>
                  <a:lnTo>
                    <a:pt x="84874" y="311454"/>
                  </a:lnTo>
                  <a:lnTo>
                    <a:pt x="87934" y="311454"/>
                  </a:lnTo>
                  <a:lnTo>
                    <a:pt x="89611" y="308914"/>
                  </a:lnTo>
                  <a:lnTo>
                    <a:pt x="89611" y="305104"/>
                  </a:lnTo>
                  <a:lnTo>
                    <a:pt x="89611" y="302564"/>
                  </a:lnTo>
                  <a:lnTo>
                    <a:pt x="89611" y="301294"/>
                  </a:lnTo>
                  <a:lnTo>
                    <a:pt x="87490" y="300024"/>
                  </a:lnTo>
                  <a:lnTo>
                    <a:pt x="85369" y="298754"/>
                  </a:lnTo>
                  <a:lnTo>
                    <a:pt x="81305" y="300024"/>
                  </a:lnTo>
                  <a:lnTo>
                    <a:pt x="80645" y="297484"/>
                  </a:lnTo>
                  <a:lnTo>
                    <a:pt x="77177" y="296214"/>
                  </a:lnTo>
                  <a:lnTo>
                    <a:pt x="66738" y="296214"/>
                  </a:lnTo>
                  <a:lnTo>
                    <a:pt x="67792" y="302564"/>
                  </a:lnTo>
                  <a:lnTo>
                    <a:pt x="62826" y="302564"/>
                  </a:lnTo>
                  <a:lnTo>
                    <a:pt x="47180" y="274624"/>
                  </a:lnTo>
                  <a:lnTo>
                    <a:pt x="47180" y="265734"/>
                  </a:lnTo>
                  <a:lnTo>
                    <a:pt x="57175" y="263194"/>
                  </a:lnTo>
                  <a:lnTo>
                    <a:pt x="64363" y="260654"/>
                  </a:lnTo>
                  <a:lnTo>
                    <a:pt x="66408" y="259384"/>
                  </a:lnTo>
                  <a:lnTo>
                    <a:pt x="70510" y="256844"/>
                  </a:lnTo>
                  <a:lnTo>
                    <a:pt x="77673" y="253034"/>
                  </a:lnTo>
                  <a:lnTo>
                    <a:pt x="84912" y="246684"/>
                  </a:lnTo>
                  <a:lnTo>
                    <a:pt x="91262" y="237794"/>
                  </a:lnTo>
                  <a:lnTo>
                    <a:pt x="94653" y="230174"/>
                  </a:lnTo>
                  <a:lnTo>
                    <a:pt x="96367" y="222554"/>
                  </a:lnTo>
                  <a:lnTo>
                    <a:pt x="96443" y="221284"/>
                  </a:lnTo>
                  <a:lnTo>
                    <a:pt x="96532" y="220014"/>
                  </a:lnTo>
                  <a:lnTo>
                    <a:pt x="96596" y="206044"/>
                  </a:lnTo>
                  <a:lnTo>
                    <a:pt x="106603" y="211124"/>
                  </a:lnTo>
                  <a:lnTo>
                    <a:pt x="107657" y="218744"/>
                  </a:lnTo>
                  <a:lnTo>
                    <a:pt x="107657" y="232714"/>
                  </a:lnTo>
                  <a:lnTo>
                    <a:pt x="103619" y="235254"/>
                  </a:lnTo>
                  <a:lnTo>
                    <a:pt x="100457" y="236524"/>
                  </a:lnTo>
                  <a:lnTo>
                    <a:pt x="97840" y="237794"/>
                  </a:lnTo>
                  <a:lnTo>
                    <a:pt x="96926" y="237794"/>
                  </a:lnTo>
                  <a:lnTo>
                    <a:pt x="96685" y="239064"/>
                  </a:lnTo>
                  <a:lnTo>
                    <a:pt x="96278" y="241604"/>
                  </a:lnTo>
                  <a:lnTo>
                    <a:pt x="97612" y="242874"/>
                  </a:lnTo>
                  <a:lnTo>
                    <a:pt x="98793" y="242874"/>
                  </a:lnTo>
                  <a:lnTo>
                    <a:pt x="102425" y="245414"/>
                  </a:lnTo>
                  <a:lnTo>
                    <a:pt x="101536" y="247954"/>
                  </a:lnTo>
                  <a:lnTo>
                    <a:pt x="102679" y="251764"/>
                  </a:lnTo>
                  <a:lnTo>
                    <a:pt x="103619" y="255574"/>
                  </a:lnTo>
                  <a:lnTo>
                    <a:pt x="107010" y="260654"/>
                  </a:lnTo>
                  <a:lnTo>
                    <a:pt x="112610" y="265734"/>
                  </a:lnTo>
                  <a:lnTo>
                    <a:pt x="113144" y="263194"/>
                  </a:lnTo>
                  <a:lnTo>
                    <a:pt x="113017" y="259384"/>
                  </a:lnTo>
                  <a:lnTo>
                    <a:pt x="112915" y="258114"/>
                  </a:lnTo>
                  <a:lnTo>
                    <a:pt x="112814" y="256844"/>
                  </a:lnTo>
                  <a:lnTo>
                    <a:pt x="112712" y="255574"/>
                  </a:lnTo>
                  <a:lnTo>
                    <a:pt x="112610" y="254304"/>
                  </a:lnTo>
                  <a:lnTo>
                    <a:pt x="116344" y="259384"/>
                  </a:lnTo>
                  <a:lnTo>
                    <a:pt x="118135" y="265734"/>
                  </a:lnTo>
                  <a:lnTo>
                    <a:pt x="121272" y="270814"/>
                  </a:lnTo>
                  <a:lnTo>
                    <a:pt x="129095" y="273354"/>
                  </a:lnTo>
                  <a:lnTo>
                    <a:pt x="126403" y="272084"/>
                  </a:lnTo>
                  <a:lnTo>
                    <a:pt x="127088" y="268274"/>
                  </a:lnTo>
                  <a:lnTo>
                    <a:pt x="128651" y="268274"/>
                  </a:lnTo>
                  <a:lnTo>
                    <a:pt x="130251" y="267004"/>
                  </a:lnTo>
                  <a:lnTo>
                    <a:pt x="132194" y="268274"/>
                  </a:lnTo>
                  <a:lnTo>
                    <a:pt x="135178" y="272084"/>
                  </a:lnTo>
                  <a:lnTo>
                    <a:pt x="138023" y="275894"/>
                  </a:lnTo>
                  <a:lnTo>
                    <a:pt x="151409" y="275894"/>
                  </a:lnTo>
                  <a:lnTo>
                    <a:pt x="148082" y="273354"/>
                  </a:lnTo>
                  <a:lnTo>
                    <a:pt x="155600" y="273354"/>
                  </a:lnTo>
                  <a:lnTo>
                    <a:pt x="155498" y="275894"/>
                  </a:lnTo>
                  <a:lnTo>
                    <a:pt x="155397" y="278434"/>
                  </a:lnTo>
                  <a:lnTo>
                    <a:pt x="153352" y="280974"/>
                  </a:lnTo>
                  <a:lnTo>
                    <a:pt x="159702" y="279704"/>
                  </a:lnTo>
                  <a:lnTo>
                    <a:pt x="161594" y="274624"/>
                  </a:lnTo>
                  <a:lnTo>
                    <a:pt x="161061" y="273354"/>
                  </a:lnTo>
                  <a:lnTo>
                    <a:pt x="159461" y="269544"/>
                  </a:lnTo>
                  <a:lnTo>
                    <a:pt x="164973" y="267004"/>
                  </a:lnTo>
                  <a:lnTo>
                    <a:pt x="167970" y="270814"/>
                  </a:lnTo>
                  <a:lnTo>
                    <a:pt x="168694" y="273354"/>
                  </a:lnTo>
                  <a:lnTo>
                    <a:pt x="174205" y="268274"/>
                  </a:lnTo>
                  <a:lnTo>
                    <a:pt x="173101" y="267004"/>
                  </a:lnTo>
                  <a:lnTo>
                    <a:pt x="168694" y="261924"/>
                  </a:lnTo>
                  <a:lnTo>
                    <a:pt x="164477" y="261924"/>
                  </a:lnTo>
                  <a:lnTo>
                    <a:pt x="164477" y="260654"/>
                  </a:lnTo>
                  <a:lnTo>
                    <a:pt x="164477" y="259384"/>
                  </a:lnTo>
                  <a:lnTo>
                    <a:pt x="162674" y="258114"/>
                  </a:lnTo>
                  <a:lnTo>
                    <a:pt x="158038" y="256844"/>
                  </a:lnTo>
                  <a:lnTo>
                    <a:pt x="150787" y="256844"/>
                  </a:lnTo>
                  <a:lnTo>
                    <a:pt x="149288" y="260654"/>
                  </a:lnTo>
                  <a:lnTo>
                    <a:pt x="146304" y="260654"/>
                  </a:lnTo>
                  <a:lnTo>
                    <a:pt x="118516" y="237794"/>
                  </a:lnTo>
                  <a:lnTo>
                    <a:pt x="121272" y="232714"/>
                  </a:lnTo>
                  <a:lnTo>
                    <a:pt x="127317" y="227634"/>
                  </a:lnTo>
                  <a:lnTo>
                    <a:pt x="133362" y="221284"/>
                  </a:lnTo>
                  <a:lnTo>
                    <a:pt x="136105" y="214934"/>
                  </a:lnTo>
                  <a:lnTo>
                    <a:pt x="133959" y="206044"/>
                  </a:lnTo>
                  <a:lnTo>
                    <a:pt x="133654" y="204774"/>
                  </a:lnTo>
                  <a:lnTo>
                    <a:pt x="127330" y="198424"/>
                  </a:lnTo>
                  <a:lnTo>
                    <a:pt x="122161" y="194614"/>
                  </a:lnTo>
                  <a:lnTo>
                    <a:pt x="118706" y="192074"/>
                  </a:lnTo>
                  <a:lnTo>
                    <a:pt x="109321" y="185724"/>
                  </a:lnTo>
                  <a:lnTo>
                    <a:pt x="113931" y="183184"/>
                  </a:lnTo>
                  <a:lnTo>
                    <a:pt x="120421" y="181914"/>
                  </a:lnTo>
                  <a:lnTo>
                    <a:pt x="127457" y="181914"/>
                  </a:lnTo>
                  <a:lnTo>
                    <a:pt x="133756" y="183184"/>
                  </a:lnTo>
                  <a:lnTo>
                    <a:pt x="133985" y="181914"/>
                  </a:lnTo>
                  <a:lnTo>
                    <a:pt x="134442" y="179374"/>
                  </a:lnTo>
                  <a:lnTo>
                    <a:pt x="137185" y="180644"/>
                  </a:lnTo>
                  <a:lnTo>
                    <a:pt x="137350" y="179374"/>
                  </a:lnTo>
                  <a:lnTo>
                    <a:pt x="138137" y="173024"/>
                  </a:lnTo>
                  <a:lnTo>
                    <a:pt x="140690" y="179374"/>
                  </a:lnTo>
                  <a:lnTo>
                    <a:pt x="138023" y="184454"/>
                  </a:lnTo>
                  <a:lnTo>
                    <a:pt x="140690" y="186994"/>
                  </a:lnTo>
                  <a:lnTo>
                    <a:pt x="142824" y="184454"/>
                  </a:lnTo>
                  <a:lnTo>
                    <a:pt x="148082" y="184454"/>
                  </a:lnTo>
                  <a:lnTo>
                    <a:pt x="148018" y="183184"/>
                  </a:lnTo>
                  <a:lnTo>
                    <a:pt x="147942" y="181914"/>
                  </a:lnTo>
                  <a:lnTo>
                    <a:pt x="147878" y="180644"/>
                  </a:lnTo>
                  <a:lnTo>
                    <a:pt x="147815" y="179374"/>
                  </a:lnTo>
                  <a:lnTo>
                    <a:pt x="147688" y="176834"/>
                  </a:lnTo>
                  <a:lnTo>
                    <a:pt x="149288" y="181914"/>
                  </a:lnTo>
                  <a:lnTo>
                    <a:pt x="145732" y="189534"/>
                  </a:lnTo>
                  <a:lnTo>
                    <a:pt x="149288" y="192074"/>
                  </a:lnTo>
                  <a:lnTo>
                    <a:pt x="149948" y="188264"/>
                  </a:lnTo>
                  <a:lnTo>
                    <a:pt x="155397" y="188264"/>
                  </a:lnTo>
                  <a:lnTo>
                    <a:pt x="156654" y="189534"/>
                  </a:lnTo>
                  <a:lnTo>
                    <a:pt x="156654" y="197154"/>
                  </a:lnTo>
                  <a:lnTo>
                    <a:pt x="149428" y="194614"/>
                  </a:lnTo>
                  <a:lnTo>
                    <a:pt x="149428" y="203504"/>
                  </a:lnTo>
                  <a:lnTo>
                    <a:pt x="152920" y="204774"/>
                  </a:lnTo>
                  <a:lnTo>
                    <a:pt x="152920" y="208584"/>
                  </a:lnTo>
                  <a:lnTo>
                    <a:pt x="150025" y="211124"/>
                  </a:lnTo>
                  <a:lnTo>
                    <a:pt x="146532" y="208584"/>
                  </a:lnTo>
                  <a:lnTo>
                    <a:pt x="147586" y="211124"/>
                  </a:lnTo>
                  <a:lnTo>
                    <a:pt x="149948" y="213664"/>
                  </a:lnTo>
                  <a:lnTo>
                    <a:pt x="156222" y="213664"/>
                  </a:lnTo>
                  <a:lnTo>
                    <a:pt x="159702" y="211124"/>
                  </a:lnTo>
                  <a:lnTo>
                    <a:pt x="161112" y="207314"/>
                  </a:lnTo>
                  <a:lnTo>
                    <a:pt x="162674" y="212394"/>
                  </a:lnTo>
                  <a:lnTo>
                    <a:pt x="161404" y="216204"/>
                  </a:lnTo>
                  <a:lnTo>
                    <a:pt x="158419" y="217474"/>
                  </a:lnTo>
                  <a:lnTo>
                    <a:pt x="161645" y="218744"/>
                  </a:lnTo>
                  <a:lnTo>
                    <a:pt x="169303" y="217474"/>
                  </a:lnTo>
                  <a:lnTo>
                    <a:pt x="169202" y="216204"/>
                  </a:lnTo>
                  <a:lnTo>
                    <a:pt x="169100" y="214934"/>
                  </a:lnTo>
                  <a:lnTo>
                    <a:pt x="168998" y="213664"/>
                  </a:lnTo>
                  <a:lnTo>
                    <a:pt x="168897" y="212394"/>
                  </a:lnTo>
                  <a:lnTo>
                    <a:pt x="168795" y="211124"/>
                  </a:lnTo>
                  <a:lnTo>
                    <a:pt x="168490" y="207314"/>
                  </a:lnTo>
                  <a:lnTo>
                    <a:pt x="172745" y="208584"/>
                  </a:lnTo>
                  <a:lnTo>
                    <a:pt x="175107" y="211124"/>
                  </a:lnTo>
                  <a:lnTo>
                    <a:pt x="172478" y="216204"/>
                  </a:lnTo>
                  <a:lnTo>
                    <a:pt x="176034" y="214934"/>
                  </a:lnTo>
                  <a:lnTo>
                    <a:pt x="179311" y="213664"/>
                  </a:lnTo>
                  <a:lnTo>
                    <a:pt x="179311" y="207314"/>
                  </a:lnTo>
                  <a:close/>
                </a:path>
                <a:path w="492759" h="325119">
                  <a:moveTo>
                    <a:pt x="351866" y="173456"/>
                  </a:moveTo>
                  <a:lnTo>
                    <a:pt x="351332" y="171704"/>
                  </a:lnTo>
                  <a:lnTo>
                    <a:pt x="350418" y="169164"/>
                  </a:lnTo>
                  <a:lnTo>
                    <a:pt x="348843" y="167652"/>
                  </a:lnTo>
                  <a:lnTo>
                    <a:pt x="348843" y="174574"/>
                  </a:lnTo>
                  <a:lnTo>
                    <a:pt x="348145" y="175653"/>
                  </a:lnTo>
                  <a:lnTo>
                    <a:pt x="347700" y="176771"/>
                  </a:lnTo>
                  <a:lnTo>
                    <a:pt x="346570" y="177380"/>
                  </a:lnTo>
                  <a:lnTo>
                    <a:pt x="344220" y="178257"/>
                  </a:lnTo>
                  <a:lnTo>
                    <a:pt x="342074" y="178079"/>
                  </a:lnTo>
                  <a:lnTo>
                    <a:pt x="340004" y="177050"/>
                  </a:lnTo>
                  <a:lnTo>
                    <a:pt x="337032" y="175653"/>
                  </a:lnTo>
                  <a:lnTo>
                    <a:pt x="336943" y="175488"/>
                  </a:lnTo>
                  <a:lnTo>
                    <a:pt x="335330" y="172554"/>
                  </a:lnTo>
                  <a:lnTo>
                    <a:pt x="336499" y="170218"/>
                  </a:lnTo>
                  <a:lnTo>
                    <a:pt x="337032" y="169011"/>
                  </a:lnTo>
                  <a:lnTo>
                    <a:pt x="338061" y="168389"/>
                  </a:lnTo>
                  <a:lnTo>
                    <a:pt x="338759" y="168249"/>
                  </a:lnTo>
                  <a:lnTo>
                    <a:pt x="340410" y="167627"/>
                  </a:lnTo>
                  <a:lnTo>
                    <a:pt x="342531" y="167830"/>
                  </a:lnTo>
                  <a:lnTo>
                    <a:pt x="346265" y="169519"/>
                  </a:lnTo>
                  <a:lnTo>
                    <a:pt x="347700" y="171145"/>
                  </a:lnTo>
                  <a:lnTo>
                    <a:pt x="348259" y="172707"/>
                  </a:lnTo>
                  <a:lnTo>
                    <a:pt x="348576" y="173456"/>
                  </a:lnTo>
                  <a:lnTo>
                    <a:pt x="348843" y="174574"/>
                  </a:lnTo>
                  <a:lnTo>
                    <a:pt x="348843" y="167652"/>
                  </a:lnTo>
                  <a:lnTo>
                    <a:pt x="348399" y="167233"/>
                  </a:lnTo>
                  <a:lnTo>
                    <a:pt x="345757" y="165989"/>
                  </a:lnTo>
                  <a:lnTo>
                    <a:pt x="343179" y="164680"/>
                  </a:lnTo>
                  <a:lnTo>
                    <a:pt x="331622" y="172707"/>
                  </a:lnTo>
                  <a:lnTo>
                    <a:pt x="334048" y="177711"/>
                  </a:lnTo>
                  <a:lnTo>
                    <a:pt x="338696" y="179946"/>
                  </a:lnTo>
                  <a:lnTo>
                    <a:pt x="341477" y="181203"/>
                  </a:lnTo>
                  <a:lnTo>
                    <a:pt x="344398" y="181483"/>
                  </a:lnTo>
                  <a:lnTo>
                    <a:pt x="346989" y="180555"/>
                  </a:lnTo>
                  <a:lnTo>
                    <a:pt x="348843" y="179946"/>
                  </a:lnTo>
                  <a:lnTo>
                    <a:pt x="350418" y="178689"/>
                  </a:lnTo>
                  <a:lnTo>
                    <a:pt x="350583" y="178257"/>
                  </a:lnTo>
                  <a:lnTo>
                    <a:pt x="350659" y="178079"/>
                  </a:lnTo>
                  <a:lnTo>
                    <a:pt x="351066" y="177050"/>
                  </a:lnTo>
                  <a:lnTo>
                    <a:pt x="351815" y="175653"/>
                  </a:lnTo>
                  <a:lnTo>
                    <a:pt x="351866" y="173456"/>
                  </a:lnTo>
                  <a:close/>
                </a:path>
                <a:path w="492759" h="325119">
                  <a:moveTo>
                    <a:pt x="357720" y="116687"/>
                  </a:moveTo>
                  <a:lnTo>
                    <a:pt x="357682" y="116166"/>
                  </a:lnTo>
                  <a:lnTo>
                    <a:pt x="357593" y="115912"/>
                  </a:lnTo>
                  <a:lnTo>
                    <a:pt x="357212" y="114719"/>
                  </a:lnTo>
                  <a:lnTo>
                    <a:pt x="356565" y="113868"/>
                  </a:lnTo>
                  <a:lnTo>
                    <a:pt x="355180" y="112064"/>
                  </a:lnTo>
                  <a:lnTo>
                    <a:pt x="354393" y="111607"/>
                  </a:lnTo>
                  <a:lnTo>
                    <a:pt x="354393" y="116166"/>
                  </a:lnTo>
                  <a:lnTo>
                    <a:pt x="354317" y="118237"/>
                  </a:lnTo>
                  <a:lnTo>
                    <a:pt x="354253" y="118579"/>
                  </a:lnTo>
                  <a:lnTo>
                    <a:pt x="354126" y="119329"/>
                  </a:lnTo>
                  <a:lnTo>
                    <a:pt x="353199" y="120853"/>
                  </a:lnTo>
                  <a:lnTo>
                    <a:pt x="349351" y="123799"/>
                  </a:lnTo>
                  <a:lnTo>
                    <a:pt x="346049" y="123799"/>
                  </a:lnTo>
                  <a:lnTo>
                    <a:pt x="344779" y="122135"/>
                  </a:lnTo>
                  <a:lnTo>
                    <a:pt x="344258" y="121551"/>
                  </a:lnTo>
                  <a:lnTo>
                    <a:pt x="344106" y="120853"/>
                  </a:lnTo>
                  <a:lnTo>
                    <a:pt x="344106" y="118579"/>
                  </a:lnTo>
                  <a:lnTo>
                    <a:pt x="345046" y="116687"/>
                  </a:lnTo>
                  <a:lnTo>
                    <a:pt x="346684" y="115493"/>
                  </a:lnTo>
                  <a:lnTo>
                    <a:pt x="348157" y="114376"/>
                  </a:lnTo>
                  <a:lnTo>
                    <a:pt x="349910" y="113868"/>
                  </a:lnTo>
                  <a:lnTo>
                    <a:pt x="351091" y="113868"/>
                  </a:lnTo>
                  <a:lnTo>
                    <a:pt x="352069" y="114147"/>
                  </a:lnTo>
                  <a:lnTo>
                    <a:pt x="352793" y="114376"/>
                  </a:lnTo>
                  <a:lnTo>
                    <a:pt x="352971" y="114376"/>
                  </a:lnTo>
                  <a:lnTo>
                    <a:pt x="354393" y="116166"/>
                  </a:lnTo>
                  <a:lnTo>
                    <a:pt x="354393" y="111607"/>
                  </a:lnTo>
                  <a:lnTo>
                    <a:pt x="353745" y="111213"/>
                  </a:lnTo>
                  <a:lnTo>
                    <a:pt x="351853" y="110947"/>
                  </a:lnTo>
                  <a:lnTo>
                    <a:pt x="349351" y="110642"/>
                  </a:lnTo>
                  <a:lnTo>
                    <a:pt x="346887" y="111417"/>
                  </a:lnTo>
                  <a:lnTo>
                    <a:pt x="344779" y="113106"/>
                  </a:lnTo>
                  <a:lnTo>
                    <a:pt x="340868" y="115912"/>
                  </a:lnTo>
                  <a:lnTo>
                    <a:pt x="340753" y="116433"/>
                  </a:lnTo>
                  <a:lnTo>
                    <a:pt x="340690" y="116687"/>
                  </a:lnTo>
                  <a:lnTo>
                    <a:pt x="339750" y="120853"/>
                  </a:lnTo>
                  <a:lnTo>
                    <a:pt x="340207" y="121551"/>
                  </a:lnTo>
                  <a:lnTo>
                    <a:pt x="342188" y="124028"/>
                  </a:lnTo>
                  <a:lnTo>
                    <a:pt x="344779" y="127152"/>
                  </a:lnTo>
                  <a:lnTo>
                    <a:pt x="349770" y="127355"/>
                  </a:lnTo>
                  <a:lnTo>
                    <a:pt x="353745" y="124383"/>
                  </a:lnTo>
                  <a:lnTo>
                    <a:pt x="354495" y="123799"/>
                  </a:lnTo>
                  <a:lnTo>
                    <a:pt x="355828" y="122758"/>
                  </a:lnTo>
                  <a:lnTo>
                    <a:pt x="357212" y="120586"/>
                  </a:lnTo>
                  <a:lnTo>
                    <a:pt x="357263" y="120091"/>
                  </a:lnTo>
                  <a:lnTo>
                    <a:pt x="357365" y="119329"/>
                  </a:lnTo>
                  <a:lnTo>
                    <a:pt x="357454" y="118579"/>
                  </a:lnTo>
                  <a:lnTo>
                    <a:pt x="357555" y="117805"/>
                  </a:lnTo>
                  <a:lnTo>
                    <a:pt x="357720" y="116687"/>
                  </a:lnTo>
                  <a:close/>
                </a:path>
                <a:path w="492759" h="325119">
                  <a:moveTo>
                    <a:pt x="411416" y="274193"/>
                  </a:moveTo>
                  <a:lnTo>
                    <a:pt x="411353" y="268147"/>
                  </a:lnTo>
                  <a:lnTo>
                    <a:pt x="411264" y="267804"/>
                  </a:lnTo>
                  <a:lnTo>
                    <a:pt x="410921" y="266509"/>
                  </a:lnTo>
                  <a:lnTo>
                    <a:pt x="409473" y="264642"/>
                  </a:lnTo>
                  <a:lnTo>
                    <a:pt x="408432" y="263271"/>
                  </a:lnTo>
                  <a:lnTo>
                    <a:pt x="408432" y="267804"/>
                  </a:lnTo>
                  <a:lnTo>
                    <a:pt x="408393" y="273164"/>
                  </a:lnTo>
                  <a:lnTo>
                    <a:pt x="408012" y="274193"/>
                  </a:lnTo>
                  <a:lnTo>
                    <a:pt x="407657" y="275056"/>
                  </a:lnTo>
                  <a:lnTo>
                    <a:pt x="405765" y="276860"/>
                  </a:lnTo>
                  <a:lnTo>
                    <a:pt x="404761" y="277533"/>
                  </a:lnTo>
                  <a:lnTo>
                    <a:pt x="402107" y="277533"/>
                  </a:lnTo>
                  <a:lnTo>
                    <a:pt x="401269" y="276860"/>
                  </a:lnTo>
                  <a:lnTo>
                    <a:pt x="400685" y="276263"/>
                  </a:lnTo>
                  <a:lnTo>
                    <a:pt x="399554" y="275056"/>
                  </a:lnTo>
                  <a:lnTo>
                    <a:pt x="398767" y="273164"/>
                  </a:lnTo>
                  <a:lnTo>
                    <a:pt x="398830" y="268909"/>
                  </a:lnTo>
                  <a:lnTo>
                    <a:pt x="408432" y="267804"/>
                  </a:lnTo>
                  <a:lnTo>
                    <a:pt x="408432" y="263271"/>
                  </a:lnTo>
                  <a:lnTo>
                    <a:pt x="408051" y="262763"/>
                  </a:lnTo>
                  <a:lnTo>
                    <a:pt x="405574" y="261569"/>
                  </a:lnTo>
                  <a:lnTo>
                    <a:pt x="401942" y="261569"/>
                  </a:lnTo>
                  <a:lnTo>
                    <a:pt x="400138" y="262356"/>
                  </a:lnTo>
                  <a:lnTo>
                    <a:pt x="398703" y="263702"/>
                  </a:lnTo>
                  <a:lnTo>
                    <a:pt x="396824" y="265417"/>
                  </a:lnTo>
                  <a:lnTo>
                    <a:pt x="395719" y="268147"/>
                  </a:lnTo>
                  <a:lnTo>
                    <a:pt x="395681" y="274193"/>
                  </a:lnTo>
                  <a:lnTo>
                    <a:pt x="396621" y="276593"/>
                  </a:lnTo>
                  <a:lnTo>
                    <a:pt x="398424" y="278396"/>
                  </a:lnTo>
                  <a:lnTo>
                    <a:pt x="399783" y="279844"/>
                  </a:lnTo>
                  <a:lnTo>
                    <a:pt x="401637" y="280606"/>
                  </a:lnTo>
                  <a:lnTo>
                    <a:pt x="405472" y="280606"/>
                  </a:lnTo>
                  <a:lnTo>
                    <a:pt x="407136" y="279984"/>
                  </a:lnTo>
                  <a:lnTo>
                    <a:pt x="409778" y="277533"/>
                  </a:lnTo>
                  <a:lnTo>
                    <a:pt x="410514" y="276860"/>
                  </a:lnTo>
                  <a:lnTo>
                    <a:pt x="410603" y="276593"/>
                  </a:lnTo>
                  <a:lnTo>
                    <a:pt x="410718" y="276263"/>
                  </a:lnTo>
                  <a:lnTo>
                    <a:pt x="411416" y="274193"/>
                  </a:lnTo>
                  <a:close/>
                </a:path>
                <a:path w="492759" h="325119">
                  <a:moveTo>
                    <a:pt x="430123" y="287591"/>
                  </a:moveTo>
                  <a:lnTo>
                    <a:pt x="428066" y="285229"/>
                  </a:lnTo>
                  <a:lnTo>
                    <a:pt x="426478" y="283413"/>
                  </a:lnTo>
                  <a:lnTo>
                    <a:pt x="426262" y="283375"/>
                  </a:lnTo>
                  <a:lnTo>
                    <a:pt x="426262" y="288366"/>
                  </a:lnTo>
                  <a:lnTo>
                    <a:pt x="426161" y="291312"/>
                  </a:lnTo>
                  <a:lnTo>
                    <a:pt x="426046" y="291884"/>
                  </a:lnTo>
                  <a:lnTo>
                    <a:pt x="425627" y="293827"/>
                  </a:lnTo>
                  <a:lnTo>
                    <a:pt x="422427" y="295465"/>
                  </a:lnTo>
                  <a:lnTo>
                    <a:pt x="418896" y="294805"/>
                  </a:lnTo>
                  <a:lnTo>
                    <a:pt x="415340" y="294170"/>
                  </a:lnTo>
                  <a:lnTo>
                    <a:pt x="412915" y="291528"/>
                  </a:lnTo>
                  <a:lnTo>
                    <a:pt x="412953" y="291312"/>
                  </a:lnTo>
                  <a:lnTo>
                    <a:pt x="413054" y="290677"/>
                  </a:lnTo>
                  <a:lnTo>
                    <a:pt x="413321" y="289064"/>
                  </a:lnTo>
                  <a:lnTo>
                    <a:pt x="413626" y="287769"/>
                  </a:lnTo>
                  <a:lnTo>
                    <a:pt x="414350" y="286893"/>
                  </a:lnTo>
                  <a:lnTo>
                    <a:pt x="415112" y="286575"/>
                  </a:lnTo>
                  <a:lnTo>
                    <a:pt x="416623" y="285572"/>
                  </a:lnTo>
                  <a:lnTo>
                    <a:pt x="418553" y="285229"/>
                  </a:lnTo>
                  <a:lnTo>
                    <a:pt x="423900" y="286118"/>
                  </a:lnTo>
                  <a:lnTo>
                    <a:pt x="426262" y="288366"/>
                  </a:lnTo>
                  <a:lnTo>
                    <a:pt x="426262" y="283375"/>
                  </a:lnTo>
                  <a:lnTo>
                    <a:pt x="421208" y="282422"/>
                  </a:lnTo>
                  <a:lnTo>
                    <a:pt x="418249" y="281952"/>
                  </a:lnTo>
                  <a:lnTo>
                    <a:pt x="415340" y="282422"/>
                  </a:lnTo>
                  <a:lnTo>
                    <a:pt x="413321" y="284035"/>
                  </a:lnTo>
                  <a:lnTo>
                    <a:pt x="411556" y="285038"/>
                  </a:lnTo>
                  <a:lnTo>
                    <a:pt x="411441" y="285229"/>
                  </a:lnTo>
                  <a:lnTo>
                    <a:pt x="410578" y="286575"/>
                  </a:lnTo>
                  <a:lnTo>
                    <a:pt x="410476" y="286893"/>
                  </a:lnTo>
                  <a:lnTo>
                    <a:pt x="409765" y="290677"/>
                  </a:lnTo>
                  <a:lnTo>
                    <a:pt x="410527" y="292798"/>
                  </a:lnTo>
                  <a:lnTo>
                    <a:pt x="412127" y="294525"/>
                  </a:lnTo>
                  <a:lnTo>
                    <a:pt x="413626" y="296316"/>
                  </a:lnTo>
                  <a:lnTo>
                    <a:pt x="415937" y="297421"/>
                  </a:lnTo>
                  <a:lnTo>
                    <a:pt x="418249" y="297865"/>
                  </a:lnTo>
                  <a:lnTo>
                    <a:pt x="420916" y="298284"/>
                  </a:lnTo>
                  <a:lnTo>
                    <a:pt x="423964" y="297865"/>
                  </a:lnTo>
                  <a:lnTo>
                    <a:pt x="423545" y="297865"/>
                  </a:lnTo>
                  <a:lnTo>
                    <a:pt x="425348" y="296913"/>
                  </a:lnTo>
                  <a:lnTo>
                    <a:pt x="429285" y="291884"/>
                  </a:lnTo>
                  <a:lnTo>
                    <a:pt x="429399" y="291312"/>
                  </a:lnTo>
                  <a:lnTo>
                    <a:pt x="429526" y="290677"/>
                  </a:lnTo>
                  <a:lnTo>
                    <a:pt x="430123" y="287591"/>
                  </a:lnTo>
                  <a:close/>
                </a:path>
                <a:path w="492759" h="325119">
                  <a:moveTo>
                    <a:pt x="484619" y="266001"/>
                  </a:moveTo>
                  <a:lnTo>
                    <a:pt x="482269" y="263702"/>
                  </a:lnTo>
                  <a:lnTo>
                    <a:pt x="481469" y="262928"/>
                  </a:lnTo>
                  <a:lnTo>
                    <a:pt x="481469" y="267804"/>
                  </a:lnTo>
                  <a:lnTo>
                    <a:pt x="481469" y="277698"/>
                  </a:lnTo>
                  <a:lnTo>
                    <a:pt x="477342" y="281800"/>
                  </a:lnTo>
                  <a:lnTo>
                    <a:pt x="466966" y="281800"/>
                  </a:lnTo>
                  <a:lnTo>
                    <a:pt x="462940" y="277698"/>
                  </a:lnTo>
                  <a:lnTo>
                    <a:pt x="462940" y="267804"/>
                  </a:lnTo>
                  <a:lnTo>
                    <a:pt x="466966" y="263702"/>
                  </a:lnTo>
                  <a:lnTo>
                    <a:pt x="477342" y="263702"/>
                  </a:lnTo>
                  <a:lnTo>
                    <a:pt x="481469" y="267804"/>
                  </a:lnTo>
                  <a:lnTo>
                    <a:pt x="481469" y="262928"/>
                  </a:lnTo>
                  <a:lnTo>
                    <a:pt x="479031" y="260540"/>
                  </a:lnTo>
                  <a:lnTo>
                    <a:pt x="465429" y="260540"/>
                  </a:lnTo>
                  <a:lnTo>
                    <a:pt x="459765" y="266001"/>
                  </a:lnTo>
                  <a:lnTo>
                    <a:pt x="459765" y="279412"/>
                  </a:lnTo>
                  <a:lnTo>
                    <a:pt x="465429" y="284886"/>
                  </a:lnTo>
                  <a:lnTo>
                    <a:pt x="479031" y="284886"/>
                  </a:lnTo>
                  <a:lnTo>
                    <a:pt x="482180" y="281800"/>
                  </a:lnTo>
                  <a:lnTo>
                    <a:pt x="484619" y="279412"/>
                  </a:lnTo>
                  <a:lnTo>
                    <a:pt x="484619" y="266001"/>
                  </a:lnTo>
                  <a:close/>
                </a:path>
                <a:path w="492759" h="325119">
                  <a:moveTo>
                    <a:pt x="492290" y="184150"/>
                  </a:moveTo>
                  <a:lnTo>
                    <a:pt x="490448" y="175260"/>
                  </a:lnTo>
                  <a:lnTo>
                    <a:pt x="482346" y="170180"/>
                  </a:lnTo>
                  <a:lnTo>
                    <a:pt x="473278" y="163830"/>
                  </a:lnTo>
                  <a:lnTo>
                    <a:pt x="472706" y="162560"/>
                  </a:lnTo>
                  <a:lnTo>
                    <a:pt x="468541" y="152400"/>
                  </a:lnTo>
                  <a:lnTo>
                    <a:pt x="472757" y="162560"/>
                  </a:lnTo>
                  <a:lnTo>
                    <a:pt x="480745" y="166370"/>
                  </a:lnTo>
                  <a:lnTo>
                    <a:pt x="486765" y="163830"/>
                  </a:lnTo>
                  <a:lnTo>
                    <a:pt x="480288" y="160020"/>
                  </a:lnTo>
                  <a:lnTo>
                    <a:pt x="478434" y="152400"/>
                  </a:lnTo>
                  <a:lnTo>
                    <a:pt x="478129" y="151130"/>
                  </a:lnTo>
                  <a:lnTo>
                    <a:pt x="475221" y="143510"/>
                  </a:lnTo>
                  <a:lnTo>
                    <a:pt x="469404" y="140970"/>
                  </a:lnTo>
                  <a:lnTo>
                    <a:pt x="466496" y="139700"/>
                  </a:lnTo>
                  <a:lnTo>
                    <a:pt x="463778" y="139700"/>
                  </a:lnTo>
                  <a:lnTo>
                    <a:pt x="460679" y="137160"/>
                  </a:lnTo>
                  <a:lnTo>
                    <a:pt x="457301" y="135890"/>
                  </a:lnTo>
                  <a:lnTo>
                    <a:pt x="452170" y="135890"/>
                  </a:lnTo>
                  <a:lnTo>
                    <a:pt x="445808" y="137160"/>
                  </a:lnTo>
                  <a:lnTo>
                    <a:pt x="439178" y="140970"/>
                  </a:lnTo>
                  <a:lnTo>
                    <a:pt x="433959" y="147320"/>
                  </a:lnTo>
                  <a:lnTo>
                    <a:pt x="431838" y="157480"/>
                  </a:lnTo>
                  <a:lnTo>
                    <a:pt x="437680" y="176530"/>
                  </a:lnTo>
                  <a:lnTo>
                    <a:pt x="463359" y="201930"/>
                  </a:lnTo>
                  <a:lnTo>
                    <a:pt x="469201" y="219710"/>
                  </a:lnTo>
                  <a:lnTo>
                    <a:pt x="469201" y="227330"/>
                  </a:lnTo>
                  <a:lnTo>
                    <a:pt x="462864" y="232410"/>
                  </a:lnTo>
                  <a:lnTo>
                    <a:pt x="449491" y="232410"/>
                  </a:lnTo>
                  <a:lnTo>
                    <a:pt x="444500" y="224790"/>
                  </a:lnTo>
                  <a:lnTo>
                    <a:pt x="440537" y="217170"/>
                  </a:lnTo>
                  <a:lnTo>
                    <a:pt x="439216" y="214630"/>
                  </a:lnTo>
                  <a:lnTo>
                    <a:pt x="437349" y="210820"/>
                  </a:lnTo>
                  <a:lnTo>
                    <a:pt x="436727" y="209550"/>
                  </a:lnTo>
                  <a:lnTo>
                    <a:pt x="431253" y="201930"/>
                  </a:lnTo>
                  <a:lnTo>
                    <a:pt x="429983" y="200507"/>
                  </a:lnTo>
                  <a:lnTo>
                    <a:pt x="429983" y="217170"/>
                  </a:lnTo>
                  <a:lnTo>
                    <a:pt x="425983" y="222250"/>
                  </a:lnTo>
                  <a:lnTo>
                    <a:pt x="422414" y="223520"/>
                  </a:lnTo>
                  <a:lnTo>
                    <a:pt x="417893" y="220980"/>
                  </a:lnTo>
                  <a:lnTo>
                    <a:pt x="417830" y="219710"/>
                  </a:lnTo>
                  <a:lnTo>
                    <a:pt x="417703" y="217170"/>
                  </a:lnTo>
                  <a:lnTo>
                    <a:pt x="421906" y="212090"/>
                  </a:lnTo>
                  <a:lnTo>
                    <a:pt x="425196" y="210820"/>
                  </a:lnTo>
                  <a:lnTo>
                    <a:pt x="427583" y="212090"/>
                  </a:lnTo>
                  <a:lnTo>
                    <a:pt x="429895" y="213360"/>
                  </a:lnTo>
                  <a:lnTo>
                    <a:pt x="429983" y="217170"/>
                  </a:lnTo>
                  <a:lnTo>
                    <a:pt x="429983" y="200507"/>
                  </a:lnTo>
                  <a:lnTo>
                    <a:pt x="425627" y="195580"/>
                  </a:lnTo>
                  <a:lnTo>
                    <a:pt x="427202" y="196850"/>
                  </a:lnTo>
                  <a:lnTo>
                    <a:pt x="434835" y="196850"/>
                  </a:lnTo>
                  <a:lnTo>
                    <a:pt x="436270" y="195580"/>
                  </a:lnTo>
                  <a:lnTo>
                    <a:pt x="437692" y="194310"/>
                  </a:lnTo>
                  <a:lnTo>
                    <a:pt x="438391" y="191770"/>
                  </a:lnTo>
                  <a:lnTo>
                    <a:pt x="438518" y="187960"/>
                  </a:lnTo>
                  <a:lnTo>
                    <a:pt x="437299" y="185420"/>
                  </a:lnTo>
                  <a:lnTo>
                    <a:pt x="435508" y="182880"/>
                  </a:lnTo>
                  <a:lnTo>
                    <a:pt x="435292" y="182626"/>
                  </a:lnTo>
                  <a:lnTo>
                    <a:pt x="435292" y="187960"/>
                  </a:lnTo>
                  <a:lnTo>
                    <a:pt x="435229" y="190500"/>
                  </a:lnTo>
                  <a:lnTo>
                    <a:pt x="435038" y="191770"/>
                  </a:lnTo>
                  <a:lnTo>
                    <a:pt x="434035" y="193040"/>
                  </a:lnTo>
                  <a:lnTo>
                    <a:pt x="433108" y="194310"/>
                  </a:lnTo>
                  <a:lnTo>
                    <a:pt x="429450" y="194310"/>
                  </a:lnTo>
                  <a:lnTo>
                    <a:pt x="427443" y="193040"/>
                  </a:lnTo>
                  <a:lnTo>
                    <a:pt x="424751" y="190500"/>
                  </a:lnTo>
                  <a:lnTo>
                    <a:pt x="424332" y="189230"/>
                  </a:lnTo>
                  <a:lnTo>
                    <a:pt x="423913" y="187960"/>
                  </a:lnTo>
                  <a:lnTo>
                    <a:pt x="423989" y="186690"/>
                  </a:lnTo>
                  <a:lnTo>
                    <a:pt x="424116" y="184150"/>
                  </a:lnTo>
                  <a:lnTo>
                    <a:pt x="425170" y="184150"/>
                  </a:lnTo>
                  <a:lnTo>
                    <a:pt x="425996" y="182880"/>
                  </a:lnTo>
                  <a:lnTo>
                    <a:pt x="429793" y="182880"/>
                  </a:lnTo>
                  <a:lnTo>
                    <a:pt x="431685" y="184150"/>
                  </a:lnTo>
                  <a:lnTo>
                    <a:pt x="433108" y="185420"/>
                  </a:lnTo>
                  <a:lnTo>
                    <a:pt x="434479" y="186690"/>
                  </a:lnTo>
                  <a:lnTo>
                    <a:pt x="435292" y="187960"/>
                  </a:lnTo>
                  <a:lnTo>
                    <a:pt x="435292" y="182626"/>
                  </a:lnTo>
                  <a:lnTo>
                    <a:pt x="433425" y="180340"/>
                  </a:lnTo>
                  <a:lnTo>
                    <a:pt x="430631" y="179070"/>
                  </a:lnTo>
                  <a:lnTo>
                    <a:pt x="426173" y="179070"/>
                  </a:lnTo>
                  <a:lnTo>
                    <a:pt x="424205" y="180340"/>
                  </a:lnTo>
                  <a:lnTo>
                    <a:pt x="422960" y="181610"/>
                  </a:lnTo>
                  <a:lnTo>
                    <a:pt x="421614" y="182880"/>
                  </a:lnTo>
                  <a:lnTo>
                    <a:pt x="420916" y="184150"/>
                  </a:lnTo>
                  <a:lnTo>
                    <a:pt x="420839" y="188506"/>
                  </a:lnTo>
                  <a:lnTo>
                    <a:pt x="415556" y="181610"/>
                  </a:lnTo>
                  <a:lnTo>
                    <a:pt x="415340" y="181343"/>
                  </a:lnTo>
                  <a:lnTo>
                    <a:pt x="415340" y="240030"/>
                  </a:lnTo>
                  <a:lnTo>
                    <a:pt x="413334" y="242570"/>
                  </a:lnTo>
                  <a:lnTo>
                    <a:pt x="411175" y="245110"/>
                  </a:lnTo>
                  <a:lnTo>
                    <a:pt x="407771" y="246380"/>
                  </a:lnTo>
                  <a:lnTo>
                    <a:pt x="403326" y="243840"/>
                  </a:lnTo>
                  <a:lnTo>
                    <a:pt x="403237" y="242570"/>
                  </a:lnTo>
                  <a:lnTo>
                    <a:pt x="403161" y="241300"/>
                  </a:lnTo>
                  <a:lnTo>
                    <a:pt x="403072" y="240030"/>
                  </a:lnTo>
                  <a:lnTo>
                    <a:pt x="405117" y="237490"/>
                  </a:lnTo>
                  <a:lnTo>
                    <a:pt x="407123" y="233680"/>
                  </a:lnTo>
                  <a:lnTo>
                    <a:pt x="410603" y="233680"/>
                  </a:lnTo>
                  <a:lnTo>
                    <a:pt x="412915" y="234950"/>
                  </a:lnTo>
                  <a:lnTo>
                    <a:pt x="415150" y="236220"/>
                  </a:lnTo>
                  <a:lnTo>
                    <a:pt x="415277" y="238760"/>
                  </a:lnTo>
                  <a:lnTo>
                    <a:pt x="415340" y="240030"/>
                  </a:lnTo>
                  <a:lnTo>
                    <a:pt x="415340" y="181343"/>
                  </a:lnTo>
                  <a:lnTo>
                    <a:pt x="410591" y="175260"/>
                  </a:lnTo>
                  <a:lnTo>
                    <a:pt x="407136" y="168910"/>
                  </a:lnTo>
                  <a:lnTo>
                    <a:pt x="405841" y="163830"/>
                  </a:lnTo>
                  <a:lnTo>
                    <a:pt x="405841" y="158750"/>
                  </a:lnTo>
                  <a:lnTo>
                    <a:pt x="409321" y="154940"/>
                  </a:lnTo>
                  <a:lnTo>
                    <a:pt x="411429" y="152400"/>
                  </a:lnTo>
                  <a:lnTo>
                    <a:pt x="413537" y="149860"/>
                  </a:lnTo>
                  <a:lnTo>
                    <a:pt x="414972" y="149860"/>
                  </a:lnTo>
                  <a:lnTo>
                    <a:pt x="416052" y="148590"/>
                  </a:lnTo>
                  <a:lnTo>
                    <a:pt x="417576" y="147320"/>
                  </a:lnTo>
                  <a:lnTo>
                    <a:pt x="420776" y="144780"/>
                  </a:lnTo>
                  <a:lnTo>
                    <a:pt x="427202" y="137160"/>
                  </a:lnTo>
                  <a:lnTo>
                    <a:pt x="427443" y="137160"/>
                  </a:lnTo>
                  <a:lnTo>
                    <a:pt x="429209" y="135890"/>
                  </a:lnTo>
                  <a:lnTo>
                    <a:pt x="425996" y="132956"/>
                  </a:lnTo>
                  <a:lnTo>
                    <a:pt x="425996" y="135890"/>
                  </a:lnTo>
                  <a:lnTo>
                    <a:pt x="418261" y="143510"/>
                  </a:lnTo>
                  <a:lnTo>
                    <a:pt x="414566" y="147320"/>
                  </a:lnTo>
                  <a:lnTo>
                    <a:pt x="410083" y="144780"/>
                  </a:lnTo>
                  <a:lnTo>
                    <a:pt x="362991" y="118110"/>
                  </a:lnTo>
                  <a:lnTo>
                    <a:pt x="368033" y="102870"/>
                  </a:lnTo>
                  <a:lnTo>
                    <a:pt x="373672" y="105410"/>
                  </a:lnTo>
                  <a:lnTo>
                    <a:pt x="372059" y="105410"/>
                  </a:lnTo>
                  <a:lnTo>
                    <a:pt x="370001" y="106680"/>
                  </a:lnTo>
                  <a:lnTo>
                    <a:pt x="368211" y="109220"/>
                  </a:lnTo>
                  <a:lnTo>
                    <a:pt x="371894" y="109220"/>
                  </a:lnTo>
                  <a:lnTo>
                    <a:pt x="373405" y="107950"/>
                  </a:lnTo>
                  <a:lnTo>
                    <a:pt x="371182" y="114300"/>
                  </a:lnTo>
                  <a:lnTo>
                    <a:pt x="370611" y="113030"/>
                  </a:lnTo>
                  <a:lnTo>
                    <a:pt x="368973" y="111760"/>
                  </a:lnTo>
                  <a:lnTo>
                    <a:pt x="367385" y="110490"/>
                  </a:lnTo>
                  <a:lnTo>
                    <a:pt x="366268" y="115570"/>
                  </a:lnTo>
                  <a:lnTo>
                    <a:pt x="369189" y="116840"/>
                  </a:lnTo>
                  <a:lnTo>
                    <a:pt x="371182" y="118110"/>
                  </a:lnTo>
                  <a:lnTo>
                    <a:pt x="374700" y="119380"/>
                  </a:lnTo>
                  <a:lnTo>
                    <a:pt x="376859" y="119380"/>
                  </a:lnTo>
                  <a:lnTo>
                    <a:pt x="377825" y="118110"/>
                  </a:lnTo>
                  <a:lnTo>
                    <a:pt x="378917" y="116840"/>
                  </a:lnTo>
                  <a:lnTo>
                    <a:pt x="377799" y="115570"/>
                  </a:lnTo>
                  <a:lnTo>
                    <a:pt x="376694" y="114300"/>
                  </a:lnTo>
                  <a:lnTo>
                    <a:pt x="373773" y="115570"/>
                  </a:lnTo>
                  <a:lnTo>
                    <a:pt x="373646" y="114300"/>
                  </a:lnTo>
                  <a:lnTo>
                    <a:pt x="373519" y="113030"/>
                  </a:lnTo>
                  <a:lnTo>
                    <a:pt x="373405" y="111760"/>
                  </a:lnTo>
                  <a:lnTo>
                    <a:pt x="375069" y="110490"/>
                  </a:lnTo>
                  <a:lnTo>
                    <a:pt x="378625" y="110490"/>
                  </a:lnTo>
                  <a:lnTo>
                    <a:pt x="379857" y="111760"/>
                  </a:lnTo>
                  <a:lnTo>
                    <a:pt x="380326" y="114300"/>
                  </a:lnTo>
                  <a:lnTo>
                    <a:pt x="380263" y="113030"/>
                  </a:lnTo>
                  <a:lnTo>
                    <a:pt x="380149" y="110490"/>
                  </a:lnTo>
                  <a:lnTo>
                    <a:pt x="380085" y="109220"/>
                  </a:lnTo>
                  <a:lnTo>
                    <a:pt x="380834" y="107950"/>
                  </a:lnTo>
                  <a:lnTo>
                    <a:pt x="382320" y="105410"/>
                  </a:lnTo>
                  <a:lnTo>
                    <a:pt x="386626" y="104140"/>
                  </a:lnTo>
                  <a:lnTo>
                    <a:pt x="388315" y="109220"/>
                  </a:lnTo>
                  <a:lnTo>
                    <a:pt x="386981" y="111760"/>
                  </a:lnTo>
                  <a:lnTo>
                    <a:pt x="383514" y="115570"/>
                  </a:lnTo>
                  <a:lnTo>
                    <a:pt x="385419" y="114300"/>
                  </a:lnTo>
                  <a:lnTo>
                    <a:pt x="387464" y="114300"/>
                  </a:lnTo>
                  <a:lnTo>
                    <a:pt x="388200" y="115570"/>
                  </a:lnTo>
                  <a:lnTo>
                    <a:pt x="389394" y="116840"/>
                  </a:lnTo>
                  <a:lnTo>
                    <a:pt x="388988" y="119380"/>
                  </a:lnTo>
                  <a:lnTo>
                    <a:pt x="386334" y="120650"/>
                  </a:lnTo>
                  <a:lnTo>
                    <a:pt x="385762" y="118110"/>
                  </a:lnTo>
                  <a:lnTo>
                    <a:pt x="382193" y="118110"/>
                  </a:lnTo>
                  <a:lnTo>
                    <a:pt x="381190" y="119380"/>
                  </a:lnTo>
                  <a:lnTo>
                    <a:pt x="380085" y="121920"/>
                  </a:lnTo>
                  <a:lnTo>
                    <a:pt x="381762" y="123190"/>
                  </a:lnTo>
                  <a:lnTo>
                    <a:pt x="384835" y="125730"/>
                  </a:lnTo>
                  <a:lnTo>
                    <a:pt x="388493" y="127000"/>
                  </a:lnTo>
                  <a:lnTo>
                    <a:pt x="391490" y="125730"/>
                  </a:lnTo>
                  <a:lnTo>
                    <a:pt x="392480" y="124460"/>
                  </a:lnTo>
                  <a:lnTo>
                    <a:pt x="393484" y="123190"/>
                  </a:lnTo>
                  <a:lnTo>
                    <a:pt x="392277" y="121920"/>
                  </a:lnTo>
                  <a:lnTo>
                    <a:pt x="390169" y="123190"/>
                  </a:lnTo>
                  <a:lnTo>
                    <a:pt x="388175" y="124460"/>
                  </a:lnTo>
                  <a:lnTo>
                    <a:pt x="390042" y="120650"/>
                  </a:lnTo>
                  <a:lnTo>
                    <a:pt x="391909" y="116840"/>
                  </a:lnTo>
                  <a:lnTo>
                    <a:pt x="392137" y="118110"/>
                  </a:lnTo>
                  <a:lnTo>
                    <a:pt x="392696" y="119380"/>
                  </a:lnTo>
                  <a:lnTo>
                    <a:pt x="394398" y="120650"/>
                  </a:lnTo>
                  <a:lnTo>
                    <a:pt x="395706" y="116840"/>
                  </a:lnTo>
                  <a:lnTo>
                    <a:pt x="394614" y="114300"/>
                  </a:lnTo>
                  <a:lnTo>
                    <a:pt x="402628" y="119380"/>
                  </a:lnTo>
                  <a:lnTo>
                    <a:pt x="399910" y="119380"/>
                  </a:lnTo>
                  <a:lnTo>
                    <a:pt x="396963" y="121920"/>
                  </a:lnTo>
                  <a:lnTo>
                    <a:pt x="398780" y="123190"/>
                  </a:lnTo>
                  <a:lnTo>
                    <a:pt x="400685" y="123190"/>
                  </a:lnTo>
                  <a:lnTo>
                    <a:pt x="401726" y="121920"/>
                  </a:lnTo>
                  <a:lnTo>
                    <a:pt x="397535" y="129540"/>
                  </a:lnTo>
                  <a:lnTo>
                    <a:pt x="397535" y="127000"/>
                  </a:lnTo>
                  <a:lnTo>
                    <a:pt x="396608" y="124460"/>
                  </a:lnTo>
                  <a:lnTo>
                    <a:pt x="395706" y="124460"/>
                  </a:lnTo>
                  <a:lnTo>
                    <a:pt x="393954" y="127000"/>
                  </a:lnTo>
                  <a:lnTo>
                    <a:pt x="394398" y="130810"/>
                  </a:lnTo>
                  <a:lnTo>
                    <a:pt x="398043" y="132080"/>
                  </a:lnTo>
                  <a:lnTo>
                    <a:pt x="401104" y="134620"/>
                  </a:lnTo>
                  <a:lnTo>
                    <a:pt x="403466" y="134620"/>
                  </a:lnTo>
                  <a:lnTo>
                    <a:pt x="404698" y="133350"/>
                  </a:lnTo>
                  <a:lnTo>
                    <a:pt x="405917" y="130810"/>
                  </a:lnTo>
                  <a:lnTo>
                    <a:pt x="404914" y="129540"/>
                  </a:lnTo>
                  <a:lnTo>
                    <a:pt x="403910" y="128270"/>
                  </a:lnTo>
                  <a:lnTo>
                    <a:pt x="400900" y="129540"/>
                  </a:lnTo>
                  <a:lnTo>
                    <a:pt x="400799" y="125730"/>
                  </a:lnTo>
                  <a:lnTo>
                    <a:pt x="402551" y="124460"/>
                  </a:lnTo>
                  <a:lnTo>
                    <a:pt x="406069" y="124460"/>
                  </a:lnTo>
                  <a:lnTo>
                    <a:pt x="407250" y="127000"/>
                  </a:lnTo>
                  <a:lnTo>
                    <a:pt x="407504" y="128270"/>
                  </a:lnTo>
                  <a:lnTo>
                    <a:pt x="408660" y="124460"/>
                  </a:lnTo>
                  <a:lnTo>
                    <a:pt x="410730" y="121920"/>
                  </a:lnTo>
                  <a:lnTo>
                    <a:pt x="415582" y="120650"/>
                  </a:lnTo>
                  <a:lnTo>
                    <a:pt x="416623" y="124460"/>
                  </a:lnTo>
                  <a:lnTo>
                    <a:pt x="414439" y="128270"/>
                  </a:lnTo>
                  <a:lnTo>
                    <a:pt x="412305" y="129540"/>
                  </a:lnTo>
                  <a:lnTo>
                    <a:pt x="412076" y="129540"/>
                  </a:lnTo>
                  <a:lnTo>
                    <a:pt x="410184" y="130810"/>
                  </a:lnTo>
                  <a:lnTo>
                    <a:pt x="412178" y="129616"/>
                  </a:lnTo>
                  <a:lnTo>
                    <a:pt x="414058" y="130810"/>
                  </a:lnTo>
                  <a:lnTo>
                    <a:pt x="414769" y="132080"/>
                  </a:lnTo>
                  <a:lnTo>
                    <a:pt x="415798" y="133350"/>
                  </a:lnTo>
                  <a:lnTo>
                    <a:pt x="415150" y="135890"/>
                  </a:lnTo>
                  <a:lnTo>
                    <a:pt x="412483" y="137160"/>
                  </a:lnTo>
                  <a:lnTo>
                    <a:pt x="411975" y="133350"/>
                  </a:lnTo>
                  <a:lnTo>
                    <a:pt x="408571" y="133350"/>
                  </a:lnTo>
                  <a:lnTo>
                    <a:pt x="406476" y="137160"/>
                  </a:lnTo>
                  <a:lnTo>
                    <a:pt x="407873" y="138430"/>
                  </a:lnTo>
                  <a:lnTo>
                    <a:pt x="411111" y="140970"/>
                  </a:lnTo>
                  <a:lnTo>
                    <a:pt x="413105" y="142240"/>
                  </a:lnTo>
                  <a:lnTo>
                    <a:pt x="416026" y="143510"/>
                  </a:lnTo>
                  <a:lnTo>
                    <a:pt x="419328" y="139700"/>
                  </a:lnTo>
                  <a:lnTo>
                    <a:pt x="418261" y="138430"/>
                  </a:lnTo>
                  <a:lnTo>
                    <a:pt x="414680" y="138430"/>
                  </a:lnTo>
                  <a:lnTo>
                    <a:pt x="415607" y="137160"/>
                  </a:lnTo>
                  <a:lnTo>
                    <a:pt x="418414" y="133350"/>
                  </a:lnTo>
                  <a:lnTo>
                    <a:pt x="418338" y="134620"/>
                  </a:lnTo>
                  <a:lnTo>
                    <a:pt x="418261" y="135890"/>
                  </a:lnTo>
                  <a:lnTo>
                    <a:pt x="419557" y="137160"/>
                  </a:lnTo>
                  <a:lnTo>
                    <a:pt x="420687" y="138430"/>
                  </a:lnTo>
                  <a:lnTo>
                    <a:pt x="421297" y="135890"/>
                  </a:lnTo>
                  <a:lnTo>
                    <a:pt x="421398" y="134620"/>
                  </a:lnTo>
                  <a:lnTo>
                    <a:pt x="421500" y="133350"/>
                  </a:lnTo>
                  <a:lnTo>
                    <a:pt x="421297" y="132080"/>
                  </a:lnTo>
                  <a:lnTo>
                    <a:pt x="425996" y="135890"/>
                  </a:lnTo>
                  <a:lnTo>
                    <a:pt x="425996" y="132956"/>
                  </a:lnTo>
                  <a:lnTo>
                    <a:pt x="425043" y="132080"/>
                  </a:lnTo>
                  <a:lnTo>
                    <a:pt x="426173" y="129540"/>
                  </a:lnTo>
                  <a:lnTo>
                    <a:pt x="427062" y="127000"/>
                  </a:lnTo>
                  <a:lnTo>
                    <a:pt x="427685" y="124460"/>
                  </a:lnTo>
                  <a:lnTo>
                    <a:pt x="428993" y="129540"/>
                  </a:lnTo>
                  <a:lnTo>
                    <a:pt x="431685" y="133350"/>
                  </a:lnTo>
                  <a:lnTo>
                    <a:pt x="435292" y="132080"/>
                  </a:lnTo>
                  <a:lnTo>
                    <a:pt x="434594" y="127000"/>
                  </a:lnTo>
                  <a:lnTo>
                    <a:pt x="434898" y="124460"/>
                  </a:lnTo>
                  <a:lnTo>
                    <a:pt x="435216" y="121920"/>
                  </a:lnTo>
                  <a:lnTo>
                    <a:pt x="435305" y="120650"/>
                  </a:lnTo>
                  <a:lnTo>
                    <a:pt x="435406" y="119380"/>
                  </a:lnTo>
                  <a:lnTo>
                    <a:pt x="435521" y="114300"/>
                  </a:lnTo>
                  <a:lnTo>
                    <a:pt x="434568" y="106680"/>
                  </a:lnTo>
                  <a:lnTo>
                    <a:pt x="437692" y="111760"/>
                  </a:lnTo>
                  <a:lnTo>
                    <a:pt x="441985" y="114300"/>
                  </a:lnTo>
                  <a:lnTo>
                    <a:pt x="445135" y="113030"/>
                  </a:lnTo>
                  <a:lnTo>
                    <a:pt x="441909" y="107950"/>
                  </a:lnTo>
                  <a:lnTo>
                    <a:pt x="441921" y="106680"/>
                  </a:lnTo>
                  <a:lnTo>
                    <a:pt x="441871" y="97790"/>
                  </a:lnTo>
                  <a:lnTo>
                    <a:pt x="441756" y="95250"/>
                  </a:lnTo>
                  <a:lnTo>
                    <a:pt x="441706" y="93980"/>
                  </a:lnTo>
                  <a:lnTo>
                    <a:pt x="441591" y="91440"/>
                  </a:lnTo>
                  <a:lnTo>
                    <a:pt x="436968" y="81280"/>
                  </a:lnTo>
                  <a:lnTo>
                    <a:pt x="440359" y="82550"/>
                  </a:lnTo>
                  <a:lnTo>
                    <a:pt x="442785" y="81280"/>
                  </a:lnTo>
                  <a:lnTo>
                    <a:pt x="444207" y="80010"/>
                  </a:lnTo>
                  <a:lnTo>
                    <a:pt x="439000" y="77470"/>
                  </a:lnTo>
                  <a:lnTo>
                    <a:pt x="435749" y="72390"/>
                  </a:lnTo>
                  <a:lnTo>
                    <a:pt x="431101" y="66040"/>
                  </a:lnTo>
                  <a:lnTo>
                    <a:pt x="421741" y="60960"/>
                  </a:lnTo>
                  <a:lnTo>
                    <a:pt x="425996" y="60960"/>
                  </a:lnTo>
                  <a:lnTo>
                    <a:pt x="428498" y="58420"/>
                  </a:lnTo>
                  <a:lnTo>
                    <a:pt x="428218" y="57150"/>
                  </a:lnTo>
                  <a:lnTo>
                    <a:pt x="427926" y="55880"/>
                  </a:lnTo>
                  <a:lnTo>
                    <a:pt x="424446" y="57150"/>
                  </a:lnTo>
                  <a:lnTo>
                    <a:pt x="420065" y="54610"/>
                  </a:lnTo>
                  <a:lnTo>
                    <a:pt x="413753" y="52070"/>
                  </a:lnTo>
                  <a:lnTo>
                    <a:pt x="404418" y="50800"/>
                  </a:lnTo>
                  <a:lnTo>
                    <a:pt x="404037" y="48260"/>
                  </a:lnTo>
                  <a:lnTo>
                    <a:pt x="403466" y="44450"/>
                  </a:lnTo>
                  <a:lnTo>
                    <a:pt x="398322" y="39370"/>
                  </a:lnTo>
                  <a:lnTo>
                    <a:pt x="392404" y="36830"/>
                  </a:lnTo>
                  <a:lnTo>
                    <a:pt x="393496" y="40640"/>
                  </a:lnTo>
                  <a:lnTo>
                    <a:pt x="392557" y="44450"/>
                  </a:lnTo>
                  <a:lnTo>
                    <a:pt x="391464" y="48260"/>
                  </a:lnTo>
                  <a:lnTo>
                    <a:pt x="388200" y="45110"/>
                  </a:lnTo>
                  <a:lnTo>
                    <a:pt x="388200" y="64770"/>
                  </a:lnTo>
                  <a:lnTo>
                    <a:pt x="382524" y="66040"/>
                  </a:lnTo>
                  <a:lnTo>
                    <a:pt x="377151" y="67310"/>
                  </a:lnTo>
                  <a:lnTo>
                    <a:pt x="373011" y="69850"/>
                  </a:lnTo>
                  <a:lnTo>
                    <a:pt x="374700" y="66040"/>
                  </a:lnTo>
                  <a:lnTo>
                    <a:pt x="373011" y="60960"/>
                  </a:lnTo>
                  <a:lnTo>
                    <a:pt x="382143" y="60960"/>
                  </a:lnTo>
                  <a:lnTo>
                    <a:pt x="384708" y="64770"/>
                  </a:lnTo>
                  <a:lnTo>
                    <a:pt x="388200" y="64770"/>
                  </a:lnTo>
                  <a:lnTo>
                    <a:pt x="388200" y="45110"/>
                  </a:lnTo>
                  <a:lnTo>
                    <a:pt x="342785" y="1270"/>
                  </a:lnTo>
                  <a:lnTo>
                    <a:pt x="341261" y="0"/>
                  </a:lnTo>
                  <a:lnTo>
                    <a:pt x="339813" y="0"/>
                  </a:lnTo>
                  <a:lnTo>
                    <a:pt x="339813" y="1270"/>
                  </a:lnTo>
                  <a:lnTo>
                    <a:pt x="340626" y="2540"/>
                  </a:lnTo>
                  <a:lnTo>
                    <a:pt x="382524" y="53340"/>
                  </a:lnTo>
                  <a:lnTo>
                    <a:pt x="379323" y="54610"/>
                  </a:lnTo>
                  <a:lnTo>
                    <a:pt x="376212" y="55880"/>
                  </a:lnTo>
                  <a:lnTo>
                    <a:pt x="370916" y="57150"/>
                  </a:lnTo>
                  <a:lnTo>
                    <a:pt x="369354" y="59690"/>
                  </a:lnTo>
                  <a:lnTo>
                    <a:pt x="369354" y="62230"/>
                  </a:lnTo>
                  <a:lnTo>
                    <a:pt x="361581" y="66040"/>
                  </a:lnTo>
                  <a:lnTo>
                    <a:pt x="354990" y="71005"/>
                  </a:lnTo>
                  <a:lnTo>
                    <a:pt x="348843" y="76200"/>
                  </a:lnTo>
                  <a:lnTo>
                    <a:pt x="346748" y="76200"/>
                  </a:lnTo>
                  <a:lnTo>
                    <a:pt x="349072" y="81280"/>
                  </a:lnTo>
                  <a:lnTo>
                    <a:pt x="349910" y="83820"/>
                  </a:lnTo>
                  <a:lnTo>
                    <a:pt x="347179" y="88900"/>
                  </a:lnTo>
                  <a:lnTo>
                    <a:pt x="357212" y="82550"/>
                  </a:lnTo>
                  <a:lnTo>
                    <a:pt x="366268" y="77470"/>
                  </a:lnTo>
                  <a:lnTo>
                    <a:pt x="367614" y="81280"/>
                  </a:lnTo>
                  <a:lnTo>
                    <a:pt x="368338" y="82550"/>
                  </a:lnTo>
                  <a:lnTo>
                    <a:pt x="363918" y="83820"/>
                  </a:lnTo>
                  <a:lnTo>
                    <a:pt x="360781" y="85090"/>
                  </a:lnTo>
                  <a:lnTo>
                    <a:pt x="357759" y="86360"/>
                  </a:lnTo>
                  <a:lnTo>
                    <a:pt x="354418" y="88900"/>
                  </a:lnTo>
                  <a:lnTo>
                    <a:pt x="355396" y="91440"/>
                  </a:lnTo>
                  <a:lnTo>
                    <a:pt x="357886" y="90170"/>
                  </a:lnTo>
                  <a:lnTo>
                    <a:pt x="357962" y="91440"/>
                  </a:lnTo>
                  <a:lnTo>
                    <a:pt x="358178" y="92710"/>
                  </a:lnTo>
                  <a:lnTo>
                    <a:pt x="359092" y="93980"/>
                  </a:lnTo>
                  <a:lnTo>
                    <a:pt x="361581" y="93980"/>
                  </a:lnTo>
                  <a:lnTo>
                    <a:pt x="363143" y="91440"/>
                  </a:lnTo>
                  <a:lnTo>
                    <a:pt x="364058" y="92710"/>
                  </a:lnTo>
                  <a:lnTo>
                    <a:pt x="365112" y="92710"/>
                  </a:lnTo>
                  <a:lnTo>
                    <a:pt x="363677" y="99060"/>
                  </a:lnTo>
                  <a:lnTo>
                    <a:pt x="362623" y="100330"/>
                  </a:lnTo>
                  <a:lnTo>
                    <a:pt x="367385" y="99060"/>
                  </a:lnTo>
                  <a:lnTo>
                    <a:pt x="370344" y="95250"/>
                  </a:lnTo>
                  <a:lnTo>
                    <a:pt x="370408" y="93980"/>
                  </a:lnTo>
                  <a:lnTo>
                    <a:pt x="370535" y="91440"/>
                  </a:lnTo>
                  <a:lnTo>
                    <a:pt x="370560" y="90170"/>
                  </a:lnTo>
                  <a:lnTo>
                    <a:pt x="370611" y="87630"/>
                  </a:lnTo>
                  <a:lnTo>
                    <a:pt x="371627" y="87630"/>
                  </a:lnTo>
                  <a:lnTo>
                    <a:pt x="372338" y="86360"/>
                  </a:lnTo>
                  <a:lnTo>
                    <a:pt x="373100" y="86360"/>
                  </a:lnTo>
                  <a:lnTo>
                    <a:pt x="373913" y="90170"/>
                  </a:lnTo>
                  <a:lnTo>
                    <a:pt x="373011" y="92710"/>
                  </a:lnTo>
                  <a:lnTo>
                    <a:pt x="375475" y="92710"/>
                  </a:lnTo>
                  <a:lnTo>
                    <a:pt x="378079" y="88900"/>
                  </a:lnTo>
                  <a:lnTo>
                    <a:pt x="377977" y="87630"/>
                  </a:lnTo>
                  <a:lnTo>
                    <a:pt x="377888" y="86360"/>
                  </a:lnTo>
                  <a:lnTo>
                    <a:pt x="377799" y="85090"/>
                  </a:lnTo>
                  <a:lnTo>
                    <a:pt x="377710" y="83820"/>
                  </a:lnTo>
                  <a:lnTo>
                    <a:pt x="378917" y="82550"/>
                  </a:lnTo>
                  <a:lnTo>
                    <a:pt x="380263" y="81280"/>
                  </a:lnTo>
                  <a:lnTo>
                    <a:pt x="382739" y="81280"/>
                  </a:lnTo>
                  <a:lnTo>
                    <a:pt x="385991" y="86360"/>
                  </a:lnTo>
                  <a:lnTo>
                    <a:pt x="398703" y="86360"/>
                  </a:lnTo>
                  <a:lnTo>
                    <a:pt x="402399" y="81280"/>
                  </a:lnTo>
                  <a:lnTo>
                    <a:pt x="403326" y="80010"/>
                  </a:lnTo>
                  <a:lnTo>
                    <a:pt x="403669" y="77470"/>
                  </a:lnTo>
                  <a:lnTo>
                    <a:pt x="404177" y="73660"/>
                  </a:lnTo>
                  <a:lnTo>
                    <a:pt x="404075" y="72390"/>
                  </a:lnTo>
                  <a:lnTo>
                    <a:pt x="403860" y="71005"/>
                  </a:lnTo>
                  <a:lnTo>
                    <a:pt x="402628" y="69850"/>
                  </a:lnTo>
                  <a:lnTo>
                    <a:pt x="405561" y="72390"/>
                  </a:lnTo>
                  <a:lnTo>
                    <a:pt x="406476" y="74930"/>
                  </a:lnTo>
                  <a:lnTo>
                    <a:pt x="406476" y="78740"/>
                  </a:lnTo>
                  <a:lnTo>
                    <a:pt x="403123" y="86360"/>
                  </a:lnTo>
                  <a:lnTo>
                    <a:pt x="395097" y="91440"/>
                  </a:lnTo>
                  <a:lnTo>
                    <a:pt x="385483" y="97790"/>
                  </a:lnTo>
                  <a:lnTo>
                    <a:pt x="377329" y="102870"/>
                  </a:lnTo>
                  <a:lnTo>
                    <a:pt x="376936" y="102870"/>
                  </a:lnTo>
                  <a:lnTo>
                    <a:pt x="376694" y="104140"/>
                  </a:lnTo>
                  <a:lnTo>
                    <a:pt x="376389" y="104140"/>
                  </a:lnTo>
                  <a:lnTo>
                    <a:pt x="373164" y="102870"/>
                  </a:lnTo>
                  <a:lnTo>
                    <a:pt x="366687" y="100330"/>
                  </a:lnTo>
                  <a:lnTo>
                    <a:pt x="365912" y="102870"/>
                  </a:lnTo>
                  <a:lnTo>
                    <a:pt x="365467" y="104140"/>
                  </a:lnTo>
                  <a:lnTo>
                    <a:pt x="364401" y="107950"/>
                  </a:lnTo>
                  <a:lnTo>
                    <a:pt x="362356" y="114300"/>
                  </a:lnTo>
                  <a:lnTo>
                    <a:pt x="360972" y="118110"/>
                  </a:lnTo>
                  <a:lnTo>
                    <a:pt x="360451" y="119380"/>
                  </a:lnTo>
                  <a:lnTo>
                    <a:pt x="361327" y="120650"/>
                  </a:lnTo>
                  <a:lnTo>
                    <a:pt x="357263" y="125730"/>
                  </a:lnTo>
                  <a:lnTo>
                    <a:pt x="353860" y="132080"/>
                  </a:lnTo>
                  <a:lnTo>
                    <a:pt x="351345" y="138430"/>
                  </a:lnTo>
                  <a:lnTo>
                    <a:pt x="349910" y="144780"/>
                  </a:lnTo>
                  <a:lnTo>
                    <a:pt x="347560" y="142240"/>
                  </a:lnTo>
                  <a:lnTo>
                    <a:pt x="345998" y="140970"/>
                  </a:lnTo>
                  <a:lnTo>
                    <a:pt x="342849" y="138430"/>
                  </a:lnTo>
                  <a:lnTo>
                    <a:pt x="343115" y="137160"/>
                  </a:lnTo>
                  <a:lnTo>
                    <a:pt x="343255" y="137160"/>
                  </a:lnTo>
                  <a:lnTo>
                    <a:pt x="343344" y="135890"/>
                  </a:lnTo>
                  <a:lnTo>
                    <a:pt x="343433" y="134620"/>
                  </a:lnTo>
                  <a:lnTo>
                    <a:pt x="343535" y="133350"/>
                  </a:lnTo>
                  <a:lnTo>
                    <a:pt x="342709" y="130810"/>
                  </a:lnTo>
                  <a:lnTo>
                    <a:pt x="341071" y="129540"/>
                  </a:lnTo>
                  <a:lnTo>
                    <a:pt x="340283" y="128651"/>
                  </a:lnTo>
                  <a:lnTo>
                    <a:pt x="340283" y="133350"/>
                  </a:lnTo>
                  <a:lnTo>
                    <a:pt x="340169" y="134620"/>
                  </a:lnTo>
                  <a:lnTo>
                    <a:pt x="340042" y="137160"/>
                  </a:lnTo>
                  <a:lnTo>
                    <a:pt x="339242" y="138430"/>
                  </a:lnTo>
                  <a:lnTo>
                    <a:pt x="338289" y="139700"/>
                  </a:lnTo>
                  <a:lnTo>
                    <a:pt x="337769" y="139700"/>
                  </a:lnTo>
                  <a:lnTo>
                    <a:pt x="336931" y="140970"/>
                  </a:lnTo>
                  <a:lnTo>
                    <a:pt x="333756" y="140970"/>
                  </a:lnTo>
                  <a:lnTo>
                    <a:pt x="332130" y="138430"/>
                  </a:lnTo>
                  <a:lnTo>
                    <a:pt x="332244" y="133350"/>
                  </a:lnTo>
                  <a:lnTo>
                    <a:pt x="332892" y="132080"/>
                  </a:lnTo>
                  <a:lnTo>
                    <a:pt x="334556" y="130810"/>
                  </a:lnTo>
                  <a:lnTo>
                    <a:pt x="335470" y="129540"/>
                  </a:lnTo>
                  <a:lnTo>
                    <a:pt x="337464" y="129540"/>
                  </a:lnTo>
                  <a:lnTo>
                    <a:pt x="338340" y="130810"/>
                  </a:lnTo>
                  <a:lnTo>
                    <a:pt x="338759" y="130810"/>
                  </a:lnTo>
                  <a:lnTo>
                    <a:pt x="339813" y="132080"/>
                  </a:lnTo>
                  <a:lnTo>
                    <a:pt x="340283" y="133350"/>
                  </a:lnTo>
                  <a:lnTo>
                    <a:pt x="340283" y="128651"/>
                  </a:lnTo>
                  <a:lnTo>
                    <a:pt x="339953" y="128270"/>
                  </a:lnTo>
                  <a:lnTo>
                    <a:pt x="338340" y="127000"/>
                  </a:lnTo>
                  <a:lnTo>
                    <a:pt x="333248" y="127000"/>
                  </a:lnTo>
                  <a:lnTo>
                    <a:pt x="331546" y="128270"/>
                  </a:lnTo>
                  <a:lnTo>
                    <a:pt x="330987" y="129540"/>
                  </a:lnTo>
                  <a:lnTo>
                    <a:pt x="330352" y="128270"/>
                  </a:lnTo>
                  <a:lnTo>
                    <a:pt x="330085" y="128270"/>
                  </a:lnTo>
                  <a:lnTo>
                    <a:pt x="326758" y="125730"/>
                  </a:lnTo>
                  <a:lnTo>
                    <a:pt x="322948" y="123190"/>
                  </a:lnTo>
                  <a:lnTo>
                    <a:pt x="320459" y="120650"/>
                  </a:lnTo>
                  <a:lnTo>
                    <a:pt x="319417" y="119380"/>
                  </a:lnTo>
                  <a:lnTo>
                    <a:pt x="309676" y="119380"/>
                  </a:lnTo>
                  <a:lnTo>
                    <a:pt x="308051" y="121920"/>
                  </a:lnTo>
                  <a:lnTo>
                    <a:pt x="307073" y="121920"/>
                  </a:lnTo>
                  <a:lnTo>
                    <a:pt x="304977" y="124460"/>
                  </a:lnTo>
                  <a:lnTo>
                    <a:pt x="302539" y="125730"/>
                  </a:lnTo>
                  <a:lnTo>
                    <a:pt x="303682" y="127000"/>
                  </a:lnTo>
                  <a:lnTo>
                    <a:pt x="304761" y="128270"/>
                  </a:lnTo>
                  <a:lnTo>
                    <a:pt x="305917" y="129540"/>
                  </a:lnTo>
                  <a:lnTo>
                    <a:pt x="306628" y="129540"/>
                  </a:lnTo>
                  <a:lnTo>
                    <a:pt x="307822" y="130810"/>
                  </a:lnTo>
                  <a:lnTo>
                    <a:pt x="309486" y="130810"/>
                  </a:lnTo>
                  <a:lnTo>
                    <a:pt x="310553" y="129540"/>
                  </a:lnTo>
                  <a:lnTo>
                    <a:pt x="316103" y="129540"/>
                  </a:lnTo>
                  <a:lnTo>
                    <a:pt x="317347" y="132080"/>
                  </a:lnTo>
                  <a:lnTo>
                    <a:pt x="318185" y="133350"/>
                  </a:lnTo>
                  <a:lnTo>
                    <a:pt x="326174" y="143510"/>
                  </a:lnTo>
                  <a:lnTo>
                    <a:pt x="332574" y="149860"/>
                  </a:lnTo>
                  <a:lnTo>
                    <a:pt x="331876" y="151130"/>
                  </a:lnTo>
                  <a:lnTo>
                    <a:pt x="330479" y="151130"/>
                  </a:lnTo>
                  <a:lnTo>
                    <a:pt x="327837" y="152400"/>
                  </a:lnTo>
                  <a:lnTo>
                    <a:pt x="318655" y="152400"/>
                  </a:lnTo>
                  <a:lnTo>
                    <a:pt x="315899" y="151130"/>
                  </a:lnTo>
                  <a:lnTo>
                    <a:pt x="315328" y="151130"/>
                  </a:lnTo>
                  <a:lnTo>
                    <a:pt x="311848" y="156210"/>
                  </a:lnTo>
                  <a:lnTo>
                    <a:pt x="310819" y="157480"/>
                  </a:lnTo>
                  <a:lnTo>
                    <a:pt x="309841" y="158750"/>
                  </a:lnTo>
                  <a:lnTo>
                    <a:pt x="309206" y="160020"/>
                  </a:lnTo>
                  <a:lnTo>
                    <a:pt x="313931" y="167640"/>
                  </a:lnTo>
                  <a:lnTo>
                    <a:pt x="317512" y="173990"/>
                  </a:lnTo>
                  <a:lnTo>
                    <a:pt x="321005" y="180340"/>
                  </a:lnTo>
                  <a:lnTo>
                    <a:pt x="323545" y="185420"/>
                  </a:lnTo>
                  <a:lnTo>
                    <a:pt x="325793" y="191770"/>
                  </a:lnTo>
                  <a:lnTo>
                    <a:pt x="328752" y="193040"/>
                  </a:lnTo>
                  <a:lnTo>
                    <a:pt x="337769" y="195580"/>
                  </a:lnTo>
                  <a:lnTo>
                    <a:pt x="345617" y="200660"/>
                  </a:lnTo>
                  <a:lnTo>
                    <a:pt x="346468" y="201930"/>
                  </a:lnTo>
                  <a:lnTo>
                    <a:pt x="346583" y="199390"/>
                  </a:lnTo>
                  <a:lnTo>
                    <a:pt x="346684" y="196850"/>
                  </a:lnTo>
                  <a:lnTo>
                    <a:pt x="345465" y="195580"/>
                  </a:lnTo>
                  <a:lnTo>
                    <a:pt x="341071" y="194310"/>
                  </a:lnTo>
                  <a:lnTo>
                    <a:pt x="339407" y="193040"/>
                  </a:lnTo>
                  <a:lnTo>
                    <a:pt x="341223" y="193040"/>
                  </a:lnTo>
                  <a:lnTo>
                    <a:pt x="346684" y="194310"/>
                  </a:lnTo>
                  <a:lnTo>
                    <a:pt x="350608" y="195580"/>
                  </a:lnTo>
                  <a:lnTo>
                    <a:pt x="349770" y="193040"/>
                  </a:lnTo>
                  <a:lnTo>
                    <a:pt x="349351" y="191770"/>
                  </a:lnTo>
                  <a:lnTo>
                    <a:pt x="345313" y="186690"/>
                  </a:lnTo>
                  <a:lnTo>
                    <a:pt x="342849" y="184150"/>
                  </a:lnTo>
                  <a:lnTo>
                    <a:pt x="339509" y="182880"/>
                  </a:lnTo>
                  <a:lnTo>
                    <a:pt x="336245" y="182880"/>
                  </a:lnTo>
                  <a:lnTo>
                    <a:pt x="334848" y="184150"/>
                  </a:lnTo>
                  <a:lnTo>
                    <a:pt x="335064" y="185420"/>
                  </a:lnTo>
                  <a:lnTo>
                    <a:pt x="334340" y="186690"/>
                  </a:lnTo>
                  <a:lnTo>
                    <a:pt x="331749" y="186690"/>
                  </a:lnTo>
                  <a:lnTo>
                    <a:pt x="330898" y="185420"/>
                  </a:lnTo>
                  <a:lnTo>
                    <a:pt x="331749" y="182880"/>
                  </a:lnTo>
                  <a:lnTo>
                    <a:pt x="333616" y="182880"/>
                  </a:lnTo>
                  <a:lnTo>
                    <a:pt x="333248" y="180340"/>
                  </a:lnTo>
                  <a:lnTo>
                    <a:pt x="332828" y="177800"/>
                  </a:lnTo>
                  <a:lnTo>
                    <a:pt x="329666" y="177800"/>
                  </a:lnTo>
                  <a:lnTo>
                    <a:pt x="327837" y="176530"/>
                  </a:lnTo>
                  <a:lnTo>
                    <a:pt x="324878" y="172720"/>
                  </a:lnTo>
                  <a:lnTo>
                    <a:pt x="321818" y="167640"/>
                  </a:lnTo>
                  <a:lnTo>
                    <a:pt x="320255" y="165100"/>
                  </a:lnTo>
                  <a:lnTo>
                    <a:pt x="318858" y="162560"/>
                  </a:lnTo>
                  <a:lnTo>
                    <a:pt x="320776" y="160020"/>
                  </a:lnTo>
                  <a:lnTo>
                    <a:pt x="323126" y="158750"/>
                  </a:lnTo>
                  <a:lnTo>
                    <a:pt x="328142" y="161290"/>
                  </a:lnTo>
                  <a:lnTo>
                    <a:pt x="337921" y="162560"/>
                  </a:lnTo>
                  <a:lnTo>
                    <a:pt x="350177" y="162560"/>
                  </a:lnTo>
                  <a:lnTo>
                    <a:pt x="351904" y="171450"/>
                  </a:lnTo>
                  <a:lnTo>
                    <a:pt x="355638" y="179070"/>
                  </a:lnTo>
                  <a:lnTo>
                    <a:pt x="362140" y="184150"/>
                  </a:lnTo>
                  <a:lnTo>
                    <a:pt x="372186" y="187960"/>
                  </a:lnTo>
                  <a:lnTo>
                    <a:pt x="379857" y="190500"/>
                  </a:lnTo>
                  <a:lnTo>
                    <a:pt x="387934" y="195580"/>
                  </a:lnTo>
                  <a:lnTo>
                    <a:pt x="390728" y="203200"/>
                  </a:lnTo>
                  <a:lnTo>
                    <a:pt x="371500" y="205740"/>
                  </a:lnTo>
                  <a:lnTo>
                    <a:pt x="360311" y="210820"/>
                  </a:lnTo>
                  <a:lnTo>
                    <a:pt x="355104" y="218440"/>
                  </a:lnTo>
                  <a:lnTo>
                    <a:pt x="353822" y="226060"/>
                  </a:lnTo>
                  <a:lnTo>
                    <a:pt x="355574" y="233680"/>
                  </a:lnTo>
                  <a:lnTo>
                    <a:pt x="359435" y="238760"/>
                  </a:lnTo>
                  <a:lnTo>
                    <a:pt x="363296" y="242570"/>
                  </a:lnTo>
                  <a:lnTo>
                    <a:pt x="365048" y="248920"/>
                  </a:lnTo>
                  <a:lnTo>
                    <a:pt x="360730" y="254000"/>
                  </a:lnTo>
                  <a:lnTo>
                    <a:pt x="350647" y="257810"/>
                  </a:lnTo>
                  <a:lnTo>
                    <a:pt x="339013" y="260350"/>
                  </a:lnTo>
                  <a:lnTo>
                    <a:pt x="330085" y="261620"/>
                  </a:lnTo>
                  <a:lnTo>
                    <a:pt x="323126" y="262890"/>
                  </a:lnTo>
                  <a:lnTo>
                    <a:pt x="319354" y="264160"/>
                  </a:lnTo>
                  <a:lnTo>
                    <a:pt x="315937" y="267970"/>
                  </a:lnTo>
                  <a:lnTo>
                    <a:pt x="312686" y="270510"/>
                  </a:lnTo>
                  <a:lnTo>
                    <a:pt x="303352" y="279400"/>
                  </a:lnTo>
                  <a:lnTo>
                    <a:pt x="305917" y="280670"/>
                  </a:lnTo>
                  <a:lnTo>
                    <a:pt x="308483" y="280670"/>
                  </a:lnTo>
                  <a:lnTo>
                    <a:pt x="313067" y="274320"/>
                  </a:lnTo>
                  <a:lnTo>
                    <a:pt x="314350" y="273050"/>
                  </a:lnTo>
                  <a:lnTo>
                    <a:pt x="315328" y="270510"/>
                  </a:lnTo>
                  <a:lnTo>
                    <a:pt x="316166" y="271780"/>
                  </a:lnTo>
                  <a:lnTo>
                    <a:pt x="317119" y="271780"/>
                  </a:lnTo>
                  <a:lnTo>
                    <a:pt x="315429" y="274320"/>
                  </a:lnTo>
                  <a:lnTo>
                    <a:pt x="311670" y="280670"/>
                  </a:lnTo>
                  <a:lnTo>
                    <a:pt x="327406" y="281940"/>
                  </a:lnTo>
                  <a:lnTo>
                    <a:pt x="328422" y="276860"/>
                  </a:lnTo>
                  <a:lnTo>
                    <a:pt x="328422" y="271780"/>
                  </a:lnTo>
                  <a:lnTo>
                    <a:pt x="324472" y="270510"/>
                  </a:lnTo>
                  <a:lnTo>
                    <a:pt x="326758" y="267970"/>
                  </a:lnTo>
                  <a:lnTo>
                    <a:pt x="329120" y="266700"/>
                  </a:lnTo>
                  <a:lnTo>
                    <a:pt x="330987" y="267970"/>
                  </a:lnTo>
                  <a:lnTo>
                    <a:pt x="334632" y="271780"/>
                  </a:lnTo>
                  <a:lnTo>
                    <a:pt x="335203" y="274320"/>
                  </a:lnTo>
                  <a:lnTo>
                    <a:pt x="339598" y="271780"/>
                  </a:lnTo>
                  <a:lnTo>
                    <a:pt x="353187" y="266700"/>
                  </a:lnTo>
                  <a:lnTo>
                    <a:pt x="370166" y="260350"/>
                  </a:lnTo>
                  <a:lnTo>
                    <a:pt x="375221" y="257810"/>
                  </a:lnTo>
                  <a:lnTo>
                    <a:pt x="378282" y="256540"/>
                  </a:lnTo>
                  <a:lnTo>
                    <a:pt x="382143" y="255270"/>
                  </a:lnTo>
                  <a:lnTo>
                    <a:pt x="381000" y="252730"/>
                  </a:lnTo>
                  <a:lnTo>
                    <a:pt x="378625" y="251460"/>
                  </a:lnTo>
                  <a:lnTo>
                    <a:pt x="376212" y="248920"/>
                  </a:lnTo>
                  <a:lnTo>
                    <a:pt x="375666" y="246380"/>
                  </a:lnTo>
                  <a:lnTo>
                    <a:pt x="375666" y="232410"/>
                  </a:lnTo>
                  <a:lnTo>
                    <a:pt x="381927" y="228600"/>
                  </a:lnTo>
                  <a:lnTo>
                    <a:pt x="393192" y="228600"/>
                  </a:lnTo>
                  <a:lnTo>
                    <a:pt x="392696" y="232410"/>
                  </a:lnTo>
                  <a:lnTo>
                    <a:pt x="392696" y="233680"/>
                  </a:lnTo>
                  <a:lnTo>
                    <a:pt x="396659" y="245110"/>
                  </a:lnTo>
                  <a:lnTo>
                    <a:pt x="405841" y="255270"/>
                  </a:lnTo>
                  <a:lnTo>
                    <a:pt x="416255" y="262890"/>
                  </a:lnTo>
                  <a:lnTo>
                    <a:pt x="423913" y="265430"/>
                  </a:lnTo>
                  <a:lnTo>
                    <a:pt x="426872" y="265430"/>
                  </a:lnTo>
                  <a:lnTo>
                    <a:pt x="430911" y="262890"/>
                  </a:lnTo>
                  <a:lnTo>
                    <a:pt x="431025" y="267970"/>
                  </a:lnTo>
                  <a:lnTo>
                    <a:pt x="431139" y="273050"/>
                  </a:lnTo>
                  <a:lnTo>
                    <a:pt x="431253" y="279400"/>
                  </a:lnTo>
                  <a:lnTo>
                    <a:pt x="432803" y="284480"/>
                  </a:lnTo>
                  <a:lnTo>
                    <a:pt x="430110" y="300990"/>
                  </a:lnTo>
                  <a:lnTo>
                    <a:pt x="427685" y="302260"/>
                  </a:lnTo>
                  <a:lnTo>
                    <a:pt x="417766" y="309880"/>
                  </a:lnTo>
                  <a:lnTo>
                    <a:pt x="413105" y="320040"/>
                  </a:lnTo>
                  <a:lnTo>
                    <a:pt x="411048" y="322580"/>
                  </a:lnTo>
                  <a:lnTo>
                    <a:pt x="413207" y="323850"/>
                  </a:lnTo>
                  <a:lnTo>
                    <a:pt x="415505" y="323850"/>
                  </a:lnTo>
                  <a:lnTo>
                    <a:pt x="417347" y="318770"/>
                  </a:lnTo>
                  <a:lnTo>
                    <a:pt x="419049" y="313690"/>
                  </a:lnTo>
                  <a:lnTo>
                    <a:pt x="420776" y="311150"/>
                  </a:lnTo>
                  <a:lnTo>
                    <a:pt x="422656" y="309880"/>
                  </a:lnTo>
                  <a:lnTo>
                    <a:pt x="420687" y="314960"/>
                  </a:lnTo>
                  <a:lnTo>
                    <a:pt x="419328" y="321310"/>
                  </a:lnTo>
                  <a:lnTo>
                    <a:pt x="418261" y="323850"/>
                  </a:lnTo>
                  <a:lnTo>
                    <a:pt x="424751" y="325120"/>
                  </a:lnTo>
                  <a:lnTo>
                    <a:pt x="434784" y="320040"/>
                  </a:lnTo>
                  <a:lnTo>
                    <a:pt x="434784" y="311150"/>
                  </a:lnTo>
                  <a:lnTo>
                    <a:pt x="431253" y="311150"/>
                  </a:lnTo>
                  <a:lnTo>
                    <a:pt x="431253" y="309880"/>
                  </a:lnTo>
                  <a:lnTo>
                    <a:pt x="431253" y="307340"/>
                  </a:lnTo>
                  <a:lnTo>
                    <a:pt x="432841" y="306070"/>
                  </a:lnTo>
                  <a:lnTo>
                    <a:pt x="437273" y="306070"/>
                  </a:lnTo>
                  <a:lnTo>
                    <a:pt x="439216" y="307340"/>
                  </a:lnTo>
                  <a:lnTo>
                    <a:pt x="439331" y="308610"/>
                  </a:lnTo>
                  <a:lnTo>
                    <a:pt x="441998" y="307340"/>
                  </a:lnTo>
                  <a:lnTo>
                    <a:pt x="442925" y="306070"/>
                  </a:lnTo>
                  <a:lnTo>
                    <a:pt x="443839" y="304800"/>
                  </a:lnTo>
                  <a:lnTo>
                    <a:pt x="443814" y="302260"/>
                  </a:lnTo>
                  <a:lnTo>
                    <a:pt x="443699" y="290830"/>
                  </a:lnTo>
                  <a:lnTo>
                    <a:pt x="444119" y="290830"/>
                  </a:lnTo>
                  <a:lnTo>
                    <a:pt x="445274" y="293370"/>
                  </a:lnTo>
                  <a:lnTo>
                    <a:pt x="447344" y="294640"/>
                  </a:lnTo>
                  <a:lnTo>
                    <a:pt x="454558" y="294640"/>
                  </a:lnTo>
                  <a:lnTo>
                    <a:pt x="456590" y="292100"/>
                  </a:lnTo>
                  <a:lnTo>
                    <a:pt x="458990" y="290830"/>
                  </a:lnTo>
                  <a:lnTo>
                    <a:pt x="460717" y="288290"/>
                  </a:lnTo>
                  <a:lnTo>
                    <a:pt x="461416" y="285750"/>
                  </a:lnTo>
                  <a:lnTo>
                    <a:pt x="461416" y="283210"/>
                  </a:lnTo>
                  <a:lnTo>
                    <a:pt x="461124" y="281940"/>
                  </a:lnTo>
                  <a:lnTo>
                    <a:pt x="460336" y="280670"/>
                  </a:lnTo>
                  <a:lnTo>
                    <a:pt x="459333" y="279400"/>
                  </a:lnTo>
                  <a:lnTo>
                    <a:pt x="458419" y="278714"/>
                  </a:lnTo>
                  <a:lnTo>
                    <a:pt x="458419" y="283210"/>
                  </a:lnTo>
                  <a:lnTo>
                    <a:pt x="458279" y="284480"/>
                  </a:lnTo>
                  <a:lnTo>
                    <a:pt x="458101" y="285750"/>
                  </a:lnTo>
                  <a:lnTo>
                    <a:pt x="457771" y="287020"/>
                  </a:lnTo>
                  <a:lnTo>
                    <a:pt x="456590" y="289560"/>
                  </a:lnTo>
                  <a:lnTo>
                    <a:pt x="454875" y="289560"/>
                  </a:lnTo>
                  <a:lnTo>
                    <a:pt x="451815" y="292100"/>
                  </a:lnTo>
                  <a:lnTo>
                    <a:pt x="448259" y="292100"/>
                  </a:lnTo>
                  <a:lnTo>
                    <a:pt x="447535" y="290830"/>
                  </a:lnTo>
                  <a:lnTo>
                    <a:pt x="446811" y="289560"/>
                  </a:lnTo>
                  <a:lnTo>
                    <a:pt x="445973" y="288290"/>
                  </a:lnTo>
                  <a:lnTo>
                    <a:pt x="446062" y="287020"/>
                  </a:lnTo>
                  <a:lnTo>
                    <a:pt x="446227" y="287020"/>
                  </a:lnTo>
                  <a:lnTo>
                    <a:pt x="446392" y="285750"/>
                  </a:lnTo>
                  <a:lnTo>
                    <a:pt x="446557" y="284480"/>
                  </a:lnTo>
                  <a:lnTo>
                    <a:pt x="447903" y="283210"/>
                  </a:lnTo>
                  <a:lnTo>
                    <a:pt x="449491" y="281940"/>
                  </a:lnTo>
                  <a:lnTo>
                    <a:pt x="451345" y="280670"/>
                  </a:lnTo>
                  <a:lnTo>
                    <a:pt x="455129" y="280670"/>
                  </a:lnTo>
                  <a:lnTo>
                    <a:pt x="457060" y="281940"/>
                  </a:lnTo>
                  <a:lnTo>
                    <a:pt x="457644" y="283210"/>
                  </a:lnTo>
                  <a:lnTo>
                    <a:pt x="458419" y="283210"/>
                  </a:lnTo>
                  <a:lnTo>
                    <a:pt x="458419" y="278714"/>
                  </a:lnTo>
                  <a:lnTo>
                    <a:pt x="457644" y="278130"/>
                  </a:lnTo>
                  <a:lnTo>
                    <a:pt x="455764" y="278130"/>
                  </a:lnTo>
                  <a:lnTo>
                    <a:pt x="453199" y="276860"/>
                  </a:lnTo>
                  <a:lnTo>
                    <a:pt x="450265" y="278130"/>
                  </a:lnTo>
                  <a:lnTo>
                    <a:pt x="445681" y="280670"/>
                  </a:lnTo>
                  <a:lnTo>
                    <a:pt x="443839" y="283210"/>
                  </a:lnTo>
                  <a:lnTo>
                    <a:pt x="443280" y="285750"/>
                  </a:lnTo>
                  <a:lnTo>
                    <a:pt x="443217" y="284480"/>
                  </a:lnTo>
                  <a:lnTo>
                    <a:pt x="443141" y="283210"/>
                  </a:lnTo>
                  <a:lnTo>
                    <a:pt x="443064" y="281940"/>
                  </a:lnTo>
                  <a:lnTo>
                    <a:pt x="443001" y="280670"/>
                  </a:lnTo>
                  <a:lnTo>
                    <a:pt x="442925" y="279400"/>
                  </a:lnTo>
                  <a:lnTo>
                    <a:pt x="442849" y="278130"/>
                  </a:lnTo>
                  <a:lnTo>
                    <a:pt x="442785" y="276860"/>
                  </a:lnTo>
                  <a:lnTo>
                    <a:pt x="441998" y="269240"/>
                  </a:lnTo>
                  <a:lnTo>
                    <a:pt x="442125" y="267970"/>
                  </a:lnTo>
                  <a:lnTo>
                    <a:pt x="442252" y="266700"/>
                  </a:lnTo>
                  <a:lnTo>
                    <a:pt x="442366" y="265430"/>
                  </a:lnTo>
                  <a:lnTo>
                    <a:pt x="442468" y="264160"/>
                  </a:lnTo>
                  <a:lnTo>
                    <a:pt x="442569" y="262890"/>
                  </a:lnTo>
                  <a:lnTo>
                    <a:pt x="442671" y="261620"/>
                  </a:lnTo>
                  <a:lnTo>
                    <a:pt x="442785" y="260350"/>
                  </a:lnTo>
                  <a:lnTo>
                    <a:pt x="442925" y="257810"/>
                  </a:lnTo>
                  <a:lnTo>
                    <a:pt x="441325" y="257810"/>
                  </a:lnTo>
                  <a:lnTo>
                    <a:pt x="439623" y="256540"/>
                  </a:lnTo>
                  <a:lnTo>
                    <a:pt x="437781" y="260350"/>
                  </a:lnTo>
                  <a:lnTo>
                    <a:pt x="432930" y="260350"/>
                  </a:lnTo>
                  <a:lnTo>
                    <a:pt x="425742" y="252730"/>
                  </a:lnTo>
                  <a:lnTo>
                    <a:pt x="425742" y="246380"/>
                  </a:lnTo>
                  <a:lnTo>
                    <a:pt x="426923" y="241300"/>
                  </a:lnTo>
                  <a:lnTo>
                    <a:pt x="429983" y="233680"/>
                  </a:lnTo>
                  <a:lnTo>
                    <a:pt x="431977" y="228600"/>
                  </a:lnTo>
                  <a:lnTo>
                    <a:pt x="432612" y="223520"/>
                  </a:lnTo>
                  <a:lnTo>
                    <a:pt x="432930" y="220980"/>
                  </a:lnTo>
                  <a:lnTo>
                    <a:pt x="432841" y="218440"/>
                  </a:lnTo>
                  <a:lnTo>
                    <a:pt x="434682" y="217170"/>
                  </a:lnTo>
                  <a:lnTo>
                    <a:pt x="437299" y="222250"/>
                  </a:lnTo>
                  <a:lnTo>
                    <a:pt x="439470" y="227330"/>
                  </a:lnTo>
                  <a:lnTo>
                    <a:pt x="442785" y="231140"/>
                  </a:lnTo>
                  <a:lnTo>
                    <a:pt x="443852" y="238760"/>
                  </a:lnTo>
                  <a:lnTo>
                    <a:pt x="448995" y="245110"/>
                  </a:lnTo>
                  <a:lnTo>
                    <a:pt x="456577" y="248920"/>
                  </a:lnTo>
                  <a:lnTo>
                    <a:pt x="462165" y="246380"/>
                  </a:lnTo>
                  <a:lnTo>
                    <a:pt x="464959" y="245110"/>
                  </a:lnTo>
                  <a:lnTo>
                    <a:pt x="459587" y="246380"/>
                  </a:lnTo>
                  <a:lnTo>
                    <a:pt x="455790" y="241300"/>
                  </a:lnTo>
                  <a:lnTo>
                    <a:pt x="453402" y="236220"/>
                  </a:lnTo>
                  <a:lnTo>
                    <a:pt x="454355" y="236220"/>
                  </a:lnTo>
                  <a:lnTo>
                    <a:pt x="457974" y="237490"/>
                  </a:lnTo>
                  <a:lnTo>
                    <a:pt x="461835" y="241300"/>
                  </a:lnTo>
                  <a:lnTo>
                    <a:pt x="474002" y="241300"/>
                  </a:lnTo>
                  <a:lnTo>
                    <a:pt x="475411" y="236220"/>
                  </a:lnTo>
                  <a:lnTo>
                    <a:pt x="476110" y="233680"/>
                  </a:lnTo>
                  <a:lnTo>
                    <a:pt x="477164" y="229870"/>
                  </a:lnTo>
                  <a:lnTo>
                    <a:pt x="475043" y="232410"/>
                  </a:lnTo>
                  <a:lnTo>
                    <a:pt x="470611" y="233680"/>
                  </a:lnTo>
                  <a:lnTo>
                    <a:pt x="467575" y="233680"/>
                  </a:lnTo>
                  <a:lnTo>
                    <a:pt x="469087" y="232410"/>
                  </a:lnTo>
                  <a:lnTo>
                    <a:pt x="472109" y="229870"/>
                  </a:lnTo>
                  <a:lnTo>
                    <a:pt x="474484" y="224790"/>
                  </a:lnTo>
                  <a:lnTo>
                    <a:pt x="474484" y="218440"/>
                  </a:lnTo>
                  <a:lnTo>
                    <a:pt x="468680" y="199390"/>
                  </a:lnTo>
                  <a:lnTo>
                    <a:pt x="443090" y="173990"/>
                  </a:lnTo>
                  <a:lnTo>
                    <a:pt x="437273" y="157480"/>
                  </a:lnTo>
                  <a:lnTo>
                    <a:pt x="437273" y="147320"/>
                  </a:lnTo>
                  <a:lnTo>
                    <a:pt x="446354" y="140970"/>
                  </a:lnTo>
                  <a:lnTo>
                    <a:pt x="455129" y="140970"/>
                  </a:lnTo>
                  <a:lnTo>
                    <a:pt x="456984" y="142240"/>
                  </a:lnTo>
                  <a:lnTo>
                    <a:pt x="458419" y="142240"/>
                  </a:lnTo>
                  <a:lnTo>
                    <a:pt x="456082" y="144780"/>
                  </a:lnTo>
                  <a:lnTo>
                    <a:pt x="454748" y="148590"/>
                  </a:lnTo>
                  <a:lnTo>
                    <a:pt x="454875" y="153670"/>
                  </a:lnTo>
                  <a:lnTo>
                    <a:pt x="461048" y="165100"/>
                  </a:lnTo>
                  <a:lnTo>
                    <a:pt x="473748" y="172720"/>
                  </a:lnTo>
                  <a:lnTo>
                    <a:pt x="486371" y="177800"/>
                  </a:lnTo>
                  <a:lnTo>
                    <a:pt x="492290" y="184150"/>
                  </a:lnTo>
                  <a:close/>
                </a:path>
              </a:pathLst>
            </a:custGeom>
            <a:solidFill>
              <a:srgbClr val="FFFFFF"/>
            </a:solidFill>
          </p:spPr>
          <p:txBody>
            <a:bodyPr wrap="square" lIns="0" tIns="0" rIns="0" bIns="0" rtlCol="0"/>
            <a:lstStyle/>
            <a:p>
              <a:endParaRPr/>
            </a:p>
          </p:txBody>
        </p:sp>
        <p:pic>
          <p:nvPicPr>
            <p:cNvPr id="8" name="object 8"/>
            <p:cNvPicPr>
              <a:picLocks noGrp="1" noRot="1" noMove="1" noResize="1" noEditPoints="1" noAdjustHandles="1" noChangeArrowheads="1" noChangeShapeType="1" noCrop="1"/>
            </p:cNvPicPr>
            <p:nvPr/>
          </p:nvPicPr>
          <p:blipFill>
            <a:blip r:embed="rId5" cstate="print"/>
            <a:stretch>
              <a:fillRect/>
            </a:stretch>
          </p:blipFill>
          <p:spPr>
            <a:xfrm>
              <a:off x="723307" y="1028083"/>
              <a:ext cx="162182" cy="202135"/>
            </a:xfrm>
            <a:prstGeom prst="rect">
              <a:avLst/>
            </a:prstGeom>
          </p:spPr>
        </p:pic>
        <p:pic>
          <p:nvPicPr>
            <p:cNvPr id="9" name="object 9"/>
            <p:cNvPicPr>
              <a:picLocks noGrp="1" noRot="1" noMove="1" noResize="1" noEditPoints="1" noAdjustHandles="1" noChangeArrowheads="1" noChangeShapeType="1" noCrop="1"/>
            </p:cNvPicPr>
            <p:nvPr/>
          </p:nvPicPr>
          <p:blipFill>
            <a:blip r:embed="rId6" cstate="print"/>
            <a:stretch>
              <a:fillRect/>
            </a:stretch>
          </p:blipFill>
          <p:spPr>
            <a:xfrm>
              <a:off x="928447" y="1028087"/>
              <a:ext cx="167248" cy="197425"/>
            </a:xfrm>
            <a:prstGeom prst="rect">
              <a:avLst/>
            </a:prstGeom>
          </p:spPr>
        </p:pic>
        <p:sp>
          <p:nvSpPr>
            <p:cNvPr id="10" name="object 10"/>
            <p:cNvSpPr>
              <a:spLocks noGrp="1" noRot="1" noMove="1" noResize="1" noEditPoints="1" noAdjustHandles="1" noChangeArrowheads="1" noChangeShapeType="1"/>
            </p:cNvSpPr>
            <p:nvPr/>
          </p:nvSpPr>
          <p:spPr>
            <a:xfrm>
              <a:off x="1195451" y="1028089"/>
              <a:ext cx="160020" cy="197485"/>
            </a:xfrm>
            <a:custGeom>
              <a:avLst/>
              <a:gdLst/>
              <a:ahLst/>
              <a:cxnLst/>
              <a:rect l="l" t="t" r="r" b="b"/>
              <a:pathLst>
                <a:path w="160019" h="197484">
                  <a:moveTo>
                    <a:pt x="159918" y="0"/>
                  </a:moveTo>
                  <a:lnTo>
                    <a:pt x="133070" y="0"/>
                  </a:lnTo>
                  <a:lnTo>
                    <a:pt x="133070" y="85432"/>
                  </a:lnTo>
                  <a:lnTo>
                    <a:pt x="26835" y="85432"/>
                  </a:lnTo>
                  <a:lnTo>
                    <a:pt x="26835" y="0"/>
                  </a:lnTo>
                  <a:lnTo>
                    <a:pt x="0" y="0"/>
                  </a:lnTo>
                  <a:lnTo>
                    <a:pt x="0" y="85432"/>
                  </a:lnTo>
                  <a:lnTo>
                    <a:pt x="0" y="106794"/>
                  </a:lnTo>
                  <a:lnTo>
                    <a:pt x="0" y="197243"/>
                  </a:lnTo>
                  <a:lnTo>
                    <a:pt x="26835" y="197243"/>
                  </a:lnTo>
                  <a:lnTo>
                    <a:pt x="26835" y="106794"/>
                  </a:lnTo>
                  <a:lnTo>
                    <a:pt x="133070" y="106794"/>
                  </a:lnTo>
                  <a:lnTo>
                    <a:pt x="133070" y="197243"/>
                  </a:lnTo>
                  <a:lnTo>
                    <a:pt x="159918" y="197243"/>
                  </a:lnTo>
                  <a:lnTo>
                    <a:pt x="159918" y="106794"/>
                  </a:lnTo>
                  <a:lnTo>
                    <a:pt x="159918" y="85432"/>
                  </a:lnTo>
                  <a:lnTo>
                    <a:pt x="159918" y="0"/>
                  </a:lnTo>
                  <a:close/>
                </a:path>
              </a:pathLst>
            </a:custGeom>
            <a:solidFill>
              <a:srgbClr val="FFFFFF"/>
            </a:solidFill>
          </p:spPr>
          <p:txBody>
            <a:bodyPr wrap="square" lIns="0" tIns="0" rIns="0" bIns="0" rtlCol="0"/>
            <a:lstStyle/>
            <a:p>
              <a:endParaRPr/>
            </a:p>
          </p:txBody>
        </p:sp>
        <p:pic>
          <p:nvPicPr>
            <p:cNvPr id="11" name="object 11"/>
            <p:cNvPicPr>
              <a:picLocks noGrp="1" noRot="1" noMove="1" noResize="1" noEditPoints="1" noAdjustHandles="1" noChangeArrowheads="1" noChangeShapeType="1" noCrop="1"/>
            </p:cNvPicPr>
            <p:nvPr/>
          </p:nvPicPr>
          <p:blipFill>
            <a:blip r:embed="rId7" cstate="print"/>
            <a:stretch>
              <a:fillRect/>
            </a:stretch>
          </p:blipFill>
          <p:spPr>
            <a:xfrm>
              <a:off x="1387592" y="1079243"/>
              <a:ext cx="289038" cy="149587"/>
            </a:xfrm>
            <a:prstGeom prst="rect">
              <a:avLst/>
            </a:prstGeom>
          </p:spPr>
        </p:pic>
        <p:sp>
          <p:nvSpPr>
            <p:cNvPr id="12" name="object 12"/>
            <p:cNvSpPr>
              <a:spLocks noGrp="1" noRot="1" noMove="1" noResize="1" noEditPoints="1" noAdjustHandles="1" noChangeArrowheads="1" noChangeShapeType="1"/>
            </p:cNvSpPr>
            <p:nvPr/>
          </p:nvSpPr>
          <p:spPr>
            <a:xfrm>
              <a:off x="1700362" y="1028087"/>
              <a:ext cx="24130" cy="197485"/>
            </a:xfrm>
            <a:custGeom>
              <a:avLst/>
              <a:gdLst/>
              <a:ahLst/>
              <a:cxnLst/>
              <a:rect l="l" t="t" r="r" b="b"/>
              <a:pathLst>
                <a:path w="24130" h="197484">
                  <a:moveTo>
                    <a:pt x="24017" y="197425"/>
                  </a:moveTo>
                  <a:lnTo>
                    <a:pt x="0" y="197425"/>
                  </a:lnTo>
                  <a:lnTo>
                    <a:pt x="0" y="0"/>
                  </a:lnTo>
                  <a:lnTo>
                    <a:pt x="24017" y="0"/>
                  </a:lnTo>
                  <a:lnTo>
                    <a:pt x="24017" y="197425"/>
                  </a:lnTo>
                  <a:close/>
                </a:path>
              </a:pathLst>
            </a:custGeom>
            <a:solidFill>
              <a:srgbClr val="FFFFFF"/>
            </a:solidFill>
          </p:spPr>
          <p:txBody>
            <a:bodyPr wrap="square" lIns="0" tIns="0" rIns="0" bIns="0" rtlCol="0"/>
            <a:lstStyle/>
            <a:p>
              <a:endParaRPr/>
            </a:p>
          </p:txBody>
        </p:sp>
        <p:pic>
          <p:nvPicPr>
            <p:cNvPr id="13" name="object 13"/>
            <p:cNvPicPr>
              <a:picLocks noGrp="1" noRot="1" noMove="1" noResize="1" noEditPoints="1" noAdjustHandles="1" noChangeArrowheads="1" noChangeShapeType="1" noCrop="1"/>
            </p:cNvPicPr>
            <p:nvPr/>
          </p:nvPicPr>
          <p:blipFill>
            <a:blip r:embed="rId8" cstate="print"/>
            <a:stretch>
              <a:fillRect/>
            </a:stretch>
          </p:blipFill>
          <p:spPr>
            <a:xfrm>
              <a:off x="1746146" y="1039702"/>
              <a:ext cx="77972" cy="185820"/>
            </a:xfrm>
            <a:prstGeom prst="rect">
              <a:avLst/>
            </a:prstGeom>
          </p:spPr>
        </p:pic>
        <p:pic>
          <p:nvPicPr>
            <p:cNvPr id="14" name="object 14"/>
            <p:cNvPicPr>
              <a:picLocks noGrp="1" noRot="1" noMove="1" noResize="1" noEditPoints="1" noAdjustHandles="1" noChangeArrowheads="1" noChangeShapeType="1" noCrop="1"/>
            </p:cNvPicPr>
            <p:nvPr/>
          </p:nvPicPr>
          <p:blipFill>
            <a:blip r:embed="rId9" cstate="print"/>
            <a:stretch>
              <a:fillRect/>
            </a:stretch>
          </p:blipFill>
          <p:spPr>
            <a:xfrm>
              <a:off x="1850678" y="1028087"/>
              <a:ext cx="120924" cy="197425"/>
            </a:xfrm>
            <a:prstGeom prst="rect">
              <a:avLst/>
            </a:prstGeom>
          </p:spPr>
        </p:pic>
        <p:pic>
          <p:nvPicPr>
            <p:cNvPr id="15" name="object 15"/>
            <p:cNvPicPr>
              <a:picLocks noGrp="1" noRot="1" noMove="1" noResize="1" noEditPoints="1" noAdjustHandles="1" noChangeArrowheads="1" noChangeShapeType="1" noCrop="1"/>
            </p:cNvPicPr>
            <p:nvPr/>
          </p:nvPicPr>
          <p:blipFill>
            <a:blip r:embed="rId10" cstate="print"/>
            <a:stretch>
              <a:fillRect/>
            </a:stretch>
          </p:blipFill>
          <p:spPr>
            <a:xfrm>
              <a:off x="712861" y="1314126"/>
              <a:ext cx="162182" cy="206814"/>
            </a:xfrm>
            <a:prstGeom prst="rect">
              <a:avLst/>
            </a:prstGeom>
          </p:spPr>
        </p:pic>
        <p:pic>
          <p:nvPicPr>
            <p:cNvPr id="16" name="object 16"/>
            <p:cNvPicPr>
              <a:picLocks noGrp="1" noRot="1" noMove="1" noResize="1" noEditPoints="1" noAdjustHandles="1" noChangeArrowheads="1" noChangeShapeType="1" noCrop="1"/>
            </p:cNvPicPr>
            <p:nvPr/>
          </p:nvPicPr>
          <p:blipFill>
            <a:blip r:embed="rId11" cstate="print"/>
            <a:stretch>
              <a:fillRect/>
            </a:stretch>
          </p:blipFill>
          <p:spPr>
            <a:xfrm>
              <a:off x="895674" y="1369975"/>
              <a:ext cx="284513" cy="149595"/>
            </a:xfrm>
            <a:prstGeom prst="rect">
              <a:avLst/>
            </a:prstGeom>
          </p:spPr>
        </p:pic>
        <p:pic>
          <p:nvPicPr>
            <p:cNvPr id="17" name="object 17"/>
            <p:cNvPicPr>
              <a:picLocks noGrp="1" noRot="1" noMove="1" noResize="1" noEditPoints="1" noAdjustHandles="1" noChangeArrowheads="1" noChangeShapeType="1" noCrop="1"/>
            </p:cNvPicPr>
            <p:nvPr/>
          </p:nvPicPr>
          <p:blipFill>
            <a:blip r:embed="rId12" cstate="print"/>
            <a:stretch>
              <a:fillRect/>
            </a:stretch>
          </p:blipFill>
          <p:spPr>
            <a:xfrm>
              <a:off x="1207038" y="1373286"/>
              <a:ext cx="120924" cy="146279"/>
            </a:xfrm>
            <a:prstGeom prst="rect">
              <a:avLst/>
            </a:prstGeom>
          </p:spPr>
        </p:pic>
        <p:pic>
          <p:nvPicPr>
            <p:cNvPr id="18" name="object 18"/>
            <p:cNvPicPr>
              <a:picLocks noGrp="1" noRot="1" noMove="1" noResize="1" noEditPoints="1" noAdjustHandles="1" noChangeArrowheads="1" noChangeShapeType="1" noCrop="1"/>
            </p:cNvPicPr>
            <p:nvPr/>
          </p:nvPicPr>
          <p:blipFill>
            <a:blip r:embed="rId13" cstate="print"/>
            <a:stretch>
              <a:fillRect/>
            </a:stretch>
          </p:blipFill>
          <p:spPr>
            <a:xfrm>
              <a:off x="1363291" y="1369976"/>
              <a:ext cx="76848" cy="146279"/>
            </a:xfrm>
            <a:prstGeom prst="rect">
              <a:avLst/>
            </a:prstGeom>
          </p:spPr>
        </p:pic>
        <p:sp>
          <p:nvSpPr>
            <p:cNvPr id="19" name="object 19"/>
            <p:cNvSpPr>
              <a:spLocks noGrp="1" noRot="1" noMove="1" noResize="1" noEditPoints="1" noAdjustHandles="1" noChangeArrowheads="1" noChangeShapeType="1"/>
            </p:cNvSpPr>
            <p:nvPr/>
          </p:nvSpPr>
          <p:spPr>
            <a:xfrm>
              <a:off x="1459636" y="1318843"/>
              <a:ext cx="24130" cy="197485"/>
            </a:xfrm>
            <a:custGeom>
              <a:avLst/>
              <a:gdLst/>
              <a:ahLst/>
              <a:cxnLst/>
              <a:rect l="l" t="t" r="r" b="b"/>
              <a:pathLst>
                <a:path w="24130" h="197484">
                  <a:moveTo>
                    <a:pt x="24015" y="54457"/>
                  </a:moveTo>
                  <a:lnTo>
                    <a:pt x="0" y="54457"/>
                  </a:lnTo>
                  <a:lnTo>
                    <a:pt x="0" y="197421"/>
                  </a:lnTo>
                  <a:lnTo>
                    <a:pt x="24015" y="197421"/>
                  </a:lnTo>
                  <a:lnTo>
                    <a:pt x="24015" y="54457"/>
                  </a:lnTo>
                  <a:close/>
                </a:path>
                <a:path w="24130" h="197484">
                  <a:moveTo>
                    <a:pt x="24015" y="0"/>
                  </a:moveTo>
                  <a:lnTo>
                    <a:pt x="0" y="0"/>
                  </a:lnTo>
                  <a:lnTo>
                    <a:pt x="0" y="28752"/>
                  </a:lnTo>
                  <a:lnTo>
                    <a:pt x="24015" y="28752"/>
                  </a:lnTo>
                  <a:lnTo>
                    <a:pt x="24015" y="0"/>
                  </a:lnTo>
                  <a:close/>
                </a:path>
              </a:pathLst>
            </a:custGeom>
            <a:solidFill>
              <a:srgbClr val="FFFFFF"/>
            </a:solidFill>
          </p:spPr>
          <p:txBody>
            <a:bodyPr wrap="square" lIns="0" tIns="0" rIns="0" bIns="0" rtlCol="0"/>
            <a:lstStyle/>
            <a:p>
              <a:endParaRPr/>
            </a:p>
          </p:txBody>
        </p:sp>
        <p:pic>
          <p:nvPicPr>
            <p:cNvPr id="20" name="object 20"/>
            <p:cNvPicPr>
              <a:picLocks noGrp="1" noRot="1" noMove="1" noResize="1" noEditPoints="1" noAdjustHandles="1" noChangeArrowheads="1" noChangeShapeType="1" noCrop="1"/>
            </p:cNvPicPr>
            <p:nvPr/>
          </p:nvPicPr>
          <p:blipFill>
            <a:blip r:embed="rId14" cstate="print"/>
            <a:stretch>
              <a:fillRect/>
            </a:stretch>
          </p:blipFill>
          <p:spPr>
            <a:xfrm>
              <a:off x="1505414" y="1330435"/>
              <a:ext cx="225455" cy="243047"/>
            </a:xfrm>
            <a:prstGeom prst="rect">
              <a:avLst/>
            </a:prstGeom>
          </p:spPr>
        </p:pic>
        <p:pic>
          <p:nvPicPr>
            <p:cNvPr id="21" name="object 21"/>
            <p:cNvPicPr>
              <a:picLocks noGrp="1" noRot="1" noMove="1" noResize="1" noEditPoints="1" noAdjustHandles="1" noChangeArrowheads="1" noChangeShapeType="1" noCrop="1"/>
            </p:cNvPicPr>
            <p:nvPr/>
          </p:nvPicPr>
          <p:blipFill>
            <a:blip r:embed="rId15" cstate="print"/>
            <a:stretch>
              <a:fillRect/>
            </a:stretch>
          </p:blipFill>
          <p:spPr>
            <a:xfrm>
              <a:off x="700430" y="1609553"/>
              <a:ext cx="329161" cy="255481"/>
            </a:xfrm>
            <a:prstGeom prst="rect">
              <a:avLst/>
            </a:prstGeom>
          </p:spPr>
        </p:pic>
        <p:pic>
          <p:nvPicPr>
            <p:cNvPr id="22" name="object 22"/>
            <p:cNvPicPr>
              <a:picLocks noGrp="1" noRot="1" noMove="1" noResize="1" noEditPoints="1" noAdjustHandles="1" noChangeArrowheads="1" noChangeShapeType="1" noCrop="1"/>
            </p:cNvPicPr>
            <p:nvPr/>
          </p:nvPicPr>
          <p:blipFill>
            <a:blip r:embed="rId16" cstate="print"/>
            <a:stretch>
              <a:fillRect/>
            </a:stretch>
          </p:blipFill>
          <p:spPr>
            <a:xfrm>
              <a:off x="1057859" y="1660702"/>
              <a:ext cx="134761" cy="149579"/>
            </a:xfrm>
            <a:prstGeom prst="rect">
              <a:avLst/>
            </a:prstGeom>
          </p:spPr>
        </p:pic>
        <p:pic>
          <p:nvPicPr>
            <p:cNvPr id="23" name="object 23"/>
            <p:cNvPicPr>
              <a:picLocks noGrp="1" noRot="1" noMove="1" noResize="1" noEditPoints="1" noAdjustHandles="1" noChangeArrowheads="1" noChangeShapeType="1" noCrop="1"/>
            </p:cNvPicPr>
            <p:nvPr/>
          </p:nvPicPr>
          <p:blipFill>
            <a:blip r:embed="rId17" cstate="print"/>
            <a:stretch>
              <a:fillRect/>
            </a:stretch>
          </p:blipFill>
          <p:spPr>
            <a:xfrm>
              <a:off x="1217495" y="1660710"/>
              <a:ext cx="120924" cy="146263"/>
            </a:xfrm>
            <a:prstGeom prst="rect">
              <a:avLst/>
            </a:prstGeom>
          </p:spPr>
        </p:pic>
        <p:pic>
          <p:nvPicPr>
            <p:cNvPr id="24" name="object 24"/>
            <p:cNvPicPr>
              <a:picLocks noGrp="1" noRot="1" noMove="1" noResize="1" noEditPoints="1" noAdjustHandles="1" noChangeArrowheads="1" noChangeShapeType="1" noCrop="1"/>
            </p:cNvPicPr>
            <p:nvPr/>
          </p:nvPicPr>
          <p:blipFill>
            <a:blip r:embed="rId18" cstate="print"/>
            <a:stretch>
              <a:fillRect/>
            </a:stretch>
          </p:blipFill>
          <p:spPr>
            <a:xfrm>
              <a:off x="1366679" y="1660701"/>
              <a:ext cx="280563" cy="203500"/>
            </a:xfrm>
            <a:prstGeom prst="rect">
              <a:avLst/>
            </a:prstGeom>
          </p:spPr>
        </p:pic>
        <p:sp>
          <p:nvSpPr>
            <p:cNvPr id="25" name="object 25"/>
            <p:cNvSpPr>
              <a:spLocks noGrp="1" noRot="1" noMove="1" noResize="1" noEditPoints="1" noAdjustHandles="1" noChangeArrowheads="1" noChangeShapeType="1"/>
            </p:cNvSpPr>
            <p:nvPr/>
          </p:nvSpPr>
          <p:spPr>
            <a:xfrm>
              <a:off x="0" y="2362200"/>
              <a:ext cx="17348200" cy="6705600"/>
            </a:xfrm>
            <a:custGeom>
              <a:avLst/>
              <a:gdLst/>
              <a:ahLst/>
              <a:cxnLst/>
              <a:rect l="l" t="t" r="r" b="b"/>
              <a:pathLst>
                <a:path w="17348200" h="6705600">
                  <a:moveTo>
                    <a:pt x="17348200" y="0"/>
                  </a:moveTo>
                  <a:lnTo>
                    <a:pt x="0" y="0"/>
                  </a:lnTo>
                  <a:lnTo>
                    <a:pt x="0" y="6705600"/>
                  </a:lnTo>
                  <a:lnTo>
                    <a:pt x="17348200" y="6705600"/>
                  </a:lnTo>
                  <a:lnTo>
                    <a:pt x="17348200" y="0"/>
                  </a:lnTo>
                  <a:close/>
                </a:path>
              </a:pathLst>
            </a:custGeom>
            <a:solidFill>
              <a:srgbClr val="FFFFFF"/>
            </a:solidFill>
          </p:spPr>
          <p:txBody>
            <a:bodyPr wrap="square" lIns="0" tIns="0" rIns="0" bIns="0" rtlCol="0"/>
            <a:lstStyle/>
            <a:p>
              <a:endParaRPr/>
            </a:p>
          </p:txBody>
        </p:sp>
      </p:grpSp>
      <p:sp>
        <p:nvSpPr>
          <p:cNvPr id="27" name="object 27"/>
          <p:cNvSpPr txBox="1">
            <a:spLocks noGrp="1"/>
          </p:cNvSpPr>
          <p:nvPr>
            <p:ph type="title"/>
          </p:nvPr>
        </p:nvSpPr>
        <p:spPr>
          <a:xfrm>
            <a:off x="2343388" y="817130"/>
            <a:ext cx="13920501" cy="751488"/>
          </a:xfrm>
          <a:prstGeom prst="rect">
            <a:avLst/>
          </a:prstGeom>
        </p:spPr>
        <p:txBody>
          <a:bodyPr vert="horz" wrap="square" lIns="0" tIns="12700" rIns="0" bIns="0" rtlCol="0" anchor="t">
            <a:spAutoFit/>
          </a:bodyPr>
          <a:lstStyle/>
          <a:p>
            <a:pPr marL="12700" algn="l">
              <a:spcBef>
                <a:spcPts val="100"/>
              </a:spcBef>
              <a:tabLst>
                <a:tab pos="2597150" algn="l"/>
              </a:tabLst>
            </a:pPr>
            <a:r>
              <a:rPr lang="en-GB" sz="4800">
                <a:solidFill>
                  <a:srgbClr val="92D050"/>
                </a:solidFill>
                <a:latin typeface="Arial"/>
              </a:rPr>
              <a:t>Building resilient communities and habitats</a:t>
            </a:r>
            <a:endParaRPr lang="en-US">
              <a:solidFill>
                <a:srgbClr val="92D050"/>
              </a:solidFill>
            </a:endParaRPr>
          </a:p>
        </p:txBody>
      </p:sp>
      <p:sp>
        <p:nvSpPr>
          <p:cNvPr id="29" name="TextBox 28">
            <a:extLst>
              <a:ext uri="{FF2B5EF4-FFF2-40B4-BE49-F238E27FC236}">
                <a16:creationId xmlns:a16="http://schemas.microsoft.com/office/drawing/2014/main" id="{210E77BB-6B4C-7AC5-268C-5DFB2E368DBC}"/>
              </a:ext>
            </a:extLst>
          </p:cNvPr>
          <p:cNvSpPr txBox="1"/>
          <p:nvPr/>
        </p:nvSpPr>
        <p:spPr>
          <a:xfrm>
            <a:off x="486137" y="2484558"/>
            <a:ext cx="10787605" cy="6350456"/>
          </a:xfrm>
          <a:prstGeom prst="rect">
            <a:avLst/>
          </a:prstGeom>
          <a:noFill/>
        </p:spPr>
        <p:txBody>
          <a:bodyPr wrap="square" lIns="91440" tIns="45720" rIns="91440" bIns="45720" anchor="t">
            <a:spAutoFit/>
          </a:bodyPr>
          <a:lstStyle/>
          <a:p>
            <a:pPr marL="207645" indent="-194945" algn="l">
              <a:spcBef>
                <a:spcPts val="1400"/>
              </a:spcBef>
              <a:buClr>
                <a:srgbClr val="0F7E90"/>
              </a:buClr>
              <a:buFont typeface="Minion Pro"/>
              <a:buChar char="•"/>
              <a:tabLst>
                <a:tab pos="207645" algn="l"/>
                <a:tab pos="2836545" algn="l"/>
              </a:tabLst>
            </a:pPr>
            <a:r>
              <a:rPr lang="en-GB" sz="3600">
                <a:solidFill>
                  <a:schemeClr val="accent5">
                    <a:lumMod val="75000"/>
                  </a:schemeClr>
                </a:solidFill>
                <a:latin typeface="Arial"/>
                <a:cs typeface="Arial"/>
              </a:rPr>
              <a:t>Developing guidance for </a:t>
            </a:r>
            <a:r>
              <a:rPr lang="en-GB" sz="3600" b="1">
                <a:solidFill>
                  <a:schemeClr val="accent5">
                    <a:lumMod val="75000"/>
                  </a:schemeClr>
                </a:solidFill>
                <a:latin typeface="Arial"/>
                <a:cs typeface="Arial"/>
              </a:rPr>
              <a:t>wetland managers </a:t>
            </a:r>
            <a:r>
              <a:rPr lang="en-GB" sz="3600">
                <a:solidFill>
                  <a:schemeClr val="accent5">
                    <a:lumMod val="75000"/>
                  </a:schemeClr>
                </a:solidFill>
                <a:latin typeface="Arial"/>
                <a:cs typeface="Arial"/>
              </a:rPr>
              <a:t>on minimising risk of mosquito-borne disease in wetlands, flood alleviation schemes, newly constructed wetlands</a:t>
            </a:r>
          </a:p>
          <a:p>
            <a:pPr marL="207645" indent="-194945" algn="l">
              <a:spcBef>
                <a:spcPts val="1400"/>
              </a:spcBef>
              <a:buClr>
                <a:srgbClr val="0F7E90"/>
              </a:buClr>
              <a:buFont typeface="Minion Pro"/>
              <a:buChar char="•"/>
              <a:tabLst>
                <a:tab pos="207645" algn="l"/>
                <a:tab pos="2836545" algn="l"/>
              </a:tabLst>
            </a:pPr>
            <a:endParaRPr lang="en-GB" sz="3600">
              <a:solidFill>
                <a:schemeClr val="accent5">
                  <a:lumMod val="75000"/>
                </a:schemeClr>
              </a:solidFill>
              <a:latin typeface="Arial"/>
              <a:cs typeface="Arial"/>
            </a:endParaRPr>
          </a:p>
          <a:p>
            <a:pPr marL="207645" indent="-194945" algn="l">
              <a:spcBef>
                <a:spcPts val="1400"/>
              </a:spcBef>
              <a:buClr>
                <a:srgbClr val="0F7E90"/>
              </a:buClr>
              <a:buFont typeface="Minion Pro"/>
              <a:buChar char="•"/>
              <a:tabLst>
                <a:tab pos="207645" algn="l"/>
                <a:tab pos="2836545" algn="l"/>
              </a:tabLst>
            </a:pPr>
            <a:r>
              <a:rPr lang="en-GB" sz="3600">
                <a:solidFill>
                  <a:schemeClr val="accent5">
                    <a:lumMod val="75000"/>
                  </a:schemeClr>
                </a:solidFill>
                <a:latin typeface="Arial"/>
                <a:cs typeface="Arial"/>
              </a:rPr>
              <a:t>Developing research on impacts of </a:t>
            </a:r>
            <a:r>
              <a:rPr lang="en-GB" sz="3600" b="1">
                <a:solidFill>
                  <a:schemeClr val="accent5">
                    <a:lumMod val="75000"/>
                  </a:schemeClr>
                </a:solidFill>
                <a:latin typeface="Arial"/>
                <a:cs typeface="Arial"/>
              </a:rPr>
              <a:t>urban greenspace</a:t>
            </a:r>
            <a:r>
              <a:rPr lang="en-GB" sz="3600">
                <a:solidFill>
                  <a:schemeClr val="accent5">
                    <a:lumMod val="75000"/>
                  </a:schemeClr>
                </a:solidFill>
                <a:latin typeface="Arial"/>
                <a:cs typeface="Arial"/>
              </a:rPr>
              <a:t> management on tick-borne disease</a:t>
            </a:r>
          </a:p>
          <a:p>
            <a:pPr marL="12700" algn="l">
              <a:spcBef>
                <a:spcPts val="1400"/>
              </a:spcBef>
              <a:buClr>
                <a:srgbClr val="0F7E90"/>
              </a:buClr>
              <a:tabLst>
                <a:tab pos="207645" algn="l"/>
                <a:tab pos="2836545" algn="l"/>
              </a:tabLst>
            </a:pPr>
            <a:endParaRPr lang="en-GB" sz="3600">
              <a:solidFill>
                <a:schemeClr val="accent5">
                  <a:lumMod val="75000"/>
                </a:schemeClr>
              </a:solidFill>
              <a:latin typeface="Arial"/>
              <a:cs typeface="Arial"/>
            </a:endParaRPr>
          </a:p>
          <a:p>
            <a:pPr marL="207645" indent="-194945" algn="l">
              <a:spcBef>
                <a:spcPts val="1400"/>
              </a:spcBef>
              <a:buClr>
                <a:srgbClr val="0F7E90"/>
              </a:buClr>
              <a:buFont typeface="Minion Pro"/>
              <a:buChar char="•"/>
              <a:tabLst>
                <a:tab pos="207645" algn="l"/>
                <a:tab pos="2836545" algn="l"/>
              </a:tabLst>
            </a:pPr>
            <a:r>
              <a:rPr lang="en-GB" sz="3600">
                <a:solidFill>
                  <a:schemeClr val="accent5">
                    <a:lumMod val="75000"/>
                  </a:schemeClr>
                </a:solidFill>
                <a:latin typeface="Arial"/>
                <a:cs typeface="Arial"/>
              </a:rPr>
              <a:t>Providing guidance to local authorities on </a:t>
            </a:r>
            <a:r>
              <a:rPr lang="en-GB" sz="3600" b="1">
                <a:solidFill>
                  <a:schemeClr val="accent5">
                    <a:lumMod val="75000"/>
                  </a:schemeClr>
                </a:solidFill>
                <a:latin typeface="Arial"/>
                <a:cs typeface="Arial"/>
              </a:rPr>
              <a:t>managing urban Lyme</a:t>
            </a:r>
            <a:r>
              <a:rPr lang="en-GB" sz="3600">
                <a:solidFill>
                  <a:schemeClr val="accent5">
                    <a:lumMod val="75000"/>
                  </a:schemeClr>
                </a:solidFill>
                <a:latin typeface="Arial"/>
                <a:cs typeface="Arial"/>
              </a:rPr>
              <a:t> issues</a:t>
            </a:r>
          </a:p>
        </p:txBody>
      </p:sp>
      <p:pic>
        <p:nvPicPr>
          <p:cNvPr id="26" name="Picture 25" descr="A close-up of a bug on a flower&#10;&#10;Description automatically generated">
            <a:extLst>
              <a:ext uri="{FF2B5EF4-FFF2-40B4-BE49-F238E27FC236}">
                <a16:creationId xmlns:a16="http://schemas.microsoft.com/office/drawing/2014/main" id="{04206273-4F13-460E-5DE0-14D9BCF4AE4D}"/>
              </a:ext>
            </a:extLst>
          </p:cNvPr>
          <p:cNvPicPr>
            <a:picLocks noChangeAspect="1"/>
          </p:cNvPicPr>
          <p:nvPr/>
        </p:nvPicPr>
        <p:blipFill rotWithShape="1">
          <a:blip r:embed="rId19"/>
          <a:srcRect b="11005"/>
          <a:stretch/>
        </p:blipFill>
        <p:spPr>
          <a:xfrm>
            <a:off x="11522598" y="2362200"/>
            <a:ext cx="5825602" cy="6705600"/>
          </a:xfrm>
          <a:prstGeom prst="rect">
            <a:avLst/>
          </a:prstGeom>
        </p:spPr>
      </p:pic>
      <p:sp>
        <p:nvSpPr>
          <p:cNvPr id="28" name="Rectangle 27">
            <a:extLst>
              <a:ext uri="{FF2B5EF4-FFF2-40B4-BE49-F238E27FC236}">
                <a16:creationId xmlns:a16="http://schemas.microsoft.com/office/drawing/2014/main" id="{A28B13D1-1DFE-1B33-F715-88180F35C212}"/>
              </a:ext>
            </a:extLst>
          </p:cNvPr>
          <p:cNvSpPr/>
          <p:nvPr/>
        </p:nvSpPr>
        <p:spPr>
          <a:xfrm>
            <a:off x="127322" y="2484558"/>
            <a:ext cx="11331615" cy="6435504"/>
          </a:xfrm>
          <a:prstGeom prst="rect">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24032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a:grpSpLocks noGrp="1" noUngrp="1" noRot="1" noMove="1" noResize="1"/>
          </p:cNvGrpSpPr>
          <p:nvPr/>
        </p:nvGrpSpPr>
        <p:grpSpPr>
          <a:xfrm>
            <a:off x="0" y="0"/>
            <a:ext cx="17348200" cy="9753600"/>
            <a:chOff x="0" y="0"/>
            <a:chExt cx="17348200" cy="9753600"/>
          </a:xfrm>
        </p:grpSpPr>
        <p:sp>
          <p:nvSpPr>
            <p:cNvPr id="3" name="object 3"/>
            <p:cNvSpPr>
              <a:spLocks noGrp="1" noRot="1" noMove="1" noResize="1" noEditPoints="1" noAdjustHandles="1" noChangeArrowheads="1" noChangeShapeType="1"/>
            </p:cNvSpPr>
            <p:nvPr/>
          </p:nvSpPr>
          <p:spPr>
            <a:xfrm>
              <a:off x="580440" y="535698"/>
              <a:ext cx="431165" cy="1273810"/>
            </a:xfrm>
            <a:custGeom>
              <a:avLst/>
              <a:gdLst/>
              <a:ahLst/>
              <a:cxnLst/>
              <a:rect l="l" t="t" r="r" b="b"/>
              <a:pathLst>
                <a:path w="431165" h="1273810">
                  <a:moveTo>
                    <a:pt x="23545" y="0"/>
                  </a:moveTo>
                  <a:lnTo>
                    <a:pt x="0" y="0"/>
                  </a:lnTo>
                  <a:lnTo>
                    <a:pt x="0" y="1273492"/>
                  </a:lnTo>
                  <a:lnTo>
                    <a:pt x="23545" y="1273492"/>
                  </a:lnTo>
                  <a:lnTo>
                    <a:pt x="23545" y="0"/>
                  </a:lnTo>
                  <a:close/>
                </a:path>
                <a:path w="431165" h="1273810">
                  <a:moveTo>
                    <a:pt x="300494" y="65722"/>
                  </a:moveTo>
                  <a:lnTo>
                    <a:pt x="298564" y="63982"/>
                  </a:lnTo>
                  <a:lnTo>
                    <a:pt x="294246" y="63982"/>
                  </a:lnTo>
                  <a:lnTo>
                    <a:pt x="292481" y="65722"/>
                  </a:lnTo>
                  <a:lnTo>
                    <a:pt x="292481" y="70129"/>
                  </a:lnTo>
                  <a:lnTo>
                    <a:pt x="294246" y="71729"/>
                  </a:lnTo>
                  <a:lnTo>
                    <a:pt x="298564" y="71729"/>
                  </a:lnTo>
                  <a:lnTo>
                    <a:pt x="300494" y="70129"/>
                  </a:lnTo>
                  <a:lnTo>
                    <a:pt x="300494" y="67830"/>
                  </a:lnTo>
                  <a:lnTo>
                    <a:pt x="300494" y="65722"/>
                  </a:lnTo>
                  <a:close/>
                </a:path>
                <a:path w="431165" h="1273810">
                  <a:moveTo>
                    <a:pt x="301802" y="56197"/>
                  </a:moveTo>
                  <a:lnTo>
                    <a:pt x="299999" y="54305"/>
                  </a:lnTo>
                  <a:lnTo>
                    <a:pt x="295567" y="54305"/>
                  </a:lnTo>
                  <a:lnTo>
                    <a:pt x="293725" y="56197"/>
                  </a:lnTo>
                  <a:lnTo>
                    <a:pt x="293725" y="60490"/>
                  </a:lnTo>
                  <a:lnTo>
                    <a:pt x="295567" y="62318"/>
                  </a:lnTo>
                  <a:lnTo>
                    <a:pt x="297764" y="62318"/>
                  </a:lnTo>
                  <a:lnTo>
                    <a:pt x="299999" y="62318"/>
                  </a:lnTo>
                  <a:lnTo>
                    <a:pt x="301802" y="60490"/>
                  </a:lnTo>
                  <a:lnTo>
                    <a:pt x="301802" y="56197"/>
                  </a:lnTo>
                  <a:close/>
                </a:path>
                <a:path w="431165" h="1273810">
                  <a:moveTo>
                    <a:pt x="302501" y="75171"/>
                  </a:moveTo>
                  <a:lnTo>
                    <a:pt x="300659" y="73393"/>
                  </a:lnTo>
                  <a:lnTo>
                    <a:pt x="296202" y="73393"/>
                  </a:lnTo>
                  <a:lnTo>
                    <a:pt x="294335" y="75171"/>
                  </a:lnTo>
                  <a:lnTo>
                    <a:pt x="294335" y="79565"/>
                  </a:lnTo>
                  <a:lnTo>
                    <a:pt x="296202" y="81343"/>
                  </a:lnTo>
                  <a:lnTo>
                    <a:pt x="300659" y="81343"/>
                  </a:lnTo>
                  <a:lnTo>
                    <a:pt x="302501" y="79565"/>
                  </a:lnTo>
                  <a:lnTo>
                    <a:pt x="302501" y="77470"/>
                  </a:lnTo>
                  <a:lnTo>
                    <a:pt x="302501" y="75171"/>
                  </a:lnTo>
                  <a:close/>
                </a:path>
                <a:path w="431165" h="1273810">
                  <a:moveTo>
                    <a:pt x="306197" y="47142"/>
                  </a:moveTo>
                  <a:lnTo>
                    <a:pt x="304342" y="45440"/>
                  </a:lnTo>
                  <a:lnTo>
                    <a:pt x="299999" y="45440"/>
                  </a:lnTo>
                  <a:lnTo>
                    <a:pt x="298157" y="47142"/>
                  </a:lnTo>
                  <a:lnTo>
                    <a:pt x="298157" y="51600"/>
                  </a:lnTo>
                  <a:lnTo>
                    <a:pt x="299999" y="53225"/>
                  </a:lnTo>
                  <a:lnTo>
                    <a:pt x="302221" y="53225"/>
                  </a:lnTo>
                  <a:lnTo>
                    <a:pt x="304342" y="53225"/>
                  </a:lnTo>
                  <a:lnTo>
                    <a:pt x="306197" y="51600"/>
                  </a:lnTo>
                  <a:lnTo>
                    <a:pt x="306197" y="47142"/>
                  </a:lnTo>
                  <a:close/>
                </a:path>
                <a:path w="431165" h="1273810">
                  <a:moveTo>
                    <a:pt x="314058" y="40386"/>
                  </a:moveTo>
                  <a:lnTo>
                    <a:pt x="312254" y="38684"/>
                  </a:lnTo>
                  <a:lnTo>
                    <a:pt x="307848" y="38684"/>
                  </a:lnTo>
                  <a:lnTo>
                    <a:pt x="305968" y="40386"/>
                  </a:lnTo>
                  <a:lnTo>
                    <a:pt x="305968" y="44856"/>
                  </a:lnTo>
                  <a:lnTo>
                    <a:pt x="307848" y="46507"/>
                  </a:lnTo>
                  <a:lnTo>
                    <a:pt x="309994" y="46507"/>
                  </a:lnTo>
                  <a:lnTo>
                    <a:pt x="312254" y="46507"/>
                  </a:lnTo>
                  <a:lnTo>
                    <a:pt x="314058" y="44856"/>
                  </a:lnTo>
                  <a:lnTo>
                    <a:pt x="314058" y="40386"/>
                  </a:lnTo>
                  <a:close/>
                </a:path>
                <a:path w="431165" h="1273810">
                  <a:moveTo>
                    <a:pt x="324015" y="37541"/>
                  </a:moveTo>
                  <a:lnTo>
                    <a:pt x="322148" y="35699"/>
                  </a:lnTo>
                  <a:lnTo>
                    <a:pt x="317741" y="35699"/>
                  </a:lnTo>
                  <a:lnTo>
                    <a:pt x="316001" y="37541"/>
                  </a:lnTo>
                  <a:lnTo>
                    <a:pt x="316001" y="41694"/>
                  </a:lnTo>
                  <a:lnTo>
                    <a:pt x="317741" y="43586"/>
                  </a:lnTo>
                  <a:lnTo>
                    <a:pt x="320052" y="43586"/>
                  </a:lnTo>
                  <a:lnTo>
                    <a:pt x="322148" y="43586"/>
                  </a:lnTo>
                  <a:lnTo>
                    <a:pt x="324015" y="41694"/>
                  </a:lnTo>
                  <a:lnTo>
                    <a:pt x="324015" y="37541"/>
                  </a:lnTo>
                  <a:close/>
                </a:path>
                <a:path w="431165" h="1273810">
                  <a:moveTo>
                    <a:pt x="334505" y="38442"/>
                  </a:moveTo>
                  <a:lnTo>
                    <a:pt x="332587" y="36753"/>
                  </a:lnTo>
                  <a:lnTo>
                    <a:pt x="328358" y="36753"/>
                  </a:lnTo>
                  <a:lnTo>
                    <a:pt x="326504" y="38442"/>
                  </a:lnTo>
                  <a:lnTo>
                    <a:pt x="326504" y="42710"/>
                  </a:lnTo>
                  <a:lnTo>
                    <a:pt x="328358" y="44526"/>
                  </a:lnTo>
                  <a:lnTo>
                    <a:pt x="330403" y="44526"/>
                  </a:lnTo>
                  <a:lnTo>
                    <a:pt x="332587" y="44526"/>
                  </a:lnTo>
                  <a:lnTo>
                    <a:pt x="334505" y="42710"/>
                  </a:lnTo>
                  <a:lnTo>
                    <a:pt x="334505" y="38442"/>
                  </a:lnTo>
                  <a:close/>
                </a:path>
                <a:path w="431165" h="1273810">
                  <a:moveTo>
                    <a:pt x="337553" y="77203"/>
                  </a:moveTo>
                  <a:lnTo>
                    <a:pt x="337032" y="71132"/>
                  </a:lnTo>
                  <a:lnTo>
                    <a:pt x="332727" y="66992"/>
                  </a:lnTo>
                  <a:lnTo>
                    <a:pt x="331863" y="64820"/>
                  </a:lnTo>
                  <a:lnTo>
                    <a:pt x="329653" y="69037"/>
                  </a:lnTo>
                  <a:lnTo>
                    <a:pt x="327596" y="71640"/>
                  </a:lnTo>
                  <a:lnTo>
                    <a:pt x="327914" y="74891"/>
                  </a:lnTo>
                  <a:lnTo>
                    <a:pt x="328345" y="78308"/>
                  </a:lnTo>
                  <a:lnTo>
                    <a:pt x="331863" y="80645"/>
                  </a:lnTo>
                  <a:lnTo>
                    <a:pt x="333540" y="84035"/>
                  </a:lnTo>
                  <a:lnTo>
                    <a:pt x="335064" y="80149"/>
                  </a:lnTo>
                  <a:lnTo>
                    <a:pt x="337553" y="77203"/>
                  </a:lnTo>
                  <a:close/>
                </a:path>
                <a:path w="431165" h="1273810">
                  <a:moveTo>
                    <a:pt x="344360" y="41186"/>
                  </a:moveTo>
                  <a:lnTo>
                    <a:pt x="342633" y="39420"/>
                  </a:lnTo>
                  <a:lnTo>
                    <a:pt x="338074" y="39420"/>
                  </a:lnTo>
                  <a:lnTo>
                    <a:pt x="336359" y="41186"/>
                  </a:lnTo>
                  <a:lnTo>
                    <a:pt x="336359" y="45580"/>
                  </a:lnTo>
                  <a:lnTo>
                    <a:pt x="338074" y="47307"/>
                  </a:lnTo>
                  <a:lnTo>
                    <a:pt x="340296" y="47307"/>
                  </a:lnTo>
                  <a:lnTo>
                    <a:pt x="342633" y="47307"/>
                  </a:lnTo>
                  <a:lnTo>
                    <a:pt x="344360" y="45580"/>
                  </a:lnTo>
                  <a:lnTo>
                    <a:pt x="344360" y="41186"/>
                  </a:lnTo>
                  <a:close/>
                </a:path>
                <a:path w="431165" h="1273810">
                  <a:moveTo>
                    <a:pt x="353720" y="45440"/>
                  </a:moveTo>
                  <a:lnTo>
                    <a:pt x="351980" y="43878"/>
                  </a:lnTo>
                  <a:lnTo>
                    <a:pt x="347649" y="43878"/>
                  </a:lnTo>
                  <a:lnTo>
                    <a:pt x="345732" y="45440"/>
                  </a:lnTo>
                  <a:lnTo>
                    <a:pt x="345732" y="49872"/>
                  </a:lnTo>
                  <a:lnTo>
                    <a:pt x="347649" y="51689"/>
                  </a:lnTo>
                  <a:lnTo>
                    <a:pt x="349656" y="51689"/>
                  </a:lnTo>
                  <a:lnTo>
                    <a:pt x="351980" y="51689"/>
                  </a:lnTo>
                  <a:lnTo>
                    <a:pt x="353720" y="49872"/>
                  </a:lnTo>
                  <a:lnTo>
                    <a:pt x="353720" y="45440"/>
                  </a:lnTo>
                  <a:close/>
                </a:path>
                <a:path w="431165" h="1273810">
                  <a:moveTo>
                    <a:pt x="358990" y="22199"/>
                  </a:moveTo>
                  <a:lnTo>
                    <a:pt x="353961" y="23253"/>
                  </a:lnTo>
                  <a:lnTo>
                    <a:pt x="350113" y="27165"/>
                  </a:lnTo>
                  <a:lnTo>
                    <a:pt x="349097" y="32194"/>
                  </a:lnTo>
                  <a:lnTo>
                    <a:pt x="358990" y="32194"/>
                  </a:lnTo>
                  <a:lnTo>
                    <a:pt x="358990" y="22199"/>
                  </a:lnTo>
                  <a:close/>
                </a:path>
                <a:path w="431165" h="1273810">
                  <a:moveTo>
                    <a:pt x="359194" y="52082"/>
                  </a:moveTo>
                  <a:lnTo>
                    <a:pt x="357606" y="51841"/>
                  </a:lnTo>
                  <a:lnTo>
                    <a:pt x="356069" y="51346"/>
                  </a:lnTo>
                  <a:lnTo>
                    <a:pt x="354660" y="50787"/>
                  </a:lnTo>
                  <a:lnTo>
                    <a:pt x="354660" y="68884"/>
                  </a:lnTo>
                  <a:lnTo>
                    <a:pt x="359194" y="68884"/>
                  </a:lnTo>
                  <a:lnTo>
                    <a:pt x="359194" y="52082"/>
                  </a:lnTo>
                  <a:close/>
                </a:path>
                <a:path w="431165" h="1273810">
                  <a:moveTo>
                    <a:pt x="368490" y="50774"/>
                  </a:moveTo>
                  <a:lnTo>
                    <a:pt x="367004" y="51346"/>
                  </a:lnTo>
                  <a:lnTo>
                    <a:pt x="365569" y="51828"/>
                  </a:lnTo>
                  <a:lnTo>
                    <a:pt x="363855" y="52082"/>
                  </a:lnTo>
                  <a:lnTo>
                    <a:pt x="363855" y="68872"/>
                  </a:lnTo>
                  <a:lnTo>
                    <a:pt x="368490" y="68872"/>
                  </a:lnTo>
                  <a:lnTo>
                    <a:pt x="368490" y="50774"/>
                  </a:lnTo>
                  <a:close/>
                </a:path>
                <a:path w="431165" h="1273810">
                  <a:moveTo>
                    <a:pt x="372084" y="4114"/>
                  </a:moveTo>
                  <a:lnTo>
                    <a:pt x="369938" y="6832"/>
                  </a:lnTo>
                  <a:lnTo>
                    <a:pt x="366166" y="9245"/>
                  </a:lnTo>
                  <a:lnTo>
                    <a:pt x="362978" y="9880"/>
                  </a:lnTo>
                  <a:lnTo>
                    <a:pt x="363347" y="6400"/>
                  </a:lnTo>
                  <a:lnTo>
                    <a:pt x="365455" y="3568"/>
                  </a:lnTo>
                  <a:lnTo>
                    <a:pt x="368274" y="0"/>
                  </a:lnTo>
                  <a:lnTo>
                    <a:pt x="354850" y="0"/>
                  </a:lnTo>
                  <a:lnTo>
                    <a:pt x="357619" y="3568"/>
                  </a:lnTo>
                  <a:lnTo>
                    <a:pt x="359740" y="6400"/>
                  </a:lnTo>
                  <a:lnTo>
                    <a:pt x="360172" y="9880"/>
                  </a:lnTo>
                  <a:lnTo>
                    <a:pt x="356920" y="9245"/>
                  </a:lnTo>
                  <a:lnTo>
                    <a:pt x="353174" y="6832"/>
                  </a:lnTo>
                  <a:lnTo>
                    <a:pt x="351015" y="4114"/>
                  </a:lnTo>
                  <a:lnTo>
                    <a:pt x="351015" y="17754"/>
                  </a:lnTo>
                  <a:lnTo>
                    <a:pt x="353174" y="14846"/>
                  </a:lnTo>
                  <a:lnTo>
                    <a:pt x="356844" y="12395"/>
                  </a:lnTo>
                  <a:lnTo>
                    <a:pt x="360172" y="11925"/>
                  </a:lnTo>
                  <a:lnTo>
                    <a:pt x="359702" y="15367"/>
                  </a:lnTo>
                  <a:lnTo>
                    <a:pt x="357352" y="18453"/>
                  </a:lnTo>
                  <a:lnTo>
                    <a:pt x="354571" y="20612"/>
                  </a:lnTo>
                  <a:lnTo>
                    <a:pt x="368490" y="20612"/>
                  </a:lnTo>
                  <a:lnTo>
                    <a:pt x="365645" y="18453"/>
                  </a:lnTo>
                  <a:lnTo>
                    <a:pt x="363448" y="15367"/>
                  </a:lnTo>
                  <a:lnTo>
                    <a:pt x="362978" y="11925"/>
                  </a:lnTo>
                  <a:lnTo>
                    <a:pt x="366293" y="12395"/>
                  </a:lnTo>
                  <a:lnTo>
                    <a:pt x="369938" y="14846"/>
                  </a:lnTo>
                  <a:lnTo>
                    <a:pt x="372084" y="17754"/>
                  </a:lnTo>
                  <a:lnTo>
                    <a:pt x="372084" y="4114"/>
                  </a:lnTo>
                  <a:close/>
                </a:path>
                <a:path w="431165" h="1273810">
                  <a:moveTo>
                    <a:pt x="373849" y="37109"/>
                  </a:moveTo>
                  <a:lnTo>
                    <a:pt x="349224" y="37109"/>
                  </a:lnTo>
                  <a:lnTo>
                    <a:pt x="350507" y="42595"/>
                  </a:lnTo>
                  <a:lnTo>
                    <a:pt x="355485" y="46570"/>
                  </a:lnTo>
                  <a:lnTo>
                    <a:pt x="367588" y="46570"/>
                  </a:lnTo>
                  <a:lnTo>
                    <a:pt x="372643" y="42595"/>
                  </a:lnTo>
                  <a:lnTo>
                    <a:pt x="373849" y="37109"/>
                  </a:lnTo>
                  <a:close/>
                </a:path>
                <a:path w="431165" h="1273810">
                  <a:moveTo>
                    <a:pt x="374015" y="32194"/>
                  </a:moveTo>
                  <a:lnTo>
                    <a:pt x="373087" y="27165"/>
                  </a:lnTo>
                  <a:lnTo>
                    <a:pt x="369163" y="23380"/>
                  </a:lnTo>
                  <a:lnTo>
                    <a:pt x="364197" y="22199"/>
                  </a:lnTo>
                  <a:lnTo>
                    <a:pt x="364197" y="32194"/>
                  </a:lnTo>
                  <a:lnTo>
                    <a:pt x="374015" y="32194"/>
                  </a:lnTo>
                  <a:close/>
                </a:path>
                <a:path w="431165" h="1273810">
                  <a:moveTo>
                    <a:pt x="377444" y="45427"/>
                  </a:moveTo>
                  <a:lnTo>
                    <a:pt x="375589" y="43865"/>
                  </a:lnTo>
                  <a:lnTo>
                    <a:pt x="371144" y="43865"/>
                  </a:lnTo>
                  <a:lnTo>
                    <a:pt x="369366" y="45427"/>
                  </a:lnTo>
                  <a:lnTo>
                    <a:pt x="369366" y="47663"/>
                  </a:lnTo>
                  <a:lnTo>
                    <a:pt x="369366" y="49872"/>
                  </a:lnTo>
                  <a:lnTo>
                    <a:pt x="371144" y="51689"/>
                  </a:lnTo>
                  <a:lnTo>
                    <a:pt x="375589" y="51689"/>
                  </a:lnTo>
                  <a:lnTo>
                    <a:pt x="377444" y="49872"/>
                  </a:lnTo>
                  <a:lnTo>
                    <a:pt x="377444" y="45427"/>
                  </a:lnTo>
                  <a:close/>
                </a:path>
                <a:path w="431165" h="1273810">
                  <a:moveTo>
                    <a:pt x="386740" y="41186"/>
                  </a:moveTo>
                  <a:lnTo>
                    <a:pt x="384873" y="39420"/>
                  </a:lnTo>
                  <a:lnTo>
                    <a:pt x="380593" y="39420"/>
                  </a:lnTo>
                  <a:lnTo>
                    <a:pt x="378726" y="41186"/>
                  </a:lnTo>
                  <a:lnTo>
                    <a:pt x="378726" y="45580"/>
                  </a:lnTo>
                  <a:lnTo>
                    <a:pt x="380593" y="47307"/>
                  </a:lnTo>
                  <a:lnTo>
                    <a:pt x="382701" y="47307"/>
                  </a:lnTo>
                  <a:lnTo>
                    <a:pt x="384873" y="47307"/>
                  </a:lnTo>
                  <a:lnTo>
                    <a:pt x="386740" y="45580"/>
                  </a:lnTo>
                  <a:lnTo>
                    <a:pt x="386740" y="41186"/>
                  </a:lnTo>
                  <a:close/>
                </a:path>
                <a:path w="431165" h="1273810">
                  <a:moveTo>
                    <a:pt x="395592" y="71640"/>
                  </a:moveTo>
                  <a:lnTo>
                    <a:pt x="393585" y="69037"/>
                  </a:lnTo>
                  <a:lnTo>
                    <a:pt x="391363" y="64820"/>
                  </a:lnTo>
                  <a:lnTo>
                    <a:pt x="390550" y="66992"/>
                  </a:lnTo>
                  <a:lnTo>
                    <a:pt x="386181" y="71132"/>
                  </a:lnTo>
                  <a:lnTo>
                    <a:pt x="385559" y="77203"/>
                  </a:lnTo>
                  <a:lnTo>
                    <a:pt x="388239" y="80149"/>
                  </a:lnTo>
                  <a:lnTo>
                    <a:pt x="389712" y="84035"/>
                  </a:lnTo>
                  <a:lnTo>
                    <a:pt x="391363" y="80645"/>
                  </a:lnTo>
                  <a:lnTo>
                    <a:pt x="394995" y="78308"/>
                  </a:lnTo>
                  <a:lnTo>
                    <a:pt x="395592" y="71640"/>
                  </a:lnTo>
                  <a:close/>
                </a:path>
                <a:path w="431165" h="1273810">
                  <a:moveTo>
                    <a:pt x="396595" y="38442"/>
                  </a:moveTo>
                  <a:lnTo>
                    <a:pt x="394919" y="36753"/>
                  </a:lnTo>
                  <a:lnTo>
                    <a:pt x="390410" y="36753"/>
                  </a:lnTo>
                  <a:lnTo>
                    <a:pt x="388632" y="38442"/>
                  </a:lnTo>
                  <a:lnTo>
                    <a:pt x="388632" y="42710"/>
                  </a:lnTo>
                  <a:lnTo>
                    <a:pt x="390410" y="44526"/>
                  </a:lnTo>
                  <a:lnTo>
                    <a:pt x="392633" y="44526"/>
                  </a:lnTo>
                  <a:lnTo>
                    <a:pt x="394919" y="44526"/>
                  </a:lnTo>
                  <a:lnTo>
                    <a:pt x="396595" y="42710"/>
                  </a:lnTo>
                  <a:lnTo>
                    <a:pt x="396595" y="38442"/>
                  </a:lnTo>
                  <a:close/>
                </a:path>
                <a:path w="431165" h="1273810">
                  <a:moveTo>
                    <a:pt x="407123" y="37541"/>
                  </a:moveTo>
                  <a:lnTo>
                    <a:pt x="405218" y="35699"/>
                  </a:lnTo>
                  <a:lnTo>
                    <a:pt x="400888" y="35699"/>
                  </a:lnTo>
                  <a:lnTo>
                    <a:pt x="399161" y="37541"/>
                  </a:lnTo>
                  <a:lnTo>
                    <a:pt x="399161" y="41694"/>
                  </a:lnTo>
                  <a:lnTo>
                    <a:pt x="400888" y="43586"/>
                  </a:lnTo>
                  <a:lnTo>
                    <a:pt x="403199" y="43586"/>
                  </a:lnTo>
                  <a:lnTo>
                    <a:pt x="405218" y="43586"/>
                  </a:lnTo>
                  <a:lnTo>
                    <a:pt x="407123" y="41694"/>
                  </a:lnTo>
                  <a:lnTo>
                    <a:pt x="407123" y="37541"/>
                  </a:lnTo>
                  <a:close/>
                </a:path>
                <a:path w="431165" h="1273810">
                  <a:moveTo>
                    <a:pt x="417156" y="40386"/>
                  </a:moveTo>
                  <a:lnTo>
                    <a:pt x="415315" y="38684"/>
                  </a:lnTo>
                  <a:lnTo>
                    <a:pt x="410819" y="38684"/>
                  </a:lnTo>
                  <a:lnTo>
                    <a:pt x="409079" y="40386"/>
                  </a:lnTo>
                  <a:lnTo>
                    <a:pt x="409079" y="44856"/>
                  </a:lnTo>
                  <a:lnTo>
                    <a:pt x="410819" y="46507"/>
                  </a:lnTo>
                  <a:lnTo>
                    <a:pt x="413131" y="46507"/>
                  </a:lnTo>
                  <a:lnTo>
                    <a:pt x="415315" y="46507"/>
                  </a:lnTo>
                  <a:lnTo>
                    <a:pt x="417156" y="44856"/>
                  </a:lnTo>
                  <a:lnTo>
                    <a:pt x="417156" y="40386"/>
                  </a:lnTo>
                  <a:close/>
                </a:path>
                <a:path w="431165" h="1273810">
                  <a:moveTo>
                    <a:pt x="424954" y="47142"/>
                  </a:moveTo>
                  <a:lnTo>
                    <a:pt x="423075" y="45440"/>
                  </a:lnTo>
                  <a:lnTo>
                    <a:pt x="418706" y="45440"/>
                  </a:lnTo>
                  <a:lnTo>
                    <a:pt x="416941" y="47142"/>
                  </a:lnTo>
                  <a:lnTo>
                    <a:pt x="416941" y="51600"/>
                  </a:lnTo>
                  <a:lnTo>
                    <a:pt x="418706" y="53225"/>
                  </a:lnTo>
                  <a:lnTo>
                    <a:pt x="421005" y="53225"/>
                  </a:lnTo>
                  <a:lnTo>
                    <a:pt x="423075" y="53225"/>
                  </a:lnTo>
                  <a:lnTo>
                    <a:pt x="424954" y="51600"/>
                  </a:lnTo>
                  <a:lnTo>
                    <a:pt x="424954" y="47142"/>
                  </a:lnTo>
                  <a:close/>
                </a:path>
                <a:path w="431165" h="1273810">
                  <a:moveTo>
                    <a:pt x="428637" y="75158"/>
                  </a:moveTo>
                  <a:lnTo>
                    <a:pt x="426923" y="73393"/>
                  </a:lnTo>
                  <a:lnTo>
                    <a:pt x="424726" y="73393"/>
                  </a:lnTo>
                  <a:lnTo>
                    <a:pt x="422478" y="73393"/>
                  </a:lnTo>
                  <a:lnTo>
                    <a:pt x="420598" y="75158"/>
                  </a:lnTo>
                  <a:lnTo>
                    <a:pt x="420598" y="79552"/>
                  </a:lnTo>
                  <a:lnTo>
                    <a:pt x="422478" y="81330"/>
                  </a:lnTo>
                  <a:lnTo>
                    <a:pt x="426923" y="81330"/>
                  </a:lnTo>
                  <a:lnTo>
                    <a:pt x="428637" y="79552"/>
                  </a:lnTo>
                  <a:lnTo>
                    <a:pt x="428637" y="75158"/>
                  </a:lnTo>
                  <a:close/>
                </a:path>
                <a:path w="431165" h="1273810">
                  <a:moveTo>
                    <a:pt x="429285" y="56184"/>
                  </a:moveTo>
                  <a:lnTo>
                    <a:pt x="427507" y="54317"/>
                  </a:lnTo>
                  <a:lnTo>
                    <a:pt x="423075" y="54317"/>
                  </a:lnTo>
                  <a:lnTo>
                    <a:pt x="421360" y="56184"/>
                  </a:lnTo>
                  <a:lnTo>
                    <a:pt x="421360" y="58331"/>
                  </a:lnTo>
                  <a:lnTo>
                    <a:pt x="421360" y="60502"/>
                  </a:lnTo>
                  <a:lnTo>
                    <a:pt x="423075" y="62306"/>
                  </a:lnTo>
                  <a:lnTo>
                    <a:pt x="427507" y="62306"/>
                  </a:lnTo>
                  <a:lnTo>
                    <a:pt x="429285" y="60502"/>
                  </a:lnTo>
                  <a:lnTo>
                    <a:pt x="429285" y="56184"/>
                  </a:lnTo>
                  <a:close/>
                </a:path>
                <a:path w="431165" h="1273810">
                  <a:moveTo>
                    <a:pt x="430644" y="65735"/>
                  </a:moveTo>
                  <a:lnTo>
                    <a:pt x="428879" y="63995"/>
                  </a:lnTo>
                  <a:lnTo>
                    <a:pt x="426631" y="63995"/>
                  </a:lnTo>
                  <a:lnTo>
                    <a:pt x="424510" y="63995"/>
                  </a:lnTo>
                  <a:lnTo>
                    <a:pt x="422579" y="65735"/>
                  </a:lnTo>
                  <a:lnTo>
                    <a:pt x="422579" y="70129"/>
                  </a:lnTo>
                  <a:lnTo>
                    <a:pt x="424510" y="71742"/>
                  </a:lnTo>
                  <a:lnTo>
                    <a:pt x="428879" y="71742"/>
                  </a:lnTo>
                  <a:lnTo>
                    <a:pt x="430644" y="70129"/>
                  </a:lnTo>
                  <a:lnTo>
                    <a:pt x="430644" y="65735"/>
                  </a:lnTo>
                  <a:close/>
                </a:path>
              </a:pathLst>
            </a:custGeom>
            <a:solidFill>
              <a:srgbClr val="FFFFFF"/>
            </a:solidFill>
          </p:spPr>
          <p:txBody>
            <a:bodyPr wrap="square" lIns="0" tIns="0" rIns="0" bIns="0" rtlCol="0"/>
            <a:lstStyle/>
            <a:p>
              <a:endParaRPr/>
            </a:p>
          </p:txBody>
        </p:sp>
        <p:pic>
          <p:nvPicPr>
            <p:cNvPr id="4" name="object 4"/>
            <p:cNvPicPr>
              <a:picLocks noGrp="1" noRot="1" noMove="1" noResize="1" noEditPoints="1" noAdjustHandles="1" noChangeArrowheads="1" noChangeShapeType="1" noCrop="1"/>
            </p:cNvPicPr>
            <p:nvPr/>
          </p:nvPicPr>
          <p:blipFill>
            <a:blip r:embed="rId3" cstate="print"/>
            <a:stretch>
              <a:fillRect/>
            </a:stretch>
          </p:blipFill>
          <p:spPr>
            <a:xfrm>
              <a:off x="859313" y="758855"/>
              <a:ext cx="127684" cy="138549"/>
            </a:xfrm>
            <a:prstGeom prst="rect">
              <a:avLst/>
            </a:prstGeom>
          </p:spPr>
        </p:pic>
        <p:sp>
          <p:nvSpPr>
            <p:cNvPr id="5" name="object 5"/>
            <p:cNvSpPr>
              <a:spLocks noGrp="1" noRot="1" noMove="1" noResize="1" noEditPoints="1" noAdjustHandles="1" noChangeArrowheads="1" noChangeShapeType="1"/>
            </p:cNvSpPr>
            <p:nvPr/>
          </p:nvSpPr>
          <p:spPr>
            <a:xfrm>
              <a:off x="750720" y="833538"/>
              <a:ext cx="382905" cy="100965"/>
            </a:xfrm>
            <a:custGeom>
              <a:avLst/>
              <a:gdLst/>
              <a:ahLst/>
              <a:cxnLst/>
              <a:rect l="l" t="t" r="r" b="b"/>
              <a:pathLst>
                <a:path w="382905" h="100965">
                  <a:moveTo>
                    <a:pt x="191296" y="100680"/>
                  </a:moveTo>
                  <a:lnTo>
                    <a:pt x="141980" y="95797"/>
                  </a:lnTo>
                  <a:lnTo>
                    <a:pt x="116222" y="66004"/>
                  </a:lnTo>
                  <a:lnTo>
                    <a:pt x="108211" y="49550"/>
                  </a:lnTo>
                  <a:lnTo>
                    <a:pt x="108211" y="38518"/>
                  </a:lnTo>
                  <a:lnTo>
                    <a:pt x="119910" y="28106"/>
                  </a:lnTo>
                  <a:lnTo>
                    <a:pt x="109483" y="30361"/>
                  </a:lnTo>
                  <a:lnTo>
                    <a:pt x="98933" y="35024"/>
                  </a:lnTo>
                  <a:lnTo>
                    <a:pt x="88336" y="41244"/>
                  </a:lnTo>
                  <a:lnTo>
                    <a:pt x="61533" y="58575"/>
                  </a:lnTo>
                  <a:lnTo>
                    <a:pt x="47923" y="65679"/>
                  </a:lnTo>
                  <a:lnTo>
                    <a:pt x="41178" y="67616"/>
                  </a:lnTo>
                  <a:lnTo>
                    <a:pt x="28212" y="67616"/>
                  </a:lnTo>
                  <a:lnTo>
                    <a:pt x="6506" y="51161"/>
                  </a:lnTo>
                  <a:lnTo>
                    <a:pt x="348" y="48403"/>
                  </a:lnTo>
                  <a:lnTo>
                    <a:pt x="0" y="47551"/>
                  </a:lnTo>
                  <a:lnTo>
                    <a:pt x="522" y="45924"/>
                  </a:lnTo>
                  <a:lnTo>
                    <a:pt x="1409" y="45521"/>
                  </a:lnTo>
                  <a:lnTo>
                    <a:pt x="2216" y="45769"/>
                  </a:lnTo>
                  <a:lnTo>
                    <a:pt x="16212" y="46242"/>
                  </a:lnTo>
                  <a:lnTo>
                    <a:pt x="31341" y="41314"/>
                  </a:lnTo>
                  <a:lnTo>
                    <a:pt x="47137" y="32831"/>
                  </a:lnTo>
                  <a:lnTo>
                    <a:pt x="76300" y="14203"/>
                  </a:lnTo>
                  <a:lnTo>
                    <a:pt x="88981" y="6966"/>
                  </a:lnTo>
                  <a:lnTo>
                    <a:pt x="101041" y="1905"/>
                  </a:lnTo>
                  <a:lnTo>
                    <a:pt x="112343" y="0"/>
                  </a:lnTo>
                  <a:lnTo>
                    <a:pt x="117662" y="0"/>
                  </a:lnTo>
                  <a:lnTo>
                    <a:pt x="122364" y="1146"/>
                  </a:lnTo>
                  <a:lnTo>
                    <a:pt x="131531" y="5965"/>
                  </a:lnTo>
                  <a:lnTo>
                    <a:pt x="135346" y="10365"/>
                  </a:lnTo>
                  <a:lnTo>
                    <a:pt x="140223" y="21846"/>
                  </a:lnTo>
                  <a:lnTo>
                    <a:pt x="148946" y="35527"/>
                  </a:lnTo>
                  <a:lnTo>
                    <a:pt x="148946" y="41756"/>
                  </a:lnTo>
                  <a:lnTo>
                    <a:pt x="147870" y="44080"/>
                  </a:lnTo>
                  <a:lnTo>
                    <a:pt x="143136" y="48171"/>
                  </a:lnTo>
                  <a:lnTo>
                    <a:pt x="127526" y="56026"/>
                  </a:lnTo>
                  <a:lnTo>
                    <a:pt x="127272" y="58908"/>
                  </a:lnTo>
                  <a:lnTo>
                    <a:pt x="171766" y="68448"/>
                  </a:lnTo>
                  <a:lnTo>
                    <a:pt x="191296" y="69242"/>
                  </a:lnTo>
                  <a:lnTo>
                    <a:pt x="201286" y="69039"/>
                  </a:lnTo>
                  <a:lnTo>
                    <a:pt x="243526" y="63080"/>
                  </a:lnTo>
                  <a:lnTo>
                    <a:pt x="255511" y="59016"/>
                  </a:lnTo>
                  <a:lnTo>
                    <a:pt x="255020" y="57064"/>
                  </a:lnTo>
                  <a:lnTo>
                    <a:pt x="242307" y="50650"/>
                  </a:lnTo>
                  <a:lnTo>
                    <a:pt x="239441" y="48682"/>
                  </a:lnTo>
                  <a:lnTo>
                    <a:pt x="234945" y="44251"/>
                  </a:lnTo>
                  <a:lnTo>
                    <a:pt x="233726" y="41756"/>
                  </a:lnTo>
                  <a:lnTo>
                    <a:pt x="233726" y="35527"/>
                  </a:lnTo>
                  <a:lnTo>
                    <a:pt x="242560" y="21846"/>
                  </a:lnTo>
                  <a:lnTo>
                    <a:pt x="247389" y="10365"/>
                  </a:lnTo>
                  <a:lnTo>
                    <a:pt x="251236" y="5965"/>
                  </a:lnTo>
                  <a:lnTo>
                    <a:pt x="256096" y="3176"/>
                  </a:lnTo>
                  <a:lnTo>
                    <a:pt x="260260" y="1146"/>
                  </a:lnTo>
                  <a:lnTo>
                    <a:pt x="264962" y="0"/>
                  </a:lnTo>
                  <a:lnTo>
                    <a:pt x="270424" y="0"/>
                  </a:lnTo>
                  <a:lnTo>
                    <a:pt x="281660" y="1905"/>
                  </a:lnTo>
                  <a:lnTo>
                    <a:pt x="293697" y="6966"/>
                  </a:lnTo>
                  <a:lnTo>
                    <a:pt x="306376" y="14203"/>
                  </a:lnTo>
                  <a:lnTo>
                    <a:pt x="335500" y="32831"/>
                  </a:lnTo>
                  <a:lnTo>
                    <a:pt x="351306" y="41314"/>
                  </a:lnTo>
                  <a:lnTo>
                    <a:pt x="366475" y="46242"/>
                  </a:lnTo>
                  <a:lnTo>
                    <a:pt x="380535" y="45769"/>
                  </a:lnTo>
                  <a:lnTo>
                    <a:pt x="381311" y="45521"/>
                  </a:lnTo>
                  <a:lnTo>
                    <a:pt x="382182" y="45924"/>
                  </a:lnTo>
                  <a:lnTo>
                    <a:pt x="382467" y="46683"/>
                  </a:lnTo>
                  <a:lnTo>
                    <a:pt x="382688" y="47551"/>
                  </a:lnTo>
                  <a:lnTo>
                    <a:pt x="382324" y="48403"/>
                  </a:lnTo>
                  <a:lnTo>
                    <a:pt x="376166" y="51083"/>
                  </a:lnTo>
                  <a:lnTo>
                    <a:pt x="354460" y="67616"/>
                  </a:lnTo>
                  <a:lnTo>
                    <a:pt x="341510" y="67616"/>
                  </a:lnTo>
                  <a:lnTo>
                    <a:pt x="334860" y="65679"/>
                  </a:lnTo>
                  <a:lnTo>
                    <a:pt x="319456" y="57715"/>
                  </a:lnTo>
                  <a:lnTo>
                    <a:pt x="294434" y="41212"/>
                  </a:lnTo>
                  <a:lnTo>
                    <a:pt x="283777" y="34995"/>
                  </a:lnTo>
                  <a:lnTo>
                    <a:pt x="273188" y="30350"/>
                  </a:lnTo>
                  <a:lnTo>
                    <a:pt x="262746" y="28106"/>
                  </a:lnTo>
                  <a:lnTo>
                    <a:pt x="274968" y="38936"/>
                  </a:lnTo>
                  <a:lnTo>
                    <a:pt x="274968" y="49704"/>
                  </a:lnTo>
                  <a:lnTo>
                    <a:pt x="271216" y="56599"/>
                  </a:lnTo>
                  <a:lnTo>
                    <a:pt x="266593" y="66004"/>
                  </a:lnTo>
                  <a:lnTo>
                    <a:pt x="261099" y="86999"/>
                  </a:lnTo>
                  <a:lnTo>
                    <a:pt x="251078" y="92034"/>
                  </a:lnTo>
                  <a:lnTo>
                    <a:pt x="240766" y="95797"/>
                  </a:lnTo>
                  <a:lnTo>
                    <a:pt x="227326" y="98501"/>
                  </a:lnTo>
                  <a:lnTo>
                    <a:pt x="210816" y="100133"/>
                  </a:lnTo>
                  <a:lnTo>
                    <a:pt x="191296" y="100680"/>
                  </a:lnTo>
                  <a:close/>
                </a:path>
              </a:pathLst>
            </a:custGeom>
            <a:solidFill>
              <a:srgbClr val="FFFFFF"/>
            </a:solidFill>
          </p:spPr>
          <p:txBody>
            <a:bodyPr wrap="square" lIns="0" tIns="0" rIns="0" bIns="0" rtlCol="0"/>
            <a:lstStyle/>
            <a:p>
              <a:endParaRPr/>
            </a:p>
          </p:txBody>
        </p:sp>
        <p:pic>
          <p:nvPicPr>
            <p:cNvPr id="6" name="object 6"/>
            <p:cNvPicPr>
              <a:picLocks noGrp="1" noRot="1" noMove="1" noResize="1" noEditPoints="1" noAdjustHandles="1" noChangeArrowheads="1" noChangeShapeType="1" noCrop="1"/>
            </p:cNvPicPr>
            <p:nvPr/>
          </p:nvPicPr>
          <p:blipFill>
            <a:blip r:embed="rId4" cstate="print"/>
            <a:stretch>
              <a:fillRect/>
            </a:stretch>
          </p:blipFill>
          <p:spPr>
            <a:xfrm>
              <a:off x="864000" y="607992"/>
              <a:ext cx="162906" cy="217170"/>
            </a:xfrm>
            <a:prstGeom prst="rect">
              <a:avLst/>
            </a:prstGeom>
          </p:spPr>
        </p:pic>
        <p:sp>
          <p:nvSpPr>
            <p:cNvPr id="7" name="object 7"/>
            <p:cNvSpPr>
              <a:spLocks noGrp="1" noRot="1" noMove="1" noResize="1" noEditPoints="1" noAdjustHandles="1" noChangeArrowheads="1" noChangeShapeType="1"/>
            </p:cNvSpPr>
            <p:nvPr/>
          </p:nvSpPr>
          <p:spPr>
            <a:xfrm>
              <a:off x="702043" y="546036"/>
              <a:ext cx="492759" cy="325120"/>
            </a:xfrm>
            <a:custGeom>
              <a:avLst/>
              <a:gdLst/>
              <a:ahLst/>
              <a:cxnLst/>
              <a:rect l="l" t="t" r="r" b="b"/>
              <a:pathLst>
                <a:path w="492759" h="325119">
                  <a:moveTo>
                    <a:pt x="71945" y="28511"/>
                  </a:moveTo>
                  <a:lnTo>
                    <a:pt x="70612" y="27266"/>
                  </a:lnTo>
                  <a:lnTo>
                    <a:pt x="67449" y="27266"/>
                  </a:lnTo>
                  <a:lnTo>
                    <a:pt x="66065" y="28511"/>
                  </a:lnTo>
                  <a:lnTo>
                    <a:pt x="66065" y="31661"/>
                  </a:lnTo>
                  <a:lnTo>
                    <a:pt x="67449" y="32893"/>
                  </a:lnTo>
                  <a:lnTo>
                    <a:pt x="70612" y="32893"/>
                  </a:lnTo>
                  <a:lnTo>
                    <a:pt x="71945" y="31661"/>
                  </a:lnTo>
                  <a:lnTo>
                    <a:pt x="71945" y="30048"/>
                  </a:lnTo>
                  <a:lnTo>
                    <a:pt x="71945" y="28511"/>
                  </a:lnTo>
                  <a:close/>
                </a:path>
                <a:path w="492759" h="325119">
                  <a:moveTo>
                    <a:pt x="73012" y="36055"/>
                  </a:moveTo>
                  <a:lnTo>
                    <a:pt x="71653" y="34772"/>
                  </a:lnTo>
                  <a:lnTo>
                    <a:pt x="68478" y="34772"/>
                  </a:lnTo>
                  <a:lnTo>
                    <a:pt x="67106" y="36055"/>
                  </a:lnTo>
                  <a:lnTo>
                    <a:pt x="67106" y="39103"/>
                  </a:lnTo>
                  <a:lnTo>
                    <a:pt x="68478" y="40513"/>
                  </a:lnTo>
                  <a:lnTo>
                    <a:pt x="71653" y="40513"/>
                  </a:lnTo>
                  <a:lnTo>
                    <a:pt x="73012" y="39103"/>
                  </a:lnTo>
                  <a:lnTo>
                    <a:pt x="73012" y="37490"/>
                  </a:lnTo>
                  <a:lnTo>
                    <a:pt x="73012" y="36055"/>
                  </a:lnTo>
                  <a:close/>
                </a:path>
                <a:path w="492759" h="325119">
                  <a:moveTo>
                    <a:pt x="76466" y="22326"/>
                  </a:moveTo>
                  <a:lnTo>
                    <a:pt x="75107" y="21132"/>
                  </a:lnTo>
                  <a:lnTo>
                    <a:pt x="71945" y="21132"/>
                  </a:lnTo>
                  <a:lnTo>
                    <a:pt x="70688" y="22326"/>
                  </a:lnTo>
                  <a:lnTo>
                    <a:pt x="70688" y="25438"/>
                  </a:lnTo>
                  <a:lnTo>
                    <a:pt x="71945" y="26771"/>
                  </a:lnTo>
                  <a:lnTo>
                    <a:pt x="73596" y="26771"/>
                  </a:lnTo>
                  <a:lnTo>
                    <a:pt x="75107" y="26771"/>
                  </a:lnTo>
                  <a:lnTo>
                    <a:pt x="76466" y="25438"/>
                  </a:lnTo>
                  <a:lnTo>
                    <a:pt x="76466" y="22326"/>
                  </a:lnTo>
                  <a:close/>
                </a:path>
                <a:path w="492759" h="325119">
                  <a:moveTo>
                    <a:pt x="84124" y="21856"/>
                  </a:moveTo>
                  <a:lnTo>
                    <a:pt x="82880" y="20637"/>
                  </a:lnTo>
                  <a:lnTo>
                    <a:pt x="79679" y="20637"/>
                  </a:lnTo>
                  <a:lnTo>
                    <a:pt x="78409" y="21856"/>
                  </a:lnTo>
                  <a:lnTo>
                    <a:pt x="78409" y="24993"/>
                  </a:lnTo>
                  <a:lnTo>
                    <a:pt x="79679" y="26327"/>
                  </a:lnTo>
                  <a:lnTo>
                    <a:pt x="81229" y="26327"/>
                  </a:lnTo>
                  <a:lnTo>
                    <a:pt x="82880" y="26327"/>
                  </a:lnTo>
                  <a:lnTo>
                    <a:pt x="84124" y="24993"/>
                  </a:lnTo>
                  <a:lnTo>
                    <a:pt x="84124" y="21856"/>
                  </a:lnTo>
                  <a:close/>
                </a:path>
                <a:path w="492759" h="325119">
                  <a:moveTo>
                    <a:pt x="94157" y="24358"/>
                  </a:moveTo>
                  <a:lnTo>
                    <a:pt x="94043" y="20967"/>
                  </a:lnTo>
                  <a:lnTo>
                    <a:pt x="93319" y="19939"/>
                  </a:lnTo>
                  <a:lnTo>
                    <a:pt x="92087" y="19316"/>
                  </a:lnTo>
                  <a:lnTo>
                    <a:pt x="90779" y="18237"/>
                  </a:lnTo>
                  <a:lnTo>
                    <a:pt x="89103" y="16637"/>
                  </a:lnTo>
                  <a:lnTo>
                    <a:pt x="88595" y="16052"/>
                  </a:lnTo>
                  <a:lnTo>
                    <a:pt x="88112" y="15494"/>
                  </a:lnTo>
                  <a:lnTo>
                    <a:pt x="88163" y="15341"/>
                  </a:lnTo>
                  <a:lnTo>
                    <a:pt x="88265" y="15113"/>
                  </a:lnTo>
                  <a:lnTo>
                    <a:pt x="93243" y="15494"/>
                  </a:lnTo>
                  <a:lnTo>
                    <a:pt x="93179" y="15341"/>
                  </a:lnTo>
                  <a:lnTo>
                    <a:pt x="93091" y="15113"/>
                  </a:lnTo>
                  <a:lnTo>
                    <a:pt x="92456" y="13474"/>
                  </a:lnTo>
                  <a:lnTo>
                    <a:pt x="91262" y="10426"/>
                  </a:lnTo>
                  <a:lnTo>
                    <a:pt x="87731" y="13474"/>
                  </a:lnTo>
                  <a:lnTo>
                    <a:pt x="87363" y="13474"/>
                  </a:lnTo>
                  <a:lnTo>
                    <a:pt x="87083" y="8115"/>
                  </a:lnTo>
                  <a:lnTo>
                    <a:pt x="82042" y="9906"/>
                  </a:lnTo>
                  <a:lnTo>
                    <a:pt x="85382" y="13995"/>
                  </a:lnTo>
                  <a:lnTo>
                    <a:pt x="85242" y="14224"/>
                  </a:lnTo>
                  <a:lnTo>
                    <a:pt x="85242" y="14376"/>
                  </a:lnTo>
                  <a:lnTo>
                    <a:pt x="80759" y="14630"/>
                  </a:lnTo>
                  <a:lnTo>
                    <a:pt x="83185" y="19697"/>
                  </a:lnTo>
                  <a:lnTo>
                    <a:pt x="86080" y="16052"/>
                  </a:lnTo>
                  <a:lnTo>
                    <a:pt x="86220" y="16052"/>
                  </a:lnTo>
                  <a:lnTo>
                    <a:pt x="86347" y="16637"/>
                  </a:lnTo>
                  <a:lnTo>
                    <a:pt x="86588" y="17881"/>
                  </a:lnTo>
                  <a:lnTo>
                    <a:pt x="86715" y="19697"/>
                  </a:lnTo>
                  <a:lnTo>
                    <a:pt x="86791" y="24358"/>
                  </a:lnTo>
                  <a:lnTo>
                    <a:pt x="88392" y="26060"/>
                  </a:lnTo>
                  <a:lnTo>
                    <a:pt x="92506" y="26060"/>
                  </a:lnTo>
                  <a:lnTo>
                    <a:pt x="94157" y="24358"/>
                  </a:lnTo>
                  <a:close/>
                </a:path>
                <a:path w="492759" h="325119">
                  <a:moveTo>
                    <a:pt x="100431" y="15557"/>
                  </a:moveTo>
                  <a:lnTo>
                    <a:pt x="99174" y="14630"/>
                  </a:lnTo>
                  <a:lnTo>
                    <a:pt x="98107" y="13474"/>
                  </a:lnTo>
                  <a:lnTo>
                    <a:pt x="96126" y="13474"/>
                  </a:lnTo>
                  <a:lnTo>
                    <a:pt x="95008" y="14630"/>
                  </a:lnTo>
                  <a:lnTo>
                    <a:pt x="93941" y="15557"/>
                  </a:lnTo>
                  <a:lnTo>
                    <a:pt x="93941" y="17360"/>
                  </a:lnTo>
                  <a:lnTo>
                    <a:pt x="95084" y="18605"/>
                  </a:lnTo>
                  <a:lnTo>
                    <a:pt x="96126" y="19685"/>
                  </a:lnTo>
                  <a:lnTo>
                    <a:pt x="98107" y="19685"/>
                  </a:lnTo>
                  <a:lnTo>
                    <a:pt x="99174" y="18516"/>
                  </a:lnTo>
                  <a:lnTo>
                    <a:pt x="100431" y="17360"/>
                  </a:lnTo>
                  <a:lnTo>
                    <a:pt x="100431" y="15557"/>
                  </a:lnTo>
                  <a:close/>
                </a:path>
                <a:path w="492759" h="325119">
                  <a:moveTo>
                    <a:pt x="106845" y="10795"/>
                  </a:moveTo>
                  <a:lnTo>
                    <a:pt x="105765" y="9817"/>
                  </a:lnTo>
                  <a:lnTo>
                    <a:pt x="104559" y="8572"/>
                  </a:lnTo>
                  <a:lnTo>
                    <a:pt x="102730" y="8572"/>
                  </a:lnTo>
                  <a:lnTo>
                    <a:pt x="101536" y="9817"/>
                  </a:lnTo>
                  <a:lnTo>
                    <a:pt x="100457" y="10795"/>
                  </a:lnTo>
                  <a:lnTo>
                    <a:pt x="100457" y="12661"/>
                  </a:lnTo>
                  <a:lnTo>
                    <a:pt x="101536" y="13906"/>
                  </a:lnTo>
                  <a:lnTo>
                    <a:pt x="102730" y="14859"/>
                  </a:lnTo>
                  <a:lnTo>
                    <a:pt x="104559" y="14859"/>
                  </a:lnTo>
                  <a:lnTo>
                    <a:pt x="105765" y="13906"/>
                  </a:lnTo>
                  <a:lnTo>
                    <a:pt x="106845" y="12661"/>
                  </a:lnTo>
                  <a:lnTo>
                    <a:pt x="106845" y="10795"/>
                  </a:lnTo>
                  <a:close/>
                </a:path>
                <a:path w="492759" h="325119">
                  <a:moveTo>
                    <a:pt x="114452" y="12128"/>
                  </a:moveTo>
                  <a:lnTo>
                    <a:pt x="113347" y="10960"/>
                  </a:lnTo>
                  <a:lnTo>
                    <a:pt x="112191" y="9906"/>
                  </a:lnTo>
                  <a:lnTo>
                    <a:pt x="110337" y="9906"/>
                  </a:lnTo>
                  <a:lnTo>
                    <a:pt x="109321" y="10960"/>
                  </a:lnTo>
                  <a:lnTo>
                    <a:pt x="108089" y="12128"/>
                  </a:lnTo>
                  <a:lnTo>
                    <a:pt x="108216" y="13995"/>
                  </a:lnTo>
                  <a:lnTo>
                    <a:pt x="110464" y="16052"/>
                  </a:lnTo>
                  <a:lnTo>
                    <a:pt x="112318" y="16052"/>
                  </a:lnTo>
                  <a:lnTo>
                    <a:pt x="113347" y="15024"/>
                  </a:lnTo>
                  <a:lnTo>
                    <a:pt x="114452" y="13995"/>
                  </a:lnTo>
                  <a:lnTo>
                    <a:pt x="114452" y="12128"/>
                  </a:lnTo>
                  <a:close/>
                </a:path>
                <a:path w="492759" h="325119">
                  <a:moveTo>
                    <a:pt x="118529" y="23126"/>
                  </a:moveTo>
                  <a:lnTo>
                    <a:pt x="114071" y="23393"/>
                  </a:lnTo>
                  <a:lnTo>
                    <a:pt x="115328" y="25158"/>
                  </a:lnTo>
                  <a:lnTo>
                    <a:pt x="115722" y="25984"/>
                  </a:lnTo>
                  <a:lnTo>
                    <a:pt x="115836" y="27457"/>
                  </a:lnTo>
                  <a:lnTo>
                    <a:pt x="115011" y="27051"/>
                  </a:lnTo>
                  <a:lnTo>
                    <a:pt x="113855" y="26162"/>
                  </a:lnTo>
                  <a:lnTo>
                    <a:pt x="112826" y="24726"/>
                  </a:lnTo>
                  <a:lnTo>
                    <a:pt x="112941" y="26162"/>
                  </a:lnTo>
                  <a:lnTo>
                    <a:pt x="113042" y="27457"/>
                  </a:lnTo>
                  <a:lnTo>
                    <a:pt x="113157" y="28829"/>
                  </a:lnTo>
                  <a:lnTo>
                    <a:pt x="113258" y="30035"/>
                  </a:lnTo>
                  <a:lnTo>
                    <a:pt x="113322" y="30848"/>
                  </a:lnTo>
                  <a:lnTo>
                    <a:pt x="113398" y="31127"/>
                  </a:lnTo>
                  <a:lnTo>
                    <a:pt x="114071" y="30035"/>
                  </a:lnTo>
                  <a:lnTo>
                    <a:pt x="114198" y="29908"/>
                  </a:lnTo>
                  <a:lnTo>
                    <a:pt x="114782" y="29235"/>
                  </a:lnTo>
                  <a:lnTo>
                    <a:pt x="115836" y="28829"/>
                  </a:lnTo>
                  <a:lnTo>
                    <a:pt x="115722" y="31127"/>
                  </a:lnTo>
                  <a:lnTo>
                    <a:pt x="115608" y="33248"/>
                  </a:lnTo>
                  <a:lnTo>
                    <a:pt x="113855" y="34925"/>
                  </a:lnTo>
                  <a:lnTo>
                    <a:pt x="112318" y="35242"/>
                  </a:lnTo>
                  <a:lnTo>
                    <a:pt x="111023" y="35496"/>
                  </a:lnTo>
                  <a:lnTo>
                    <a:pt x="110426" y="35496"/>
                  </a:lnTo>
                  <a:lnTo>
                    <a:pt x="109093" y="34429"/>
                  </a:lnTo>
                  <a:lnTo>
                    <a:pt x="109029" y="34036"/>
                  </a:lnTo>
                  <a:lnTo>
                    <a:pt x="108940" y="33528"/>
                  </a:lnTo>
                  <a:lnTo>
                    <a:pt x="108889" y="33248"/>
                  </a:lnTo>
                  <a:lnTo>
                    <a:pt x="108775" y="32537"/>
                  </a:lnTo>
                  <a:lnTo>
                    <a:pt x="108534" y="31127"/>
                  </a:lnTo>
                  <a:lnTo>
                    <a:pt x="108915" y="30848"/>
                  </a:lnTo>
                  <a:lnTo>
                    <a:pt x="110197" y="29908"/>
                  </a:lnTo>
                  <a:lnTo>
                    <a:pt x="112014" y="31648"/>
                  </a:lnTo>
                  <a:lnTo>
                    <a:pt x="112039" y="31369"/>
                  </a:lnTo>
                  <a:lnTo>
                    <a:pt x="112153" y="29908"/>
                  </a:lnTo>
                  <a:lnTo>
                    <a:pt x="112191" y="29489"/>
                  </a:lnTo>
                  <a:lnTo>
                    <a:pt x="112204" y="29235"/>
                  </a:lnTo>
                  <a:lnTo>
                    <a:pt x="112318" y="27774"/>
                  </a:lnTo>
                  <a:lnTo>
                    <a:pt x="109004" y="27774"/>
                  </a:lnTo>
                  <a:lnTo>
                    <a:pt x="107619" y="29235"/>
                  </a:lnTo>
                  <a:lnTo>
                    <a:pt x="109321" y="25615"/>
                  </a:lnTo>
                  <a:lnTo>
                    <a:pt x="109207" y="25158"/>
                  </a:lnTo>
                  <a:lnTo>
                    <a:pt x="109080" y="24726"/>
                  </a:lnTo>
                  <a:lnTo>
                    <a:pt x="109029" y="24561"/>
                  </a:lnTo>
                  <a:lnTo>
                    <a:pt x="108597" y="22974"/>
                  </a:lnTo>
                  <a:lnTo>
                    <a:pt x="105181" y="21132"/>
                  </a:lnTo>
                  <a:lnTo>
                    <a:pt x="102971" y="24561"/>
                  </a:lnTo>
                  <a:lnTo>
                    <a:pt x="103035" y="24726"/>
                  </a:lnTo>
                  <a:lnTo>
                    <a:pt x="103911" y="27051"/>
                  </a:lnTo>
                  <a:lnTo>
                    <a:pt x="106489" y="29489"/>
                  </a:lnTo>
                  <a:lnTo>
                    <a:pt x="103911" y="28333"/>
                  </a:lnTo>
                  <a:lnTo>
                    <a:pt x="101536" y="30492"/>
                  </a:lnTo>
                  <a:lnTo>
                    <a:pt x="103911" y="33528"/>
                  </a:lnTo>
                  <a:lnTo>
                    <a:pt x="103962" y="33248"/>
                  </a:lnTo>
                  <a:lnTo>
                    <a:pt x="104432" y="30848"/>
                  </a:lnTo>
                  <a:lnTo>
                    <a:pt x="106730" y="31369"/>
                  </a:lnTo>
                  <a:lnTo>
                    <a:pt x="106794" y="31648"/>
                  </a:lnTo>
                  <a:lnTo>
                    <a:pt x="107632" y="35242"/>
                  </a:lnTo>
                  <a:lnTo>
                    <a:pt x="105879" y="37414"/>
                  </a:lnTo>
                  <a:lnTo>
                    <a:pt x="99047" y="39535"/>
                  </a:lnTo>
                  <a:lnTo>
                    <a:pt x="98971" y="39382"/>
                  </a:lnTo>
                  <a:lnTo>
                    <a:pt x="97599" y="36906"/>
                  </a:lnTo>
                  <a:lnTo>
                    <a:pt x="96939" y="35496"/>
                  </a:lnTo>
                  <a:lnTo>
                    <a:pt x="96824" y="35242"/>
                  </a:lnTo>
                  <a:lnTo>
                    <a:pt x="96672" y="34925"/>
                  </a:lnTo>
                  <a:lnTo>
                    <a:pt x="96710" y="34683"/>
                  </a:lnTo>
                  <a:lnTo>
                    <a:pt x="97485" y="34188"/>
                  </a:lnTo>
                  <a:lnTo>
                    <a:pt x="99631" y="34429"/>
                  </a:lnTo>
                  <a:lnTo>
                    <a:pt x="101879" y="35737"/>
                  </a:lnTo>
                  <a:lnTo>
                    <a:pt x="102006" y="35737"/>
                  </a:lnTo>
                  <a:lnTo>
                    <a:pt x="101930" y="35496"/>
                  </a:lnTo>
                  <a:lnTo>
                    <a:pt x="101854" y="35242"/>
                  </a:lnTo>
                  <a:lnTo>
                    <a:pt x="101739" y="34925"/>
                  </a:lnTo>
                  <a:lnTo>
                    <a:pt x="101663" y="34683"/>
                  </a:lnTo>
                  <a:lnTo>
                    <a:pt x="101574" y="34429"/>
                  </a:lnTo>
                  <a:lnTo>
                    <a:pt x="101180" y="33248"/>
                  </a:lnTo>
                  <a:lnTo>
                    <a:pt x="99936" y="29489"/>
                  </a:lnTo>
                  <a:lnTo>
                    <a:pt x="99174" y="31648"/>
                  </a:lnTo>
                  <a:lnTo>
                    <a:pt x="98005" y="32537"/>
                  </a:lnTo>
                  <a:lnTo>
                    <a:pt x="98285" y="32537"/>
                  </a:lnTo>
                  <a:lnTo>
                    <a:pt x="96304" y="33248"/>
                  </a:lnTo>
                  <a:lnTo>
                    <a:pt x="96037" y="33248"/>
                  </a:lnTo>
                  <a:lnTo>
                    <a:pt x="96113" y="30848"/>
                  </a:lnTo>
                  <a:lnTo>
                    <a:pt x="97243" y="27774"/>
                  </a:lnTo>
                  <a:lnTo>
                    <a:pt x="89408" y="30848"/>
                  </a:lnTo>
                  <a:lnTo>
                    <a:pt x="92862" y="32537"/>
                  </a:lnTo>
                  <a:lnTo>
                    <a:pt x="93573" y="33248"/>
                  </a:lnTo>
                  <a:lnTo>
                    <a:pt x="94259" y="34036"/>
                  </a:lnTo>
                  <a:lnTo>
                    <a:pt x="94500" y="34036"/>
                  </a:lnTo>
                  <a:lnTo>
                    <a:pt x="92570" y="34683"/>
                  </a:lnTo>
                  <a:lnTo>
                    <a:pt x="91084" y="34925"/>
                  </a:lnTo>
                  <a:lnTo>
                    <a:pt x="88684" y="34036"/>
                  </a:lnTo>
                  <a:lnTo>
                    <a:pt x="91757" y="39992"/>
                  </a:lnTo>
                  <a:lnTo>
                    <a:pt x="91871" y="39535"/>
                  </a:lnTo>
                  <a:lnTo>
                    <a:pt x="91986" y="39103"/>
                  </a:lnTo>
                  <a:lnTo>
                    <a:pt x="92049" y="38862"/>
                  </a:lnTo>
                  <a:lnTo>
                    <a:pt x="92138" y="38557"/>
                  </a:lnTo>
                  <a:lnTo>
                    <a:pt x="92252" y="38125"/>
                  </a:lnTo>
                  <a:lnTo>
                    <a:pt x="92303" y="37922"/>
                  </a:lnTo>
                  <a:lnTo>
                    <a:pt x="92506" y="37134"/>
                  </a:lnTo>
                  <a:lnTo>
                    <a:pt x="93941" y="35496"/>
                  </a:lnTo>
                  <a:lnTo>
                    <a:pt x="95008" y="35496"/>
                  </a:lnTo>
                  <a:lnTo>
                    <a:pt x="95097" y="35737"/>
                  </a:lnTo>
                  <a:lnTo>
                    <a:pt x="96672" y="40513"/>
                  </a:lnTo>
                  <a:lnTo>
                    <a:pt x="92227" y="42557"/>
                  </a:lnTo>
                  <a:lnTo>
                    <a:pt x="91262" y="43154"/>
                  </a:lnTo>
                  <a:lnTo>
                    <a:pt x="90538" y="43548"/>
                  </a:lnTo>
                  <a:lnTo>
                    <a:pt x="89154" y="43548"/>
                  </a:lnTo>
                  <a:lnTo>
                    <a:pt x="87363" y="43307"/>
                  </a:lnTo>
                  <a:lnTo>
                    <a:pt x="87274" y="43154"/>
                  </a:lnTo>
                  <a:lnTo>
                    <a:pt x="86436" y="41821"/>
                  </a:lnTo>
                  <a:lnTo>
                    <a:pt x="85953" y="41008"/>
                  </a:lnTo>
                  <a:lnTo>
                    <a:pt x="85356" y="39992"/>
                  </a:lnTo>
                  <a:lnTo>
                    <a:pt x="85864" y="39103"/>
                  </a:lnTo>
                  <a:lnTo>
                    <a:pt x="86169" y="38557"/>
                  </a:lnTo>
                  <a:lnTo>
                    <a:pt x="86525" y="37922"/>
                  </a:lnTo>
                  <a:lnTo>
                    <a:pt x="88760" y="39535"/>
                  </a:lnTo>
                  <a:lnTo>
                    <a:pt x="88722" y="39103"/>
                  </a:lnTo>
                  <a:lnTo>
                    <a:pt x="88607" y="37922"/>
                  </a:lnTo>
                  <a:lnTo>
                    <a:pt x="88506" y="36906"/>
                  </a:lnTo>
                  <a:lnTo>
                    <a:pt x="88392" y="35737"/>
                  </a:lnTo>
                  <a:lnTo>
                    <a:pt x="85039" y="35737"/>
                  </a:lnTo>
                  <a:lnTo>
                    <a:pt x="84124" y="38557"/>
                  </a:lnTo>
                  <a:lnTo>
                    <a:pt x="84226" y="34683"/>
                  </a:lnTo>
                  <a:lnTo>
                    <a:pt x="83185" y="32537"/>
                  </a:lnTo>
                  <a:lnTo>
                    <a:pt x="79006" y="31369"/>
                  </a:lnTo>
                  <a:lnTo>
                    <a:pt x="78930" y="31648"/>
                  </a:lnTo>
                  <a:lnTo>
                    <a:pt x="78193" y="34429"/>
                  </a:lnTo>
                  <a:lnTo>
                    <a:pt x="78130" y="35496"/>
                  </a:lnTo>
                  <a:lnTo>
                    <a:pt x="79324" y="37414"/>
                  </a:lnTo>
                  <a:lnTo>
                    <a:pt x="83261" y="39103"/>
                  </a:lnTo>
                  <a:lnTo>
                    <a:pt x="81038" y="38862"/>
                  </a:lnTo>
                  <a:lnTo>
                    <a:pt x="78663" y="41008"/>
                  </a:lnTo>
                  <a:lnTo>
                    <a:pt x="81686" y="43548"/>
                  </a:lnTo>
                  <a:lnTo>
                    <a:pt x="81686" y="41351"/>
                  </a:lnTo>
                  <a:lnTo>
                    <a:pt x="83705" y="41008"/>
                  </a:lnTo>
                  <a:lnTo>
                    <a:pt x="84886" y="42557"/>
                  </a:lnTo>
                  <a:lnTo>
                    <a:pt x="85572" y="43548"/>
                  </a:lnTo>
                  <a:lnTo>
                    <a:pt x="85572" y="44246"/>
                  </a:lnTo>
                  <a:lnTo>
                    <a:pt x="85432" y="45504"/>
                  </a:lnTo>
                  <a:lnTo>
                    <a:pt x="83934" y="46558"/>
                  </a:lnTo>
                  <a:lnTo>
                    <a:pt x="82905" y="47244"/>
                  </a:lnTo>
                  <a:lnTo>
                    <a:pt x="80149" y="47244"/>
                  </a:lnTo>
                  <a:lnTo>
                    <a:pt x="76949" y="44246"/>
                  </a:lnTo>
                  <a:lnTo>
                    <a:pt x="77609" y="43967"/>
                  </a:lnTo>
                  <a:lnTo>
                    <a:pt x="78574" y="43967"/>
                  </a:lnTo>
                  <a:lnTo>
                    <a:pt x="79921" y="44246"/>
                  </a:lnTo>
                  <a:lnTo>
                    <a:pt x="80289" y="44246"/>
                  </a:lnTo>
                  <a:lnTo>
                    <a:pt x="80048" y="43967"/>
                  </a:lnTo>
                  <a:lnTo>
                    <a:pt x="79349" y="43154"/>
                  </a:lnTo>
                  <a:lnTo>
                    <a:pt x="76631" y="39992"/>
                  </a:lnTo>
                  <a:lnTo>
                    <a:pt x="76136" y="39535"/>
                  </a:lnTo>
                  <a:lnTo>
                    <a:pt x="76200" y="42557"/>
                  </a:lnTo>
                  <a:lnTo>
                    <a:pt x="75831" y="43154"/>
                  </a:lnTo>
                  <a:lnTo>
                    <a:pt x="74396" y="39992"/>
                  </a:lnTo>
                  <a:lnTo>
                    <a:pt x="74269" y="39382"/>
                  </a:lnTo>
                  <a:lnTo>
                    <a:pt x="71056" y="42075"/>
                  </a:lnTo>
                  <a:lnTo>
                    <a:pt x="70827" y="42075"/>
                  </a:lnTo>
                  <a:lnTo>
                    <a:pt x="74041" y="43967"/>
                  </a:lnTo>
                  <a:lnTo>
                    <a:pt x="77660" y="46913"/>
                  </a:lnTo>
                  <a:lnTo>
                    <a:pt x="81965" y="52768"/>
                  </a:lnTo>
                  <a:lnTo>
                    <a:pt x="86372" y="49885"/>
                  </a:lnTo>
                  <a:lnTo>
                    <a:pt x="92011" y="47244"/>
                  </a:lnTo>
                  <a:lnTo>
                    <a:pt x="94424" y="46113"/>
                  </a:lnTo>
                  <a:lnTo>
                    <a:pt x="99644" y="43967"/>
                  </a:lnTo>
                  <a:lnTo>
                    <a:pt x="100736" y="43548"/>
                  </a:lnTo>
                  <a:lnTo>
                    <a:pt x="104559" y="42075"/>
                  </a:lnTo>
                  <a:lnTo>
                    <a:pt x="112534" y="39535"/>
                  </a:lnTo>
                  <a:lnTo>
                    <a:pt x="113017" y="39382"/>
                  </a:lnTo>
                  <a:lnTo>
                    <a:pt x="118211" y="38125"/>
                  </a:lnTo>
                  <a:lnTo>
                    <a:pt x="118097" y="37414"/>
                  </a:lnTo>
                  <a:lnTo>
                    <a:pt x="118021" y="36906"/>
                  </a:lnTo>
                  <a:lnTo>
                    <a:pt x="117805" y="35496"/>
                  </a:lnTo>
                  <a:lnTo>
                    <a:pt x="117678" y="34683"/>
                  </a:lnTo>
                  <a:lnTo>
                    <a:pt x="117576" y="34036"/>
                  </a:lnTo>
                  <a:lnTo>
                    <a:pt x="117462" y="33248"/>
                  </a:lnTo>
                  <a:lnTo>
                    <a:pt x="117348" y="32537"/>
                  </a:lnTo>
                  <a:lnTo>
                    <a:pt x="117208" y="31648"/>
                  </a:lnTo>
                  <a:lnTo>
                    <a:pt x="117271" y="30035"/>
                  </a:lnTo>
                  <a:lnTo>
                    <a:pt x="117335" y="29489"/>
                  </a:lnTo>
                  <a:lnTo>
                    <a:pt x="117424" y="28829"/>
                  </a:lnTo>
                  <a:lnTo>
                    <a:pt x="117487" y="28333"/>
                  </a:lnTo>
                  <a:lnTo>
                    <a:pt x="117602" y="27457"/>
                  </a:lnTo>
                  <a:lnTo>
                    <a:pt x="117690" y="26771"/>
                  </a:lnTo>
                  <a:lnTo>
                    <a:pt x="118529" y="23126"/>
                  </a:lnTo>
                  <a:close/>
                </a:path>
                <a:path w="492759" h="325119">
                  <a:moveTo>
                    <a:pt x="119253" y="18161"/>
                  </a:moveTo>
                  <a:lnTo>
                    <a:pt x="118110" y="16916"/>
                  </a:lnTo>
                  <a:lnTo>
                    <a:pt x="116979" y="15887"/>
                  </a:lnTo>
                  <a:lnTo>
                    <a:pt x="115150" y="15887"/>
                  </a:lnTo>
                  <a:lnTo>
                    <a:pt x="113944" y="16916"/>
                  </a:lnTo>
                  <a:lnTo>
                    <a:pt x="112903" y="18161"/>
                  </a:lnTo>
                  <a:lnTo>
                    <a:pt x="112903" y="20040"/>
                  </a:lnTo>
                  <a:lnTo>
                    <a:pt x="113944" y="21145"/>
                  </a:lnTo>
                  <a:lnTo>
                    <a:pt x="115150" y="22085"/>
                  </a:lnTo>
                  <a:lnTo>
                    <a:pt x="116979" y="22085"/>
                  </a:lnTo>
                  <a:lnTo>
                    <a:pt x="118110" y="21031"/>
                  </a:lnTo>
                  <a:lnTo>
                    <a:pt x="119253" y="20040"/>
                  </a:lnTo>
                  <a:lnTo>
                    <a:pt x="119253" y="18161"/>
                  </a:lnTo>
                  <a:close/>
                </a:path>
                <a:path w="492759" h="325119">
                  <a:moveTo>
                    <a:pt x="179311" y="207314"/>
                  </a:moveTo>
                  <a:lnTo>
                    <a:pt x="176161" y="206044"/>
                  </a:lnTo>
                  <a:lnTo>
                    <a:pt x="177507" y="202234"/>
                  </a:lnTo>
                  <a:lnTo>
                    <a:pt x="178765" y="199694"/>
                  </a:lnTo>
                  <a:lnTo>
                    <a:pt x="174840" y="197154"/>
                  </a:lnTo>
                  <a:lnTo>
                    <a:pt x="172885" y="195884"/>
                  </a:lnTo>
                  <a:lnTo>
                    <a:pt x="171792" y="188264"/>
                  </a:lnTo>
                  <a:lnTo>
                    <a:pt x="171602" y="186994"/>
                  </a:lnTo>
                  <a:lnTo>
                    <a:pt x="172186" y="183184"/>
                  </a:lnTo>
                  <a:lnTo>
                    <a:pt x="167233" y="176834"/>
                  </a:lnTo>
                  <a:lnTo>
                    <a:pt x="162941" y="173024"/>
                  </a:lnTo>
                  <a:lnTo>
                    <a:pt x="161518" y="171754"/>
                  </a:lnTo>
                  <a:lnTo>
                    <a:pt x="139700" y="147624"/>
                  </a:lnTo>
                  <a:lnTo>
                    <a:pt x="144119" y="147624"/>
                  </a:lnTo>
                  <a:lnTo>
                    <a:pt x="147243" y="150164"/>
                  </a:lnTo>
                  <a:lnTo>
                    <a:pt x="149161" y="151434"/>
                  </a:lnTo>
                  <a:lnTo>
                    <a:pt x="152844" y="155244"/>
                  </a:lnTo>
                  <a:lnTo>
                    <a:pt x="156222" y="159054"/>
                  </a:lnTo>
                  <a:lnTo>
                    <a:pt x="159893" y="150164"/>
                  </a:lnTo>
                  <a:lnTo>
                    <a:pt x="161569" y="147624"/>
                  </a:lnTo>
                  <a:lnTo>
                    <a:pt x="164096" y="143814"/>
                  </a:lnTo>
                  <a:lnTo>
                    <a:pt x="168948" y="136194"/>
                  </a:lnTo>
                  <a:lnTo>
                    <a:pt x="174599" y="129844"/>
                  </a:lnTo>
                  <a:lnTo>
                    <a:pt x="176682" y="127304"/>
                  </a:lnTo>
                  <a:lnTo>
                    <a:pt x="177685" y="126034"/>
                  </a:lnTo>
                  <a:lnTo>
                    <a:pt x="174777" y="127304"/>
                  </a:lnTo>
                  <a:lnTo>
                    <a:pt x="170154" y="127304"/>
                  </a:lnTo>
                  <a:lnTo>
                    <a:pt x="167678" y="129844"/>
                  </a:lnTo>
                  <a:lnTo>
                    <a:pt x="167678" y="120954"/>
                  </a:lnTo>
                  <a:lnTo>
                    <a:pt x="164338" y="117144"/>
                  </a:lnTo>
                  <a:lnTo>
                    <a:pt x="164617" y="112064"/>
                  </a:lnTo>
                  <a:lnTo>
                    <a:pt x="162864" y="105714"/>
                  </a:lnTo>
                  <a:lnTo>
                    <a:pt x="160858" y="103174"/>
                  </a:lnTo>
                  <a:lnTo>
                    <a:pt x="157873" y="99364"/>
                  </a:lnTo>
                  <a:lnTo>
                    <a:pt x="148463" y="91744"/>
                  </a:lnTo>
                  <a:lnTo>
                    <a:pt x="156654" y="94284"/>
                  </a:lnTo>
                  <a:lnTo>
                    <a:pt x="161404" y="100634"/>
                  </a:lnTo>
                  <a:lnTo>
                    <a:pt x="167678" y="95554"/>
                  </a:lnTo>
                  <a:lnTo>
                    <a:pt x="164160" y="93014"/>
                  </a:lnTo>
                  <a:lnTo>
                    <a:pt x="163182" y="91744"/>
                  </a:lnTo>
                  <a:lnTo>
                    <a:pt x="160274" y="87934"/>
                  </a:lnTo>
                  <a:lnTo>
                    <a:pt x="153619" y="81584"/>
                  </a:lnTo>
                  <a:lnTo>
                    <a:pt x="141795" y="73964"/>
                  </a:lnTo>
                  <a:lnTo>
                    <a:pt x="147332" y="75234"/>
                  </a:lnTo>
                  <a:lnTo>
                    <a:pt x="152666" y="79044"/>
                  </a:lnTo>
                  <a:lnTo>
                    <a:pt x="158229" y="80314"/>
                  </a:lnTo>
                  <a:lnTo>
                    <a:pt x="164477" y="79044"/>
                  </a:lnTo>
                  <a:lnTo>
                    <a:pt x="158902" y="75234"/>
                  </a:lnTo>
                  <a:lnTo>
                    <a:pt x="157619" y="73964"/>
                  </a:lnTo>
                  <a:lnTo>
                    <a:pt x="156337" y="72694"/>
                  </a:lnTo>
                  <a:lnTo>
                    <a:pt x="149948" y="66344"/>
                  </a:lnTo>
                  <a:lnTo>
                    <a:pt x="147408" y="63804"/>
                  </a:lnTo>
                  <a:lnTo>
                    <a:pt x="145084" y="62534"/>
                  </a:lnTo>
                  <a:lnTo>
                    <a:pt x="138137" y="58724"/>
                  </a:lnTo>
                  <a:lnTo>
                    <a:pt x="143268" y="58724"/>
                  </a:lnTo>
                  <a:lnTo>
                    <a:pt x="148755" y="61264"/>
                  </a:lnTo>
                  <a:lnTo>
                    <a:pt x="151015" y="58724"/>
                  </a:lnTo>
                  <a:lnTo>
                    <a:pt x="153276" y="56184"/>
                  </a:lnTo>
                  <a:lnTo>
                    <a:pt x="148082" y="56184"/>
                  </a:lnTo>
                  <a:lnTo>
                    <a:pt x="144868" y="52374"/>
                  </a:lnTo>
                  <a:lnTo>
                    <a:pt x="139280" y="51104"/>
                  </a:lnTo>
                  <a:lnTo>
                    <a:pt x="140144" y="48564"/>
                  </a:lnTo>
                  <a:lnTo>
                    <a:pt x="141439" y="44754"/>
                  </a:lnTo>
                  <a:lnTo>
                    <a:pt x="140919" y="40944"/>
                  </a:lnTo>
                  <a:lnTo>
                    <a:pt x="138633" y="37134"/>
                  </a:lnTo>
                  <a:lnTo>
                    <a:pt x="134658" y="37134"/>
                  </a:lnTo>
                  <a:lnTo>
                    <a:pt x="130771" y="38404"/>
                  </a:lnTo>
                  <a:lnTo>
                    <a:pt x="127990" y="40741"/>
                  </a:lnTo>
                  <a:lnTo>
                    <a:pt x="127990" y="99364"/>
                  </a:lnTo>
                  <a:lnTo>
                    <a:pt x="122453" y="100634"/>
                  </a:lnTo>
                  <a:lnTo>
                    <a:pt x="117322" y="103174"/>
                  </a:lnTo>
                  <a:lnTo>
                    <a:pt x="113169" y="99364"/>
                  </a:lnTo>
                  <a:lnTo>
                    <a:pt x="112522" y="96824"/>
                  </a:lnTo>
                  <a:lnTo>
                    <a:pt x="112191" y="95554"/>
                  </a:lnTo>
                  <a:lnTo>
                    <a:pt x="111137" y="93014"/>
                  </a:lnTo>
                  <a:lnTo>
                    <a:pt x="110350" y="90474"/>
                  </a:lnTo>
                  <a:lnTo>
                    <a:pt x="113868" y="86664"/>
                  </a:lnTo>
                  <a:lnTo>
                    <a:pt x="114452" y="85394"/>
                  </a:lnTo>
                  <a:lnTo>
                    <a:pt x="113880" y="84124"/>
                  </a:lnTo>
                  <a:lnTo>
                    <a:pt x="112750" y="81584"/>
                  </a:lnTo>
                  <a:lnTo>
                    <a:pt x="111620" y="79044"/>
                  </a:lnTo>
                  <a:lnTo>
                    <a:pt x="108216" y="81584"/>
                  </a:lnTo>
                  <a:lnTo>
                    <a:pt x="104571" y="81584"/>
                  </a:lnTo>
                  <a:lnTo>
                    <a:pt x="106286" y="79044"/>
                  </a:lnTo>
                  <a:lnTo>
                    <a:pt x="106362" y="76504"/>
                  </a:lnTo>
                  <a:lnTo>
                    <a:pt x="104127" y="76504"/>
                  </a:lnTo>
                  <a:lnTo>
                    <a:pt x="101358" y="77774"/>
                  </a:lnTo>
                  <a:lnTo>
                    <a:pt x="101358" y="81584"/>
                  </a:lnTo>
                  <a:lnTo>
                    <a:pt x="99771" y="81584"/>
                  </a:lnTo>
                  <a:lnTo>
                    <a:pt x="98336" y="80314"/>
                  </a:lnTo>
                  <a:lnTo>
                    <a:pt x="99148" y="77774"/>
                  </a:lnTo>
                  <a:lnTo>
                    <a:pt x="99148" y="75234"/>
                  </a:lnTo>
                  <a:lnTo>
                    <a:pt x="100431" y="73964"/>
                  </a:lnTo>
                  <a:lnTo>
                    <a:pt x="102184" y="73964"/>
                  </a:lnTo>
                  <a:lnTo>
                    <a:pt x="108242" y="71424"/>
                  </a:lnTo>
                  <a:lnTo>
                    <a:pt x="117322" y="67614"/>
                  </a:lnTo>
                  <a:lnTo>
                    <a:pt x="119253" y="67614"/>
                  </a:lnTo>
                  <a:lnTo>
                    <a:pt x="120573" y="66344"/>
                  </a:lnTo>
                  <a:lnTo>
                    <a:pt x="121945" y="67614"/>
                  </a:lnTo>
                  <a:lnTo>
                    <a:pt x="122872" y="68884"/>
                  </a:lnTo>
                  <a:lnTo>
                    <a:pt x="125285" y="70154"/>
                  </a:lnTo>
                  <a:lnTo>
                    <a:pt x="124701" y="71424"/>
                  </a:lnTo>
                  <a:lnTo>
                    <a:pt x="123837" y="72694"/>
                  </a:lnTo>
                  <a:lnTo>
                    <a:pt x="120573" y="70154"/>
                  </a:lnTo>
                  <a:lnTo>
                    <a:pt x="116611" y="72694"/>
                  </a:lnTo>
                  <a:lnTo>
                    <a:pt x="118198" y="73964"/>
                  </a:lnTo>
                  <a:lnTo>
                    <a:pt x="121640" y="75234"/>
                  </a:lnTo>
                  <a:lnTo>
                    <a:pt x="118351" y="77774"/>
                  </a:lnTo>
                  <a:lnTo>
                    <a:pt x="114795" y="79044"/>
                  </a:lnTo>
                  <a:lnTo>
                    <a:pt x="115938" y="81584"/>
                  </a:lnTo>
                  <a:lnTo>
                    <a:pt x="116979" y="84124"/>
                  </a:lnTo>
                  <a:lnTo>
                    <a:pt x="118605" y="85394"/>
                  </a:lnTo>
                  <a:lnTo>
                    <a:pt x="123444" y="85394"/>
                  </a:lnTo>
                  <a:lnTo>
                    <a:pt x="124701" y="87934"/>
                  </a:lnTo>
                  <a:lnTo>
                    <a:pt x="126047" y="90474"/>
                  </a:lnTo>
                  <a:lnTo>
                    <a:pt x="127508" y="94284"/>
                  </a:lnTo>
                  <a:lnTo>
                    <a:pt x="127635" y="95554"/>
                  </a:lnTo>
                  <a:lnTo>
                    <a:pt x="127749" y="96824"/>
                  </a:lnTo>
                  <a:lnTo>
                    <a:pt x="127990" y="99364"/>
                  </a:lnTo>
                  <a:lnTo>
                    <a:pt x="127990" y="40741"/>
                  </a:lnTo>
                  <a:lnTo>
                    <a:pt x="127812" y="40881"/>
                  </a:lnTo>
                  <a:lnTo>
                    <a:pt x="127812" y="48564"/>
                  </a:lnTo>
                  <a:lnTo>
                    <a:pt x="123837" y="54914"/>
                  </a:lnTo>
                  <a:lnTo>
                    <a:pt x="126466" y="57454"/>
                  </a:lnTo>
                  <a:lnTo>
                    <a:pt x="123317" y="59994"/>
                  </a:lnTo>
                  <a:lnTo>
                    <a:pt x="119341" y="62534"/>
                  </a:lnTo>
                  <a:lnTo>
                    <a:pt x="113868" y="59994"/>
                  </a:lnTo>
                  <a:lnTo>
                    <a:pt x="111506" y="56184"/>
                  </a:lnTo>
                  <a:lnTo>
                    <a:pt x="123444" y="51104"/>
                  </a:lnTo>
                  <a:lnTo>
                    <a:pt x="127812" y="48564"/>
                  </a:lnTo>
                  <a:lnTo>
                    <a:pt x="127812" y="40881"/>
                  </a:lnTo>
                  <a:lnTo>
                    <a:pt x="127304" y="37134"/>
                  </a:lnTo>
                  <a:lnTo>
                    <a:pt x="120103" y="37134"/>
                  </a:lnTo>
                  <a:lnTo>
                    <a:pt x="120370" y="38404"/>
                  </a:lnTo>
                  <a:lnTo>
                    <a:pt x="121107" y="40944"/>
                  </a:lnTo>
                  <a:lnTo>
                    <a:pt x="116611" y="40944"/>
                  </a:lnTo>
                  <a:lnTo>
                    <a:pt x="107657" y="43484"/>
                  </a:lnTo>
                  <a:lnTo>
                    <a:pt x="100787" y="45999"/>
                  </a:lnTo>
                  <a:lnTo>
                    <a:pt x="100787" y="65074"/>
                  </a:lnTo>
                  <a:lnTo>
                    <a:pt x="98907" y="71424"/>
                  </a:lnTo>
                  <a:lnTo>
                    <a:pt x="89750" y="71424"/>
                  </a:lnTo>
                  <a:lnTo>
                    <a:pt x="89852" y="67614"/>
                  </a:lnTo>
                  <a:lnTo>
                    <a:pt x="82880" y="66344"/>
                  </a:lnTo>
                  <a:lnTo>
                    <a:pt x="87757" y="65074"/>
                  </a:lnTo>
                  <a:lnTo>
                    <a:pt x="99771" y="61264"/>
                  </a:lnTo>
                  <a:lnTo>
                    <a:pt x="100787" y="65074"/>
                  </a:lnTo>
                  <a:lnTo>
                    <a:pt x="100787" y="45999"/>
                  </a:lnTo>
                  <a:lnTo>
                    <a:pt x="93726" y="48564"/>
                  </a:lnTo>
                  <a:lnTo>
                    <a:pt x="85864" y="53644"/>
                  </a:lnTo>
                  <a:lnTo>
                    <a:pt x="82118" y="56184"/>
                  </a:lnTo>
                  <a:lnTo>
                    <a:pt x="80949" y="53644"/>
                  </a:lnTo>
                  <a:lnTo>
                    <a:pt x="80086" y="53644"/>
                  </a:lnTo>
                  <a:lnTo>
                    <a:pt x="77660" y="54914"/>
                  </a:lnTo>
                  <a:lnTo>
                    <a:pt x="75184" y="57454"/>
                  </a:lnTo>
                  <a:lnTo>
                    <a:pt x="77101" y="59994"/>
                  </a:lnTo>
                  <a:lnTo>
                    <a:pt x="73152" y="61264"/>
                  </a:lnTo>
                  <a:lnTo>
                    <a:pt x="68872" y="61264"/>
                  </a:lnTo>
                  <a:lnTo>
                    <a:pt x="65252" y="65074"/>
                  </a:lnTo>
                  <a:lnTo>
                    <a:pt x="65252" y="68884"/>
                  </a:lnTo>
                  <a:lnTo>
                    <a:pt x="69011" y="72694"/>
                  </a:lnTo>
                  <a:lnTo>
                    <a:pt x="74536" y="75234"/>
                  </a:lnTo>
                  <a:lnTo>
                    <a:pt x="70332" y="82854"/>
                  </a:lnTo>
                  <a:lnTo>
                    <a:pt x="69583" y="89204"/>
                  </a:lnTo>
                  <a:lnTo>
                    <a:pt x="69481" y="90474"/>
                  </a:lnTo>
                  <a:lnTo>
                    <a:pt x="69367" y="91744"/>
                  </a:lnTo>
                  <a:lnTo>
                    <a:pt x="69265" y="93014"/>
                  </a:lnTo>
                  <a:lnTo>
                    <a:pt x="69151" y="94284"/>
                  </a:lnTo>
                  <a:lnTo>
                    <a:pt x="69037" y="95554"/>
                  </a:lnTo>
                  <a:lnTo>
                    <a:pt x="65455" y="100634"/>
                  </a:lnTo>
                  <a:lnTo>
                    <a:pt x="71932" y="99364"/>
                  </a:lnTo>
                  <a:lnTo>
                    <a:pt x="75272" y="93014"/>
                  </a:lnTo>
                  <a:lnTo>
                    <a:pt x="77533" y="87934"/>
                  </a:lnTo>
                  <a:lnTo>
                    <a:pt x="80759" y="84124"/>
                  </a:lnTo>
                  <a:lnTo>
                    <a:pt x="79476" y="90474"/>
                  </a:lnTo>
                  <a:lnTo>
                    <a:pt x="77114" y="95554"/>
                  </a:lnTo>
                  <a:lnTo>
                    <a:pt x="74841" y="100634"/>
                  </a:lnTo>
                  <a:lnTo>
                    <a:pt x="73825" y="108254"/>
                  </a:lnTo>
                  <a:lnTo>
                    <a:pt x="73825" y="114604"/>
                  </a:lnTo>
                  <a:lnTo>
                    <a:pt x="77812" y="122224"/>
                  </a:lnTo>
                  <a:lnTo>
                    <a:pt x="74371" y="126034"/>
                  </a:lnTo>
                  <a:lnTo>
                    <a:pt x="79641" y="120954"/>
                  </a:lnTo>
                  <a:lnTo>
                    <a:pt x="82283" y="112064"/>
                  </a:lnTo>
                  <a:lnTo>
                    <a:pt x="84251" y="103174"/>
                  </a:lnTo>
                  <a:lnTo>
                    <a:pt x="87490" y="96824"/>
                  </a:lnTo>
                  <a:lnTo>
                    <a:pt x="88582" y="99364"/>
                  </a:lnTo>
                  <a:lnTo>
                    <a:pt x="87820" y="103174"/>
                  </a:lnTo>
                  <a:lnTo>
                    <a:pt x="86588" y="106984"/>
                  </a:lnTo>
                  <a:lnTo>
                    <a:pt x="85166" y="114604"/>
                  </a:lnTo>
                  <a:lnTo>
                    <a:pt x="85077" y="117144"/>
                  </a:lnTo>
                  <a:lnTo>
                    <a:pt x="85026" y="118414"/>
                  </a:lnTo>
                  <a:lnTo>
                    <a:pt x="84937" y="120954"/>
                  </a:lnTo>
                  <a:lnTo>
                    <a:pt x="84886" y="122224"/>
                  </a:lnTo>
                  <a:lnTo>
                    <a:pt x="84785" y="123494"/>
                  </a:lnTo>
                  <a:lnTo>
                    <a:pt x="84670" y="124764"/>
                  </a:lnTo>
                  <a:lnTo>
                    <a:pt x="84569" y="126034"/>
                  </a:lnTo>
                  <a:lnTo>
                    <a:pt x="84467" y="127304"/>
                  </a:lnTo>
                  <a:lnTo>
                    <a:pt x="84353" y="128574"/>
                  </a:lnTo>
                  <a:lnTo>
                    <a:pt x="84251" y="129844"/>
                  </a:lnTo>
                  <a:lnTo>
                    <a:pt x="81749" y="134924"/>
                  </a:lnTo>
                  <a:lnTo>
                    <a:pt x="87782" y="131114"/>
                  </a:lnTo>
                  <a:lnTo>
                    <a:pt x="91973" y="124764"/>
                  </a:lnTo>
                  <a:lnTo>
                    <a:pt x="95834" y="118414"/>
                  </a:lnTo>
                  <a:lnTo>
                    <a:pt x="100863" y="112064"/>
                  </a:lnTo>
                  <a:lnTo>
                    <a:pt x="95580" y="124764"/>
                  </a:lnTo>
                  <a:lnTo>
                    <a:pt x="89928" y="141274"/>
                  </a:lnTo>
                  <a:lnTo>
                    <a:pt x="83604" y="157784"/>
                  </a:lnTo>
                  <a:lnTo>
                    <a:pt x="54737" y="203504"/>
                  </a:lnTo>
                  <a:lnTo>
                    <a:pt x="34188" y="220014"/>
                  </a:lnTo>
                  <a:lnTo>
                    <a:pt x="27292" y="220014"/>
                  </a:lnTo>
                  <a:lnTo>
                    <a:pt x="22275" y="216204"/>
                  </a:lnTo>
                  <a:lnTo>
                    <a:pt x="22275" y="207314"/>
                  </a:lnTo>
                  <a:lnTo>
                    <a:pt x="29210" y="189534"/>
                  </a:lnTo>
                  <a:lnTo>
                    <a:pt x="59677" y="156514"/>
                  </a:lnTo>
                  <a:lnTo>
                    <a:pt x="66611" y="137464"/>
                  </a:lnTo>
                  <a:lnTo>
                    <a:pt x="66611" y="126034"/>
                  </a:lnTo>
                  <a:lnTo>
                    <a:pt x="56540" y="122224"/>
                  </a:lnTo>
                  <a:lnTo>
                    <a:pt x="46024" y="122224"/>
                  </a:lnTo>
                  <a:lnTo>
                    <a:pt x="41008" y="123494"/>
                  </a:lnTo>
                  <a:lnTo>
                    <a:pt x="36728" y="127304"/>
                  </a:lnTo>
                  <a:lnTo>
                    <a:pt x="34886" y="126034"/>
                  </a:lnTo>
                  <a:lnTo>
                    <a:pt x="31457" y="126034"/>
                  </a:lnTo>
                  <a:lnTo>
                    <a:pt x="22860" y="129844"/>
                  </a:lnTo>
                  <a:lnTo>
                    <a:pt x="18186" y="140004"/>
                  </a:lnTo>
                  <a:lnTo>
                    <a:pt x="13868" y="148894"/>
                  </a:lnTo>
                  <a:lnTo>
                    <a:pt x="6350" y="152704"/>
                  </a:lnTo>
                  <a:lnTo>
                    <a:pt x="11036" y="153974"/>
                  </a:lnTo>
                  <a:lnTo>
                    <a:pt x="16459" y="151434"/>
                  </a:lnTo>
                  <a:lnTo>
                    <a:pt x="21882" y="147624"/>
                  </a:lnTo>
                  <a:lnTo>
                    <a:pt x="26606" y="142544"/>
                  </a:lnTo>
                  <a:lnTo>
                    <a:pt x="21170" y="152704"/>
                  </a:lnTo>
                  <a:lnTo>
                    <a:pt x="11671" y="159054"/>
                  </a:lnTo>
                  <a:lnTo>
                    <a:pt x="2984" y="165404"/>
                  </a:lnTo>
                  <a:lnTo>
                    <a:pt x="0" y="176834"/>
                  </a:lnTo>
                  <a:lnTo>
                    <a:pt x="8699" y="167944"/>
                  </a:lnTo>
                  <a:lnTo>
                    <a:pt x="24218" y="160324"/>
                  </a:lnTo>
                  <a:lnTo>
                    <a:pt x="39052" y="151434"/>
                  </a:lnTo>
                  <a:lnTo>
                    <a:pt x="43256" y="142544"/>
                  </a:lnTo>
                  <a:lnTo>
                    <a:pt x="45656" y="137464"/>
                  </a:lnTo>
                  <a:lnTo>
                    <a:pt x="45656" y="134924"/>
                  </a:lnTo>
                  <a:lnTo>
                    <a:pt x="44043" y="132384"/>
                  </a:lnTo>
                  <a:lnTo>
                    <a:pt x="42037" y="129844"/>
                  </a:lnTo>
                  <a:lnTo>
                    <a:pt x="45161" y="128574"/>
                  </a:lnTo>
                  <a:lnTo>
                    <a:pt x="48094" y="127304"/>
                  </a:lnTo>
                  <a:lnTo>
                    <a:pt x="55829" y="127304"/>
                  </a:lnTo>
                  <a:lnTo>
                    <a:pt x="60401" y="131114"/>
                  </a:lnTo>
                  <a:lnTo>
                    <a:pt x="60401" y="138734"/>
                  </a:lnTo>
                  <a:lnTo>
                    <a:pt x="53543" y="155244"/>
                  </a:lnTo>
                  <a:lnTo>
                    <a:pt x="23368" y="188264"/>
                  </a:lnTo>
                  <a:lnTo>
                    <a:pt x="16510" y="207314"/>
                  </a:lnTo>
                  <a:lnTo>
                    <a:pt x="16510" y="212394"/>
                  </a:lnTo>
                  <a:lnTo>
                    <a:pt x="17830" y="216204"/>
                  </a:lnTo>
                  <a:lnTo>
                    <a:pt x="20078" y="218744"/>
                  </a:lnTo>
                  <a:lnTo>
                    <a:pt x="16992" y="220014"/>
                  </a:lnTo>
                  <a:lnTo>
                    <a:pt x="13716" y="220014"/>
                  </a:lnTo>
                  <a:lnTo>
                    <a:pt x="11137" y="217474"/>
                  </a:lnTo>
                  <a:lnTo>
                    <a:pt x="11036" y="220014"/>
                  </a:lnTo>
                  <a:lnTo>
                    <a:pt x="10947" y="222554"/>
                  </a:lnTo>
                  <a:lnTo>
                    <a:pt x="10896" y="223824"/>
                  </a:lnTo>
                  <a:lnTo>
                    <a:pt x="21221" y="228904"/>
                  </a:lnTo>
                  <a:lnTo>
                    <a:pt x="27800" y="225094"/>
                  </a:lnTo>
                  <a:lnTo>
                    <a:pt x="29210" y="225094"/>
                  </a:lnTo>
                  <a:lnTo>
                    <a:pt x="30848" y="226364"/>
                  </a:lnTo>
                  <a:lnTo>
                    <a:pt x="32397" y="226364"/>
                  </a:lnTo>
                  <a:lnTo>
                    <a:pt x="30403" y="231444"/>
                  </a:lnTo>
                  <a:lnTo>
                    <a:pt x="23749" y="232714"/>
                  </a:lnTo>
                  <a:lnTo>
                    <a:pt x="20078" y="232714"/>
                  </a:lnTo>
                  <a:lnTo>
                    <a:pt x="29337" y="235254"/>
                  </a:lnTo>
                  <a:lnTo>
                    <a:pt x="38938" y="232714"/>
                  </a:lnTo>
                  <a:lnTo>
                    <a:pt x="46266" y="227634"/>
                  </a:lnTo>
                  <a:lnTo>
                    <a:pt x="47091" y="225094"/>
                  </a:lnTo>
                  <a:lnTo>
                    <a:pt x="48755" y="220014"/>
                  </a:lnTo>
                  <a:lnTo>
                    <a:pt x="54610" y="214934"/>
                  </a:lnTo>
                  <a:lnTo>
                    <a:pt x="59690" y="207314"/>
                  </a:lnTo>
                  <a:lnTo>
                    <a:pt x="69011" y="194614"/>
                  </a:lnTo>
                  <a:lnTo>
                    <a:pt x="68592" y="195884"/>
                  </a:lnTo>
                  <a:lnTo>
                    <a:pt x="67957" y="199694"/>
                  </a:lnTo>
                  <a:lnTo>
                    <a:pt x="63398" y="208584"/>
                  </a:lnTo>
                  <a:lnTo>
                    <a:pt x="59321" y="216204"/>
                  </a:lnTo>
                  <a:lnTo>
                    <a:pt x="56083" y="225094"/>
                  </a:lnTo>
                  <a:lnTo>
                    <a:pt x="54038" y="236524"/>
                  </a:lnTo>
                  <a:lnTo>
                    <a:pt x="52171" y="245414"/>
                  </a:lnTo>
                  <a:lnTo>
                    <a:pt x="48602" y="251764"/>
                  </a:lnTo>
                  <a:lnTo>
                    <a:pt x="43611" y="258114"/>
                  </a:lnTo>
                  <a:lnTo>
                    <a:pt x="37465" y="259384"/>
                  </a:lnTo>
                  <a:lnTo>
                    <a:pt x="35496" y="259384"/>
                  </a:lnTo>
                  <a:lnTo>
                    <a:pt x="32232" y="256844"/>
                  </a:lnTo>
                  <a:lnTo>
                    <a:pt x="30746" y="258114"/>
                  </a:lnTo>
                  <a:lnTo>
                    <a:pt x="27901" y="260654"/>
                  </a:lnTo>
                  <a:lnTo>
                    <a:pt x="30543" y="263194"/>
                  </a:lnTo>
                  <a:lnTo>
                    <a:pt x="30543" y="268274"/>
                  </a:lnTo>
                  <a:lnTo>
                    <a:pt x="23749" y="272084"/>
                  </a:lnTo>
                  <a:lnTo>
                    <a:pt x="23749" y="288594"/>
                  </a:lnTo>
                  <a:lnTo>
                    <a:pt x="26606" y="293674"/>
                  </a:lnTo>
                  <a:lnTo>
                    <a:pt x="25463" y="297484"/>
                  </a:lnTo>
                  <a:lnTo>
                    <a:pt x="28359" y="296214"/>
                  </a:lnTo>
                  <a:lnTo>
                    <a:pt x="32156" y="291134"/>
                  </a:lnTo>
                  <a:lnTo>
                    <a:pt x="33616" y="284784"/>
                  </a:lnTo>
                  <a:lnTo>
                    <a:pt x="33667" y="286054"/>
                  </a:lnTo>
                  <a:lnTo>
                    <a:pt x="33782" y="288594"/>
                  </a:lnTo>
                  <a:lnTo>
                    <a:pt x="33896" y="291134"/>
                  </a:lnTo>
                  <a:lnTo>
                    <a:pt x="34010" y="293674"/>
                  </a:lnTo>
                  <a:lnTo>
                    <a:pt x="32435" y="298754"/>
                  </a:lnTo>
                  <a:lnTo>
                    <a:pt x="31559" y="303834"/>
                  </a:lnTo>
                  <a:lnTo>
                    <a:pt x="34061" y="311454"/>
                  </a:lnTo>
                  <a:lnTo>
                    <a:pt x="34886" y="307644"/>
                  </a:lnTo>
                  <a:lnTo>
                    <a:pt x="39166" y="305104"/>
                  </a:lnTo>
                  <a:lnTo>
                    <a:pt x="41821" y="307644"/>
                  </a:lnTo>
                  <a:lnTo>
                    <a:pt x="44538" y="308914"/>
                  </a:lnTo>
                  <a:lnTo>
                    <a:pt x="43256" y="310184"/>
                  </a:lnTo>
                  <a:lnTo>
                    <a:pt x="41325" y="312724"/>
                  </a:lnTo>
                  <a:lnTo>
                    <a:pt x="39331" y="313994"/>
                  </a:lnTo>
                  <a:lnTo>
                    <a:pt x="37553" y="324154"/>
                  </a:lnTo>
                  <a:lnTo>
                    <a:pt x="46456" y="322884"/>
                  </a:lnTo>
                  <a:lnTo>
                    <a:pt x="44729" y="321614"/>
                  </a:lnTo>
                  <a:lnTo>
                    <a:pt x="44615" y="319074"/>
                  </a:lnTo>
                  <a:lnTo>
                    <a:pt x="49085" y="319074"/>
                  </a:lnTo>
                  <a:lnTo>
                    <a:pt x="55181" y="317804"/>
                  </a:lnTo>
                  <a:lnTo>
                    <a:pt x="57010" y="320344"/>
                  </a:lnTo>
                  <a:lnTo>
                    <a:pt x="67665" y="320344"/>
                  </a:lnTo>
                  <a:lnTo>
                    <a:pt x="68122" y="317804"/>
                  </a:lnTo>
                  <a:lnTo>
                    <a:pt x="68592" y="315264"/>
                  </a:lnTo>
                  <a:lnTo>
                    <a:pt x="75107" y="315264"/>
                  </a:lnTo>
                  <a:lnTo>
                    <a:pt x="75107" y="317804"/>
                  </a:lnTo>
                  <a:lnTo>
                    <a:pt x="73964" y="319074"/>
                  </a:lnTo>
                  <a:lnTo>
                    <a:pt x="79070" y="317804"/>
                  </a:lnTo>
                  <a:lnTo>
                    <a:pt x="80035" y="315264"/>
                  </a:lnTo>
                  <a:lnTo>
                    <a:pt x="80035" y="310184"/>
                  </a:lnTo>
                  <a:lnTo>
                    <a:pt x="77660" y="307644"/>
                  </a:lnTo>
                  <a:lnTo>
                    <a:pt x="79451" y="306374"/>
                  </a:lnTo>
                  <a:lnTo>
                    <a:pt x="81305" y="305104"/>
                  </a:lnTo>
                  <a:lnTo>
                    <a:pt x="87312" y="306374"/>
                  </a:lnTo>
                  <a:lnTo>
                    <a:pt x="84874" y="311454"/>
                  </a:lnTo>
                  <a:lnTo>
                    <a:pt x="87934" y="311454"/>
                  </a:lnTo>
                  <a:lnTo>
                    <a:pt x="89611" y="308914"/>
                  </a:lnTo>
                  <a:lnTo>
                    <a:pt x="89611" y="305104"/>
                  </a:lnTo>
                  <a:lnTo>
                    <a:pt x="89611" y="302564"/>
                  </a:lnTo>
                  <a:lnTo>
                    <a:pt x="89611" y="301294"/>
                  </a:lnTo>
                  <a:lnTo>
                    <a:pt x="87490" y="300024"/>
                  </a:lnTo>
                  <a:lnTo>
                    <a:pt x="85369" y="298754"/>
                  </a:lnTo>
                  <a:lnTo>
                    <a:pt x="81305" y="300024"/>
                  </a:lnTo>
                  <a:lnTo>
                    <a:pt x="80645" y="297484"/>
                  </a:lnTo>
                  <a:lnTo>
                    <a:pt x="77177" y="296214"/>
                  </a:lnTo>
                  <a:lnTo>
                    <a:pt x="66738" y="296214"/>
                  </a:lnTo>
                  <a:lnTo>
                    <a:pt x="67792" y="302564"/>
                  </a:lnTo>
                  <a:lnTo>
                    <a:pt x="62826" y="302564"/>
                  </a:lnTo>
                  <a:lnTo>
                    <a:pt x="47180" y="274624"/>
                  </a:lnTo>
                  <a:lnTo>
                    <a:pt x="47180" y="265734"/>
                  </a:lnTo>
                  <a:lnTo>
                    <a:pt x="57175" y="263194"/>
                  </a:lnTo>
                  <a:lnTo>
                    <a:pt x="64363" y="260654"/>
                  </a:lnTo>
                  <a:lnTo>
                    <a:pt x="66408" y="259384"/>
                  </a:lnTo>
                  <a:lnTo>
                    <a:pt x="70510" y="256844"/>
                  </a:lnTo>
                  <a:lnTo>
                    <a:pt x="77673" y="253034"/>
                  </a:lnTo>
                  <a:lnTo>
                    <a:pt x="84912" y="246684"/>
                  </a:lnTo>
                  <a:lnTo>
                    <a:pt x="91262" y="237794"/>
                  </a:lnTo>
                  <a:lnTo>
                    <a:pt x="94653" y="230174"/>
                  </a:lnTo>
                  <a:lnTo>
                    <a:pt x="96367" y="222554"/>
                  </a:lnTo>
                  <a:lnTo>
                    <a:pt x="96443" y="221284"/>
                  </a:lnTo>
                  <a:lnTo>
                    <a:pt x="96532" y="220014"/>
                  </a:lnTo>
                  <a:lnTo>
                    <a:pt x="96596" y="206044"/>
                  </a:lnTo>
                  <a:lnTo>
                    <a:pt x="106603" y="211124"/>
                  </a:lnTo>
                  <a:lnTo>
                    <a:pt x="107657" y="218744"/>
                  </a:lnTo>
                  <a:lnTo>
                    <a:pt x="107657" y="232714"/>
                  </a:lnTo>
                  <a:lnTo>
                    <a:pt x="103619" y="235254"/>
                  </a:lnTo>
                  <a:lnTo>
                    <a:pt x="100457" y="236524"/>
                  </a:lnTo>
                  <a:lnTo>
                    <a:pt x="97840" y="237794"/>
                  </a:lnTo>
                  <a:lnTo>
                    <a:pt x="96926" y="237794"/>
                  </a:lnTo>
                  <a:lnTo>
                    <a:pt x="96685" y="239064"/>
                  </a:lnTo>
                  <a:lnTo>
                    <a:pt x="96278" y="241604"/>
                  </a:lnTo>
                  <a:lnTo>
                    <a:pt x="97612" y="242874"/>
                  </a:lnTo>
                  <a:lnTo>
                    <a:pt x="98793" y="242874"/>
                  </a:lnTo>
                  <a:lnTo>
                    <a:pt x="102425" y="245414"/>
                  </a:lnTo>
                  <a:lnTo>
                    <a:pt x="101536" y="247954"/>
                  </a:lnTo>
                  <a:lnTo>
                    <a:pt x="102679" y="251764"/>
                  </a:lnTo>
                  <a:lnTo>
                    <a:pt x="103619" y="255574"/>
                  </a:lnTo>
                  <a:lnTo>
                    <a:pt x="107010" y="260654"/>
                  </a:lnTo>
                  <a:lnTo>
                    <a:pt x="112610" y="265734"/>
                  </a:lnTo>
                  <a:lnTo>
                    <a:pt x="113144" y="263194"/>
                  </a:lnTo>
                  <a:lnTo>
                    <a:pt x="113017" y="259384"/>
                  </a:lnTo>
                  <a:lnTo>
                    <a:pt x="112915" y="258114"/>
                  </a:lnTo>
                  <a:lnTo>
                    <a:pt x="112814" y="256844"/>
                  </a:lnTo>
                  <a:lnTo>
                    <a:pt x="112712" y="255574"/>
                  </a:lnTo>
                  <a:lnTo>
                    <a:pt x="112610" y="254304"/>
                  </a:lnTo>
                  <a:lnTo>
                    <a:pt x="116344" y="259384"/>
                  </a:lnTo>
                  <a:lnTo>
                    <a:pt x="118135" y="265734"/>
                  </a:lnTo>
                  <a:lnTo>
                    <a:pt x="121272" y="270814"/>
                  </a:lnTo>
                  <a:lnTo>
                    <a:pt x="129095" y="273354"/>
                  </a:lnTo>
                  <a:lnTo>
                    <a:pt x="126403" y="272084"/>
                  </a:lnTo>
                  <a:lnTo>
                    <a:pt x="127088" y="268274"/>
                  </a:lnTo>
                  <a:lnTo>
                    <a:pt x="128651" y="268274"/>
                  </a:lnTo>
                  <a:lnTo>
                    <a:pt x="130251" y="267004"/>
                  </a:lnTo>
                  <a:lnTo>
                    <a:pt x="132194" y="268274"/>
                  </a:lnTo>
                  <a:lnTo>
                    <a:pt x="135178" y="272084"/>
                  </a:lnTo>
                  <a:lnTo>
                    <a:pt x="138023" y="275894"/>
                  </a:lnTo>
                  <a:lnTo>
                    <a:pt x="151409" y="275894"/>
                  </a:lnTo>
                  <a:lnTo>
                    <a:pt x="148082" y="273354"/>
                  </a:lnTo>
                  <a:lnTo>
                    <a:pt x="155600" y="273354"/>
                  </a:lnTo>
                  <a:lnTo>
                    <a:pt x="155498" y="275894"/>
                  </a:lnTo>
                  <a:lnTo>
                    <a:pt x="155397" y="278434"/>
                  </a:lnTo>
                  <a:lnTo>
                    <a:pt x="153352" y="280974"/>
                  </a:lnTo>
                  <a:lnTo>
                    <a:pt x="159702" y="279704"/>
                  </a:lnTo>
                  <a:lnTo>
                    <a:pt x="161594" y="274624"/>
                  </a:lnTo>
                  <a:lnTo>
                    <a:pt x="161061" y="273354"/>
                  </a:lnTo>
                  <a:lnTo>
                    <a:pt x="159461" y="269544"/>
                  </a:lnTo>
                  <a:lnTo>
                    <a:pt x="164973" y="267004"/>
                  </a:lnTo>
                  <a:lnTo>
                    <a:pt x="167970" y="270814"/>
                  </a:lnTo>
                  <a:lnTo>
                    <a:pt x="168694" y="273354"/>
                  </a:lnTo>
                  <a:lnTo>
                    <a:pt x="174205" y="268274"/>
                  </a:lnTo>
                  <a:lnTo>
                    <a:pt x="173101" y="267004"/>
                  </a:lnTo>
                  <a:lnTo>
                    <a:pt x="168694" y="261924"/>
                  </a:lnTo>
                  <a:lnTo>
                    <a:pt x="164477" y="261924"/>
                  </a:lnTo>
                  <a:lnTo>
                    <a:pt x="164477" y="260654"/>
                  </a:lnTo>
                  <a:lnTo>
                    <a:pt x="164477" y="259384"/>
                  </a:lnTo>
                  <a:lnTo>
                    <a:pt x="162674" y="258114"/>
                  </a:lnTo>
                  <a:lnTo>
                    <a:pt x="158038" y="256844"/>
                  </a:lnTo>
                  <a:lnTo>
                    <a:pt x="150787" y="256844"/>
                  </a:lnTo>
                  <a:lnTo>
                    <a:pt x="149288" y="260654"/>
                  </a:lnTo>
                  <a:lnTo>
                    <a:pt x="146304" y="260654"/>
                  </a:lnTo>
                  <a:lnTo>
                    <a:pt x="118516" y="237794"/>
                  </a:lnTo>
                  <a:lnTo>
                    <a:pt x="121272" y="232714"/>
                  </a:lnTo>
                  <a:lnTo>
                    <a:pt x="127317" y="227634"/>
                  </a:lnTo>
                  <a:lnTo>
                    <a:pt x="133362" y="221284"/>
                  </a:lnTo>
                  <a:lnTo>
                    <a:pt x="136105" y="214934"/>
                  </a:lnTo>
                  <a:lnTo>
                    <a:pt x="133959" y="206044"/>
                  </a:lnTo>
                  <a:lnTo>
                    <a:pt x="133654" y="204774"/>
                  </a:lnTo>
                  <a:lnTo>
                    <a:pt x="127330" y="198424"/>
                  </a:lnTo>
                  <a:lnTo>
                    <a:pt x="122161" y="194614"/>
                  </a:lnTo>
                  <a:lnTo>
                    <a:pt x="118706" y="192074"/>
                  </a:lnTo>
                  <a:lnTo>
                    <a:pt x="109321" y="185724"/>
                  </a:lnTo>
                  <a:lnTo>
                    <a:pt x="113931" y="183184"/>
                  </a:lnTo>
                  <a:lnTo>
                    <a:pt x="120421" y="181914"/>
                  </a:lnTo>
                  <a:lnTo>
                    <a:pt x="127457" y="181914"/>
                  </a:lnTo>
                  <a:lnTo>
                    <a:pt x="133756" y="183184"/>
                  </a:lnTo>
                  <a:lnTo>
                    <a:pt x="133985" y="181914"/>
                  </a:lnTo>
                  <a:lnTo>
                    <a:pt x="134442" y="179374"/>
                  </a:lnTo>
                  <a:lnTo>
                    <a:pt x="137185" y="180644"/>
                  </a:lnTo>
                  <a:lnTo>
                    <a:pt x="137350" y="179374"/>
                  </a:lnTo>
                  <a:lnTo>
                    <a:pt x="138137" y="173024"/>
                  </a:lnTo>
                  <a:lnTo>
                    <a:pt x="140690" y="179374"/>
                  </a:lnTo>
                  <a:lnTo>
                    <a:pt x="138023" y="184454"/>
                  </a:lnTo>
                  <a:lnTo>
                    <a:pt x="140690" y="186994"/>
                  </a:lnTo>
                  <a:lnTo>
                    <a:pt x="142824" y="184454"/>
                  </a:lnTo>
                  <a:lnTo>
                    <a:pt x="148082" y="184454"/>
                  </a:lnTo>
                  <a:lnTo>
                    <a:pt x="148018" y="183184"/>
                  </a:lnTo>
                  <a:lnTo>
                    <a:pt x="147942" y="181914"/>
                  </a:lnTo>
                  <a:lnTo>
                    <a:pt x="147878" y="180644"/>
                  </a:lnTo>
                  <a:lnTo>
                    <a:pt x="147815" y="179374"/>
                  </a:lnTo>
                  <a:lnTo>
                    <a:pt x="147688" y="176834"/>
                  </a:lnTo>
                  <a:lnTo>
                    <a:pt x="149288" y="181914"/>
                  </a:lnTo>
                  <a:lnTo>
                    <a:pt x="145732" y="189534"/>
                  </a:lnTo>
                  <a:lnTo>
                    <a:pt x="149288" y="192074"/>
                  </a:lnTo>
                  <a:lnTo>
                    <a:pt x="149948" y="188264"/>
                  </a:lnTo>
                  <a:lnTo>
                    <a:pt x="155397" y="188264"/>
                  </a:lnTo>
                  <a:lnTo>
                    <a:pt x="156654" y="189534"/>
                  </a:lnTo>
                  <a:lnTo>
                    <a:pt x="156654" y="197154"/>
                  </a:lnTo>
                  <a:lnTo>
                    <a:pt x="149428" y="194614"/>
                  </a:lnTo>
                  <a:lnTo>
                    <a:pt x="149428" y="203504"/>
                  </a:lnTo>
                  <a:lnTo>
                    <a:pt x="152920" y="204774"/>
                  </a:lnTo>
                  <a:lnTo>
                    <a:pt x="152920" y="208584"/>
                  </a:lnTo>
                  <a:lnTo>
                    <a:pt x="150025" y="211124"/>
                  </a:lnTo>
                  <a:lnTo>
                    <a:pt x="146532" y="208584"/>
                  </a:lnTo>
                  <a:lnTo>
                    <a:pt x="147586" y="211124"/>
                  </a:lnTo>
                  <a:lnTo>
                    <a:pt x="149948" y="213664"/>
                  </a:lnTo>
                  <a:lnTo>
                    <a:pt x="156222" y="213664"/>
                  </a:lnTo>
                  <a:lnTo>
                    <a:pt x="159702" y="211124"/>
                  </a:lnTo>
                  <a:lnTo>
                    <a:pt x="161112" y="207314"/>
                  </a:lnTo>
                  <a:lnTo>
                    <a:pt x="162674" y="212394"/>
                  </a:lnTo>
                  <a:lnTo>
                    <a:pt x="161404" y="216204"/>
                  </a:lnTo>
                  <a:lnTo>
                    <a:pt x="158419" y="217474"/>
                  </a:lnTo>
                  <a:lnTo>
                    <a:pt x="161645" y="218744"/>
                  </a:lnTo>
                  <a:lnTo>
                    <a:pt x="169303" y="217474"/>
                  </a:lnTo>
                  <a:lnTo>
                    <a:pt x="169202" y="216204"/>
                  </a:lnTo>
                  <a:lnTo>
                    <a:pt x="169100" y="214934"/>
                  </a:lnTo>
                  <a:lnTo>
                    <a:pt x="168998" y="213664"/>
                  </a:lnTo>
                  <a:lnTo>
                    <a:pt x="168897" y="212394"/>
                  </a:lnTo>
                  <a:lnTo>
                    <a:pt x="168795" y="211124"/>
                  </a:lnTo>
                  <a:lnTo>
                    <a:pt x="168490" y="207314"/>
                  </a:lnTo>
                  <a:lnTo>
                    <a:pt x="172745" y="208584"/>
                  </a:lnTo>
                  <a:lnTo>
                    <a:pt x="175107" y="211124"/>
                  </a:lnTo>
                  <a:lnTo>
                    <a:pt x="172478" y="216204"/>
                  </a:lnTo>
                  <a:lnTo>
                    <a:pt x="176034" y="214934"/>
                  </a:lnTo>
                  <a:lnTo>
                    <a:pt x="179311" y="213664"/>
                  </a:lnTo>
                  <a:lnTo>
                    <a:pt x="179311" y="207314"/>
                  </a:lnTo>
                  <a:close/>
                </a:path>
                <a:path w="492759" h="325119">
                  <a:moveTo>
                    <a:pt x="351866" y="173456"/>
                  </a:moveTo>
                  <a:lnTo>
                    <a:pt x="351332" y="171704"/>
                  </a:lnTo>
                  <a:lnTo>
                    <a:pt x="350418" y="169164"/>
                  </a:lnTo>
                  <a:lnTo>
                    <a:pt x="348843" y="167652"/>
                  </a:lnTo>
                  <a:lnTo>
                    <a:pt x="348843" y="174574"/>
                  </a:lnTo>
                  <a:lnTo>
                    <a:pt x="348145" y="175653"/>
                  </a:lnTo>
                  <a:lnTo>
                    <a:pt x="347700" y="176771"/>
                  </a:lnTo>
                  <a:lnTo>
                    <a:pt x="346570" y="177380"/>
                  </a:lnTo>
                  <a:lnTo>
                    <a:pt x="344220" y="178257"/>
                  </a:lnTo>
                  <a:lnTo>
                    <a:pt x="342074" y="178079"/>
                  </a:lnTo>
                  <a:lnTo>
                    <a:pt x="340004" y="177050"/>
                  </a:lnTo>
                  <a:lnTo>
                    <a:pt x="337032" y="175653"/>
                  </a:lnTo>
                  <a:lnTo>
                    <a:pt x="336943" y="175488"/>
                  </a:lnTo>
                  <a:lnTo>
                    <a:pt x="335330" y="172554"/>
                  </a:lnTo>
                  <a:lnTo>
                    <a:pt x="336499" y="170218"/>
                  </a:lnTo>
                  <a:lnTo>
                    <a:pt x="337032" y="169011"/>
                  </a:lnTo>
                  <a:lnTo>
                    <a:pt x="338061" y="168389"/>
                  </a:lnTo>
                  <a:lnTo>
                    <a:pt x="338759" y="168249"/>
                  </a:lnTo>
                  <a:lnTo>
                    <a:pt x="340410" y="167627"/>
                  </a:lnTo>
                  <a:lnTo>
                    <a:pt x="342531" y="167830"/>
                  </a:lnTo>
                  <a:lnTo>
                    <a:pt x="346265" y="169519"/>
                  </a:lnTo>
                  <a:lnTo>
                    <a:pt x="347700" y="171145"/>
                  </a:lnTo>
                  <a:lnTo>
                    <a:pt x="348259" y="172707"/>
                  </a:lnTo>
                  <a:lnTo>
                    <a:pt x="348576" y="173456"/>
                  </a:lnTo>
                  <a:lnTo>
                    <a:pt x="348843" y="174574"/>
                  </a:lnTo>
                  <a:lnTo>
                    <a:pt x="348843" y="167652"/>
                  </a:lnTo>
                  <a:lnTo>
                    <a:pt x="348399" y="167233"/>
                  </a:lnTo>
                  <a:lnTo>
                    <a:pt x="345757" y="165989"/>
                  </a:lnTo>
                  <a:lnTo>
                    <a:pt x="343179" y="164680"/>
                  </a:lnTo>
                  <a:lnTo>
                    <a:pt x="331622" y="172707"/>
                  </a:lnTo>
                  <a:lnTo>
                    <a:pt x="334048" y="177711"/>
                  </a:lnTo>
                  <a:lnTo>
                    <a:pt x="338696" y="179946"/>
                  </a:lnTo>
                  <a:lnTo>
                    <a:pt x="341477" y="181203"/>
                  </a:lnTo>
                  <a:lnTo>
                    <a:pt x="344398" y="181483"/>
                  </a:lnTo>
                  <a:lnTo>
                    <a:pt x="346989" y="180555"/>
                  </a:lnTo>
                  <a:lnTo>
                    <a:pt x="348843" y="179946"/>
                  </a:lnTo>
                  <a:lnTo>
                    <a:pt x="350418" y="178689"/>
                  </a:lnTo>
                  <a:lnTo>
                    <a:pt x="350583" y="178257"/>
                  </a:lnTo>
                  <a:lnTo>
                    <a:pt x="350659" y="178079"/>
                  </a:lnTo>
                  <a:lnTo>
                    <a:pt x="351066" y="177050"/>
                  </a:lnTo>
                  <a:lnTo>
                    <a:pt x="351815" y="175653"/>
                  </a:lnTo>
                  <a:lnTo>
                    <a:pt x="351866" y="173456"/>
                  </a:lnTo>
                  <a:close/>
                </a:path>
                <a:path w="492759" h="325119">
                  <a:moveTo>
                    <a:pt x="357720" y="116687"/>
                  </a:moveTo>
                  <a:lnTo>
                    <a:pt x="357682" y="116166"/>
                  </a:lnTo>
                  <a:lnTo>
                    <a:pt x="357593" y="115912"/>
                  </a:lnTo>
                  <a:lnTo>
                    <a:pt x="357212" y="114719"/>
                  </a:lnTo>
                  <a:lnTo>
                    <a:pt x="356565" y="113868"/>
                  </a:lnTo>
                  <a:lnTo>
                    <a:pt x="355180" y="112064"/>
                  </a:lnTo>
                  <a:lnTo>
                    <a:pt x="354393" y="111607"/>
                  </a:lnTo>
                  <a:lnTo>
                    <a:pt x="354393" y="116166"/>
                  </a:lnTo>
                  <a:lnTo>
                    <a:pt x="354317" y="118237"/>
                  </a:lnTo>
                  <a:lnTo>
                    <a:pt x="354253" y="118579"/>
                  </a:lnTo>
                  <a:lnTo>
                    <a:pt x="354126" y="119329"/>
                  </a:lnTo>
                  <a:lnTo>
                    <a:pt x="353199" y="120853"/>
                  </a:lnTo>
                  <a:lnTo>
                    <a:pt x="349351" y="123799"/>
                  </a:lnTo>
                  <a:lnTo>
                    <a:pt x="346049" y="123799"/>
                  </a:lnTo>
                  <a:lnTo>
                    <a:pt x="344779" y="122135"/>
                  </a:lnTo>
                  <a:lnTo>
                    <a:pt x="344258" y="121551"/>
                  </a:lnTo>
                  <a:lnTo>
                    <a:pt x="344106" y="120853"/>
                  </a:lnTo>
                  <a:lnTo>
                    <a:pt x="344106" y="118579"/>
                  </a:lnTo>
                  <a:lnTo>
                    <a:pt x="345046" y="116687"/>
                  </a:lnTo>
                  <a:lnTo>
                    <a:pt x="346684" y="115493"/>
                  </a:lnTo>
                  <a:lnTo>
                    <a:pt x="348157" y="114376"/>
                  </a:lnTo>
                  <a:lnTo>
                    <a:pt x="349910" y="113868"/>
                  </a:lnTo>
                  <a:lnTo>
                    <a:pt x="351091" y="113868"/>
                  </a:lnTo>
                  <a:lnTo>
                    <a:pt x="352069" y="114147"/>
                  </a:lnTo>
                  <a:lnTo>
                    <a:pt x="352793" y="114376"/>
                  </a:lnTo>
                  <a:lnTo>
                    <a:pt x="352971" y="114376"/>
                  </a:lnTo>
                  <a:lnTo>
                    <a:pt x="354393" y="116166"/>
                  </a:lnTo>
                  <a:lnTo>
                    <a:pt x="354393" y="111607"/>
                  </a:lnTo>
                  <a:lnTo>
                    <a:pt x="353745" y="111213"/>
                  </a:lnTo>
                  <a:lnTo>
                    <a:pt x="351853" y="110947"/>
                  </a:lnTo>
                  <a:lnTo>
                    <a:pt x="349351" y="110642"/>
                  </a:lnTo>
                  <a:lnTo>
                    <a:pt x="346887" y="111417"/>
                  </a:lnTo>
                  <a:lnTo>
                    <a:pt x="344779" y="113106"/>
                  </a:lnTo>
                  <a:lnTo>
                    <a:pt x="340868" y="115912"/>
                  </a:lnTo>
                  <a:lnTo>
                    <a:pt x="340753" y="116433"/>
                  </a:lnTo>
                  <a:lnTo>
                    <a:pt x="340690" y="116687"/>
                  </a:lnTo>
                  <a:lnTo>
                    <a:pt x="339750" y="120853"/>
                  </a:lnTo>
                  <a:lnTo>
                    <a:pt x="340207" y="121551"/>
                  </a:lnTo>
                  <a:lnTo>
                    <a:pt x="342188" y="124028"/>
                  </a:lnTo>
                  <a:lnTo>
                    <a:pt x="344779" y="127152"/>
                  </a:lnTo>
                  <a:lnTo>
                    <a:pt x="349770" y="127355"/>
                  </a:lnTo>
                  <a:lnTo>
                    <a:pt x="353745" y="124383"/>
                  </a:lnTo>
                  <a:lnTo>
                    <a:pt x="354495" y="123799"/>
                  </a:lnTo>
                  <a:lnTo>
                    <a:pt x="355828" y="122758"/>
                  </a:lnTo>
                  <a:lnTo>
                    <a:pt x="357212" y="120586"/>
                  </a:lnTo>
                  <a:lnTo>
                    <a:pt x="357263" y="120091"/>
                  </a:lnTo>
                  <a:lnTo>
                    <a:pt x="357365" y="119329"/>
                  </a:lnTo>
                  <a:lnTo>
                    <a:pt x="357454" y="118579"/>
                  </a:lnTo>
                  <a:lnTo>
                    <a:pt x="357555" y="117805"/>
                  </a:lnTo>
                  <a:lnTo>
                    <a:pt x="357720" y="116687"/>
                  </a:lnTo>
                  <a:close/>
                </a:path>
                <a:path w="492759" h="325119">
                  <a:moveTo>
                    <a:pt x="411416" y="274193"/>
                  </a:moveTo>
                  <a:lnTo>
                    <a:pt x="411353" y="268147"/>
                  </a:lnTo>
                  <a:lnTo>
                    <a:pt x="411264" y="267804"/>
                  </a:lnTo>
                  <a:lnTo>
                    <a:pt x="410921" y="266509"/>
                  </a:lnTo>
                  <a:lnTo>
                    <a:pt x="409473" y="264642"/>
                  </a:lnTo>
                  <a:lnTo>
                    <a:pt x="408432" y="263271"/>
                  </a:lnTo>
                  <a:lnTo>
                    <a:pt x="408432" y="267804"/>
                  </a:lnTo>
                  <a:lnTo>
                    <a:pt x="408393" y="273164"/>
                  </a:lnTo>
                  <a:lnTo>
                    <a:pt x="408012" y="274193"/>
                  </a:lnTo>
                  <a:lnTo>
                    <a:pt x="407657" y="275056"/>
                  </a:lnTo>
                  <a:lnTo>
                    <a:pt x="405765" y="276860"/>
                  </a:lnTo>
                  <a:lnTo>
                    <a:pt x="404761" y="277533"/>
                  </a:lnTo>
                  <a:lnTo>
                    <a:pt x="402107" y="277533"/>
                  </a:lnTo>
                  <a:lnTo>
                    <a:pt x="401269" y="276860"/>
                  </a:lnTo>
                  <a:lnTo>
                    <a:pt x="400685" y="276263"/>
                  </a:lnTo>
                  <a:lnTo>
                    <a:pt x="399554" y="275056"/>
                  </a:lnTo>
                  <a:lnTo>
                    <a:pt x="398767" y="273164"/>
                  </a:lnTo>
                  <a:lnTo>
                    <a:pt x="398830" y="268909"/>
                  </a:lnTo>
                  <a:lnTo>
                    <a:pt x="408432" y="267804"/>
                  </a:lnTo>
                  <a:lnTo>
                    <a:pt x="408432" y="263271"/>
                  </a:lnTo>
                  <a:lnTo>
                    <a:pt x="408051" y="262763"/>
                  </a:lnTo>
                  <a:lnTo>
                    <a:pt x="405574" y="261569"/>
                  </a:lnTo>
                  <a:lnTo>
                    <a:pt x="401942" y="261569"/>
                  </a:lnTo>
                  <a:lnTo>
                    <a:pt x="400138" y="262356"/>
                  </a:lnTo>
                  <a:lnTo>
                    <a:pt x="398703" y="263702"/>
                  </a:lnTo>
                  <a:lnTo>
                    <a:pt x="396824" y="265417"/>
                  </a:lnTo>
                  <a:lnTo>
                    <a:pt x="395719" y="268147"/>
                  </a:lnTo>
                  <a:lnTo>
                    <a:pt x="395681" y="274193"/>
                  </a:lnTo>
                  <a:lnTo>
                    <a:pt x="396621" y="276593"/>
                  </a:lnTo>
                  <a:lnTo>
                    <a:pt x="398424" y="278396"/>
                  </a:lnTo>
                  <a:lnTo>
                    <a:pt x="399783" y="279844"/>
                  </a:lnTo>
                  <a:lnTo>
                    <a:pt x="401637" y="280606"/>
                  </a:lnTo>
                  <a:lnTo>
                    <a:pt x="405472" y="280606"/>
                  </a:lnTo>
                  <a:lnTo>
                    <a:pt x="407136" y="279984"/>
                  </a:lnTo>
                  <a:lnTo>
                    <a:pt x="409778" y="277533"/>
                  </a:lnTo>
                  <a:lnTo>
                    <a:pt x="410514" y="276860"/>
                  </a:lnTo>
                  <a:lnTo>
                    <a:pt x="410603" y="276593"/>
                  </a:lnTo>
                  <a:lnTo>
                    <a:pt x="410718" y="276263"/>
                  </a:lnTo>
                  <a:lnTo>
                    <a:pt x="411416" y="274193"/>
                  </a:lnTo>
                  <a:close/>
                </a:path>
                <a:path w="492759" h="325119">
                  <a:moveTo>
                    <a:pt x="430123" y="287591"/>
                  </a:moveTo>
                  <a:lnTo>
                    <a:pt x="428066" y="285229"/>
                  </a:lnTo>
                  <a:lnTo>
                    <a:pt x="426478" y="283413"/>
                  </a:lnTo>
                  <a:lnTo>
                    <a:pt x="426262" y="283375"/>
                  </a:lnTo>
                  <a:lnTo>
                    <a:pt x="426262" y="288366"/>
                  </a:lnTo>
                  <a:lnTo>
                    <a:pt x="426161" y="291312"/>
                  </a:lnTo>
                  <a:lnTo>
                    <a:pt x="426046" y="291884"/>
                  </a:lnTo>
                  <a:lnTo>
                    <a:pt x="425627" y="293827"/>
                  </a:lnTo>
                  <a:lnTo>
                    <a:pt x="422427" y="295465"/>
                  </a:lnTo>
                  <a:lnTo>
                    <a:pt x="418896" y="294805"/>
                  </a:lnTo>
                  <a:lnTo>
                    <a:pt x="415340" y="294170"/>
                  </a:lnTo>
                  <a:lnTo>
                    <a:pt x="412915" y="291528"/>
                  </a:lnTo>
                  <a:lnTo>
                    <a:pt x="412953" y="291312"/>
                  </a:lnTo>
                  <a:lnTo>
                    <a:pt x="413054" y="290677"/>
                  </a:lnTo>
                  <a:lnTo>
                    <a:pt x="413321" y="289064"/>
                  </a:lnTo>
                  <a:lnTo>
                    <a:pt x="413626" y="287769"/>
                  </a:lnTo>
                  <a:lnTo>
                    <a:pt x="414350" y="286893"/>
                  </a:lnTo>
                  <a:lnTo>
                    <a:pt x="415112" y="286575"/>
                  </a:lnTo>
                  <a:lnTo>
                    <a:pt x="416623" y="285572"/>
                  </a:lnTo>
                  <a:lnTo>
                    <a:pt x="418553" y="285229"/>
                  </a:lnTo>
                  <a:lnTo>
                    <a:pt x="423900" y="286118"/>
                  </a:lnTo>
                  <a:lnTo>
                    <a:pt x="426262" y="288366"/>
                  </a:lnTo>
                  <a:lnTo>
                    <a:pt x="426262" y="283375"/>
                  </a:lnTo>
                  <a:lnTo>
                    <a:pt x="421208" y="282422"/>
                  </a:lnTo>
                  <a:lnTo>
                    <a:pt x="418249" y="281952"/>
                  </a:lnTo>
                  <a:lnTo>
                    <a:pt x="415340" y="282422"/>
                  </a:lnTo>
                  <a:lnTo>
                    <a:pt x="413321" y="284035"/>
                  </a:lnTo>
                  <a:lnTo>
                    <a:pt x="411556" y="285038"/>
                  </a:lnTo>
                  <a:lnTo>
                    <a:pt x="411441" y="285229"/>
                  </a:lnTo>
                  <a:lnTo>
                    <a:pt x="410578" y="286575"/>
                  </a:lnTo>
                  <a:lnTo>
                    <a:pt x="410476" y="286893"/>
                  </a:lnTo>
                  <a:lnTo>
                    <a:pt x="409765" y="290677"/>
                  </a:lnTo>
                  <a:lnTo>
                    <a:pt x="410527" y="292798"/>
                  </a:lnTo>
                  <a:lnTo>
                    <a:pt x="412127" y="294525"/>
                  </a:lnTo>
                  <a:lnTo>
                    <a:pt x="413626" y="296316"/>
                  </a:lnTo>
                  <a:lnTo>
                    <a:pt x="415937" y="297421"/>
                  </a:lnTo>
                  <a:lnTo>
                    <a:pt x="418249" y="297865"/>
                  </a:lnTo>
                  <a:lnTo>
                    <a:pt x="420916" y="298284"/>
                  </a:lnTo>
                  <a:lnTo>
                    <a:pt x="423964" y="297865"/>
                  </a:lnTo>
                  <a:lnTo>
                    <a:pt x="423545" y="297865"/>
                  </a:lnTo>
                  <a:lnTo>
                    <a:pt x="425348" y="296913"/>
                  </a:lnTo>
                  <a:lnTo>
                    <a:pt x="429285" y="291884"/>
                  </a:lnTo>
                  <a:lnTo>
                    <a:pt x="429399" y="291312"/>
                  </a:lnTo>
                  <a:lnTo>
                    <a:pt x="429526" y="290677"/>
                  </a:lnTo>
                  <a:lnTo>
                    <a:pt x="430123" y="287591"/>
                  </a:lnTo>
                  <a:close/>
                </a:path>
                <a:path w="492759" h="325119">
                  <a:moveTo>
                    <a:pt x="484619" y="266001"/>
                  </a:moveTo>
                  <a:lnTo>
                    <a:pt x="482269" y="263702"/>
                  </a:lnTo>
                  <a:lnTo>
                    <a:pt x="481469" y="262928"/>
                  </a:lnTo>
                  <a:lnTo>
                    <a:pt x="481469" y="267804"/>
                  </a:lnTo>
                  <a:lnTo>
                    <a:pt x="481469" y="277698"/>
                  </a:lnTo>
                  <a:lnTo>
                    <a:pt x="477342" y="281800"/>
                  </a:lnTo>
                  <a:lnTo>
                    <a:pt x="466966" y="281800"/>
                  </a:lnTo>
                  <a:lnTo>
                    <a:pt x="462940" y="277698"/>
                  </a:lnTo>
                  <a:lnTo>
                    <a:pt x="462940" y="267804"/>
                  </a:lnTo>
                  <a:lnTo>
                    <a:pt x="466966" y="263702"/>
                  </a:lnTo>
                  <a:lnTo>
                    <a:pt x="477342" y="263702"/>
                  </a:lnTo>
                  <a:lnTo>
                    <a:pt x="481469" y="267804"/>
                  </a:lnTo>
                  <a:lnTo>
                    <a:pt x="481469" y="262928"/>
                  </a:lnTo>
                  <a:lnTo>
                    <a:pt x="479031" y="260540"/>
                  </a:lnTo>
                  <a:lnTo>
                    <a:pt x="465429" y="260540"/>
                  </a:lnTo>
                  <a:lnTo>
                    <a:pt x="459765" y="266001"/>
                  </a:lnTo>
                  <a:lnTo>
                    <a:pt x="459765" y="279412"/>
                  </a:lnTo>
                  <a:lnTo>
                    <a:pt x="465429" y="284886"/>
                  </a:lnTo>
                  <a:lnTo>
                    <a:pt x="479031" y="284886"/>
                  </a:lnTo>
                  <a:lnTo>
                    <a:pt x="482180" y="281800"/>
                  </a:lnTo>
                  <a:lnTo>
                    <a:pt x="484619" y="279412"/>
                  </a:lnTo>
                  <a:lnTo>
                    <a:pt x="484619" y="266001"/>
                  </a:lnTo>
                  <a:close/>
                </a:path>
                <a:path w="492759" h="325119">
                  <a:moveTo>
                    <a:pt x="492290" y="184150"/>
                  </a:moveTo>
                  <a:lnTo>
                    <a:pt x="490448" y="175260"/>
                  </a:lnTo>
                  <a:lnTo>
                    <a:pt x="482346" y="170180"/>
                  </a:lnTo>
                  <a:lnTo>
                    <a:pt x="473278" y="163830"/>
                  </a:lnTo>
                  <a:lnTo>
                    <a:pt x="472706" y="162560"/>
                  </a:lnTo>
                  <a:lnTo>
                    <a:pt x="468541" y="152400"/>
                  </a:lnTo>
                  <a:lnTo>
                    <a:pt x="472757" y="162560"/>
                  </a:lnTo>
                  <a:lnTo>
                    <a:pt x="480745" y="166370"/>
                  </a:lnTo>
                  <a:lnTo>
                    <a:pt x="486765" y="163830"/>
                  </a:lnTo>
                  <a:lnTo>
                    <a:pt x="480288" y="160020"/>
                  </a:lnTo>
                  <a:lnTo>
                    <a:pt x="478434" y="152400"/>
                  </a:lnTo>
                  <a:lnTo>
                    <a:pt x="478129" y="151130"/>
                  </a:lnTo>
                  <a:lnTo>
                    <a:pt x="475221" y="143510"/>
                  </a:lnTo>
                  <a:lnTo>
                    <a:pt x="469404" y="140970"/>
                  </a:lnTo>
                  <a:lnTo>
                    <a:pt x="466496" y="139700"/>
                  </a:lnTo>
                  <a:lnTo>
                    <a:pt x="463778" y="139700"/>
                  </a:lnTo>
                  <a:lnTo>
                    <a:pt x="460679" y="137160"/>
                  </a:lnTo>
                  <a:lnTo>
                    <a:pt x="457301" y="135890"/>
                  </a:lnTo>
                  <a:lnTo>
                    <a:pt x="452170" y="135890"/>
                  </a:lnTo>
                  <a:lnTo>
                    <a:pt x="445808" y="137160"/>
                  </a:lnTo>
                  <a:lnTo>
                    <a:pt x="439178" y="140970"/>
                  </a:lnTo>
                  <a:lnTo>
                    <a:pt x="433959" y="147320"/>
                  </a:lnTo>
                  <a:lnTo>
                    <a:pt x="431838" y="157480"/>
                  </a:lnTo>
                  <a:lnTo>
                    <a:pt x="437680" y="176530"/>
                  </a:lnTo>
                  <a:lnTo>
                    <a:pt x="463359" y="201930"/>
                  </a:lnTo>
                  <a:lnTo>
                    <a:pt x="469201" y="219710"/>
                  </a:lnTo>
                  <a:lnTo>
                    <a:pt x="469201" y="227330"/>
                  </a:lnTo>
                  <a:lnTo>
                    <a:pt x="462864" y="232410"/>
                  </a:lnTo>
                  <a:lnTo>
                    <a:pt x="449491" y="232410"/>
                  </a:lnTo>
                  <a:lnTo>
                    <a:pt x="444500" y="224790"/>
                  </a:lnTo>
                  <a:lnTo>
                    <a:pt x="440537" y="217170"/>
                  </a:lnTo>
                  <a:lnTo>
                    <a:pt x="439216" y="214630"/>
                  </a:lnTo>
                  <a:lnTo>
                    <a:pt x="437349" y="210820"/>
                  </a:lnTo>
                  <a:lnTo>
                    <a:pt x="436727" y="209550"/>
                  </a:lnTo>
                  <a:lnTo>
                    <a:pt x="431253" y="201930"/>
                  </a:lnTo>
                  <a:lnTo>
                    <a:pt x="429983" y="200507"/>
                  </a:lnTo>
                  <a:lnTo>
                    <a:pt x="429983" y="217170"/>
                  </a:lnTo>
                  <a:lnTo>
                    <a:pt x="425983" y="222250"/>
                  </a:lnTo>
                  <a:lnTo>
                    <a:pt x="422414" y="223520"/>
                  </a:lnTo>
                  <a:lnTo>
                    <a:pt x="417893" y="220980"/>
                  </a:lnTo>
                  <a:lnTo>
                    <a:pt x="417830" y="219710"/>
                  </a:lnTo>
                  <a:lnTo>
                    <a:pt x="417703" y="217170"/>
                  </a:lnTo>
                  <a:lnTo>
                    <a:pt x="421906" y="212090"/>
                  </a:lnTo>
                  <a:lnTo>
                    <a:pt x="425196" y="210820"/>
                  </a:lnTo>
                  <a:lnTo>
                    <a:pt x="427583" y="212090"/>
                  </a:lnTo>
                  <a:lnTo>
                    <a:pt x="429895" y="213360"/>
                  </a:lnTo>
                  <a:lnTo>
                    <a:pt x="429983" y="217170"/>
                  </a:lnTo>
                  <a:lnTo>
                    <a:pt x="429983" y="200507"/>
                  </a:lnTo>
                  <a:lnTo>
                    <a:pt x="425627" y="195580"/>
                  </a:lnTo>
                  <a:lnTo>
                    <a:pt x="427202" y="196850"/>
                  </a:lnTo>
                  <a:lnTo>
                    <a:pt x="434835" y="196850"/>
                  </a:lnTo>
                  <a:lnTo>
                    <a:pt x="436270" y="195580"/>
                  </a:lnTo>
                  <a:lnTo>
                    <a:pt x="437692" y="194310"/>
                  </a:lnTo>
                  <a:lnTo>
                    <a:pt x="438391" y="191770"/>
                  </a:lnTo>
                  <a:lnTo>
                    <a:pt x="438518" y="187960"/>
                  </a:lnTo>
                  <a:lnTo>
                    <a:pt x="437299" y="185420"/>
                  </a:lnTo>
                  <a:lnTo>
                    <a:pt x="435508" y="182880"/>
                  </a:lnTo>
                  <a:lnTo>
                    <a:pt x="435292" y="182626"/>
                  </a:lnTo>
                  <a:lnTo>
                    <a:pt x="435292" y="187960"/>
                  </a:lnTo>
                  <a:lnTo>
                    <a:pt x="435229" y="190500"/>
                  </a:lnTo>
                  <a:lnTo>
                    <a:pt x="435038" y="191770"/>
                  </a:lnTo>
                  <a:lnTo>
                    <a:pt x="434035" y="193040"/>
                  </a:lnTo>
                  <a:lnTo>
                    <a:pt x="433108" y="194310"/>
                  </a:lnTo>
                  <a:lnTo>
                    <a:pt x="429450" y="194310"/>
                  </a:lnTo>
                  <a:lnTo>
                    <a:pt x="427443" y="193040"/>
                  </a:lnTo>
                  <a:lnTo>
                    <a:pt x="424751" y="190500"/>
                  </a:lnTo>
                  <a:lnTo>
                    <a:pt x="424332" y="189230"/>
                  </a:lnTo>
                  <a:lnTo>
                    <a:pt x="423913" y="187960"/>
                  </a:lnTo>
                  <a:lnTo>
                    <a:pt x="423989" y="186690"/>
                  </a:lnTo>
                  <a:lnTo>
                    <a:pt x="424116" y="184150"/>
                  </a:lnTo>
                  <a:lnTo>
                    <a:pt x="425170" y="184150"/>
                  </a:lnTo>
                  <a:lnTo>
                    <a:pt x="425996" y="182880"/>
                  </a:lnTo>
                  <a:lnTo>
                    <a:pt x="429793" y="182880"/>
                  </a:lnTo>
                  <a:lnTo>
                    <a:pt x="431685" y="184150"/>
                  </a:lnTo>
                  <a:lnTo>
                    <a:pt x="433108" y="185420"/>
                  </a:lnTo>
                  <a:lnTo>
                    <a:pt x="434479" y="186690"/>
                  </a:lnTo>
                  <a:lnTo>
                    <a:pt x="435292" y="187960"/>
                  </a:lnTo>
                  <a:lnTo>
                    <a:pt x="435292" y="182626"/>
                  </a:lnTo>
                  <a:lnTo>
                    <a:pt x="433425" y="180340"/>
                  </a:lnTo>
                  <a:lnTo>
                    <a:pt x="430631" y="179070"/>
                  </a:lnTo>
                  <a:lnTo>
                    <a:pt x="426173" y="179070"/>
                  </a:lnTo>
                  <a:lnTo>
                    <a:pt x="424205" y="180340"/>
                  </a:lnTo>
                  <a:lnTo>
                    <a:pt x="422960" y="181610"/>
                  </a:lnTo>
                  <a:lnTo>
                    <a:pt x="421614" y="182880"/>
                  </a:lnTo>
                  <a:lnTo>
                    <a:pt x="420916" y="184150"/>
                  </a:lnTo>
                  <a:lnTo>
                    <a:pt x="420839" y="188506"/>
                  </a:lnTo>
                  <a:lnTo>
                    <a:pt x="415556" y="181610"/>
                  </a:lnTo>
                  <a:lnTo>
                    <a:pt x="415340" y="181343"/>
                  </a:lnTo>
                  <a:lnTo>
                    <a:pt x="415340" y="240030"/>
                  </a:lnTo>
                  <a:lnTo>
                    <a:pt x="413334" y="242570"/>
                  </a:lnTo>
                  <a:lnTo>
                    <a:pt x="411175" y="245110"/>
                  </a:lnTo>
                  <a:lnTo>
                    <a:pt x="407771" y="246380"/>
                  </a:lnTo>
                  <a:lnTo>
                    <a:pt x="403326" y="243840"/>
                  </a:lnTo>
                  <a:lnTo>
                    <a:pt x="403237" y="242570"/>
                  </a:lnTo>
                  <a:lnTo>
                    <a:pt x="403161" y="241300"/>
                  </a:lnTo>
                  <a:lnTo>
                    <a:pt x="403072" y="240030"/>
                  </a:lnTo>
                  <a:lnTo>
                    <a:pt x="405117" y="237490"/>
                  </a:lnTo>
                  <a:lnTo>
                    <a:pt x="407123" y="233680"/>
                  </a:lnTo>
                  <a:lnTo>
                    <a:pt x="410603" y="233680"/>
                  </a:lnTo>
                  <a:lnTo>
                    <a:pt x="412915" y="234950"/>
                  </a:lnTo>
                  <a:lnTo>
                    <a:pt x="415150" y="236220"/>
                  </a:lnTo>
                  <a:lnTo>
                    <a:pt x="415277" y="238760"/>
                  </a:lnTo>
                  <a:lnTo>
                    <a:pt x="415340" y="240030"/>
                  </a:lnTo>
                  <a:lnTo>
                    <a:pt x="415340" y="181343"/>
                  </a:lnTo>
                  <a:lnTo>
                    <a:pt x="410591" y="175260"/>
                  </a:lnTo>
                  <a:lnTo>
                    <a:pt x="407136" y="168910"/>
                  </a:lnTo>
                  <a:lnTo>
                    <a:pt x="405841" y="163830"/>
                  </a:lnTo>
                  <a:lnTo>
                    <a:pt x="405841" y="158750"/>
                  </a:lnTo>
                  <a:lnTo>
                    <a:pt x="409321" y="154940"/>
                  </a:lnTo>
                  <a:lnTo>
                    <a:pt x="411429" y="152400"/>
                  </a:lnTo>
                  <a:lnTo>
                    <a:pt x="413537" y="149860"/>
                  </a:lnTo>
                  <a:lnTo>
                    <a:pt x="414972" y="149860"/>
                  </a:lnTo>
                  <a:lnTo>
                    <a:pt x="416052" y="148590"/>
                  </a:lnTo>
                  <a:lnTo>
                    <a:pt x="417576" y="147320"/>
                  </a:lnTo>
                  <a:lnTo>
                    <a:pt x="420776" y="144780"/>
                  </a:lnTo>
                  <a:lnTo>
                    <a:pt x="427202" y="137160"/>
                  </a:lnTo>
                  <a:lnTo>
                    <a:pt x="427443" y="137160"/>
                  </a:lnTo>
                  <a:lnTo>
                    <a:pt x="429209" y="135890"/>
                  </a:lnTo>
                  <a:lnTo>
                    <a:pt x="425996" y="132956"/>
                  </a:lnTo>
                  <a:lnTo>
                    <a:pt x="425996" y="135890"/>
                  </a:lnTo>
                  <a:lnTo>
                    <a:pt x="418261" y="143510"/>
                  </a:lnTo>
                  <a:lnTo>
                    <a:pt x="414566" y="147320"/>
                  </a:lnTo>
                  <a:lnTo>
                    <a:pt x="410083" y="144780"/>
                  </a:lnTo>
                  <a:lnTo>
                    <a:pt x="362991" y="118110"/>
                  </a:lnTo>
                  <a:lnTo>
                    <a:pt x="368033" y="102870"/>
                  </a:lnTo>
                  <a:lnTo>
                    <a:pt x="373672" y="105410"/>
                  </a:lnTo>
                  <a:lnTo>
                    <a:pt x="372059" y="105410"/>
                  </a:lnTo>
                  <a:lnTo>
                    <a:pt x="370001" y="106680"/>
                  </a:lnTo>
                  <a:lnTo>
                    <a:pt x="368211" y="109220"/>
                  </a:lnTo>
                  <a:lnTo>
                    <a:pt x="371894" y="109220"/>
                  </a:lnTo>
                  <a:lnTo>
                    <a:pt x="373405" y="107950"/>
                  </a:lnTo>
                  <a:lnTo>
                    <a:pt x="371182" y="114300"/>
                  </a:lnTo>
                  <a:lnTo>
                    <a:pt x="370611" y="113030"/>
                  </a:lnTo>
                  <a:lnTo>
                    <a:pt x="368973" y="111760"/>
                  </a:lnTo>
                  <a:lnTo>
                    <a:pt x="367385" y="110490"/>
                  </a:lnTo>
                  <a:lnTo>
                    <a:pt x="366268" y="115570"/>
                  </a:lnTo>
                  <a:lnTo>
                    <a:pt x="369189" y="116840"/>
                  </a:lnTo>
                  <a:lnTo>
                    <a:pt x="371182" y="118110"/>
                  </a:lnTo>
                  <a:lnTo>
                    <a:pt x="374700" y="119380"/>
                  </a:lnTo>
                  <a:lnTo>
                    <a:pt x="376859" y="119380"/>
                  </a:lnTo>
                  <a:lnTo>
                    <a:pt x="377825" y="118110"/>
                  </a:lnTo>
                  <a:lnTo>
                    <a:pt x="378917" y="116840"/>
                  </a:lnTo>
                  <a:lnTo>
                    <a:pt x="377799" y="115570"/>
                  </a:lnTo>
                  <a:lnTo>
                    <a:pt x="376694" y="114300"/>
                  </a:lnTo>
                  <a:lnTo>
                    <a:pt x="373773" y="115570"/>
                  </a:lnTo>
                  <a:lnTo>
                    <a:pt x="373646" y="114300"/>
                  </a:lnTo>
                  <a:lnTo>
                    <a:pt x="373519" y="113030"/>
                  </a:lnTo>
                  <a:lnTo>
                    <a:pt x="373405" y="111760"/>
                  </a:lnTo>
                  <a:lnTo>
                    <a:pt x="375069" y="110490"/>
                  </a:lnTo>
                  <a:lnTo>
                    <a:pt x="378625" y="110490"/>
                  </a:lnTo>
                  <a:lnTo>
                    <a:pt x="379857" y="111760"/>
                  </a:lnTo>
                  <a:lnTo>
                    <a:pt x="380326" y="114300"/>
                  </a:lnTo>
                  <a:lnTo>
                    <a:pt x="380263" y="113030"/>
                  </a:lnTo>
                  <a:lnTo>
                    <a:pt x="380149" y="110490"/>
                  </a:lnTo>
                  <a:lnTo>
                    <a:pt x="380085" y="109220"/>
                  </a:lnTo>
                  <a:lnTo>
                    <a:pt x="380834" y="107950"/>
                  </a:lnTo>
                  <a:lnTo>
                    <a:pt x="382320" y="105410"/>
                  </a:lnTo>
                  <a:lnTo>
                    <a:pt x="386626" y="104140"/>
                  </a:lnTo>
                  <a:lnTo>
                    <a:pt x="388315" y="109220"/>
                  </a:lnTo>
                  <a:lnTo>
                    <a:pt x="386981" y="111760"/>
                  </a:lnTo>
                  <a:lnTo>
                    <a:pt x="383514" y="115570"/>
                  </a:lnTo>
                  <a:lnTo>
                    <a:pt x="385419" y="114300"/>
                  </a:lnTo>
                  <a:lnTo>
                    <a:pt x="387464" y="114300"/>
                  </a:lnTo>
                  <a:lnTo>
                    <a:pt x="388200" y="115570"/>
                  </a:lnTo>
                  <a:lnTo>
                    <a:pt x="389394" y="116840"/>
                  </a:lnTo>
                  <a:lnTo>
                    <a:pt x="388988" y="119380"/>
                  </a:lnTo>
                  <a:lnTo>
                    <a:pt x="386334" y="120650"/>
                  </a:lnTo>
                  <a:lnTo>
                    <a:pt x="385762" y="118110"/>
                  </a:lnTo>
                  <a:lnTo>
                    <a:pt x="382193" y="118110"/>
                  </a:lnTo>
                  <a:lnTo>
                    <a:pt x="381190" y="119380"/>
                  </a:lnTo>
                  <a:lnTo>
                    <a:pt x="380085" y="121920"/>
                  </a:lnTo>
                  <a:lnTo>
                    <a:pt x="381762" y="123190"/>
                  </a:lnTo>
                  <a:lnTo>
                    <a:pt x="384835" y="125730"/>
                  </a:lnTo>
                  <a:lnTo>
                    <a:pt x="388493" y="127000"/>
                  </a:lnTo>
                  <a:lnTo>
                    <a:pt x="391490" y="125730"/>
                  </a:lnTo>
                  <a:lnTo>
                    <a:pt x="392480" y="124460"/>
                  </a:lnTo>
                  <a:lnTo>
                    <a:pt x="393484" y="123190"/>
                  </a:lnTo>
                  <a:lnTo>
                    <a:pt x="392277" y="121920"/>
                  </a:lnTo>
                  <a:lnTo>
                    <a:pt x="390169" y="123190"/>
                  </a:lnTo>
                  <a:lnTo>
                    <a:pt x="388175" y="124460"/>
                  </a:lnTo>
                  <a:lnTo>
                    <a:pt x="390042" y="120650"/>
                  </a:lnTo>
                  <a:lnTo>
                    <a:pt x="391909" y="116840"/>
                  </a:lnTo>
                  <a:lnTo>
                    <a:pt x="392137" y="118110"/>
                  </a:lnTo>
                  <a:lnTo>
                    <a:pt x="392696" y="119380"/>
                  </a:lnTo>
                  <a:lnTo>
                    <a:pt x="394398" y="120650"/>
                  </a:lnTo>
                  <a:lnTo>
                    <a:pt x="395706" y="116840"/>
                  </a:lnTo>
                  <a:lnTo>
                    <a:pt x="394614" y="114300"/>
                  </a:lnTo>
                  <a:lnTo>
                    <a:pt x="402628" y="119380"/>
                  </a:lnTo>
                  <a:lnTo>
                    <a:pt x="399910" y="119380"/>
                  </a:lnTo>
                  <a:lnTo>
                    <a:pt x="396963" y="121920"/>
                  </a:lnTo>
                  <a:lnTo>
                    <a:pt x="398780" y="123190"/>
                  </a:lnTo>
                  <a:lnTo>
                    <a:pt x="400685" y="123190"/>
                  </a:lnTo>
                  <a:lnTo>
                    <a:pt x="401726" y="121920"/>
                  </a:lnTo>
                  <a:lnTo>
                    <a:pt x="397535" y="129540"/>
                  </a:lnTo>
                  <a:lnTo>
                    <a:pt x="397535" y="127000"/>
                  </a:lnTo>
                  <a:lnTo>
                    <a:pt x="396608" y="124460"/>
                  </a:lnTo>
                  <a:lnTo>
                    <a:pt x="395706" y="124460"/>
                  </a:lnTo>
                  <a:lnTo>
                    <a:pt x="393954" y="127000"/>
                  </a:lnTo>
                  <a:lnTo>
                    <a:pt x="394398" y="130810"/>
                  </a:lnTo>
                  <a:lnTo>
                    <a:pt x="398043" y="132080"/>
                  </a:lnTo>
                  <a:lnTo>
                    <a:pt x="401104" y="134620"/>
                  </a:lnTo>
                  <a:lnTo>
                    <a:pt x="403466" y="134620"/>
                  </a:lnTo>
                  <a:lnTo>
                    <a:pt x="404698" y="133350"/>
                  </a:lnTo>
                  <a:lnTo>
                    <a:pt x="405917" y="130810"/>
                  </a:lnTo>
                  <a:lnTo>
                    <a:pt x="404914" y="129540"/>
                  </a:lnTo>
                  <a:lnTo>
                    <a:pt x="403910" y="128270"/>
                  </a:lnTo>
                  <a:lnTo>
                    <a:pt x="400900" y="129540"/>
                  </a:lnTo>
                  <a:lnTo>
                    <a:pt x="400799" y="125730"/>
                  </a:lnTo>
                  <a:lnTo>
                    <a:pt x="402551" y="124460"/>
                  </a:lnTo>
                  <a:lnTo>
                    <a:pt x="406069" y="124460"/>
                  </a:lnTo>
                  <a:lnTo>
                    <a:pt x="407250" y="127000"/>
                  </a:lnTo>
                  <a:lnTo>
                    <a:pt x="407504" y="128270"/>
                  </a:lnTo>
                  <a:lnTo>
                    <a:pt x="408660" y="124460"/>
                  </a:lnTo>
                  <a:lnTo>
                    <a:pt x="410730" y="121920"/>
                  </a:lnTo>
                  <a:lnTo>
                    <a:pt x="415582" y="120650"/>
                  </a:lnTo>
                  <a:lnTo>
                    <a:pt x="416623" y="124460"/>
                  </a:lnTo>
                  <a:lnTo>
                    <a:pt x="414439" y="128270"/>
                  </a:lnTo>
                  <a:lnTo>
                    <a:pt x="412305" y="129540"/>
                  </a:lnTo>
                  <a:lnTo>
                    <a:pt x="412076" y="129540"/>
                  </a:lnTo>
                  <a:lnTo>
                    <a:pt x="410184" y="130810"/>
                  </a:lnTo>
                  <a:lnTo>
                    <a:pt x="412178" y="129616"/>
                  </a:lnTo>
                  <a:lnTo>
                    <a:pt x="414058" y="130810"/>
                  </a:lnTo>
                  <a:lnTo>
                    <a:pt x="414769" y="132080"/>
                  </a:lnTo>
                  <a:lnTo>
                    <a:pt x="415798" y="133350"/>
                  </a:lnTo>
                  <a:lnTo>
                    <a:pt x="415150" y="135890"/>
                  </a:lnTo>
                  <a:lnTo>
                    <a:pt x="412483" y="137160"/>
                  </a:lnTo>
                  <a:lnTo>
                    <a:pt x="411975" y="133350"/>
                  </a:lnTo>
                  <a:lnTo>
                    <a:pt x="408571" y="133350"/>
                  </a:lnTo>
                  <a:lnTo>
                    <a:pt x="406476" y="137160"/>
                  </a:lnTo>
                  <a:lnTo>
                    <a:pt x="407873" y="138430"/>
                  </a:lnTo>
                  <a:lnTo>
                    <a:pt x="411111" y="140970"/>
                  </a:lnTo>
                  <a:lnTo>
                    <a:pt x="413105" y="142240"/>
                  </a:lnTo>
                  <a:lnTo>
                    <a:pt x="416026" y="143510"/>
                  </a:lnTo>
                  <a:lnTo>
                    <a:pt x="419328" y="139700"/>
                  </a:lnTo>
                  <a:lnTo>
                    <a:pt x="418261" y="138430"/>
                  </a:lnTo>
                  <a:lnTo>
                    <a:pt x="414680" y="138430"/>
                  </a:lnTo>
                  <a:lnTo>
                    <a:pt x="415607" y="137160"/>
                  </a:lnTo>
                  <a:lnTo>
                    <a:pt x="418414" y="133350"/>
                  </a:lnTo>
                  <a:lnTo>
                    <a:pt x="418338" y="134620"/>
                  </a:lnTo>
                  <a:lnTo>
                    <a:pt x="418261" y="135890"/>
                  </a:lnTo>
                  <a:lnTo>
                    <a:pt x="419557" y="137160"/>
                  </a:lnTo>
                  <a:lnTo>
                    <a:pt x="420687" y="138430"/>
                  </a:lnTo>
                  <a:lnTo>
                    <a:pt x="421297" y="135890"/>
                  </a:lnTo>
                  <a:lnTo>
                    <a:pt x="421398" y="134620"/>
                  </a:lnTo>
                  <a:lnTo>
                    <a:pt x="421500" y="133350"/>
                  </a:lnTo>
                  <a:lnTo>
                    <a:pt x="421297" y="132080"/>
                  </a:lnTo>
                  <a:lnTo>
                    <a:pt x="425996" y="135890"/>
                  </a:lnTo>
                  <a:lnTo>
                    <a:pt x="425996" y="132956"/>
                  </a:lnTo>
                  <a:lnTo>
                    <a:pt x="425043" y="132080"/>
                  </a:lnTo>
                  <a:lnTo>
                    <a:pt x="426173" y="129540"/>
                  </a:lnTo>
                  <a:lnTo>
                    <a:pt x="427062" y="127000"/>
                  </a:lnTo>
                  <a:lnTo>
                    <a:pt x="427685" y="124460"/>
                  </a:lnTo>
                  <a:lnTo>
                    <a:pt x="428993" y="129540"/>
                  </a:lnTo>
                  <a:lnTo>
                    <a:pt x="431685" y="133350"/>
                  </a:lnTo>
                  <a:lnTo>
                    <a:pt x="435292" y="132080"/>
                  </a:lnTo>
                  <a:lnTo>
                    <a:pt x="434594" y="127000"/>
                  </a:lnTo>
                  <a:lnTo>
                    <a:pt x="434898" y="124460"/>
                  </a:lnTo>
                  <a:lnTo>
                    <a:pt x="435216" y="121920"/>
                  </a:lnTo>
                  <a:lnTo>
                    <a:pt x="435305" y="120650"/>
                  </a:lnTo>
                  <a:lnTo>
                    <a:pt x="435406" y="119380"/>
                  </a:lnTo>
                  <a:lnTo>
                    <a:pt x="435521" y="114300"/>
                  </a:lnTo>
                  <a:lnTo>
                    <a:pt x="434568" y="106680"/>
                  </a:lnTo>
                  <a:lnTo>
                    <a:pt x="437692" y="111760"/>
                  </a:lnTo>
                  <a:lnTo>
                    <a:pt x="441985" y="114300"/>
                  </a:lnTo>
                  <a:lnTo>
                    <a:pt x="445135" y="113030"/>
                  </a:lnTo>
                  <a:lnTo>
                    <a:pt x="441909" y="107950"/>
                  </a:lnTo>
                  <a:lnTo>
                    <a:pt x="441921" y="106680"/>
                  </a:lnTo>
                  <a:lnTo>
                    <a:pt x="441871" y="97790"/>
                  </a:lnTo>
                  <a:lnTo>
                    <a:pt x="441756" y="95250"/>
                  </a:lnTo>
                  <a:lnTo>
                    <a:pt x="441706" y="93980"/>
                  </a:lnTo>
                  <a:lnTo>
                    <a:pt x="441591" y="91440"/>
                  </a:lnTo>
                  <a:lnTo>
                    <a:pt x="436968" y="81280"/>
                  </a:lnTo>
                  <a:lnTo>
                    <a:pt x="440359" y="82550"/>
                  </a:lnTo>
                  <a:lnTo>
                    <a:pt x="442785" y="81280"/>
                  </a:lnTo>
                  <a:lnTo>
                    <a:pt x="444207" y="80010"/>
                  </a:lnTo>
                  <a:lnTo>
                    <a:pt x="439000" y="77470"/>
                  </a:lnTo>
                  <a:lnTo>
                    <a:pt x="435749" y="72390"/>
                  </a:lnTo>
                  <a:lnTo>
                    <a:pt x="431101" y="66040"/>
                  </a:lnTo>
                  <a:lnTo>
                    <a:pt x="421741" y="60960"/>
                  </a:lnTo>
                  <a:lnTo>
                    <a:pt x="425996" y="60960"/>
                  </a:lnTo>
                  <a:lnTo>
                    <a:pt x="428498" y="58420"/>
                  </a:lnTo>
                  <a:lnTo>
                    <a:pt x="428218" y="57150"/>
                  </a:lnTo>
                  <a:lnTo>
                    <a:pt x="427926" y="55880"/>
                  </a:lnTo>
                  <a:lnTo>
                    <a:pt x="424446" y="57150"/>
                  </a:lnTo>
                  <a:lnTo>
                    <a:pt x="420065" y="54610"/>
                  </a:lnTo>
                  <a:lnTo>
                    <a:pt x="413753" y="52070"/>
                  </a:lnTo>
                  <a:lnTo>
                    <a:pt x="404418" y="50800"/>
                  </a:lnTo>
                  <a:lnTo>
                    <a:pt x="404037" y="48260"/>
                  </a:lnTo>
                  <a:lnTo>
                    <a:pt x="403466" y="44450"/>
                  </a:lnTo>
                  <a:lnTo>
                    <a:pt x="398322" y="39370"/>
                  </a:lnTo>
                  <a:lnTo>
                    <a:pt x="392404" y="36830"/>
                  </a:lnTo>
                  <a:lnTo>
                    <a:pt x="393496" y="40640"/>
                  </a:lnTo>
                  <a:lnTo>
                    <a:pt x="392557" y="44450"/>
                  </a:lnTo>
                  <a:lnTo>
                    <a:pt x="391464" y="48260"/>
                  </a:lnTo>
                  <a:lnTo>
                    <a:pt x="388200" y="45110"/>
                  </a:lnTo>
                  <a:lnTo>
                    <a:pt x="388200" y="64770"/>
                  </a:lnTo>
                  <a:lnTo>
                    <a:pt x="382524" y="66040"/>
                  </a:lnTo>
                  <a:lnTo>
                    <a:pt x="377151" y="67310"/>
                  </a:lnTo>
                  <a:lnTo>
                    <a:pt x="373011" y="69850"/>
                  </a:lnTo>
                  <a:lnTo>
                    <a:pt x="374700" y="66040"/>
                  </a:lnTo>
                  <a:lnTo>
                    <a:pt x="373011" y="60960"/>
                  </a:lnTo>
                  <a:lnTo>
                    <a:pt x="382143" y="60960"/>
                  </a:lnTo>
                  <a:lnTo>
                    <a:pt x="384708" y="64770"/>
                  </a:lnTo>
                  <a:lnTo>
                    <a:pt x="388200" y="64770"/>
                  </a:lnTo>
                  <a:lnTo>
                    <a:pt x="388200" y="45110"/>
                  </a:lnTo>
                  <a:lnTo>
                    <a:pt x="342785" y="1270"/>
                  </a:lnTo>
                  <a:lnTo>
                    <a:pt x="341261" y="0"/>
                  </a:lnTo>
                  <a:lnTo>
                    <a:pt x="339813" y="0"/>
                  </a:lnTo>
                  <a:lnTo>
                    <a:pt x="339813" y="1270"/>
                  </a:lnTo>
                  <a:lnTo>
                    <a:pt x="340626" y="2540"/>
                  </a:lnTo>
                  <a:lnTo>
                    <a:pt x="382524" y="53340"/>
                  </a:lnTo>
                  <a:lnTo>
                    <a:pt x="379323" y="54610"/>
                  </a:lnTo>
                  <a:lnTo>
                    <a:pt x="376212" y="55880"/>
                  </a:lnTo>
                  <a:lnTo>
                    <a:pt x="370916" y="57150"/>
                  </a:lnTo>
                  <a:lnTo>
                    <a:pt x="369354" y="59690"/>
                  </a:lnTo>
                  <a:lnTo>
                    <a:pt x="369354" y="62230"/>
                  </a:lnTo>
                  <a:lnTo>
                    <a:pt x="361581" y="66040"/>
                  </a:lnTo>
                  <a:lnTo>
                    <a:pt x="354990" y="71005"/>
                  </a:lnTo>
                  <a:lnTo>
                    <a:pt x="348843" y="76200"/>
                  </a:lnTo>
                  <a:lnTo>
                    <a:pt x="346748" y="76200"/>
                  </a:lnTo>
                  <a:lnTo>
                    <a:pt x="349072" y="81280"/>
                  </a:lnTo>
                  <a:lnTo>
                    <a:pt x="349910" y="83820"/>
                  </a:lnTo>
                  <a:lnTo>
                    <a:pt x="347179" y="88900"/>
                  </a:lnTo>
                  <a:lnTo>
                    <a:pt x="357212" y="82550"/>
                  </a:lnTo>
                  <a:lnTo>
                    <a:pt x="366268" y="77470"/>
                  </a:lnTo>
                  <a:lnTo>
                    <a:pt x="367614" y="81280"/>
                  </a:lnTo>
                  <a:lnTo>
                    <a:pt x="368338" y="82550"/>
                  </a:lnTo>
                  <a:lnTo>
                    <a:pt x="363918" y="83820"/>
                  </a:lnTo>
                  <a:lnTo>
                    <a:pt x="360781" y="85090"/>
                  </a:lnTo>
                  <a:lnTo>
                    <a:pt x="357759" y="86360"/>
                  </a:lnTo>
                  <a:lnTo>
                    <a:pt x="354418" y="88900"/>
                  </a:lnTo>
                  <a:lnTo>
                    <a:pt x="355396" y="91440"/>
                  </a:lnTo>
                  <a:lnTo>
                    <a:pt x="357886" y="90170"/>
                  </a:lnTo>
                  <a:lnTo>
                    <a:pt x="357962" y="91440"/>
                  </a:lnTo>
                  <a:lnTo>
                    <a:pt x="358178" y="92710"/>
                  </a:lnTo>
                  <a:lnTo>
                    <a:pt x="359092" y="93980"/>
                  </a:lnTo>
                  <a:lnTo>
                    <a:pt x="361581" y="93980"/>
                  </a:lnTo>
                  <a:lnTo>
                    <a:pt x="363143" y="91440"/>
                  </a:lnTo>
                  <a:lnTo>
                    <a:pt x="364058" y="92710"/>
                  </a:lnTo>
                  <a:lnTo>
                    <a:pt x="365112" y="92710"/>
                  </a:lnTo>
                  <a:lnTo>
                    <a:pt x="363677" y="99060"/>
                  </a:lnTo>
                  <a:lnTo>
                    <a:pt x="362623" y="100330"/>
                  </a:lnTo>
                  <a:lnTo>
                    <a:pt x="367385" y="99060"/>
                  </a:lnTo>
                  <a:lnTo>
                    <a:pt x="370344" y="95250"/>
                  </a:lnTo>
                  <a:lnTo>
                    <a:pt x="370408" y="93980"/>
                  </a:lnTo>
                  <a:lnTo>
                    <a:pt x="370535" y="91440"/>
                  </a:lnTo>
                  <a:lnTo>
                    <a:pt x="370560" y="90170"/>
                  </a:lnTo>
                  <a:lnTo>
                    <a:pt x="370611" y="87630"/>
                  </a:lnTo>
                  <a:lnTo>
                    <a:pt x="371627" y="87630"/>
                  </a:lnTo>
                  <a:lnTo>
                    <a:pt x="372338" y="86360"/>
                  </a:lnTo>
                  <a:lnTo>
                    <a:pt x="373100" y="86360"/>
                  </a:lnTo>
                  <a:lnTo>
                    <a:pt x="373913" y="90170"/>
                  </a:lnTo>
                  <a:lnTo>
                    <a:pt x="373011" y="92710"/>
                  </a:lnTo>
                  <a:lnTo>
                    <a:pt x="375475" y="92710"/>
                  </a:lnTo>
                  <a:lnTo>
                    <a:pt x="378079" y="88900"/>
                  </a:lnTo>
                  <a:lnTo>
                    <a:pt x="377977" y="87630"/>
                  </a:lnTo>
                  <a:lnTo>
                    <a:pt x="377888" y="86360"/>
                  </a:lnTo>
                  <a:lnTo>
                    <a:pt x="377799" y="85090"/>
                  </a:lnTo>
                  <a:lnTo>
                    <a:pt x="377710" y="83820"/>
                  </a:lnTo>
                  <a:lnTo>
                    <a:pt x="378917" y="82550"/>
                  </a:lnTo>
                  <a:lnTo>
                    <a:pt x="380263" y="81280"/>
                  </a:lnTo>
                  <a:lnTo>
                    <a:pt x="382739" y="81280"/>
                  </a:lnTo>
                  <a:lnTo>
                    <a:pt x="385991" y="86360"/>
                  </a:lnTo>
                  <a:lnTo>
                    <a:pt x="398703" y="86360"/>
                  </a:lnTo>
                  <a:lnTo>
                    <a:pt x="402399" y="81280"/>
                  </a:lnTo>
                  <a:lnTo>
                    <a:pt x="403326" y="80010"/>
                  </a:lnTo>
                  <a:lnTo>
                    <a:pt x="403669" y="77470"/>
                  </a:lnTo>
                  <a:lnTo>
                    <a:pt x="404177" y="73660"/>
                  </a:lnTo>
                  <a:lnTo>
                    <a:pt x="404075" y="72390"/>
                  </a:lnTo>
                  <a:lnTo>
                    <a:pt x="403860" y="71005"/>
                  </a:lnTo>
                  <a:lnTo>
                    <a:pt x="402628" y="69850"/>
                  </a:lnTo>
                  <a:lnTo>
                    <a:pt x="405561" y="72390"/>
                  </a:lnTo>
                  <a:lnTo>
                    <a:pt x="406476" y="74930"/>
                  </a:lnTo>
                  <a:lnTo>
                    <a:pt x="406476" y="78740"/>
                  </a:lnTo>
                  <a:lnTo>
                    <a:pt x="403123" y="86360"/>
                  </a:lnTo>
                  <a:lnTo>
                    <a:pt x="395097" y="91440"/>
                  </a:lnTo>
                  <a:lnTo>
                    <a:pt x="385483" y="97790"/>
                  </a:lnTo>
                  <a:lnTo>
                    <a:pt x="377329" y="102870"/>
                  </a:lnTo>
                  <a:lnTo>
                    <a:pt x="376936" y="102870"/>
                  </a:lnTo>
                  <a:lnTo>
                    <a:pt x="376694" y="104140"/>
                  </a:lnTo>
                  <a:lnTo>
                    <a:pt x="376389" y="104140"/>
                  </a:lnTo>
                  <a:lnTo>
                    <a:pt x="373164" y="102870"/>
                  </a:lnTo>
                  <a:lnTo>
                    <a:pt x="366687" y="100330"/>
                  </a:lnTo>
                  <a:lnTo>
                    <a:pt x="365912" y="102870"/>
                  </a:lnTo>
                  <a:lnTo>
                    <a:pt x="365467" y="104140"/>
                  </a:lnTo>
                  <a:lnTo>
                    <a:pt x="364401" y="107950"/>
                  </a:lnTo>
                  <a:lnTo>
                    <a:pt x="362356" y="114300"/>
                  </a:lnTo>
                  <a:lnTo>
                    <a:pt x="360972" y="118110"/>
                  </a:lnTo>
                  <a:lnTo>
                    <a:pt x="360451" y="119380"/>
                  </a:lnTo>
                  <a:lnTo>
                    <a:pt x="361327" y="120650"/>
                  </a:lnTo>
                  <a:lnTo>
                    <a:pt x="357263" y="125730"/>
                  </a:lnTo>
                  <a:lnTo>
                    <a:pt x="353860" y="132080"/>
                  </a:lnTo>
                  <a:lnTo>
                    <a:pt x="351345" y="138430"/>
                  </a:lnTo>
                  <a:lnTo>
                    <a:pt x="349910" y="144780"/>
                  </a:lnTo>
                  <a:lnTo>
                    <a:pt x="347560" y="142240"/>
                  </a:lnTo>
                  <a:lnTo>
                    <a:pt x="345998" y="140970"/>
                  </a:lnTo>
                  <a:lnTo>
                    <a:pt x="342849" y="138430"/>
                  </a:lnTo>
                  <a:lnTo>
                    <a:pt x="343115" y="137160"/>
                  </a:lnTo>
                  <a:lnTo>
                    <a:pt x="343255" y="137160"/>
                  </a:lnTo>
                  <a:lnTo>
                    <a:pt x="343344" y="135890"/>
                  </a:lnTo>
                  <a:lnTo>
                    <a:pt x="343433" y="134620"/>
                  </a:lnTo>
                  <a:lnTo>
                    <a:pt x="343535" y="133350"/>
                  </a:lnTo>
                  <a:lnTo>
                    <a:pt x="342709" y="130810"/>
                  </a:lnTo>
                  <a:lnTo>
                    <a:pt x="341071" y="129540"/>
                  </a:lnTo>
                  <a:lnTo>
                    <a:pt x="340283" y="128651"/>
                  </a:lnTo>
                  <a:lnTo>
                    <a:pt x="340283" y="133350"/>
                  </a:lnTo>
                  <a:lnTo>
                    <a:pt x="340169" y="134620"/>
                  </a:lnTo>
                  <a:lnTo>
                    <a:pt x="340042" y="137160"/>
                  </a:lnTo>
                  <a:lnTo>
                    <a:pt x="339242" y="138430"/>
                  </a:lnTo>
                  <a:lnTo>
                    <a:pt x="338289" y="139700"/>
                  </a:lnTo>
                  <a:lnTo>
                    <a:pt x="337769" y="139700"/>
                  </a:lnTo>
                  <a:lnTo>
                    <a:pt x="336931" y="140970"/>
                  </a:lnTo>
                  <a:lnTo>
                    <a:pt x="333756" y="140970"/>
                  </a:lnTo>
                  <a:lnTo>
                    <a:pt x="332130" y="138430"/>
                  </a:lnTo>
                  <a:lnTo>
                    <a:pt x="332244" y="133350"/>
                  </a:lnTo>
                  <a:lnTo>
                    <a:pt x="332892" y="132080"/>
                  </a:lnTo>
                  <a:lnTo>
                    <a:pt x="334556" y="130810"/>
                  </a:lnTo>
                  <a:lnTo>
                    <a:pt x="335470" y="129540"/>
                  </a:lnTo>
                  <a:lnTo>
                    <a:pt x="337464" y="129540"/>
                  </a:lnTo>
                  <a:lnTo>
                    <a:pt x="338340" y="130810"/>
                  </a:lnTo>
                  <a:lnTo>
                    <a:pt x="338759" y="130810"/>
                  </a:lnTo>
                  <a:lnTo>
                    <a:pt x="339813" y="132080"/>
                  </a:lnTo>
                  <a:lnTo>
                    <a:pt x="340283" y="133350"/>
                  </a:lnTo>
                  <a:lnTo>
                    <a:pt x="340283" y="128651"/>
                  </a:lnTo>
                  <a:lnTo>
                    <a:pt x="339953" y="128270"/>
                  </a:lnTo>
                  <a:lnTo>
                    <a:pt x="338340" y="127000"/>
                  </a:lnTo>
                  <a:lnTo>
                    <a:pt x="333248" y="127000"/>
                  </a:lnTo>
                  <a:lnTo>
                    <a:pt x="331546" y="128270"/>
                  </a:lnTo>
                  <a:lnTo>
                    <a:pt x="330987" y="129540"/>
                  </a:lnTo>
                  <a:lnTo>
                    <a:pt x="330352" y="128270"/>
                  </a:lnTo>
                  <a:lnTo>
                    <a:pt x="330085" y="128270"/>
                  </a:lnTo>
                  <a:lnTo>
                    <a:pt x="326758" y="125730"/>
                  </a:lnTo>
                  <a:lnTo>
                    <a:pt x="322948" y="123190"/>
                  </a:lnTo>
                  <a:lnTo>
                    <a:pt x="320459" y="120650"/>
                  </a:lnTo>
                  <a:lnTo>
                    <a:pt x="319417" y="119380"/>
                  </a:lnTo>
                  <a:lnTo>
                    <a:pt x="309676" y="119380"/>
                  </a:lnTo>
                  <a:lnTo>
                    <a:pt x="308051" y="121920"/>
                  </a:lnTo>
                  <a:lnTo>
                    <a:pt x="307073" y="121920"/>
                  </a:lnTo>
                  <a:lnTo>
                    <a:pt x="304977" y="124460"/>
                  </a:lnTo>
                  <a:lnTo>
                    <a:pt x="302539" y="125730"/>
                  </a:lnTo>
                  <a:lnTo>
                    <a:pt x="303682" y="127000"/>
                  </a:lnTo>
                  <a:lnTo>
                    <a:pt x="304761" y="128270"/>
                  </a:lnTo>
                  <a:lnTo>
                    <a:pt x="305917" y="129540"/>
                  </a:lnTo>
                  <a:lnTo>
                    <a:pt x="306628" y="129540"/>
                  </a:lnTo>
                  <a:lnTo>
                    <a:pt x="307822" y="130810"/>
                  </a:lnTo>
                  <a:lnTo>
                    <a:pt x="309486" y="130810"/>
                  </a:lnTo>
                  <a:lnTo>
                    <a:pt x="310553" y="129540"/>
                  </a:lnTo>
                  <a:lnTo>
                    <a:pt x="316103" y="129540"/>
                  </a:lnTo>
                  <a:lnTo>
                    <a:pt x="317347" y="132080"/>
                  </a:lnTo>
                  <a:lnTo>
                    <a:pt x="318185" y="133350"/>
                  </a:lnTo>
                  <a:lnTo>
                    <a:pt x="326174" y="143510"/>
                  </a:lnTo>
                  <a:lnTo>
                    <a:pt x="332574" y="149860"/>
                  </a:lnTo>
                  <a:lnTo>
                    <a:pt x="331876" y="151130"/>
                  </a:lnTo>
                  <a:lnTo>
                    <a:pt x="330479" y="151130"/>
                  </a:lnTo>
                  <a:lnTo>
                    <a:pt x="327837" y="152400"/>
                  </a:lnTo>
                  <a:lnTo>
                    <a:pt x="318655" y="152400"/>
                  </a:lnTo>
                  <a:lnTo>
                    <a:pt x="315899" y="151130"/>
                  </a:lnTo>
                  <a:lnTo>
                    <a:pt x="315328" y="151130"/>
                  </a:lnTo>
                  <a:lnTo>
                    <a:pt x="311848" y="156210"/>
                  </a:lnTo>
                  <a:lnTo>
                    <a:pt x="310819" y="157480"/>
                  </a:lnTo>
                  <a:lnTo>
                    <a:pt x="309841" y="158750"/>
                  </a:lnTo>
                  <a:lnTo>
                    <a:pt x="309206" y="160020"/>
                  </a:lnTo>
                  <a:lnTo>
                    <a:pt x="313931" y="167640"/>
                  </a:lnTo>
                  <a:lnTo>
                    <a:pt x="317512" y="173990"/>
                  </a:lnTo>
                  <a:lnTo>
                    <a:pt x="321005" y="180340"/>
                  </a:lnTo>
                  <a:lnTo>
                    <a:pt x="323545" y="185420"/>
                  </a:lnTo>
                  <a:lnTo>
                    <a:pt x="325793" y="191770"/>
                  </a:lnTo>
                  <a:lnTo>
                    <a:pt x="328752" y="193040"/>
                  </a:lnTo>
                  <a:lnTo>
                    <a:pt x="337769" y="195580"/>
                  </a:lnTo>
                  <a:lnTo>
                    <a:pt x="345617" y="200660"/>
                  </a:lnTo>
                  <a:lnTo>
                    <a:pt x="346468" y="201930"/>
                  </a:lnTo>
                  <a:lnTo>
                    <a:pt x="346583" y="199390"/>
                  </a:lnTo>
                  <a:lnTo>
                    <a:pt x="346684" y="196850"/>
                  </a:lnTo>
                  <a:lnTo>
                    <a:pt x="345465" y="195580"/>
                  </a:lnTo>
                  <a:lnTo>
                    <a:pt x="341071" y="194310"/>
                  </a:lnTo>
                  <a:lnTo>
                    <a:pt x="339407" y="193040"/>
                  </a:lnTo>
                  <a:lnTo>
                    <a:pt x="341223" y="193040"/>
                  </a:lnTo>
                  <a:lnTo>
                    <a:pt x="346684" y="194310"/>
                  </a:lnTo>
                  <a:lnTo>
                    <a:pt x="350608" y="195580"/>
                  </a:lnTo>
                  <a:lnTo>
                    <a:pt x="349770" y="193040"/>
                  </a:lnTo>
                  <a:lnTo>
                    <a:pt x="349351" y="191770"/>
                  </a:lnTo>
                  <a:lnTo>
                    <a:pt x="345313" y="186690"/>
                  </a:lnTo>
                  <a:lnTo>
                    <a:pt x="342849" y="184150"/>
                  </a:lnTo>
                  <a:lnTo>
                    <a:pt x="339509" y="182880"/>
                  </a:lnTo>
                  <a:lnTo>
                    <a:pt x="336245" y="182880"/>
                  </a:lnTo>
                  <a:lnTo>
                    <a:pt x="334848" y="184150"/>
                  </a:lnTo>
                  <a:lnTo>
                    <a:pt x="335064" y="185420"/>
                  </a:lnTo>
                  <a:lnTo>
                    <a:pt x="334340" y="186690"/>
                  </a:lnTo>
                  <a:lnTo>
                    <a:pt x="331749" y="186690"/>
                  </a:lnTo>
                  <a:lnTo>
                    <a:pt x="330898" y="185420"/>
                  </a:lnTo>
                  <a:lnTo>
                    <a:pt x="331749" y="182880"/>
                  </a:lnTo>
                  <a:lnTo>
                    <a:pt x="333616" y="182880"/>
                  </a:lnTo>
                  <a:lnTo>
                    <a:pt x="333248" y="180340"/>
                  </a:lnTo>
                  <a:lnTo>
                    <a:pt x="332828" y="177800"/>
                  </a:lnTo>
                  <a:lnTo>
                    <a:pt x="329666" y="177800"/>
                  </a:lnTo>
                  <a:lnTo>
                    <a:pt x="327837" y="176530"/>
                  </a:lnTo>
                  <a:lnTo>
                    <a:pt x="324878" y="172720"/>
                  </a:lnTo>
                  <a:lnTo>
                    <a:pt x="321818" y="167640"/>
                  </a:lnTo>
                  <a:lnTo>
                    <a:pt x="320255" y="165100"/>
                  </a:lnTo>
                  <a:lnTo>
                    <a:pt x="318858" y="162560"/>
                  </a:lnTo>
                  <a:lnTo>
                    <a:pt x="320776" y="160020"/>
                  </a:lnTo>
                  <a:lnTo>
                    <a:pt x="323126" y="158750"/>
                  </a:lnTo>
                  <a:lnTo>
                    <a:pt x="328142" y="161290"/>
                  </a:lnTo>
                  <a:lnTo>
                    <a:pt x="337921" y="162560"/>
                  </a:lnTo>
                  <a:lnTo>
                    <a:pt x="350177" y="162560"/>
                  </a:lnTo>
                  <a:lnTo>
                    <a:pt x="351904" y="171450"/>
                  </a:lnTo>
                  <a:lnTo>
                    <a:pt x="355638" y="179070"/>
                  </a:lnTo>
                  <a:lnTo>
                    <a:pt x="362140" y="184150"/>
                  </a:lnTo>
                  <a:lnTo>
                    <a:pt x="372186" y="187960"/>
                  </a:lnTo>
                  <a:lnTo>
                    <a:pt x="379857" y="190500"/>
                  </a:lnTo>
                  <a:lnTo>
                    <a:pt x="387934" y="195580"/>
                  </a:lnTo>
                  <a:lnTo>
                    <a:pt x="390728" y="203200"/>
                  </a:lnTo>
                  <a:lnTo>
                    <a:pt x="371500" y="205740"/>
                  </a:lnTo>
                  <a:lnTo>
                    <a:pt x="360311" y="210820"/>
                  </a:lnTo>
                  <a:lnTo>
                    <a:pt x="355104" y="218440"/>
                  </a:lnTo>
                  <a:lnTo>
                    <a:pt x="353822" y="226060"/>
                  </a:lnTo>
                  <a:lnTo>
                    <a:pt x="355574" y="233680"/>
                  </a:lnTo>
                  <a:lnTo>
                    <a:pt x="359435" y="238760"/>
                  </a:lnTo>
                  <a:lnTo>
                    <a:pt x="363296" y="242570"/>
                  </a:lnTo>
                  <a:lnTo>
                    <a:pt x="365048" y="248920"/>
                  </a:lnTo>
                  <a:lnTo>
                    <a:pt x="360730" y="254000"/>
                  </a:lnTo>
                  <a:lnTo>
                    <a:pt x="350647" y="257810"/>
                  </a:lnTo>
                  <a:lnTo>
                    <a:pt x="339013" y="260350"/>
                  </a:lnTo>
                  <a:lnTo>
                    <a:pt x="330085" y="261620"/>
                  </a:lnTo>
                  <a:lnTo>
                    <a:pt x="323126" y="262890"/>
                  </a:lnTo>
                  <a:lnTo>
                    <a:pt x="319354" y="264160"/>
                  </a:lnTo>
                  <a:lnTo>
                    <a:pt x="315937" y="267970"/>
                  </a:lnTo>
                  <a:lnTo>
                    <a:pt x="312686" y="270510"/>
                  </a:lnTo>
                  <a:lnTo>
                    <a:pt x="303352" y="279400"/>
                  </a:lnTo>
                  <a:lnTo>
                    <a:pt x="305917" y="280670"/>
                  </a:lnTo>
                  <a:lnTo>
                    <a:pt x="308483" y="280670"/>
                  </a:lnTo>
                  <a:lnTo>
                    <a:pt x="313067" y="274320"/>
                  </a:lnTo>
                  <a:lnTo>
                    <a:pt x="314350" y="273050"/>
                  </a:lnTo>
                  <a:lnTo>
                    <a:pt x="315328" y="270510"/>
                  </a:lnTo>
                  <a:lnTo>
                    <a:pt x="316166" y="271780"/>
                  </a:lnTo>
                  <a:lnTo>
                    <a:pt x="317119" y="271780"/>
                  </a:lnTo>
                  <a:lnTo>
                    <a:pt x="315429" y="274320"/>
                  </a:lnTo>
                  <a:lnTo>
                    <a:pt x="311670" y="280670"/>
                  </a:lnTo>
                  <a:lnTo>
                    <a:pt x="327406" y="281940"/>
                  </a:lnTo>
                  <a:lnTo>
                    <a:pt x="328422" y="276860"/>
                  </a:lnTo>
                  <a:lnTo>
                    <a:pt x="328422" y="271780"/>
                  </a:lnTo>
                  <a:lnTo>
                    <a:pt x="324472" y="270510"/>
                  </a:lnTo>
                  <a:lnTo>
                    <a:pt x="326758" y="267970"/>
                  </a:lnTo>
                  <a:lnTo>
                    <a:pt x="329120" y="266700"/>
                  </a:lnTo>
                  <a:lnTo>
                    <a:pt x="330987" y="267970"/>
                  </a:lnTo>
                  <a:lnTo>
                    <a:pt x="334632" y="271780"/>
                  </a:lnTo>
                  <a:lnTo>
                    <a:pt x="335203" y="274320"/>
                  </a:lnTo>
                  <a:lnTo>
                    <a:pt x="339598" y="271780"/>
                  </a:lnTo>
                  <a:lnTo>
                    <a:pt x="353187" y="266700"/>
                  </a:lnTo>
                  <a:lnTo>
                    <a:pt x="370166" y="260350"/>
                  </a:lnTo>
                  <a:lnTo>
                    <a:pt x="375221" y="257810"/>
                  </a:lnTo>
                  <a:lnTo>
                    <a:pt x="378282" y="256540"/>
                  </a:lnTo>
                  <a:lnTo>
                    <a:pt x="382143" y="255270"/>
                  </a:lnTo>
                  <a:lnTo>
                    <a:pt x="381000" y="252730"/>
                  </a:lnTo>
                  <a:lnTo>
                    <a:pt x="378625" y="251460"/>
                  </a:lnTo>
                  <a:lnTo>
                    <a:pt x="376212" y="248920"/>
                  </a:lnTo>
                  <a:lnTo>
                    <a:pt x="375666" y="246380"/>
                  </a:lnTo>
                  <a:lnTo>
                    <a:pt x="375666" y="232410"/>
                  </a:lnTo>
                  <a:lnTo>
                    <a:pt x="381927" y="228600"/>
                  </a:lnTo>
                  <a:lnTo>
                    <a:pt x="393192" y="228600"/>
                  </a:lnTo>
                  <a:lnTo>
                    <a:pt x="392696" y="232410"/>
                  </a:lnTo>
                  <a:lnTo>
                    <a:pt x="392696" y="233680"/>
                  </a:lnTo>
                  <a:lnTo>
                    <a:pt x="396659" y="245110"/>
                  </a:lnTo>
                  <a:lnTo>
                    <a:pt x="405841" y="255270"/>
                  </a:lnTo>
                  <a:lnTo>
                    <a:pt x="416255" y="262890"/>
                  </a:lnTo>
                  <a:lnTo>
                    <a:pt x="423913" y="265430"/>
                  </a:lnTo>
                  <a:lnTo>
                    <a:pt x="426872" y="265430"/>
                  </a:lnTo>
                  <a:lnTo>
                    <a:pt x="430911" y="262890"/>
                  </a:lnTo>
                  <a:lnTo>
                    <a:pt x="431025" y="267970"/>
                  </a:lnTo>
                  <a:lnTo>
                    <a:pt x="431139" y="273050"/>
                  </a:lnTo>
                  <a:lnTo>
                    <a:pt x="431253" y="279400"/>
                  </a:lnTo>
                  <a:lnTo>
                    <a:pt x="432803" y="284480"/>
                  </a:lnTo>
                  <a:lnTo>
                    <a:pt x="430110" y="300990"/>
                  </a:lnTo>
                  <a:lnTo>
                    <a:pt x="427685" y="302260"/>
                  </a:lnTo>
                  <a:lnTo>
                    <a:pt x="417766" y="309880"/>
                  </a:lnTo>
                  <a:lnTo>
                    <a:pt x="413105" y="320040"/>
                  </a:lnTo>
                  <a:lnTo>
                    <a:pt x="411048" y="322580"/>
                  </a:lnTo>
                  <a:lnTo>
                    <a:pt x="413207" y="323850"/>
                  </a:lnTo>
                  <a:lnTo>
                    <a:pt x="415505" y="323850"/>
                  </a:lnTo>
                  <a:lnTo>
                    <a:pt x="417347" y="318770"/>
                  </a:lnTo>
                  <a:lnTo>
                    <a:pt x="419049" y="313690"/>
                  </a:lnTo>
                  <a:lnTo>
                    <a:pt x="420776" y="311150"/>
                  </a:lnTo>
                  <a:lnTo>
                    <a:pt x="422656" y="309880"/>
                  </a:lnTo>
                  <a:lnTo>
                    <a:pt x="420687" y="314960"/>
                  </a:lnTo>
                  <a:lnTo>
                    <a:pt x="419328" y="321310"/>
                  </a:lnTo>
                  <a:lnTo>
                    <a:pt x="418261" y="323850"/>
                  </a:lnTo>
                  <a:lnTo>
                    <a:pt x="424751" y="325120"/>
                  </a:lnTo>
                  <a:lnTo>
                    <a:pt x="434784" y="320040"/>
                  </a:lnTo>
                  <a:lnTo>
                    <a:pt x="434784" y="311150"/>
                  </a:lnTo>
                  <a:lnTo>
                    <a:pt x="431253" y="311150"/>
                  </a:lnTo>
                  <a:lnTo>
                    <a:pt x="431253" y="309880"/>
                  </a:lnTo>
                  <a:lnTo>
                    <a:pt x="431253" y="307340"/>
                  </a:lnTo>
                  <a:lnTo>
                    <a:pt x="432841" y="306070"/>
                  </a:lnTo>
                  <a:lnTo>
                    <a:pt x="437273" y="306070"/>
                  </a:lnTo>
                  <a:lnTo>
                    <a:pt x="439216" y="307340"/>
                  </a:lnTo>
                  <a:lnTo>
                    <a:pt x="439331" y="308610"/>
                  </a:lnTo>
                  <a:lnTo>
                    <a:pt x="441998" y="307340"/>
                  </a:lnTo>
                  <a:lnTo>
                    <a:pt x="442925" y="306070"/>
                  </a:lnTo>
                  <a:lnTo>
                    <a:pt x="443839" y="304800"/>
                  </a:lnTo>
                  <a:lnTo>
                    <a:pt x="443814" y="302260"/>
                  </a:lnTo>
                  <a:lnTo>
                    <a:pt x="443699" y="290830"/>
                  </a:lnTo>
                  <a:lnTo>
                    <a:pt x="444119" y="290830"/>
                  </a:lnTo>
                  <a:lnTo>
                    <a:pt x="445274" y="293370"/>
                  </a:lnTo>
                  <a:lnTo>
                    <a:pt x="447344" y="294640"/>
                  </a:lnTo>
                  <a:lnTo>
                    <a:pt x="454558" y="294640"/>
                  </a:lnTo>
                  <a:lnTo>
                    <a:pt x="456590" y="292100"/>
                  </a:lnTo>
                  <a:lnTo>
                    <a:pt x="458990" y="290830"/>
                  </a:lnTo>
                  <a:lnTo>
                    <a:pt x="460717" y="288290"/>
                  </a:lnTo>
                  <a:lnTo>
                    <a:pt x="461416" y="285750"/>
                  </a:lnTo>
                  <a:lnTo>
                    <a:pt x="461416" y="283210"/>
                  </a:lnTo>
                  <a:lnTo>
                    <a:pt x="461124" y="281940"/>
                  </a:lnTo>
                  <a:lnTo>
                    <a:pt x="460336" y="280670"/>
                  </a:lnTo>
                  <a:lnTo>
                    <a:pt x="459333" y="279400"/>
                  </a:lnTo>
                  <a:lnTo>
                    <a:pt x="458419" y="278714"/>
                  </a:lnTo>
                  <a:lnTo>
                    <a:pt x="458419" y="283210"/>
                  </a:lnTo>
                  <a:lnTo>
                    <a:pt x="458279" y="284480"/>
                  </a:lnTo>
                  <a:lnTo>
                    <a:pt x="458101" y="285750"/>
                  </a:lnTo>
                  <a:lnTo>
                    <a:pt x="457771" y="287020"/>
                  </a:lnTo>
                  <a:lnTo>
                    <a:pt x="456590" y="289560"/>
                  </a:lnTo>
                  <a:lnTo>
                    <a:pt x="454875" y="289560"/>
                  </a:lnTo>
                  <a:lnTo>
                    <a:pt x="451815" y="292100"/>
                  </a:lnTo>
                  <a:lnTo>
                    <a:pt x="448259" y="292100"/>
                  </a:lnTo>
                  <a:lnTo>
                    <a:pt x="447535" y="290830"/>
                  </a:lnTo>
                  <a:lnTo>
                    <a:pt x="446811" y="289560"/>
                  </a:lnTo>
                  <a:lnTo>
                    <a:pt x="445973" y="288290"/>
                  </a:lnTo>
                  <a:lnTo>
                    <a:pt x="446062" y="287020"/>
                  </a:lnTo>
                  <a:lnTo>
                    <a:pt x="446227" y="287020"/>
                  </a:lnTo>
                  <a:lnTo>
                    <a:pt x="446392" y="285750"/>
                  </a:lnTo>
                  <a:lnTo>
                    <a:pt x="446557" y="284480"/>
                  </a:lnTo>
                  <a:lnTo>
                    <a:pt x="447903" y="283210"/>
                  </a:lnTo>
                  <a:lnTo>
                    <a:pt x="449491" y="281940"/>
                  </a:lnTo>
                  <a:lnTo>
                    <a:pt x="451345" y="280670"/>
                  </a:lnTo>
                  <a:lnTo>
                    <a:pt x="455129" y="280670"/>
                  </a:lnTo>
                  <a:lnTo>
                    <a:pt x="457060" y="281940"/>
                  </a:lnTo>
                  <a:lnTo>
                    <a:pt x="457644" y="283210"/>
                  </a:lnTo>
                  <a:lnTo>
                    <a:pt x="458419" y="283210"/>
                  </a:lnTo>
                  <a:lnTo>
                    <a:pt x="458419" y="278714"/>
                  </a:lnTo>
                  <a:lnTo>
                    <a:pt x="457644" y="278130"/>
                  </a:lnTo>
                  <a:lnTo>
                    <a:pt x="455764" y="278130"/>
                  </a:lnTo>
                  <a:lnTo>
                    <a:pt x="453199" y="276860"/>
                  </a:lnTo>
                  <a:lnTo>
                    <a:pt x="450265" y="278130"/>
                  </a:lnTo>
                  <a:lnTo>
                    <a:pt x="445681" y="280670"/>
                  </a:lnTo>
                  <a:lnTo>
                    <a:pt x="443839" y="283210"/>
                  </a:lnTo>
                  <a:lnTo>
                    <a:pt x="443280" y="285750"/>
                  </a:lnTo>
                  <a:lnTo>
                    <a:pt x="443217" y="284480"/>
                  </a:lnTo>
                  <a:lnTo>
                    <a:pt x="443141" y="283210"/>
                  </a:lnTo>
                  <a:lnTo>
                    <a:pt x="443064" y="281940"/>
                  </a:lnTo>
                  <a:lnTo>
                    <a:pt x="443001" y="280670"/>
                  </a:lnTo>
                  <a:lnTo>
                    <a:pt x="442925" y="279400"/>
                  </a:lnTo>
                  <a:lnTo>
                    <a:pt x="442849" y="278130"/>
                  </a:lnTo>
                  <a:lnTo>
                    <a:pt x="442785" y="276860"/>
                  </a:lnTo>
                  <a:lnTo>
                    <a:pt x="441998" y="269240"/>
                  </a:lnTo>
                  <a:lnTo>
                    <a:pt x="442125" y="267970"/>
                  </a:lnTo>
                  <a:lnTo>
                    <a:pt x="442252" y="266700"/>
                  </a:lnTo>
                  <a:lnTo>
                    <a:pt x="442366" y="265430"/>
                  </a:lnTo>
                  <a:lnTo>
                    <a:pt x="442468" y="264160"/>
                  </a:lnTo>
                  <a:lnTo>
                    <a:pt x="442569" y="262890"/>
                  </a:lnTo>
                  <a:lnTo>
                    <a:pt x="442671" y="261620"/>
                  </a:lnTo>
                  <a:lnTo>
                    <a:pt x="442785" y="260350"/>
                  </a:lnTo>
                  <a:lnTo>
                    <a:pt x="442925" y="257810"/>
                  </a:lnTo>
                  <a:lnTo>
                    <a:pt x="441325" y="257810"/>
                  </a:lnTo>
                  <a:lnTo>
                    <a:pt x="439623" y="256540"/>
                  </a:lnTo>
                  <a:lnTo>
                    <a:pt x="437781" y="260350"/>
                  </a:lnTo>
                  <a:lnTo>
                    <a:pt x="432930" y="260350"/>
                  </a:lnTo>
                  <a:lnTo>
                    <a:pt x="425742" y="252730"/>
                  </a:lnTo>
                  <a:lnTo>
                    <a:pt x="425742" y="246380"/>
                  </a:lnTo>
                  <a:lnTo>
                    <a:pt x="426923" y="241300"/>
                  </a:lnTo>
                  <a:lnTo>
                    <a:pt x="429983" y="233680"/>
                  </a:lnTo>
                  <a:lnTo>
                    <a:pt x="431977" y="228600"/>
                  </a:lnTo>
                  <a:lnTo>
                    <a:pt x="432612" y="223520"/>
                  </a:lnTo>
                  <a:lnTo>
                    <a:pt x="432930" y="220980"/>
                  </a:lnTo>
                  <a:lnTo>
                    <a:pt x="432841" y="218440"/>
                  </a:lnTo>
                  <a:lnTo>
                    <a:pt x="434682" y="217170"/>
                  </a:lnTo>
                  <a:lnTo>
                    <a:pt x="437299" y="222250"/>
                  </a:lnTo>
                  <a:lnTo>
                    <a:pt x="439470" y="227330"/>
                  </a:lnTo>
                  <a:lnTo>
                    <a:pt x="442785" y="231140"/>
                  </a:lnTo>
                  <a:lnTo>
                    <a:pt x="443852" y="238760"/>
                  </a:lnTo>
                  <a:lnTo>
                    <a:pt x="448995" y="245110"/>
                  </a:lnTo>
                  <a:lnTo>
                    <a:pt x="456577" y="248920"/>
                  </a:lnTo>
                  <a:lnTo>
                    <a:pt x="462165" y="246380"/>
                  </a:lnTo>
                  <a:lnTo>
                    <a:pt x="464959" y="245110"/>
                  </a:lnTo>
                  <a:lnTo>
                    <a:pt x="459587" y="246380"/>
                  </a:lnTo>
                  <a:lnTo>
                    <a:pt x="455790" y="241300"/>
                  </a:lnTo>
                  <a:lnTo>
                    <a:pt x="453402" y="236220"/>
                  </a:lnTo>
                  <a:lnTo>
                    <a:pt x="454355" y="236220"/>
                  </a:lnTo>
                  <a:lnTo>
                    <a:pt x="457974" y="237490"/>
                  </a:lnTo>
                  <a:lnTo>
                    <a:pt x="461835" y="241300"/>
                  </a:lnTo>
                  <a:lnTo>
                    <a:pt x="474002" y="241300"/>
                  </a:lnTo>
                  <a:lnTo>
                    <a:pt x="475411" y="236220"/>
                  </a:lnTo>
                  <a:lnTo>
                    <a:pt x="476110" y="233680"/>
                  </a:lnTo>
                  <a:lnTo>
                    <a:pt x="477164" y="229870"/>
                  </a:lnTo>
                  <a:lnTo>
                    <a:pt x="475043" y="232410"/>
                  </a:lnTo>
                  <a:lnTo>
                    <a:pt x="470611" y="233680"/>
                  </a:lnTo>
                  <a:lnTo>
                    <a:pt x="467575" y="233680"/>
                  </a:lnTo>
                  <a:lnTo>
                    <a:pt x="469087" y="232410"/>
                  </a:lnTo>
                  <a:lnTo>
                    <a:pt x="472109" y="229870"/>
                  </a:lnTo>
                  <a:lnTo>
                    <a:pt x="474484" y="224790"/>
                  </a:lnTo>
                  <a:lnTo>
                    <a:pt x="474484" y="218440"/>
                  </a:lnTo>
                  <a:lnTo>
                    <a:pt x="468680" y="199390"/>
                  </a:lnTo>
                  <a:lnTo>
                    <a:pt x="443090" y="173990"/>
                  </a:lnTo>
                  <a:lnTo>
                    <a:pt x="437273" y="157480"/>
                  </a:lnTo>
                  <a:lnTo>
                    <a:pt x="437273" y="147320"/>
                  </a:lnTo>
                  <a:lnTo>
                    <a:pt x="446354" y="140970"/>
                  </a:lnTo>
                  <a:lnTo>
                    <a:pt x="455129" y="140970"/>
                  </a:lnTo>
                  <a:lnTo>
                    <a:pt x="456984" y="142240"/>
                  </a:lnTo>
                  <a:lnTo>
                    <a:pt x="458419" y="142240"/>
                  </a:lnTo>
                  <a:lnTo>
                    <a:pt x="456082" y="144780"/>
                  </a:lnTo>
                  <a:lnTo>
                    <a:pt x="454748" y="148590"/>
                  </a:lnTo>
                  <a:lnTo>
                    <a:pt x="454875" y="153670"/>
                  </a:lnTo>
                  <a:lnTo>
                    <a:pt x="461048" y="165100"/>
                  </a:lnTo>
                  <a:lnTo>
                    <a:pt x="473748" y="172720"/>
                  </a:lnTo>
                  <a:lnTo>
                    <a:pt x="486371" y="177800"/>
                  </a:lnTo>
                  <a:lnTo>
                    <a:pt x="492290" y="184150"/>
                  </a:lnTo>
                  <a:close/>
                </a:path>
              </a:pathLst>
            </a:custGeom>
            <a:solidFill>
              <a:srgbClr val="FFFFFF"/>
            </a:solidFill>
          </p:spPr>
          <p:txBody>
            <a:bodyPr wrap="square" lIns="0" tIns="0" rIns="0" bIns="0" rtlCol="0"/>
            <a:lstStyle/>
            <a:p>
              <a:endParaRPr/>
            </a:p>
          </p:txBody>
        </p:sp>
        <p:pic>
          <p:nvPicPr>
            <p:cNvPr id="8" name="object 8"/>
            <p:cNvPicPr>
              <a:picLocks noGrp="1" noRot="1" noMove="1" noResize="1" noEditPoints="1" noAdjustHandles="1" noChangeArrowheads="1" noChangeShapeType="1" noCrop="1"/>
            </p:cNvPicPr>
            <p:nvPr/>
          </p:nvPicPr>
          <p:blipFill>
            <a:blip r:embed="rId5" cstate="print"/>
            <a:stretch>
              <a:fillRect/>
            </a:stretch>
          </p:blipFill>
          <p:spPr>
            <a:xfrm>
              <a:off x="723307" y="1028083"/>
              <a:ext cx="162182" cy="202135"/>
            </a:xfrm>
            <a:prstGeom prst="rect">
              <a:avLst/>
            </a:prstGeom>
          </p:spPr>
        </p:pic>
        <p:pic>
          <p:nvPicPr>
            <p:cNvPr id="9" name="object 9"/>
            <p:cNvPicPr>
              <a:picLocks noGrp="1" noRot="1" noMove="1" noResize="1" noEditPoints="1" noAdjustHandles="1" noChangeArrowheads="1" noChangeShapeType="1" noCrop="1"/>
            </p:cNvPicPr>
            <p:nvPr/>
          </p:nvPicPr>
          <p:blipFill>
            <a:blip r:embed="rId6" cstate="print"/>
            <a:stretch>
              <a:fillRect/>
            </a:stretch>
          </p:blipFill>
          <p:spPr>
            <a:xfrm>
              <a:off x="928447" y="1028087"/>
              <a:ext cx="167248" cy="197425"/>
            </a:xfrm>
            <a:prstGeom prst="rect">
              <a:avLst/>
            </a:prstGeom>
          </p:spPr>
        </p:pic>
        <p:sp>
          <p:nvSpPr>
            <p:cNvPr id="10" name="object 10"/>
            <p:cNvSpPr>
              <a:spLocks noGrp="1" noRot="1" noMove="1" noResize="1" noEditPoints="1" noAdjustHandles="1" noChangeArrowheads="1" noChangeShapeType="1"/>
            </p:cNvSpPr>
            <p:nvPr/>
          </p:nvSpPr>
          <p:spPr>
            <a:xfrm>
              <a:off x="1195451" y="1028089"/>
              <a:ext cx="160020" cy="197485"/>
            </a:xfrm>
            <a:custGeom>
              <a:avLst/>
              <a:gdLst/>
              <a:ahLst/>
              <a:cxnLst/>
              <a:rect l="l" t="t" r="r" b="b"/>
              <a:pathLst>
                <a:path w="160019" h="197484">
                  <a:moveTo>
                    <a:pt x="159918" y="0"/>
                  </a:moveTo>
                  <a:lnTo>
                    <a:pt x="133070" y="0"/>
                  </a:lnTo>
                  <a:lnTo>
                    <a:pt x="133070" y="85432"/>
                  </a:lnTo>
                  <a:lnTo>
                    <a:pt x="26835" y="85432"/>
                  </a:lnTo>
                  <a:lnTo>
                    <a:pt x="26835" y="0"/>
                  </a:lnTo>
                  <a:lnTo>
                    <a:pt x="0" y="0"/>
                  </a:lnTo>
                  <a:lnTo>
                    <a:pt x="0" y="85432"/>
                  </a:lnTo>
                  <a:lnTo>
                    <a:pt x="0" y="106794"/>
                  </a:lnTo>
                  <a:lnTo>
                    <a:pt x="0" y="197243"/>
                  </a:lnTo>
                  <a:lnTo>
                    <a:pt x="26835" y="197243"/>
                  </a:lnTo>
                  <a:lnTo>
                    <a:pt x="26835" y="106794"/>
                  </a:lnTo>
                  <a:lnTo>
                    <a:pt x="133070" y="106794"/>
                  </a:lnTo>
                  <a:lnTo>
                    <a:pt x="133070" y="197243"/>
                  </a:lnTo>
                  <a:lnTo>
                    <a:pt x="159918" y="197243"/>
                  </a:lnTo>
                  <a:lnTo>
                    <a:pt x="159918" y="106794"/>
                  </a:lnTo>
                  <a:lnTo>
                    <a:pt x="159918" y="85432"/>
                  </a:lnTo>
                  <a:lnTo>
                    <a:pt x="159918" y="0"/>
                  </a:lnTo>
                  <a:close/>
                </a:path>
              </a:pathLst>
            </a:custGeom>
            <a:solidFill>
              <a:srgbClr val="FFFFFF"/>
            </a:solidFill>
          </p:spPr>
          <p:txBody>
            <a:bodyPr wrap="square" lIns="0" tIns="0" rIns="0" bIns="0" rtlCol="0"/>
            <a:lstStyle/>
            <a:p>
              <a:endParaRPr/>
            </a:p>
          </p:txBody>
        </p:sp>
        <p:pic>
          <p:nvPicPr>
            <p:cNvPr id="11" name="object 11"/>
            <p:cNvPicPr>
              <a:picLocks noGrp="1" noRot="1" noMove="1" noResize="1" noEditPoints="1" noAdjustHandles="1" noChangeArrowheads="1" noChangeShapeType="1" noCrop="1"/>
            </p:cNvPicPr>
            <p:nvPr/>
          </p:nvPicPr>
          <p:blipFill>
            <a:blip r:embed="rId7" cstate="print"/>
            <a:stretch>
              <a:fillRect/>
            </a:stretch>
          </p:blipFill>
          <p:spPr>
            <a:xfrm>
              <a:off x="1387592" y="1079243"/>
              <a:ext cx="289038" cy="149587"/>
            </a:xfrm>
            <a:prstGeom prst="rect">
              <a:avLst/>
            </a:prstGeom>
          </p:spPr>
        </p:pic>
        <p:sp>
          <p:nvSpPr>
            <p:cNvPr id="12" name="object 12"/>
            <p:cNvSpPr>
              <a:spLocks noGrp="1" noRot="1" noMove="1" noResize="1" noEditPoints="1" noAdjustHandles="1" noChangeArrowheads="1" noChangeShapeType="1"/>
            </p:cNvSpPr>
            <p:nvPr/>
          </p:nvSpPr>
          <p:spPr>
            <a:xfrm>
              <a:off x="1700362" y="1028087"/>
              <a:ext cx="24130" cy="197485"/>
            </a:xfrm>
            <a:custGeom>
              <a:avLst/>
              <a:gdLst/>
              <a:ahLst/>
              <a:cxnLst/>
              <a:rect l="l" t="t" r="r" b="b"/>
              <a:pathLst>
                <a:path w="24130" h="197484">
                  <a:moveTo>
                    <a:pt x="24017" y="197425"/>
                  </a:moveTo>
                  <a:lnTo>
                    <a:pt x="0" y="197425"/>
                  </a:lnTo>
                  <a:lnTo>
                    <a:pt x="0" y="0"/>
                  </a:lnTo>
                  <a:lnTo>
                    <a:pt x="24017" y="0"/>
                  </a:lnTo>
                  <a:lnTo>
                    <a:pt x="24017" y="197425"/>
                  </a:lnTo>
                  <a:close/>
                </a:path>
              </a:pathLst>
            </a:custGeom>
            <a:solidFill>
              <a:srgbClr val="FFFFFF"/>
            </a:solidFill>
          </p:spPr>
          <p:txBody>
            <a:bodyPr wrap="square" lIns="0" tIns="0" rIns="0" bIns="0" rtlCol="0"/>
            <a:lstStyle/>
            <a:p>
              <a:endParaRPr/>
            </a:p>
          </p:txBody>
        </p:sp>
        <p:pic>
          <p:nvPicPr>
            <p:cNvPr id="13" name="object 13"/>
            <p:cNvPicPr>
              <a:picLocks noGrp="1" noRot="1" noMove="1" noResize="1" noEditPoints="1" noAdjustHandles="1" noChangeArrowheads="1" noChangeShapeType="1" noCrop="1"/>
            </p:cNvPicPr>
            <p:nvPr/>
          </p:nvPicPr>
          <p:blipFill>
            <a:blip r:embed="rId8" cstate="print"/>
            <a:stretch>
              <a:fillRect/>
            </a:stretch>
          </p:blipFill>
          <p:spPr>
            <a:xfrm>
              <a:off x="1746146" y="1039702"/>
              <a:ext cx="77972" cy="185820"/>
            </a:xfrm>
            <a:prstGeom prst="rect">
              <a:avLst/>
            </a:prstGeom>
          </p:spPr>
        </p:pic>
        <p:pic>
          <p:nvPicPr>
            <p:cNvPr id="14" name="object 14"/>
            <p:cNvPicPr>
              <a:picLocks noGrp="1" noRot="1" noMove="1" noResize="1" noEditPoints="1" noAdjustHandles="1" noChangeArrowheads="1" noChangeShapeType="1" noCrop="1"/>
            </p:cNvPicPr>
            <p:nvPr/>
          </p:nvPicPr>
          <p:blipFill>
            <a:blip r:embed="rId9" cstate="print"/>
            <a:stretch>
              <a:fillRect/>
            </a:stretch>
          </p:blipFill>
          <p:spPr>
            <a:xfrm>
              <a:off x="1850678" y="1028087"/>
              <a:ext cx="120924" cy="197425"/>
            </a:xfrm>
            <a:prstGeom prst="rect">
              <a:avLst/>
            </a:prstGeom>
          </p:spPr>
        </p:pic>
        <p:pic>
          <p:nvPicPr>
            <p:cNvPr id="15" name="object 15"/>
            <p:cNvPicPr>
              <a:picLocks noGrp="1" noRot="1" noMove="1" noResize="1" noEditPoints="1" noAdjustHandles="1" noChangeArrowheads="1" noChangeShapeType="1" noCrop="1"/>
            </p:cNvPicPr>
            <p:nvPr/>
          </p:nvPicPr>
          <p:blipFill>
            <a:blip r:embed="rId10" cstate="print"/>
            <a:stretch>
              <a:fillRect/>
            </a:stretch>
          </p:blipFill>
          <p:spPr>
            <a:xfrm>
              <a:off x="712861" y="1314126"/>
              <a:ext cx="162182" cy="206814"/>
            </a:xfrm>
            <a:prstGeom prst="rect">
              <a:avLst/>
            </a:prstGeom>
          </p:spPr>
        </p:pic>
        <p:pic>
          <p:nvPicPr>
            <p:cNvPr id="16" name="object 16"/>
            <p:cNvPicPr>
              <a:picLocks noGrp="1" noRot="1" noMove="1" noResize="1" noEditPoints="1" noAdjustHandles="1" noChangeArrowheads="1" noChangeShapeType="1" noCrop="1"/>
            </p:cNvPicPr>
            <p:nvPr/>
          </p:nvPicPr>
          <p:blipFill>
            <a:blip r:embed="rId11" cstate="print"/>
            <a:stretch>
              <a:fillRect/>
            </a:stretch>
          </p:blipFill>
          <p:spPr>
            <a:xfrm>
              <a:off x="895674" y="1369975"/>
              <a:ext cx="284513" cy="149595"/>
            </a:xfrm>
            <a:prstGeom prst="rect">
              <a:avLst/>
            </a:prstGeom>
          </p:spPr>
        </p:pic>
        <p:pic>
          <p:nvPicPr>
            <p:cNvPr id="17" name="object 17"/>
            <p:cNvPicPr>
              <a:picLocks noGrp="1" noRot="1" noMove="1" noResize="1" noEditPoints="1" noAdjustHandles="1" noChangeArrowheads="1" noChangeShapeType="1" noCrop="1"/>
            </p:cNvPicPr>
            <p:nvPr/>
          </p:nvPicPr>
          <p:blipFill>
            <a:blip r:embed="rId12" cstate="print"/>
            <a:stretch>
              <a:fillRect/>
            </a:stretch>
          </p:blipFill>
          <p:spPr>
            <a:xfrm>
              <a:off x="1207038" y="1373286"/>
              <a:ext cx="120924" cy="146279"/>
            </a:xfrm>
            <a:prstGeom prst="rect">
              <a:avLst/>
            </a:prstGeom>
          </p:spPr>
        </p:pic>
        <p:pic>
          <p:nvPicPr>
            <p:cNvPr id="18" name="object 18"/>
            <p:cNvPicPr>
              <a:picLocks noGrp="1" noRot="1" noMove="1" noResize="1" noEditPoints="1" noAdjustHandles="1" noChangeArrowheads="1" noChangeShapeType="1" noCrop="1"/>
            </p:cNvPicPr>
            <p:nvPr/>
          </p:nvPicPr>
          <p:blipFill>
            <a:blip r:embed="rId13" cstate="print"/>
            <a:stretch>
              <a:fillRect/>
            </a:stretch>
          </p:blipFill>
          <p:spPr>
            <a:xfrm>
              <a:off x="1363291" y="1369976"/>
              <a:ext cx="76848" cy="146279"/>
            </a:xfrm>
            <a:prstGeom prst="rect">
              <a:avLst/>
            </a:prstGeom>
          </p:spPr>
        </p:pic>
        <p:sp>
          <p:nvSpPr>
            <p:cNvPr id="19" name="object 19"/>
            <p:cNvSpPr>
              <a:spLocks noGrp="1" noRot="1" noMove="1" noResize="1" noEditPoints="1" noAdjustHandles="1" noChangeArrowheads="1" noChangeShapeType="1"/>
            </p:cNvSpPr>
            <p:nvPr/>
          </p:nvSpPr>
          <p:spPr>
            <a:xfrm>
              <a:off x="1459636" y="1318843"/>
              <a:ext cx="24130" cy="197485"/>
            </a:xfrm>
            <a:custGeom>
              <a:avLst/>
              <a:gdLst/>
              <a:ahLst/>
              <a:cxnLst/>
              <a:rect l="l" t="t" r="r" b="b"/>
              <a:pathLst>
                <a:path w="24130" h="197484">
                  <a:moveTo>
                    <a:pt x="24015" y="54457"/>
                  </a:moveTo>
                  <a:lnTo>
                    <a:pt x="0" y="54457"/>
                  </a:lnTo>
                  <a:lnTo>
                    <a:pt x="0" y="197421"/>
                  </a:lnTo>
                  <a:lnTo>
                    <a:pt x="24015" y="197421"/>
                  </a:lnTo>
                  <a:lnTo>
                    <a:pt x="24015" y="54457"/>
                  </a:lnTo>
                  <a:close/>
                </a:path>
                <a:path w="24130" h="197484">
                  <a:moveTo>
                    <a:pt x="24015" y="0"/>
                  </a:moveTo>
                  <a:lnTo>
                    <a:pt x="0" y="0"/>
                  </a:lnTo>
                  <a:lnTo>
                    <a:pt x="0" y="28752"/>
                  </a:lnTo>
                  <a:lnTo>
                    <a:pt x="24015" y="28752"/>
                  </a:lnTo>
                  <a:lnTo>
                    <a:pt x="24015" y="0"/>
                  </a:lnTo>
                  <a:close/>
                </a:path>
              </a:pathLst>
            </a:custGeom>
            <a:solidFill>
              <a:srgbClr val="FFFFFF"/>
            </a:solidFill>
          </p:spPr>
          <p:txBody>
            <a:bodyPr wrap="square" lIns="0" tIns="0" rIns="0" bIns="0" rtlCol="0"/>
            <a:lstStyle/>
            <a:p>
              <a:endParaRPr/>
            </a:p>
          </p:txBody>
        </p:sp>
        <p:pic>
          <p:nvPicPr>
            <p:cNvPr id="20" name="object 20"/>
            <p:cNvPicPr>
              <a:picLocks noGrp="1" noRot="1" noMove="1" noResize="1" noEditPoints="1" noAdjustHandles="1" noChangeArrowheads="1" noChangeShapeType="1" noCrop="1"/>
            </p:cNvPicPr>
            <p:nvPr/>
          </p:nvPicPr>
          <p:blipFill>
            <a:blip r:embed="rId14" cstate="print"/>
            <a:stretch>
              <a:fillRect/>
            </a:stretch>
          </p:blipFill>
          <p:spPr>
            <a:xfrm>
              <a:off x="1505414" y="1330435"/>
              <a:ext cx="225455" cy="243047"/>
            </a:xfrm>
            <a:prstGeom prst="rect">
              <a:avLst/>
            </a:prstGeom>
          </p:spPr>
        </p:pic>
        <p:pic>
          <p:nvPicPr>
            <p:cNvPr id="21" name="object 21"/>
            <p:cNvPicPr>
              <a:picLocks noGrp="1" noRot="1" noMove="1" noResize="1" noEditPoints="1" noAdjustHandles="1" noChangeArrowheads="1" noChangeShapeType="1" noCrop="1"/>
            </p:cNvPicPr>
            <p:nvPr/>
          </p:nvPicPr>
          <p:blipFill>
            <a:blip r:embed="rId15" cstate="print"/>
            <a:stretch>
              <a:fillRect/>
            </a:stretch>
          </p:blipFill>
          <p:spPr>
            <a:xfrm>
              <a:off x="700430" y="1609553"/>
              <a:ext cx="329161" cy="255481"/>
            </a:xfrm>
            <a:prstGeom prst="rect">
              <a:avLst/>
            </a:prstGeom>
          </p:spPr>
        </p:pic>
        <p:pic>
          <p:nvPicPr>
            <p:cNvPr id="22" name="object 22"/>
            <p:cNvPicPr>
              <a:picLocks noGrp="1" noRot="1" noMove="1" noResize="1" noEditPoints="1" noAdjustHandles="1" noChangeArrowheads="1" noChangeShapeType="1" noCrop="1"/>
            </p:cNvPicPr>
            <p:nvPr/>
          </p:nvPicPr>
          <p:blipFill>
            <a:blip r:embed="rId16" cstate="print"/>
            <a:stretch>
              <a:fillRect/>
            </a:stretch>
          </p:blipFill>
          <p:spPr>
            <a:xfrm>
              <a:off x="1057859" y="1660702"/>
              <a:ext cx="134761" cy="149579"/>
            </a:xfrm>
            <a:prstGeom prst="rect">
              <a:avLst/>
            </a:prstGeom>
          </p:spPr>
        </p:pic>
        <p:pic>
          <p:nvPicPr>
            <p:cNvPr id="23" name="object 23"/>
            <p:cNvPicPr>
              <a:picLocks noGrp="1" noRot="1" noMove="1" noResize="1" noEditPoints="1" noAdjustHandles="1" noChangeArrowheads="1" noChangeShapeType="1" noCrop="1"/>
            </p:cNvPicPr>
            <p:nvPr/>
          </p:nvPicPr>
          <p:blipFill>
            <a:blip r:embed="rId17" cstate="print"/>
            <a:stretch>
              <a:fillRect/>
            </a:stretch>
          </p:blipFill>
          <p:spPr>
            <a:xfrm>
              <a:off x="1217495" y="1660710"/>
              <a:ext cx="120924" cy="146263"/>
            </a:xfrm>
            <a:prstGeom prst="rect">
              <a:avLst/>
            </a:prstGeom>
          </p:spPr>
        </p:pic>
        <p:pic>
          <p:nvPicPr>
            <p:cNvPr id="24" name="object 24"/>
            <p:cNvPicPr>
              <a:picLocks noGrp="1" noRot="1" noMove="1" noResize="1" noEditPoints="1" noAdjustHandles="1" noChangeArrowheads="1" noChangeShapeType="1" noCrop="1"/>
            </p:cNvPicPr>
            <p:nvPr/>
          </p:nvPicPr>
          <p:blipFill>
            <a:blip r:embed="rId18" cstate="print"/>
            <a:stretch>
              <a:fillRect/>
            </a:stretch>
          </p:blipFill>
          <p:spPr>
            <a:xfrm>
              <a:off x="1366679" y="1660701"/>
              <a:ext cx="280563" cy="203500"/>
            </a:xfrm>
            <a:prstGeom prst="rect">
              <a:avLst/>
            </a:prstGeom>
          </p:spPr>
        </p:pic>
        <p:sp>
          <p:nvSpPr>
            <p:cNvPr id="25" name="object 25"/>
            <p:cNvSpPr>
              <a:spLocks noGrp="1" noRot="1" noMove="1" noResize="1" noEditPoints="1" noAdjustHandles="1" noChangeArrowheads="1" noChangeShapeType="1"/>
            </p:cNvSpPr>
            <p:nvPr/>
          </p:nvSpPr>
          <p:spPr>
            <a:xfrm>
              <a:off x="0" y="2362200"/>
              <a:ext cx="17348200" cy="6705600"/>
            </a:xfrm>
            <a:custGeom>
              <a:avLst/>
              <a:gdLst/>
              <a:ahLst/>
              <a:cxnLst/>
              <a:rect l="l" t="t" r="r" b="b"/>
              <a:pathLst>
                <a:path w="17348200" h="6705600">
                  <a:moveTo>
                    <a:pt x="17348200" y="0"/>
                  </a:moveTo>
                  <a:lnTo>
                    <a:pt x="0" y="0"/>
                  </a:lnTo>
                  <a:lnTo>
                    <a:pt x="0" y="6705600"/>
                  </a:lnTo>
                  <a:lnTo>
                    <a:pt x="17348200" y="6705600"/>
                  </a:lnTo>
                  <a:lnTo>
                    <a:pt x="17348200" y="0"/>
                  </a:lnTo>
                  <a:close/>
                </a:path>
              </a:pathLst>
            </a:custGeom>
            <a:solidFill>
              <a:srgbClr val="FFFFFF"/>
            </a:solidFill>
          </p:spPr>
          <p:txBody>
            <a:bodyPr wrap="square" lIns="0" tIns="0" rIns="0" bIns="0" rtlCol="0"/>
            <a:lstStyle/>
            <a:p>
              <a:endParaRPr/>
            </a:p>
          </p:txBody>
        </p:sp>
      </p:grpSp>
      <p:sp>
        <p:nvSpPr>
          <p:cNvPr id="27" name="object 27"/>
          <p:cNvSpPr txBox="1">
            <a:spLocks noGrp="1"/>
          </p:cNvSpPr>
          <p:nvPr>
            <p:ph type="title"/>
          </p:nvPr>
        </p:nvSpPr>
        <p:spPr>
          <a:xfrm>
            <a:off x="2335536" y="884020"/>
            <a:ext cx="13863481" cy="1490152"/>
          </a:xfrm>
          <a:prstGeom prst="rect">
            <a:avLst/>
          </a:prstGeom>
        </p:spPr>
        <p:txBody>
          <a:bodyPr vert="horz" wrap="square" lIns="0" tIns="12700" rIns="0" bIns="0" rtlCol="0" anchor="t">
            <a:spAutoFit/>
          </a:bodyPr>
          <a:lstStyle/>
          <a:p>
            <a:pPr marL="12700" algn="l" rtl="0">
              <a:spcBef>
                <a:spcPts val="100"/>
              </a:spcBef>
              <a:tabLst>
                <a:tab pos="2597150" algn="l"/>
              </a:tabLst>
            </a:pPr>
            <a:r>
              <a:rPr lang="en-GB" sz="4800" b="1" i="0" u="none" strike="noStrike">
                <a:solidFill>
                  <a:srgbClr val="92D050"/>
                </a:solidFill>
                <a:effectLst/>
                <a:latin typeface="Arial"/>
              </a:rPr>
              <a:t>Incident response</a:t>
            </a:r>
            <a:r>
              <a:rPr lang="en-GB" sz="4800">
                <a:solidFill>
                  <a:srgbClr val="92D050"/>
                </a:solidFill>
                <a:latin typeface="Arial"/>
              </a:rPr>
              <a:t> to climate related threats</a:t>
            </a:r>
            <a:br>
              <a:rPr lang="en-GB" sz="4800" i="0" u="none" strike="noStrike">
                <a:effectLst/>
                <a:latin typeface="Arial" panose="020B0604020202020204" pitchFamily="34" charset="0"/>
                <a:cs typeface="Arial" panose="020B0604020202020204" pitchFamily="34" charset="0"/>
              </a:rPr>
            </a:br>
            <a:endParaRPr lang="en-GB" sz="4800">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210E77BB-6B4C-7AC5-268C-5DFB2E368DBC}"/>
              </a:ext>
            </a:extLst>
          </p:cNvPr>
          <p:cNvSpPr txBox="1"/>
          <p:nvPr/>
        </p:nvSpPr>
        <p:spPr>
          <a:xfrm>
            <a:off x="454072" y="2953187"/>
            <a:ext cx="13469745" cy="5550237"/>
          </a:xfrm>
          <a:prstGeom prst="rect">
            <a:avLst/>
          </a:prstGeom>
          <a:noFill/>
        </p:spPr>
        <p:txBody>
          <a:bodyPr wrap="square" lIns="91440" tIns="45720" rIns="91440" bIns="45720" anchor="t">
            <a:spAutoFit/>
          </a:bodyPr>
          <a:lstStyle/>
          <a:p>
            <a:pPr marL="207645" indent="-194945" algn="l" rtl="0" fontAlgn="base">
              <a:spcBef>
                <a:spcPts val="1400"/>
              </a:spcBef>
              <a:buClr>
                <a:srgbClr val="0F7E90"/>
              </a:buClr>
              <a:buFont typeface="Minion Pro"/>
              <a:buChar char="•"/>
              <a:tabLst>
                <a:tab pos="207645" algn="l"/>
                <a:tab pos="2836545" algn="l"/>
              </a:tabLst>
            </a:pPr>
            <a:r>
              <a:rPr lang="en-GB" sz="2800">
                <a:solidFill>
                  <a:schemeClr val="accent5">
                    <a:lumMod val="75000"/>
                  </a:schemeClr>
                </a:solidFill>
                <a:latin typeface="Arial"/>
                <a:cs typeface="Arial"/>
              </a:rPr>
              <a:t>Supporting </a:t>
            </a:r>
            <a:r>
              <a:rPr lang="en-GB" sz="2800" b="1">
                <a:solidFill>
                  <a:schemeClr val="accent5">
                    <a:lumMod val="75000"/>
                  </a:schemeClr>
                </a:solidFill>
                <a:latin typeface="Arial"/>
                <a:cs typeface="Arial"/>
              </a:rPr>
              <a:t>One Health </a:t>
            </a:r>
            <a:r>
              <a:rPr lang="en-GB" sz="2800">
                <a:solidFill>
                  <a:schemeClr val="accent5">
                    <a:lumMod val="75000"/>
                  </a:schemeClr>
                </a:solidFill>
                <a:latin typeface="Arial"/>
                <a:cs typeface="Arial"/>
              </a:rPr>
              <a:t>government response to emergence of Vector-borne disease e.g. Usutu virus </a:t>
            </a:r>
            <a:endParaRPr lang="en-US" sz="2800">
              <a:solidFill>
                <a:schemeClr val="accent5">
                  <a:lumMod val="75000"/>
                </a:schemeClr>
              </a:solidFill>
              <a:latin typeface="Arial"/>
              <a:cs typeface="Arial"/>
            </a:endParaRPr>
          </a:p>
          <a:p>
            <a:pPr marL="207645" indent="-194945" algn="l" rtl="0" fontAlgn="base">
              <a:spcBef>
                <a:spcPts val="1400"/>
              </a:spcBef>
              <a:buClr>
                <a:srgbClr val="0F7E90"/>
              </a:buClr>
              <a:buFont typeface="Minion Pro"/>
              <a:buChar char="•"/>
              <a:tabLst>
                <a:tab pos="207645" algn="l"/>
                <a:tab pos="2836545" algn="l"/>
              </a:tabLst>
            </a:pPr>
            <a:r>
              <a:rPr lang="en-GB" sz="2800">
                <a:solidFill>
                  <a:schemeClr val="accent5">
                    <a:lumMod val="75000"/>
                  </a:schemeClr>
                </a:solidFill>
                <a:latin typeface="Arial"/>
                <a:cs typeface="Arial"/>
              </a:rPr>
              <a:t>Supporting </a:t>
            </a:r>
            <a:r>
              <a:rPr lang="en-GB" sz="2800" b="1">
                <a:solidFill>
                  <a:schemeClr val="accent5">
                    <a:lumMod val="75000"/>
                  </a:schemeClr>
                </a:solidFill>
                <a:latin typeface="Arial"/>
                <a:cs typeface="Arial"/>
              </a:rPr>
              <a:t>local authorities </a:t>
            </a:r>
            <a:r>
              <a:rPr lang="en-GB" sz="2800">
                <a:solidFill>
                  <a:schemeClr val="accent5">
                    <a:lumMod val="75000"/>
                  </a:schemeClr>
                </a:solidFill>
                <a:latin typeface="Arial"/>
                <a:cs typeface="Arial"/>
              </a:rPr>
              <a:t>on managing nuisance mosquito issues and invasive species</a:t>
            </a:r>
          </a:p>
          <a:p>
            <a:pPr marL="207645" indent="-194945" algn="l">
              <a:spcBef>
                <a:spcPts val="1400"/>
              </a:spcBef>
              <a:buClr>
                <a:srgbClr val="0F7E90"/>
              </a:buClr>
              <a:buFont typeface="Minion Pro"/>
              <a:buChar char="•"/>
              <a:tabLst>
                <a:tab pos="207645" algn="l"/>
                <a:tab pos="2836545" algn="l"/>
              </a:tabLst>
            </a:pPr>
            <a:r>
              <a:rPr lang="en-GB" sz="2800">
                <a:solidFill>
                  <a:schemeClr val="accent5">
                    <a:lumMod val="75000"/>
                  </a:schemeClr>
                </a:solidFill>
                <a:latin typeface="Arial"/>
                <a:cs typeface="Arial"/>
              </a:rPr>
              <a:t>Supporting devolved administrations, crown dependencies and overseas territories on emergence of VBD </a:t>
            </a:r>
            <a:r>
              <a:rPr lang="en-GB" sz="2800" err="1">
                <a:solidFill>
                  <a:schemeClr val="accent5">
                    <a:lumMod val="75000"/>
                  </a:schemeClr>
                </a:solidFill>
                <a:latin typeface="Arial"/>
                <a:cs typeface="Arial"/>
              </a:rPr>
              <a:t>e.g</a:t>
            </a:r>
            <a:r>
              <a:rPr lang="en-GB" sz="2800">
                <a:solidFill>
                  <a:schemeClr val="accent5">
                    <a:lumMod val="75000"/>
                  </a:schemeClr>
                </a:solidFill>
                <a:latin typeface="Arial"/>
                <a:cs typeface="Arial"/>
              </a:rPr>
              <a:t> </a:t>
            </a:r>
            <a:r>
              <a:rPr lang="en-GB" sz="2800" b="1">
                <a:solidFill>
                  <a:schemeClr val="accent5">
                    <a:lumMod val="75000"/>
                  </a:schemeClr>
                </a:solidFill>
                <a:latin typeface="Arial"/>
                <a:cs typeface="Arial"/>
              </a:rPr>
              <a:t>Tick-borne encephalitis virus, Lyme disease, dengue outbreaks, hurricane response</a:t>
            </a:r>
            <a:endParaRPr lang="en-US" sz="2800">
              <a:solidFill>
                <a:schemeClr val="accent5">
                  <a:lumMod val="75000"/>
                </a:schemeClr>
              </a:solidFill>
            </a:endParaRPr>
          </a:p>
          <a:p>
            <a:pPr marL="207645" indent="-194945" algn="l">
              <a:spcBef>
                <a:spcPts val="1400"/>
              </a:spcBef>
              <a:buClr>
                <a:srgbClr val="0F7E90"/>
              </a:buClr>
              <a:buFont typeface="Minion Pro"/>
              <a:buChar char="•"/>
              <a:tabLst>
                <a:tab pos="207645" algn="l"/>
                <a:tab pos="2836545" algn="l"/>
              </a:tabLst>
            </a:pPr>
            <a:r>
              <a:rPr lang="en-GB" sz="2800">
                <a:solidFill>
                  <a:schemeClr val="accent5">
                    <a:lumMod val="75000"/>
                  </a:schemeClr>
                </a:solidFill>
                <a:latin typeface="Arial"/>
                <a:cs typeface="Arial"/>
              </a:rPr>
              <a:t>Readiness to respond to emergence of newly detected VBDs: e.g. surveillance for </a:t>
            </a:r>
            <a:r>
              <a:rPr lang="en-GB" sz="2800" b="1">
                <a:solidFill>
                  <a:schemeClr val="accent5">
                    <a:lumMod val="75000"/>
                  </a:schemeClr>
                </a:solidFill>
                <a:latin typeface="Arial"/>
                <a:cs typeface="Arial"/>
              </a:rPr>
              <a:t>West Nile virus</a:t>
            </a:r>
            <a:r>
              <a:rPr lang="en-GB" sz="2800">
                <a:solidFill>
                  <a:schemeClr val="accent5">
                    <a:lumMod val="75000"/>
                  </a:schemeClr>
                </a:solidFill>
                <a:latin typeface="Arial"/>
                <a:cs typeface="Arial"/>
              </a:rPr>
              <a:t> </a:t>
            </a:r>
            <a:endParaRPr lang="en-US" sz="2800">
              <a:solidFill>
                <a:schemeClr val="accent5">
                  <a:lumMod val="75000"/>
                </a:schemeClr>
              </a:solidFill>
              <a:latin typeface="Arial"/>
              <a:cs typeface="Arial"/>
            </a:endParaRPr>
          </a:p>
          <a:p>
            <a:pPr marL="207645" indent="-194945" algn="l">
              <a:spcBef>
                <a:spcPts val="1400"/>
              </a:spcBef>
              <a:buClr>
                <a:srgbClr val="0F7E90"/>
              </a:buClr>
              <a:buFont typeface="Minion Pro"/>
              <a:buChar char="•"/>
              <a:tabLst>
                <a:tab pos="207645" algn="l"/>
                <a:tab pos="2836545" algn="l"/>
              </a:tabLst>
            </a:pPr>
            <a:r>
              <a:rPr lang="en-GB" sz="2800">
                <a:solidFill>
                  <a:schemeClr val="accent5">
                    <a:lumMod val="75000"/>
                  </a:schemeClr>
                </a:solidFill>
                <a:latin typeface="Arial"/>
                <a:cs typeface="Arial"/>
              </a:rPr>
              <a:t>Providing entomological support to </a:t>
            </a:r>
            <a:r>
              <a:rPr lang="en-GB" sz="2800" b="1">
                <a:solidFill>
                  <a:schemeClr val="accent5">
                    <a:lumMod val="75000"/>
                  </a:schemeClr>
                </a:solidFill>
                <a:latin typeface="Arial"/>
                <a:cs typeface="Arial"/>
              </a:rPr>
              <a:t>Cryptic malaria </a:t>
            </a:r>
            <a:r>
              <a:rPr lang="en-GB" sz="2800">
                <a:solidFill>
                  <a:schemeClr val="accent5">
                    <a:lumMod val="75000"/>
                  </a:schemeClr>
                </a:solidFill>
                <a:latin typeface="Arial"/>
                <a:cs typeface="Arial"/>
              </a:rPr>
              <a:t>cases – airport, suitcase, transfusion transmitted – assessing potential for local transmission</a:t>
            </a:r>
            <a:r>
              <a:rPr lang="en-US" sz="2800">
                <a:solidFill>
                  <a:schemeClr val="accent5">
                    <a:lumMod val="75000"/>
                  </a:schemeClr>
                </a:solidFill>
                <a:latin typeface="Arial"/>
                <a:cs typeface="Arial"/>
              </a:rPr>
              <a:t>​</a:t>
            </a:r>
          </a:p>
        </p:txBody>
      </p:sp>
      <p:pic>
        <p:nvPicPr>
          <p:cNvPr id="30" name="Picture 29">
            <a:extLst>
              <a:ext uri="{FF2B5EF4-FFF2-40B4-BE49-F238E27FC236}">
                <a16:creationId xmlns:a16="http://schemas.microsoft.com/office/drawing/2014/main" id="{3F14F25D-86CE-19EC-2C28-DC406D2FE192}"/>
              </a:ext>
            </a:extLst>
          </p:cNvPr>
          <p:cNvPicPr>
            <a:picLocks noChangeAspect="1"/>
          </p:cNvPicPr>
          <p:nvPr/>
        </p:nvPicPr>
        <p:blipFill>
          <a:blip r:embed="rId19"/>
          <a:stretch>
            <a:fillRect/>
          </a:stretch>
        </p:blipFill>
        <p:spPr>
          <a:xfrm>
            <a:off x="14226249" y="2374172"/>
            <a:ext cx="3098280" cy="2365453"/>
          </a:xfrm>
          <a:prstGeom prst="rect">
            <a:avLst/>
          </a:prstGeom>
        </p:spPr>
      </p:pic>
      <p:pic>
        <p:nvPicPr>
          <p:cNvPr id="32" name="Picture 31">
            <a:extLst>
              <a:ext uri="{FF2B5EF4-FFF2-40B4-BE49-F238E27FC236}">
                <a16:creationId xmlns:a16="http://schemas.microsoft.com/office/drawing/2014/main" id="{A44034F6-56C8-1687-8FCA-3676AE161FDC}"/>
              </a:ext>
            </a:extLst>
          </p:cNvPr>
          <p:cNvPicPr>
            <a:picLocks noChangeAspect="1"/>
          </p:cNvPicPr>
          <p:nvPr/>
        </p:nvPicPr>
        <p:blipFill>
          <a:blip r:embed="rId20"/>
          <a:stretch>
            <a:fillRect/>
          </a:stretch>
        </p:blipFill>
        <p:spPr>
          <a:xfrm>
            <a:off x="14226249" y="4751597"/>
            <a:ext cx="3098280" cy="2211947"/>
          </a:xfrm>
          <a:prstGeom prst="rect">
            <a:avLst/>
          </a:prstGeom>
        </p:spPr>
      </p:pic>
      <p:pic>
        <p:nvPicPr>
          <p:cNvPr id="34" name="Picture 33">
            <a:extLst>
              <a:ext uri="{FF2B5EF4-FFF2-40B4-BE49-F238E27FC236}">
                <a16:creationId xmlns:a16="http://schemas.microsoft.com/office/drawing/2014/main" id="{DE808F60-34DC-D259-A03A-7D5C28ECE11B}"/>
              </a:ext>
            </a:extLst>
          </p:cNvPr>
          <p:cNvPicPr>
            <a:picLocks noChangeAspect="1"/>
          </p:cNvPicPr>
          <p:nvPr/>
        </p:nvPicPr>
        <p:blipFill>
          <a:blip r:embed="rId21"/>
          <a:stretch>
            <a:fillRect/>
          </a:stretch>
        </p:blipFill>
        <p:spPr>
          <a:xfrm>
            <a:off x="14226249" y="6963545"/>
            <a:ext cx="3098280" cy="2104256"/>
          </a:xfrm>
          <a:prstGeom prst="rect">
            <a:avLst/>
          </a:prstGeom>
        </p:spPr>
      </p:pic>
      <p:sp>
        <p:nvSpPr>
          <p:cNvPr id="26" name="Rectangle 25">
            <a:extLst>
              <a:ext uri="{FF2B5EF4-FFF2-40B4-BE49-F238E27FC236}">
                <a16:creationId xmlns:a16="http://schemas.microsoft.com/office/drawing/2014/main" id="{EA8D9B5A-63E1-3171-E1AB-9F25874580A9}"/>
              </a:ext>
            </a:extLst>
          </p:cNvPr>
          <p:cNvSpPr/>
          <p:nvPr/>
        </p:nvSpPr>
        <p:spPr>
          <a:xfrm>
            <a:off x="370390" y="2801073"/>
            <a:ext cx="13553427" cy="592443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647678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a:grpSpLocks noGrp="1" noUngrp="1" noRot="1" noMove="1" noResize="1"/>
          </p:cNvGrpSpPr>
          <p:nvPr/>
        </p:nvGrpSpPr>
        <p:grpSpPr>
          <a:xfrm>
            <a:off x="0" y="0"/>
            <a:ext cx="17348200" cy="9753600"/>
            <a:chOff x="0" y="0"/>
            <a:chExt cx="17348200" cy="9753600"/>
          </a:xfrm>
        </p:grpSpPr>
        <p:sp>
          <p:nvSpPr>
            <p:cNvPr id="3" name="object 3"/>
            <p:cNvSpPr>
              <a:spLocks noGrp="1" noRot="1" noMove="1" noResize="1" noEditPoints="1" noAdjustHandles="1" noChangeArrowheads="1" noChangeShapeType="1"/>
            </p:cNvSpPr>
            <p:nvPr/>
          </p:nvSpPr>
          <p:spPr>
            <a:xfrm>
              <a:off x="580440" y="535698"/>
              <a:ext cx="431165" cy="1273810"/>
            </a:xfrm>
            <a:custGeom>
              <a:avLst/>
              <a:gdLst/>
              <a:ahLst/>
              <a:cxnLst/>
              <a:rect l="l" t="t" r="r" b="b"/>
              <a:pathLst>
                <a:path w="431165" h="1273810">
                  <a:moveTo>
                    <a:pt x="23545" y="0"/>
                  </a:moveTo>
                  <a:lnTo>
                    <a:pt x="0" y="0"/>
                  </a:lnTo>
                  <a:lnTo>
                    <a:pt x="0" y="1273492"/>
                  </a:lnTo>
                  <a:lnTo>
                    <a:pt x="23545" y="1273492"/>
                  </a:lnTo>
                  <a:lnTo>
                    <a:pt x="23545" y="0"/>
                  </a:lnTo>
                  <a:close/>
                </a:path>
                <a:path w="431165" h="1273810">
                  <a:moveTo>
                    <a:pt x="300494" y="65722"/>
                  </a:moveTo>
                  <a:lnTo>
                    <a:pt x="298564" y="63982"/>
                  </a:lnTo>
                  <a:lnTo>
                    <a:pt x="294246" y="63982"/>
                  </a:lnTo>
                  <a:lnTo>
                    <a:pt x="292481" y="65722"/>
                  </a:lnTo>
                  <a:lnTo>
                    <a:pt x="292481" y="70129"/>
                  </a:lnTo>
                  <a:lnTo>
                    <a:pt x="294246" y="71729"/>
                  </a:lnTo>
                  <a:lnTo>
                    <a:pt x="298564" y="71729"/>
                  </a:lnTo>
                  <a:lnTo>
                    <a:pt x="300494" y="70129"/>
                  </a:lnTo>
                  <a:lnTo>
                    <a:pt x="300494" y="67830"/>
                  </a:lnTo>
                  <a:lnTo>
                    <a:pt x="300494" y="65722"/>
                  </a:lnTo>
                  <a:close/>
                </a:path>
                <a:path w="431165" h="1273810">
                  <a:moveTo>
                    <a:pt x="301802" y="56197"/>
                  </a:moveTo>
                  <a:lnTo>
                    <a:pt x="299999" y="54305"/>
                  </a:lnTo>
                  <a:lnTo>
                    <a:pt x="295567" y="54305"/>
                  </a:lnTo>
                  <a:lnTo>
                    <a:pt x="293725" y="56197"/>
                  </a:lnTo>
                  <a:lnTo>
                    <a:pt x="293725" y="60490"/>
                  </a:lnTo>
                  <a:lnTo>
                    <a:pt x="295567" y="62318"/>
                  </a:lnTo>
                  <a:lnTo>
                    <a:pt x="297764" y="62318"/>
                  </a:lnTo>
                  <a:lnTo>
                    <a:pt x="299999" y="62318"/>
                  </a:lnTo>
                  <a:lnTo>
                    <a:pt x="301802" y="60490"/>
                  </a:lnTo>
                  <a:lnTo>
                    <a:pt x="301802" y="56197"/>
                  </a:lnTo>
                  <a:close/>
                </a:path>
                <a:path w="431165" h="1273810">
                  <a:moveTo>
                    <a:pt x="302501" y="75171"/>
                  </a:moveTo>
                  <a:lnTo>
                    <a:pt x="300659" y="73393"/>
                  </a:lnTo>
                  <a:lnTo>
                    <a:pt x="296202" y="73393"/>
                  </a:lnTo>
                  <a:lnTo>
                    <a:pt x="294335" y="75171"/>
                  </a:lnTo>
                  <a:lnTo>
                    <a:pt x="294335" y="79565"/>
                  </a:lnTo>
                  <a:lnTo>
                    <a:pt x="296202" y="81343"/>
                  </a:lnTo>
                  <a:lnTo>
                    <a:pt x="300659" y="81343"/>
                  </a:lnTo>
                  <a:lnTo>
                    <a:pt x="302501" y="79565"/>
                  </a:lnTo>
                  <a:lnTo>
                    <a:pt x="302501" y="77470"/>
                  </a:lnTo>
                  <a:lnTo>
                    <a:pt x="302501" y="75171"/>
                  </a:lnTo>
                  <a:close/>
                </a:path>
                <a:path w="431165" h="1273810">
                  <a:moveTo>
                    <a:pt x="306197" y="47142"/>
                  </a:moveTo>
                  <a:lnTo>
                    <a:pt x="304342" y="45440"/>
                  </a:lnTo>
                  <a:lnTo>
                    <a:pt x="299999" y="45440"/>
                  </a:lnTo>
                  <a:lnTo>
                    <a:pt x="298157" y="47142"/>
                  </a:lnTo>
                  <a:lnTo>
                    <a:pt x="298157" y="51600"/>
                  </a:lnTo>
                  <a:lnTo>
                    <a:pt x="299999" y="53225"/>
                  </a:lnTo>
                  <a:lnTo>
                    <a:pt x="302221" y="53225"/>
                  </a:lnTo>
                  <a:lnTo>
                    <a:pt x="304342" y="53225"/>
                  </a:lnTo>
                  <a:lnTo>
                    <a:pt x="306197" y="51600"/>
                  </a:lnTo>
                  <a:lnTo>
                    <a:pt x="306197" y="47142"/>
                  </a:lnTo>
                  <a:close/>
                </a:path>
                <a:path w="431165" h="1273810">
                  <a:moveTo>
                    <a:pt x="314058" y="40386"/>
                  </a:moveTo>
                  <a:lnTo>
                    <a:pt x="312254" y="38684"/>
                  </a:lnTo>
                  <a:lnTo>
                    <a:pt x="307848" y="38684"/>
                  </a:lnTo>
                  <a:lnTo>
                    <a:pt x="305968" y="40386"/>
                  </a:lnTo>
                  <a:lnTo>
                    <a:pt x="305968" y="44856"/>
                  </a:lnTo>
                  <a:lnTo>
                    <a:pt x="307848" y="46507"/>
                  </a:lnTo>
                  <a:lnTo>
                    <a:pt x="309994" y="46507"/>
                  </a:lnTo>
                  <a:lnTo>
                    <a:pt x="312254" y="46507"/>
                  </a:lnTo>
                  <a:lnTo>
                    <a:pt x="314058" y="44856"/>
                  </a:lnTo>
                  <a:lnTo>
                    <a:pt x="314058" y="40386"/>
                  </a:lnTo>
                  <a:close/>
                </a:path>
                <a:path w="431165" h="1273810">
                  <a:moveTo>
                    <a:pt x="324015" y="37541"/>
                  </a:moveTo>
                  <a:lnTo>
                    <a:pt x="322148" y="35699"/>
                  </a:lnTo>
                  <a:lnTo>
                    <a:pt x="317741" y="35699"/>
                  </a:lnTo>
                  <a:lnTo>
                    <a:pt x="316001" y="37541"/>
                  </a:lnTo>
                  <a:lnTo>
                    <a:pt x="316001" y="41694"/>
                  </a:lnTo>
                  <a:lnTo>
                    <a:pt x="317741" y="43586"/>
                  </a:lnTo>
                  <a:lnTo>
                    <a:pt x="320052" y="43586"/>
                  </a:lnTo>
                  <a:lnTo>
                    <a:pt x="322148" y="43586"/>
                  </a:lnTo>
                  <a:lnTo>
                    <a:pt x="324015" y="41694"/>
                  </a:lnTo>
                  <a:lnTo>
                    <a:pt x="324015" y="37541"/>
                  </a:lnTo>
                  <a:close/>
                </a:path>
                <a:path w="431165" h="1273810">
                  <a:moveTo>
                    <a:pt x="334505" y="38442"/>
                  </a:moveTo>
                  <a:lnTo>
                    <a:pt x="332587" y="36753"/>
                  </a:lnTo>
                  <a:lnTo>
                    <a:pt x="328358" y="36753"/>
                  </a:lnTo>
                  <a:lnTo>
                    <a:pt x="326504" y="38442"/>
                  </a:lnTo>
                  <a:lnTo>
                    <a:pt x="326504" y="42710"/>
                  </a:lnTo>
                  <a:lnTo>
                    <a:pt x="328358" y="44526"/>
                  </a:lnTo>
                  <a:lnTo>
                    <a:pt x="330403" y="44526"/>
                  </a:lnTo>
                  <a:lnTo>
                    <a:pt x="332587" y="44526"/>
                  </a:lnTo>
                  <a:lnTo>
                    <a:pt x="334505" y="42710"/>
                  </a:lnTo>
                  <a:lnTo>
                    <a:pt x="334505" y="38442"/>
                  </a:lnTo>
                  <a:close/>
                </a:path>
                <a:path w="431165" h="1273810">
                  <a:moveTo>
                    <a:pt x="337553" y="77203"/>
                  </a:moveTo>
                  <a:lnTo>
                    <a:pt x="337032" y="71132"/>
                  </a:lnTo>
                  <a:lnTo>
                    <a:pt x="332727" y="66992"/>
                  </a:lnTo>
                  <a:lnTo>
                    <a:pt x="331863" y="64820"/>
                  </a:lnTo>
                  <a:lnTo>
                    <a:pt x="329653" y="69037"/>
                  </a:lnTo>
                  <a:lnTo>
                    <a:pt x="327596" y="71640"/>
                  </a:lnTo>
                  <a:lnTo>
                    <a:pt x="327914" y="74891"/>
                  </a:lnTo>
                  <a:lnTo>
                    <a:pt x="328345" y="78308"/>
                  </a:lnTo>
                  <a:lnTo>
                    <a:pt x="331863" y="80645"/>
                  </a:lnTo>
                  <a:lnTo>
                    <a:pt x="333540" y="84035"/>
                  </a:lnTo>
                  <a:lnTo>
                    <a:pt x="335064" y="80149"/>
                  </a:lnTo>
                  <a:lnTo>
                    <a:pt x="337553" y="77203"/>
                  </a:lnTo>
                  <a:close/>
                </a:path>
                <a:path w="431165" h="1273810">
                  <a:moveTo>
                    <a:pt x="344360" y="41186"/>
                  </a:moveTo>
                  <a:lnTo>
                    <a:pt x="342633" y="39420"/>
                  </a:lnTo>
                  <a:lnTo>
                    <a:pt x="338074" y="39420"/>
                  </a:lnTo>
                  <a:lnTo>
                    <a:pt x="336359" y="41186"/>
                  </a:lnTo>
                  <a:lnTo>
                    <a:pt x="336359" y="45580"/>
                  </a:lnTo>
                  <a:lnTo>
                    <a:pt x="338074" y="47307"/>
                  </a:lnTo>
                  <a:lnTo>
                    <a:pt x="340296" y="47307"/>
                  </a:lnTo>
                  <a:lnTo>
                    <a:pt x="342633" y="47307"/>
                  </a:lnTo>
                  <a:lnTo>
                    <a:pt x="344360" y="45580"/>
                  </a:lnTo>
                  <a:lnTo>
                    <a:pt x="344360" y="41186"/>
                  </a:lnTo>
                  <a:close/>
                </a:path>
                <a:path w="431165" h="1273810">
                  <a:moveTo>
                    <a:pt x="353720" y="45440"/>
                  </a:moveTo>
                  <a:lnTo>
                    <a:pt x="351980" y="43878"/>
                  </a:lnTo>
                  <a:lnTo>
                    <a:pt x="347649" y="43878"/>
                  </a:lnTo>
                  <a:lnTo>
                    <a:pt x="345732" y="45440"/>
                  </a:lnTo>
                  <a:lnTo>
                    <a:pt x="345732" y="49872"/>
                  </a:lnTo>
                  <a:lnTo>
                    <a:pt x="347649" y="51689"/>
                  </a:lnTo>
                  <a:lnTo>
                    <a:pt x="349656" y="51689"/>
                  </a:lnTo>
                  <a:lnTo>
                    <a:pt x="351980" y="51689"/>
                  </a:lnTo>
                  <a:lnTo>
                    <a:pt x="353720" y="49872"/>
                  </a:lnTo>
                  <a:lnTo>
                    <a:pt x="353720" y="45440"/>
                  </a:lnTo>
                  <a:close/>
                </a:path>
                <a:path w="431165" h="1273810">
                  <a:moveTo>
                    <a:pt x="358990" y="22199"/>
                  </a:moveTo>
                  <a:lnTo>
                    <a:pt x="353961" y="23253"/>
                  </a:lnTo>
                  <a:lnTo>
                    <a:pt x="350113" y="27165"/>
                  </a:lnTo>
                  <a:lnTo>
                    <a:pt x="349097" y="32194"/>
                  </a:lnTo>
                  <a:lnTo>
                    <a:pt x="358990" y="32194"/>
                  </a:lnTo>
                  <a:lnTo>
                    <a:pt x="358990" y="22199"/>
                  </a:lnTo>
                  <a:close/>
                </a:path>
                <a:path w="431165" h="1273810">
                  <a:moveTo>
                    <a:pt x="359194" y="52082"/>
                  </a:moveTo>
                  <a:lnTo>
                    <a:pt x="357606" y="51841"/>
                  </a:lnTo>
                  <a:lnTo>
                    <a:pt x="356069" y="51346"/>
                  </a:lnTo>
                  <a:lnTo>
                    <a:pt x="354660" y="50787"/>
                  </a:lnTo>
                  <a:lnTo>
                    <a:pt x="354660" y="68884"/>
                  </a:lnTo>
                  <a:lnTo>
                    <a:pt x="359194" y="68884"/>
                  </a:lnTo>
                  <a:lnTo>
                    <a:pt x="359194" y="52082"/>
                  </a:lnTo>
                  <a:close/>
                </a:path>
                <a:path w="431165" h="1273810">
                  <a:moveTo>
                    <a:pt x="368490" y="50774"/>
                  </a:moveTo>
                  <a:lnTo>
                    <a:pt x="367004" y="51346"/>
                  </a:lnTo>
                  <a:lnTo>
                    <a:pt x="365569" y="51828"/>
                  </a:lnTo>
                  <a:lnTo>
                    <a:pt x="363855" y="52082"/>
                  </a:lnTo>
                  <a:lnTo>
                    <a:pt x="363855" y="68872"/>
                  </a:lnTo>
                  <a:lnTo>
                    <a:pt x="368490" y="68872"/>
                  </a:lnTo>
                  <a:lnTo>
                    <a:pt x="368490" y="50774"/>
                  </a:lnTo>
                  <a:close/>
                </a:path>
                <a:path w="431165" h="1273810">
                  <a:moveTo>
                    <a:pt x="372084" y="4114"/>
                  </a:moveTo>
                  <a:lnTo>
                    <a:pt x="369938" y="6832"/>
                  </a:lnTo>
                  <a:lnTo>
                    <a:pt x="366166" y="9245"/>
                  </a:lnTo>
                  <a:lnTo>
                    <a:pt x="362978" y="9880"/>
                  </a:lnTo>
                  <a:lnTo>
                    <a:pt x="363347" y="6400"/>
                  </a:lnTo>
                  <a:lnTo>
                    <a:pt x="365455" y="3568"/>
                  </a:lnTo>
                  <a:lnTo>
                    <a:pt x="368274" y="0"/>
                  </a:lnTo>
                  <a:lnTo>
                    <a:pt x="354850" y="0"/>
                  </a:lnTo>
                  <a:lnTo>
                    <a:pt x="357619" y="3568"/>
                  </a:lnTo>
                  <a:lnTo>
                    <a:pt x="359740" y="6400"/>
                  </a:lnTo>
                  <a:lnTo>
                    <a:pt x="360172" y="9880"/>
                  </a:lnTo>
                  <a:lnTo>
                    <a:pt x="356920" y="9245"/>
                  </a:lnTo>
                  <a:lnTo>
                    <a:pt x="353174" y="6832"/>
                  </a:lnTo>
                  <a:lnTo>
                    <a:pt x="351015" y="4114"/>
                  </a:lnTo>
                  <a:lnTo>
                    <a:pt x="351015" y="17754"/>
                  </a:lnTo>
                  <a:lnTo>
                    <a:pt x="353174" y="14846"/>
                  </a:lnTo>
                  <a:lnTo>
                    <a:pt x="356844" y="12395"/>
                  </a:lnTo>
                  <a:lnTo>
                    <a:pt x="360172" y="11925"/>
                  </a:lnTo>
                  <a:lnTo>
                    <a:pt x="359702" y="15367"/>
                  </a:lnTo>
                  <a:lnTo>
                    <a:pt x="357352" y="18453"/>
                  </a:lnTo>
                  <a:lnTo>
                    <a:pt x="354571" y="20612"/>
                  </a:lnTo>
                  <a:lnTo>
                    <a:pt x="368490" y="20612"/>
                  </a:lnTo>
                  <a:lnTo>
                    <a:pt x="365645" y="18453"/>
                  </a:lnTo>
                  <a:lnTo>
                    <a:pt x="363448" y="15367"/>
                  </a:lnTo>
                  <a:lnTo>
                    <a:pt x="362978" y="11925"/>
                  </a:lnTo>
                  <a:lnTo>
                    <a:pt x="366293" y="12395"/>
                  </a:lnTo>
                  <a:lnTo>
                    <a:pt x="369938" y="14846"/>
                  </a:lnTo>
                  <a:lnTo>
                    <a:pt x="372084" y="17754"/>
                  </a:lnTo>
                  <a:lnTo>
                    <a:pt x="372084" y="4114"/>
                  </a:lnTo>
                  <a:close/>
                </a:path>
                <a:path w="431165" h="1273810">
                  <a:moveTo>
                    <a:pt x="373849" y="37109"/>
                  </a:moveTo>
                  <a:lnTo>
                    <a:pt x="349224" y="37109"/>
                  </a:lnTo>
                  <a:lnTo>
                    <a:pt x="350507" y="42595"/>
                  </a:lnTo>
                  <a:lnTo>
                    <a:pt x="355485" y="46570"/>
                  </a:lnTo>
                  <a:lnTo>
                    <a:pt x="367588" y="46570"/>
                  </a:lnTo>
                  <a:lnTo>
                    <a:pt x="372643" y="42595"/>
                  </a:lnTo>
                  <a:lnTo>
                    <a:pt x="373849" y="37109"/>
                  </a:lnTo>
                  <a:close/>
                </a:path>
                <a:path w="431165" h="1273810">
                  <a:moveTo>
                    <a:pt x="374015" y="32194"/>
                  </a:moveTo>
                  <a:lnTo>
                    <a:pt x="373087" y="27165"/>
                  </a:lnTo>
                  <a:lnTo>
                    <a:pt x="369163" y="23380"/>
                  </a:lnTo>
                  <a:lnTo>
                    <a:pt x="364197" y="22199"/>
                  </a:lnTo>
                  <a:lnTo>
                    <a:pt x="364197" y="32194"/>
                  </a:lnTo>
                  <a:lnTo>
                    <a:pt x="374015" y="32194"/>
                  </a:lnTo>
                  <a:close/>
                </a:path>
                <a:path w="431165" h="1273810">
                  <a:moveTo>
                    <a:pt x="377444" y="45427"/>
                  </a:moveTo>
                  <a:lnTo>
                    <a:pt x="375589" y="43865"/>
                  </a:lnTo>
                  <a:lnTo>
                    <a:pt x="371144" y="43865"/>
                  </a:lnTo>
                  <a:lnTo>
                    <a:pt x="369366" y="45427"/>
                  </a:lnTo>
                  <a:lnTo>
                    <a:pt x="369366" y="47663"/>
                  </a:lnTo>
                  <a:lnTo>
                    <a:pt x="369366" y="49872"/>
                  </a:lnTo>
                  <a:lnTo>
                    <a:pt x="371144" y="51689"/>
                  </a:lnTo>
                  <a:lnTo>
                    <a:pt x="375589" y="51689"/>
                  </a:lnTo>
                  <a:lnTo>
                    <a:pt x="377444" y="49872"/>
                  </a:lnTo>
                  <a:lnTo>
                    <a:pt x="377444" y="45427"/>
                  </a:lnTo>
                  <a:close/>
                </a:path>
                <a:path w="431165" h="1273810">
                  <a:moveTo>
                    <a:pt x="386740" y="41186"/>
                  </a:moveTo>
                  <a:lnTo>
                    <a:pt x="384873" y="39420"/>
                  </a:lnTo>
                  <a:lnTo>
                    <a:pt x="380593" y="39420"/>
                  </a:lnTo>
                  <a:lnTo>
                    <a:pt x="378726" y="41186"/>
                  </a:lnTo>
                  <a:lnTo>
                    <a:pt x="378726" y="45580"/>
                  </a:lnTo>
                  <a:lnTo>
                    <a:pt x="380593" y="47307"/>
                  </a:lnTo>
                  <a:lnTo>
                    <a:pt x="382701" y="47307"/>
                  </a:lnTo>
                  <a:lnTo>
                    <a:pt x="384873" y="47307"/>
                  </a:lnTo>
                  <a:lnTo>
                    <a:pt x="386740" y="45580"/>
                  </a:lnTo>
                  <a:lnTo>
                    <a:pt x="386740" y="41186"/>
                  </a:lnTo>
                  <a:close/>
                </a:path>
                <a:path w="431165" h="1273810">
                  <a:moveTo>
                    <a:pt x="395592" y="71640"/>
                  </a:moveTo>
                  <a:lnTo>
                    <a:pt x="393585" y="69037"/>
                  </a:lnTo>
                  <a:lnTo>
                    <a:pt x="391363" y="64820"/>
                  </a:lnTo>
                  <a:lnTo>
                    <a:pt x="390550" y="66992"/>
                  </a:lnTo>
                  <a:lnTo>
                    <a:pt x="386181" y="71132"/>
                  </a:lnTo>
                  <a:lnTo>
                    <a:pt x="385559" y="77203"/>
                  </a:lnTo>
                  <a:lnTo>
                    <a:pt x="388239" y="80149"/>
                  </a:lnTo>
                  <a:lnTo>
                    <a:pt x="389712" y="84035"/>
                  </a:lnTo>
                  <a:lnTo>
                    <a:pt x="391363" y="80645"/>
                  </a:lnTo>
                  <a:lnTo>
                    <a:pt x="394995" y="78308"/>
                  </a:lnTo>
                  <a:lnTo>
                    <a:pt x="395592" y="71640"/>
                  </a:lnTo>
                  <a:close/>
                </a:path>
                <a:path w="431165" h="1273810">
                  <a:moveTo>
                    <a:pt x="396595" y="38442"/>
                  </a:moveTo>
                  <a:lnTo>
                    <a:pt x="394919" y="36753"/>
                  </a:lnTo>
                  <a:lnTo>
                    <a:pt x="390410" y="36753"/>
                  </a:lnTo>
                  <a:lnTo>
                    <a:pt x="388632" y="38442"/>
                  </a:lnTo>
                  <a:lnTo>
                    <a:pt x="388632" y="42710"/>
                  </a:lnTo>
                  <a:lnTo>
                    <a:pt x="390410" y="44526"/>
                  </a:lnTo>
                  <a:lnTo>
                    <a:pt x="392633" y="44526"/>
                  </a:lnTo>
                  <a:lnTo>
                    <a:pt x="394919" y="44526"/>
                  </a:lnTo>
                  <a:lnTo>
                    <a:pt x="396595" y="42710"/>
                  </a:lnTo>
                  <a:lnTo>
                    <a:pt x="396595" y="38442"/>
                  </a:lnTo>
                  <a:close/>
                </a:path>
                <a:path w="431165" h="1273810">
                  <a:moveTo>
                    <a:pt x="407123" y="37541"/>
                  </a:moveTo>
                  <a:lnTo>
                    <a:pt x="405218" y="35699"/>
                  </a:lnTo>
                  <a:lnTo>
                    <a:pt x="400888" y="35699"/>
                  </a:lnTo>
                  <a:lnTo>
                    <a:pt x="399161" y="37541"/>
                  </a:lnTo>
                  <a:lnTo>
                    <a:pt x="399161" y="41694"/>
                  </a:lnTo>
                  <a:lnTo>
                    <a:pt x="400888" y="43586"/>
                  </a:lnTo>
                  <a:lnTo>
                    <a:pt x="403199" y="43586"/>
                  </a:lnTo>
                  <a:lnTo>
                    <a:pt x="405218" y="43586"/>
                  </a:lnTo>
                  <a:lnTo>
                    <a:pt x="407123" y="41694"/>
                  </a:lnTo>
                  <a:lnTo>
                    <a:pt x="407123" y="37541"/>
                  </a:lnTo>
                  <a:close/>
                </a:path>
                <a:path w="431165" h="1273810">
                  <a:moveTo>
                    <a:pt x="417156" y="40386"/>
                  </a:moveTo>
                  <a:lnTo>
                    <a:pt x="415315" y="38684"/>
                  </a:lnTo>
                  <a:lnTo>
                    <a:pt x="410819" y="38684"/>
                  </a:lnTo>
                  <a:lnTo>
                    <a:pt x="409079" y="40386"/>
                  </a:lnTo>
                  <a:lnTo>
                    <a:pt x="409079" y="44856"/>
                  </a:lnTo>
                  <a:lnTo>
                    <a:pt x="410819" y="46507"/>
                  </a:lnTo>
                  <a:lnTo>
                    <a:pt x="413131" y="46507"/>
                  </a:lnTo>
                  <a:lnTo>
                    <a:pt x="415315" y="46507"/>
                  </a:lnTo>
                  <a:lnTo>
                    <a:pt x="417156" y="44856"/>
                  </a:lnTo>
                  <a:lnTo>
                    <a:pt x="417156" y="40386"/>
                  </a:lnTo>
                  <a:close/>
                </a:path>
                <a:path w="431165" h="1273810">
                  <a:moveTo>
                    <a:pt x="424954" y="47142"/>
                  </a:moveTo>
                  <a:lnTo>
                    <a:pt x="423075" y="45440"/>
                  </a:lnTo>
                  <a:lnTo>
                    <a:pt x="418706" y="45440"/>
                  </a:lnTo>
                  <a:lnTo>
                    <a:pt x="416941" y="47142"/>
                  </a:lnTo>
                  <a:lnTo>
                    <a:pt x="416941" y="51600"/>
                  </a:lnTo>
                  <a:lnTo>
                    <a:pt x="418706" y="53225"/>
                  </a:lnTo>
                  <a:lnTo>
                    <a:pt x="421005" y="53225"/>
                  </a:lnTo>
                  <a:lnTo>
                    <a:pt x="423075" y="53225"/>
                  </a:lnTo>
                  <a:lnTo>
                    <a:pt x="424954" y="51600"/>
                  </a:lnTo>
                  <a:lnTo>
                    <a:pt x="424954" y="47142"/>
                  </a:lnTo>
                  <a:close/>
                </a:path>
                <a:path w="431165" h="1273810">
                  <a:moveTo>
                    <a:pt x="428637" y="75158"/>
                  </a:moveTo>
                  <a:lnTo>
                    <a:pt x="426923" y="73393"/>
                  </a:lnTo>
                  <a:lnTo>
                    <a:pt x="424726" y="73393"/>
                  </a:lnTo>
                  <a:lnTo>
                    <a:pt x="422478" y="73393"/>
                  </a:lnTo>
                  <a:lnTo>
                    <a:pt x="420598" y="75158"/>
                  </a:lnTo>
                  <a:lnTo>
                    <a:pt x="420598" y="79552"/>
                  </a:lnTo>
                  <a:lnTo>
                    <a:pt x="422478" y="81330"/>
                  </a:lnTo>
                  <a:lnTo>
                    <a:pt x="426923" y="81330"/>
                  </a:lnTo>
                  <a:lnTo>
                    <a:pt x="428637" y="79552"/>
                  </a:lnTo>
                  <a:lnTo>
                    <a:pt x="428637" y="75158"/>
                  </a:lnTo>
                  <a:close/>
                </a:path>
                <a:path w="431165" h="1273810">
                  <a:moveTo>
                    <a:pt x="429285" y="56184"/>
                  </a:moveTo>
                  <a:lnTo>
                    <a:pt x="427507" y="54317"/>
                  </a:lnTo>
                  <a:lnTo>
                    <a:pt x="423075" y="54317"/>
                  </a:lnTo>
                  <a:lnTo>
                    <a:pt x="421360" y="56184"/>
                  </a:lnTo>
                  <a:lnTo>
                    <a:pt x="421360" y="58331"/>
                  </a:lnTo>
                  <a:lnTo>
                    <a:pt x="421360" y="60502"/>
                  </a:lnTo>
                  <a:lnTo>
                    <a:pt x="423075" y="62306"/>
                  </a:lnTo>
                  <a:lnTo>
                    <a:pt x="427507" y="62306"/>
                  </a:lnTo>
                  <a:lnTo>
                    <a:pt x="429285" y="60502"/>
                  </a:lnTo>
                  <a:lnTo>
                    <a:pt x="429285" y="56184"/>
                  </a:lnTo>
                  <a:close/>
                </a:path>
                <a:path w="431165" h="1273810">
                  <a:moveTo>
                    <a:pt x="430644" y="65735"/>
                  </a:moveTo>
                  <a:lnTo>
                    <a:pt x="428879" y="63995"/>
                  </a:lnTo>
                  <a:lnTo>
                    <a:pt x="426631" y="63995"/>
                  </a:lnTo>
                  <a:lnTo>
                    <a:pt x="424510" y="63995"/>
                  </a:lnTo>
                  <a:lnTo>
                    <a:pt x="422579" y="65735"/>
                  </a:lnTo>
                  <a:lnTo>
                    <a:pt x="422579" y="70129"/>
                  </a:lnTo>
                  <a:lnTo>
                    <a:pt x="424510" y="71742"/>
                  </a:lnTo>
                  <a:lnTo>
                    <a:pt x="428879" y="71742"/>
                  </a:lnTo>
                  <a:lnTo>
                    <a:pt x="430644" y="70129"/>
                  </a:lnTo>
                  <a:lnTo>
                    <a:pt x="430644" y="65735"/>
                  </a:lnTo>
                  <a:close/>
                </a:path>
              </a:pathLst>
            </a:custGeom>
            <a:solidFill>
              <a:srgbClr val="FFFFFF"/>
            </a:solidFill>
          </p:spPr>
          <p:txBody>
            <a:bodyPr wrap="square" lIns="0" tIns="0" rIns="0" bIns="0" rtlCol="0"/>
            <a:lstStyle/>
            <a:p>
              <a:endParaRPr/>
            </a:p>
          </p:txBody>
        </p:sp>
        <p:pic>
          <p:nvPicPr>
            <p:cNvPr id="4" name="object 4"/>
            <p:cNvPicPr>
              <a:picLocks noGrp="1" noRot="1" noMove="1" noResize="1" noEditPoints="1" noAdjustHandles="1" noChangeArrowheads="1" noChangeShapeType="1" noCrop="1"/>
            </p:cNvPicPr>
            <p:nvPr/>
          </p:nvPicPr>
          <p:blipFill>
            <a:blip r:embed="rId3" cstate="print"/>
            <a:stretch>
              <a:fillRect/>
            </a:stretch>
          </p:blipFill>
          <p:spPr>
            <a:xfrm>
              <a:off x="859313" y="758855"/>
              <a:ext cx="127684" cy="138549"/>
            </a:xfrm>
            <a:prstGeom prst="rect">
              <a:avLst/>
            </a:prstGeom>
          </p:spPr>
        </p:pic>
        <p:sp>
          <p:nvSpPr>
            <p:cNvPr id="5" name="object 5"/>
            <p:cNvSpPr>
              <a:spLocks noGrp="1" noRot="1" noMove="1" noResize="1" noEditPoints="1" noAdjustHandles="1" noChangeArrowheads="1" noChangeShapeType="1"/>
            </p:cNvSpPr>
            <p:nvPr/>
          </p:nvSpPr>
          <p:spPr>
            <a:xfrm>
              <a:off x="750720" y="833538"/>
              <a:ext cx="382905" cy="100965"/>
            </a:xfrm>
            <a:custGeom>
              <a:avLst/>
              <a:gdLst/>
              <a:ahLst/>
              <a:cxnLst/>
              <a:rect l="l" t="t" r="r" b="b"/>
              <a:pathLst>
                <a:path w="382905" h="100965">
                  <a:moveTo>
                    <a:pt x="191296" y="100680"/>
                  </a:moveTo>
                  <a:lnTo>
                    <a:pt x="141980" y="95797"/>
                  </a:lnTo>
                  <a:lnTo>
                    <a:pt x="116222" y="66004"/>
                  </a:lnTo>
                  <a:lnTo>
                    <a:pt x="108211" y="49550"/>
                  </a:lnTo>
                  <a:lnTo>
                    <a:pt x="108211" y="38518"/>
                  </a:lnTo>
                  <a:lnTo>
                    <a:pt x="119910" y="28106"/>
                  </a:lnTo>
                  <a:lnTo>
                    <a:pt x="109483" y="30361"/>
                  </a:lnTo>
                  <a:lnTo>
                    <a:pt x="98933" y="35024"/>
                  </a:lnTo>
                  <a:lnTo>
                    <a:pt x="88336" y="41244"/>
                  </a:lnTo>
                  <a:lnTo>
                    <a:pt x="61533" y="58575"/>
                  </a:lnTo>
                  <a:lnTo>
                    <a:pt x="47923" y="65679"/>
                  </a:lnTo>
                  <a:lnTo>
                    <a:pt x="41178" y="67616"/>
                  </a:lnTo>
                  <a:lnTo>
                    <a:pt x="28212" y="67616"/>
                  </a:lnTo>
                  <a:lnTo>
                    <a:pt x="6506" y="51161"/>
                  </a:lnTo>
                  <a:lnTo>
                    <a:pt x="348" y="48403"/>
                  </a:lnTo>
                  <a:lnTo>
                    <a:pt x="0" y="47551"/>
                  </a:lnTo>
                  <a:lnTo>
                    <a:pt x="522" y="45924"/>
                  </a:lnTo>
                  <a:lnTo>
                    <a:pt x="1409" y="45521"/>
                  </a:lnTo>
                  <a:lnTo>
                    <a:pt x="2216" y="45769"/>
                  </a:lnTo>
                  <a:lnTo>
                    <a:pt x="16212" y="46242"/>
                  </a:lnTo>
                  <a:lnTo>
                    <a:pt x="31341" y="41314"/>
                  </a:lnTo>
                  <a:lnTo>
                    <a:pt x="47137" y="32831"/>
                  </a:lnTo>
                  <a:lnTo>
                    <a:pt x="76300" y="14203"/>
                  </a:lnTo>
                  <a:lnTo>
                    <a:pt x="88981" y="6966"/>
                  </a:lnTo>
                  <a:lnTo>
                    <a:pt x="101041" y="1905"/>
                  </a:lnTo>
                  <a:lnTo>
                    <a:pt x="112343" y="0"/>
                  </a:lnTo>
                  <a:lnTo>
                    <a:pt x="117662" y="0"/>
                  </a:lnTo>
                  <a:lnTo>
                    <a:pt x="122364" y="1146"/>
                  </a:lnTo>
                  <a:lnTo>
                    <a:pt x="131531" y="5965"/>
                  </a:lnTo>
                  <a:lnTo>
                    <a:pt x="135346" y="10365"/>
                  </a:lnTo>
                  <a:lnTo>
                    <a:pt x="140223" y="21846"/>
                  </a:lnTo>
                  <a:lnTo>
                    <a:pt x="148946" y="35527"/>
                  </a:lnTo>
                  <a:lnTo>
                    <a:pt x="148946" y="41756"/>
                  </a:lnTo>
                  <a:lnTo>
                    <a:pt x="147870" y="44080"/>
                  </a:lnTo>
                  <a:lnTo>
                    <a:pt x="143136" y="48171"/>
                  </a:lnTo>
                  <a:lnTo>
                    <a:pt x="127526" y="56026"/>
                  </a:lnTo>
                  <a:lnTo>
                    <a:pt x="127272" y="58908"/>
                  </a:lnTo>
                  <a:lnTo>
                    <a:pt x="171766" y="68448"/>
                  </a:lnTo>
                  <a:lnTo>
                    <a:pt x="191296" y="69242"/>
                  </a:lnTo>
                  <a:lnTo>
                    <a:pt x="201286" y="69039"/>
                  </a:lnTo>
                  <a:lnTo>
                    <a:pt x="243526" y="63080"/>
                  </a:lnTo>
                  <a:lnTo>
                    <a:pt x="255511" y="59016"/>
                  </a:lnTo>
                  <a:lnTo>
                    <a:pt x="255020" y="57064"/>
                  </a:lnTo>
                  <a:lnTo>
                    <a:pt x="242307" y="50650"/>
                  </a:lnTo>
                  <a:lnTo>
                    <a:pt x="239441" y="48682"/>
                  </a:lnTo>
                  <a:lnTo>
                    <a:pt x="234945" y="44251"/>
                  </a:lnTo>
                  <a:lnTo>
                    <a:pt x="233726" y="41756"/>
                  </a:lnTo>
                  <a:lnTo>
                    <a:pt x="233726" y="35527"/>
                  </a:lnTo>
                  <a:lnTo>
                    <a:pt x="242560" y="21846"/>
                  </a:lnTo>
                  <a:lnTo>
                    <a:pt x="247389" y="10365"/>
                  </a:lnTo>
                  <a:lnTo>
                    <a:pt x="251236" y="5965"/>
                  </a:lnTo>
                  <a:lnTo>
                    <a:pt x="256096" y="3176"/>
                  </a:lnTo>
                  <a:lnTo>
                    <a:pt x="260260" y="1146"/>
                  </a:lnTo>
                  <a:lnTo>
                    <a:pt x="264962" y="0"/>
                  </a:lnTo>
                  <a:lnTo>
                    <a:pt x="270424" y="0"/>
                  </a:lnTo>
                  <a:lnTo>
                    <a:pt x="281660" y="1905"/>
                  </a:lnTo>
                  <a:lnTo>
                    <a:pt x="293697" y="6966"/>
                  </a:lnTo>
                  <a:lnTo>
                    <a:pt x="306376" y="14203"/>
                  </a:lnTo>
                  <a:lnTo>
                    <a:pt x="335500" y="32831"/>
                  </a:lnTo>
                  <a:lnTo>
                    <a:pt x="351306" y="41314"/>
                  </a:lnTo>
                  <a:lnTo>
                    <a:pt x="366475" y="46242"/>
                  </a:lnTo>
                  <a:lnTo>
                    <a:pt x="380535" y="45769"/>
                  </a:lnTo>
                  <a:lnTo>
                    <a:pt x="381311" y="45521"/>
                  </a:lnTo>
                  <a:lnTo>
                    <a:pt x="382182" y="45924"/>
                  </a:lnTo>
                  <a:lnTo>
                    <a:pt x="382467" y="46683"/>
                  </a:lnTo>
                  <a:lnTo>
                    <a:pt x="382688" y="47551"/>
                  </a:lnTo>
                  <a:lnTo>
                    <a:pt x="382324" y="48403"/>
                  </a:lnTo>
                  <a:lnTo>
                    <a:pt x="376166" y="51083"/>
                  </a:lnTo>
                  <a:lnTo>
                    <a:pt x="354460" y="67616"/>
                  </a:lnTo>
                  <a:lnTo>
                    <a:pt x="341510" y="67616"/>
                  </a:lnTo>
                  <a:lnTo>
                    <a:pt x="334860" y="65679"/>
                  </a:lnTo>
                  <a:lnTo>
                    <a:pt x="319456" y="57715"/>
                  </a:lnTo>
                  <a:lnTo>
                    <a:pt x="294434" y="41212"/>
                  </a:lnTo>
                  <a:lnTo>
                    <a:pt x="283777" y="34995"/>
                  </a:lnTo>
                  <a:lnTo>
                    <a:pt x="273188" y="30350"/>
                  </a:lnTo>
                  <a:lnTo>
                    <a:pt x="262746" y="28106"/>
                  </a:lnTo>
                  <a:lnTo>
                    <a:pt x="274968" y="38936"/>
                  </a:lnTo>
                  <a:lnTo>
                    <a:pt x="274968" y="49704"/>
                  </a:lnTo>
                  <a:lnTo>
                    <a:pt x="271216" y="56599"/>
                  </a:lnTo>
                  <a:lnTo>
                    <a:pt x="266593" y="66004"/>
                  </a:lnTo>
                  <a:lnTo>
                    <a:pt x="261099" y="86999"/>
                  </a:lnTo>
                  <a:lnTo>
                    <a:pt x="251078" y="92034"/>
                  </a:lnTo>
                  <a:lnTo>
                    <a:pt x="240766" y="95797"/>
                  </a:lnTo>
                  <a:lnTo>
                    <a:pt x="227326" y="98501"/>
                  </a:lnTo>
                  <a:lnTo>
                    <a:pt x="210816" y="100133"/>
                  </a:lnTo>
                  <a:lnTo>
                    <a:pt x="191296" y="100680"/>
                  </a:lnTo>
                  <a:close/>
                </a:path>
              </a:pathLst>
            </a:custGeom>
            <a:solidFill>
              <a:srgbClr val="FFFFFF"/>
            </a:solidFill>
          </p:spPr>
          <p:txBody>
            <a:bodyPr wrap="square" lIns="0" tIns="0" rIns="0" bIns="0" rtlCol="0"/>
            <a:lstStyle/>
            <a:p>
              <a:endParaRPr/>
            </a:p>
          </p:txBody>
        </p:sp>
        <p:pic>
          <p:nvPicPr>
            <p:cNvPr id="6" name="object 6"/>
            <p:cNvPicPr>
              <a:picLocks noGrp="1" noRot="1" noMove="1" noResize="1" noEditPoints="1" noAdjustHandles="1" noChangeArrowheads="1" noChangeShapeType="1" noCrop="1"/>
            </p:cNvPicPr>
            <p:nvPr/>
          </p:nvPicPr>
          <p:blipFill>
            <a:blip r:embed="rId4" cstate="print"/>
            <a:stretch>
              <a:fillRect/>
            </a:stretch>
          </p:blipFill>
          <p:spPr>
            <a:xfrm>
              <a:off x="864000" y="607992"/>
              <a:ext cx="162906" cy="217170"/>
            </a:xfrm>
            <a:prstGeom prst="rect">
              <a:avLst/>
            </a:prstGeom>
          </p:spPr>
        </p:pic>
        <p:sp>
          <p:nvSpPr>
            <p:cNvPr id="7" name="object 7"/>
            <p:cNvSpPr>
              <a:spLocks noGrp="1" noRot="1" noMove="1" noResize="1" noEditPoints="1" noAdjustHandles="1" noChangeArrowheads="1" noChangeShapeType="1"/>
            </p:cNvSpPr>
            <p:nvPr/>
          </p:nvSpPr>
          <p:spPr>
            <a:xfrm>
              <a:off x="702043" y="546036"/>
              <a:ext cx="492759" cy="325120"/>
            </a:xfrm>
            <a:custGeom>
              <a:avLst/>
              <a:gdLst/>
              <a:ahLst/>
              <a:cxnLst/>
              <a:rect l="l" t="t" r="r" b="b"/>
              <a:pathLst>
                <a:path w="492759" h="325119">
                  <a:moveTo>
                    <a:pt x="71945" y="28511"/>
                  </a:moveTo>
                  <a:lnTo>
                    <a:pt x="70612" y="27266"/>
                  </a:lnTo>
                  <a:lnTo>
                    <a:pt x="67449" y="27266"/>
                  </a:lnTo>
                  <a:lnTo>
                    <a:pt x="66065" y="28511"/>
                  </a:lnTo>
                  <a:lnTo>
                    <a:pt x="66065" y="31661"/>
                  </a:lnTo>
                  <a:lnTo>
                    <a:pt x="67449" y="32893"/>
                  </a:lnTo>
                  <a:lnTo>
                    <a:pt x="70612" y="32893"/>
                  </a:lnTo>
                  <a:lnTo>
                    <a:pt x="71945" y="31661"/>
                  </a:lnTo>
                  <a:lnTo>
                    <a:pt x="71945" y="30048"/>
                  </a:lnTo>
                  <a:lnTo>
                    <a:pt x="71945" y="28511"/>
                  </a:lnTo>
                  <a:close/>
                </a:path>
                <a:path w="492759" h="325119">
                  <a:moveTo>
                    <a:pt x="73012" y="36055"/>
                  </a:moveTo>
                  <a:lnTo>
                    <a:pt x="71653" y="34772"/>
                  </a:lnTo>
                  <a:lnTo>
                    <a:pt x="68478" y="34772"/>
                  </a:lnTo>
                  <a:lnTo>
                    <a:pt x="67106" y="36055"/>
                  </a:lnTo>
                  <a:lnTo>
                    <a:pt x="67106" y="39103"/>
                  </a:lnTo>
                  <a:lnTo>
                    <a:pt x="68478" y="40513"/>
                  </a:lnTo>
                  <a:lnTo>
                    <a:pt x="71653" y="40513"/>
                  </a:lnTo>
                  <a:lnTo>
                    <a:pt x="73012" y="39103"/>
                  </a:lnTo>
                  <a:lnTo>
                    <a:pt x="73012" y="37490"/>
                  </a:lnTo>
                  <a:lnTo>
                    <a:pt x="73012" y="36055"/>
                  </a:lnTo>
                  <a:close/>
                </a:path>
                <a:path w="492759" h="325119">
                  <a:moveTo>
                    <a:pt x="76466" y="22326"/>
                  </a:moveTo>
                  <a:lnTo>
                    <a:pt x="75107" y="21132"/>
                  </a:lnTo>
                  <a:lnTo>
                    <a:pt x="71945" y="21132"/>
                  </a:lnTo>
                  <a:lnTo>
                    <a:pt x="70688" y="22326"/>
                  </a:lnTo>
                  <a:lnTo>
                    <a:pt x="70688" y="25438"/>
                  </a:lnTo>
                  <a:lnTo>
                    <a:pt x="71945" y="26771"/>
                  </a:lnTo>
                  <a:lnTo>
                    <a:pt x="73596" y="26771"/>
                  </a:lnTo>
                  <a:lnTo>
                    <a:pt x="75107" y="26771"/>
                  </a:lnTo>
                  <a:lnTo>
                    <a:pt x="76466" y="25438"/>
                  </a:lnTo>
                  <a:lnTo>
                    <a:pt x="76466" y="22326"/>
                  </a:lnTo>
                  <a:close/>
                </a:path>
                <a:path w="492759" h="325119">
                  <a:moveTo>
                    <a:pt x="84124" y="21856"/>
                  </a:moveTo>
                  <a:lnTo>
                    <a:pt x="82880" y="20637"/>
                  </a:lnTo>
                  <a:lnTo>
                    <a:pt x="79679" y="20637"/>
                  </a:lnTo>
                  <a:lnTo>
                    <a:pt x="78409" y="21856"/>
                  </a:lnTo>
                  <a:lnTo>
                    <a:pt x="78409" y="24993"/>
                  </a:lnTo>
                  <a:lnTo>
                    <a:pt x="79679" y="26327"/>
                  </a:lnTo>
                  <a:lnTo>
                    <a:pt x="81229" y="26327"/>
                  </a:lnTo>
                  <a:lnTo>
                    <a:pt x="82880" y="26327"/>
                  </a:lnTo>
                  <a:lnTo>
                    <a:pt x="84124" y="24993"/>
                  </a:lnTo>
                  <a:lnTo>
                    <a:pt x="84124" y="21856"/>
                  </a:lnTo>
                  <a:close/>
                </a:path>
                <a:path w="492759" h="325119">
                  <a:moveTo>
                    <a:pt x="94157" y="24358"/>
                  </a:moveTo>
                  <a:lnTo>
                    <a:pt x="94043" y="20967"/>
                  </a:lnTo>
                  <a:lnTo>
                    <a:pt x="93319" y="19939"/>
                  </a:lnTo>
                  <a:lnTo>
                    <a:pt x="92087" y="19316"/>
                  </a:lnTo>
                  <a:lnTo>
                    <a:pt x="90779" y="18237"/>
                  </a:lnTo>
                  <a:lnTo>
                    <a:pt x="89103" y="16637"/>
                  </a:lnTo>
                  <a:lnTo>
                    <a:pt x="88595" y="16052"/>
                  </a:lnTo>
                  <a:lnTo>
                    <a:pt x="88112" y="15494"/>
                  </a:lnTo>
                  <a:lnTo>
                    <a:pt x="88163" y="15341"/>
                  </a:lnTo>
                  <a:lnTo>
                    <a:pt x="88265" y="15113"/>
                  </a:lnTo>
                  <a:lnTo>
                    <a:pt x="93243" y="15494"/>
                  </a:lnTo>
                  <a:lnTo>
                    <a:pt x="93179" y="15341"/>
                  </a:lnTo>
                  <a:lnTo>
                    <a:pt x="93091" y="15113"/>
                  </a:lnTo>
                  <a:lnTo>
                    <a:pt x="92456" y="13474"/>
                  </a:lnTo>
                  <a:lnTo>
                    <a:pt x="91262" y="10426"/>
                  </a:lnTo>
                  <a:lnTo>
                    <a:pt x="87731" y="13474"/>
                  </a:lnTo>
                  <a:lnTo>
                    <a:pt x="87363" y="13474"/>
                  </a:lnTo>
                  <a:lnTo>
                    <a:pt x="87083" y="8115"/>
                  </a:lnTo>
                  <a:lnTo>
                    <a:pt x="82042" y="9906"/>
                  </a:lnTo>
                  <a:lnTo>
                    <a:pt x="85382" y="13995"/>
                  </a:lnTo>
                  <a:lnTo>
                    <a:pt x="85242" y="14224"/>
                  </a:lnTo>
                  <a:lnTo>
                    <a:pt x="85242" y="14376"/>
                  </a:lnTo>
                  <a:lnTo>
                    <a:pt x="80759" y="14630"/>
                  </a:lnTo>
                  <a:lnTo>
                    <a:pt x="83185" y="19697"/>
                  </a:lnTo>
                  <a:lnTo>
                    <a:pt x="86080" y="16052"/>
                  </a:lnTo>
                  <a:lnTo>
                    <a:pt x="86220" y="16052"/>
                  </a:lnTo>
                  <a:lnTo>
                    <a:pt x="86347" y="16637"/>
                  </a:lnTo>
                  <a:lnTo>
                    <a:pt x="86588" y="17881"/>
                  </a:lnTo>
                  <a:lnTo>
                    <a:pt x="86715" y="19697"/>
                  </a:lnTo>
                  <a:lnTo>
                    <a:pt x="86791" y="24358"/>
                  </a:lnTo>
                  <a:lnTo>
                    <a:pt x="88392" y="26060"/>
                  </a:lnTo>
                  <a:lnTo>
                    <a:pt x="92506" y="26060"/>
                  </a:lnTo>
                  <a:lnTo>
                    <a:pt x="94157" y="24358"/>
                  </a:lnTo>
                  <a:close/>
                </a:path>
                <a:path w="492759" h="325119">
                  <a:moveTo>
                    <a:pt x="100431" y="15557"/>
                  </a:moveTo>
                  <a:lnTo>
                    <a:pt x="99174" y="14630"/>
                  </a:lnTo>
                  <a:lnTo>
                    <a:pt x="98107" y="13474"/>
                  </a:lnTo>
                  <a:lnTo>
                    <a:pt x="96126" y="13474"/>
                  </a:lnTo>
                  <a:lnTo>
                    <a:pt x="95008" y="14630"/>
                  </a:lnTo>
                  <a:lnTo>
                    <a:pt x="93941" y="15557"/>
                  </a:lnTo>
                  <a:lnTo>
                    <a:pt x="93941" y="17360"/>
                  </a:lnTo>
                  <a:lnTo>
                    <a:pt x="95084" y="18605"/>
                  </a:lnTo>
                  <a:lnTo>
                    <a:pt x="96126" y="19685"/>
                  </a:lnTo>
                  <a:lnTo>
                    <a:pt x="98107" y="19685"/>
                  </a:lnTo>
                  <a:lnTo>
                    <a:pt x="99174" y="18516"/>
                  </a:lnTo>
                  <a:lnTo>
                    <a:pt x="100431" y="17360"/>
                  </a:lnTo>
                  <a:lnTo>
                    <a:pt x="100431" y="15557"/>
                  </a:lnTo>
                  <a:close/>
                </a:path>
                <a:path w="492759" h="325119">
                  <a:moveTo>
                    <a:pt x="106845" y="10795"/>
                  </a:moveTo>
                  <a:lnTo>
                    <a:pt x="105765" y="9817"/>
                  </a:lnTo>
                  <a:lnTo>
                    <a:pt x="104559" y="8572"/>
                  </a:lnTo>
                  <a:lnTo>
                    <a:pt x="102730" y="8572"/>
                  </a:lnTo>
                  <a:lnTo>
                    <a:pt x="101536" y="9817"/>
                  </a:lnTo>
                  <a:lnTo>
                    <a:pt x="100457" y="10795"/>
                  </a:lnTo>
                  <a:lnTo>
                    <a:pt x="100457" y="12661"/>
                  </a:lnTo>
                  <a:lnTo>
                    <a:pt x="101536" y="13906"/>
                  </a:lnTo>
                  <a:lnTo>
                    <a:pt x="102730" y="14859"/>
                  </a:lnTo>
                  <a:lnTo>
                    <a:pt x="104559" y="14859"/>
                  </a:lnTo>
                  <a:lnTo>
                    <a:pt x="105765" y="13906"/>
                  </a:lnTo>
                  <a:lnTo>
                    <a:pt x="106845" y="12661"/>
                  </a:lnTo>
                  <a:lnTo>
                    <a:pt x="106845" y="10795"/>
                  </a:lnTo>
                  <a:close/>
                </a:path>
                <a:path w="492759" h="325119">
                  <a:moveTo>
                    <a:pt x="114452" y="12128"/>
                  </a:moveTo>
                  <a:lnTo>
                    <a:pt x="113347" y="10960"/>
                  </a:lnTo>
                  <a:lnTo>
                    <a:pt x="112191" y="9906"/>
                  </a:lnTo>
                  <a:lnTo>
                    <a:pt x="110337" y="9906"/>
                  </a:lnTo>
                  <a:lnTo>
                    <a:pt x="109321" y="10960"/>
                  </a:lnTo>
                  <a:lnTo>
                    <a:pt x="108089" y="12128"/>
                  </a:lnTo>
                  <a:lnTo>
                    <a:pt x="108216" y="13995"/>
                  </a:lnTo>
                  <a:lnTo>
                    <a:pt x="110464" y="16052"/>
                  </a:lnTo>
                  <a:lnTo>
                    <a:pt x="112318" y="16052"/>
                  </a:lnTo>
                  <a:lnTo>
                    <a:pt x="113347" y="15024"/>
                  </a:lnTo>
                  <a:lnTo>
                    <a:pt x="114452" y="13995"/>
                  </a:lnTo>
                  <a:lnTo>
                    <a:pt x="114452" y="12128"/>
                  </a:lnTo>
                  <a:close/>
                </a:path>
                <a:path w="492759" h="325119">
                  <a:moveTo>
                    <a:pt x="118529" y="23126"/>
                  </a:moveTo>
                  <a:lnTo>
                    <a:pt x="114071" y="23393"/>
                  </a:lnTo>
                  <a:lnTo>
                    <a:pt x="115328" y="25158"/>
                  </a:lnTo>
                  <a:lnTo>
                    <a:pt x="115722" y="25984"/>
                  </a:lnTo>
                  <a:lnTo>
                    <a:pt x="115836" y="27457"/>
                  </a:lnTo>
                  <a:lnTo>
                    <a:pt x="115011" y="27051"/>
                  </a:lnTo>
                  <a:lnTo>
                    <a:pt x="113855" y="26162"/>
                  </a:lnTo>
                  <a:lnTo>
                    <a:pt x="112826" y="24726"/>
                  </a:lnTo>
                  <a:lnTo>
                    <a:pt x="112941" y="26162"/>
                  </a:lnTo>
                  <a:lnTo>
                    <a:pt x="113042" y="27457"/>
                  </a:lnTo>
                  <a:lnTo>
                    <a:pt x="113157" y="28829"/>
                  </a:lnTo>
                  <a:lnTo>
                    <a:pt x="113258" y="30035"/>
                  </a:lnTo>
                  <a:lnTo>
                    <a:pt x="113322" y="30848"/>
                  </a:lnTo>
                  <a:lnTo>
                    <a:pt x="113398" y="31127"/>
                  </a:lnTo>
                  <a:lnTo>
                    <a:pt x="114071" y="30035"/>
                  </a:lnTo>
                  <a:lnTo>
                    <a:pt x="114198" y="29908"/>
                  </a:lnTo>
                  <a:lnTo>
                    <a:pt x="114782" y="29235"/>
                  </a:lnTo>
                  <a:lnTo>
                    <a:pt x="115836" y="28829"/>
                  </a:lnTo>
                  <a:lnTo>
                    <a:pt x="115722" y="31127"/>
                  </a:lnTo>
                  <a:lnTo>
                    <a:pt x="115608" y="33248"/>
                  </a:lnTo>
                  <a:lnTo>
                    <a:pt x="113855" y="34925"/>
                  </a:lnTo>
                  <a:lnTo>
                    <a:pt x="112318" y="35242"/>
                  </a:lnTo>
                  <a:lnTo>
                    <a:pt x="111023" y="35496"/>
                  </a:lnTo>
                  <a:lnTo>
                    <a:pt x="110426" y="35496"/>
                  </a:lnTo>
                  <a:lnTo>
                    <a:pt x="109093" y="34429"/>
                  </a:lnTo>
                  <a:lnTo>
                    <a:pt x="109029" y="34036"/>
                  </a:lnTo>
                  <a:lnTo>
                    <a:pt x="108940" y="33528"/>
                  </a:lnTo>
                  <a:lnTo>
                    <a:pt x="108889" y="33248"/>
                  </a:lnTo>
                  <a:lnTo>
                    <a:pt x="108775" y="32537"/>
                  </a:lnTo>
                  <a:lnTo>
                    <a:pt x="108534" y="31127"/>
                  </a:lnTo>
                  <a:lnTo>
                    <a:pt x="108915" y="30848"/>
                  </a:lnTo>
                  <a:lnTo>
                    <a:pt x="110197" y="29908"/>
                  </a:lnTo>
                  <a:lnTo>
                    <a:pt x="112014" y="31648"/>
                  </a:lnTo>
                  <a:lnTo>
                    <a:pt x="112039" y="31369"/>
                  </a:lnTo>
                  <a:lnTo>
                    <a:pt x="112153" y="29908"/>
                  </a:lnTo>
                  <a:lnTo>
                    <a:pt x="112191" y="29489"/>
                  </a:lnTo>
                  <a:lnTo>
                    <a:pt x="112204" y="29235"/>
                  </a:lnTo>
                  <a:lnTo>
                    <a:pt x="112318" y="27774"/>
                  </a:lnTo>
                  <a:lnTo>
                    <a:pt x="109004" y="27774"/>
                  </a:lnTo>
                  <a:lnTo>
                    <a:pt x="107619" y="29235"/>
                  </a:lnTo>
                  <a:lnTo>
                    <a:pt x="109321" y="25615"/>
                  </a:lnTo>
                  <a:lnTo>
                    <a:pt x="109207" y="25158"/>
                  </a:lnTo>
                  <a:lnTo>
                    <a:pt x="109080" y="24726"/>
                  </a:lnTo>
                  <a:lnTo>
                    <a:pt x="109029" y="24561"/>
                  </a:lnTo>
                  <a:lnTo>
                    <a:pt x="108597" y="22974"/>
                  </a:lnTo>
                  <a:lnTo>
                    <a:pt x="105181" y="21132"/>
                  </a:lnTo>
                  <a:lnTo>
                    <a:pt x="102971" y="24561"/>
                  </a:lnTo>
                  <a:lnTo>
                    <a:pt x="103035" y="24726"/>
                  </a:lnTo>
                  <a:lnTo>
                    <a:pt x="103911" y="27051"/>
                  </a:lnTo>
                  <a:lnTo>
                    <a:pt x="106489" y="29489"/>
                  </a:lnTo>
                  <a:lnTo>
                    <a:pt x="103911" y="28333"/>
                  </a:lnTo>
                  <a:lnTo>
                    <a:pt x="101536" y="30492"/>
                  </a:lnTo>
                  <a:lnTo>
                    <a:pt x="103911" y="33528"/>
                  </a:lnTo>
                  <a:lnTo>
                    <a:pt x="103962" y="33248"/>
                  </a:lnTo>
                  <a:lnTo>
                    <a:pt x="104432" y="30848"/>
                  </a:lnTo>
                  <a:lnTo>
                    <a:pt x="106730" y="31369"/>
                  </a:lnTo>
                  <a:lnTo>
                    <a:pt x="106794" y="31648"/>
                  </a:lnTo>
                  <a:lnTo>
                    <a:pt x="107632" y="35242"/>
                  </a:lnTo>
                  <a:lnTo>
                    <a:pt x="105879" y="37414"/>
                  </a:lnTo>
                  <a:lnTo>
                    <a:pt x="99047" y="39535"/>
                  </a:lnTo>
                  <a:lnTo>
                    <a:pt x="98971" y="39382"/>
                  </a:lnTo>
                  <a:lnTo>
                    <a:pt x="97599" y="36906"/>
                  </a:lnTo>
                  <a:lnTo>
                    <a:pt x="96939" y="35496"/>
                  </a:lnTo>
                  <a:lnTo>
                    <a:pt x="96824" y="35242"/>
                  </a:lnTo>
                  <a:lnTo>
                    <a:pt x="96672" y="34925"/>
                  </a:lnTo>
                  <a:lnTo>
                    <a:pt x="96710" y="34683"/>
                  </a:lnTo>
                  <a:lnTo>
                    <a:pt x="97485" y="34188"/>
                  </a:lnTo>
                  <a:lnTo>
                    <a:pt x="99631" y="34429"/>
                  </a:lnTo>
                  <a:lnTo>
                    <a:pt x="101879" y="35737"/>
                  </a:lnTo>
                  <a:lnTo>
                    <a:pt x="102006" y="35737"/>
                  </a:lnTo>
                  <a:lnTo>
                    <a:pt x="101930" y="35496"/>
                  </a:lnTo>
                  <a:lnTo>
                    <a:pt x="101854" y="35242"/>
                  </a:lnTo>
                  <a:lnTo>
                    <a:pt x="101739" y="34925"/>
                  </a:lnTo>
                  <a:lnTo>
                    <a:pt x="101663" y="34683"/>
                  </a:lnTo>
                  <a:lnTo>
                    <a:pt x="101574" y="34429"/>
                  </a:lnTo>
                  <a:lnTo>
                    <a:pt x="101180" y="33248"/>
                  </a:lnTo>
                  <a:lnTo>
                    <a:pt x="99936" y="29489"/>
                  </a:lnTo>
                  <a:lnTo>
                    <a:pt x="99174" y="31648"/>
                  </a:lnTo>
                  <a:lnTo>
                    <a:pt x="98005" y="32537"/>
                  </a:lnTo>
                  <a:lnTo>
                    <a:pt x="98285" y="32537"/>
                  </a:lnTo>
                  <a:lnTo>
                    <a:pt x="96304" y="33248"/>
                  </a:lnTo>
                  <a:lnTo>
                    <a:pt x="96037" y="33248"/>
                  </a:lnTo>
                  <a:lnTo>
                    <a:pt x="96113" y="30848"/>
                  </a:lnTo>
                  <a:lnTo>
                    <a:pt x="97243" y="27774"/>
                  </a:lnTo>
                  <a:lnTo>
                    <a:pt x="89408" y="30848"/>
                  </a:lnTo>
                  <a:lnTo>
                    <a:pt x="92862" y="32537"/>
                  </a:lnTo>
                  <a:lnTo>
                    <a:pt x="93573" y="33248"/>
                  </a:lnTo>
                  <a:lnTo>
                    <a:pt x="94259" y="34036"/>
                  </a:lnTo>
                  <a:lnTo>
                    <a:pt x="94500" y="34036"/>
                  </a:lnTo>
                  <a:lnTo>
                    <a:pt x="92570" y="34683"/>
                  </a:lnTo>
                  <a:lnTo>
                    <a:pt x="91084" y="34925"/>
                  </a:lnTo>
                  <a:lnTo>
                    <a:pt x="88684" y="34036"/>
                  </a:lnTo>
                  <a:lnTo>
                    <a:pt x="91757" y="39992"/>
                  </a:lnTo>
                  <a:lnTo>
                    <a:pt x="91871" y="39535"/>
                  </a:lnTo>
                  <a:lnTo>
                    <a:pt x="91986" y="39103"/>
                  </a:lnTo>
                  <a:lnTo>
                    <a:pt x="92049" y="38862"/>
                  </a:lnTo>
                  <a:lnTo>
                    <a:pt x="92138" y="38557"/>
                  </a:lnTo>
                  <a:lnTo>
                    <a:pt x="92252" y="38125"/>
                  </a:lnTo>
                  <a:lnTo>
                    <a:pt x="92303" y="37922"/>
                  </a:lnTo>
                  <a:lnTo>
                    <a:pt x="92506" y="37134"/>
                  </a:lnTo>
                  <a:lnTo>
                    <a:pt x="93941" y="35496"/>
                  </a:lnTo>
                  <a:lnTo>
                    <a:pt x="95008" y="35496"/>
                  </a:lnTo>
                  <a:lnTo>
                    <a:pt x="95097" y="35737"/>
                  </a:lnTo>
                  <a:lnTo>
                    <a:pt x="96672" y="40513"/>
                  </a:lnTo>
                  <a:lnTo>
                    <a:pt x="92227" y="42557"/>
                  </a:lnTo>
                  <a:lnTo>
                    <a:pt x="91262" y="43154"/>
                  </a:lnTo>
                  <a:lnTo>
                    <a:pt x="90538" y="43548"/>
                  </a:lnTo>
                  <a:lnTo>
                    <a:pt x="89154" y="43548"/>
                  </a:lnTo>
                  <a:lnTo>
                    <a:pt x="87363" y="43307"/>
                  </a:lnTo>
                  <a:lnTo>
                    <a:pt x="87274" y="43154"/>
                  </a:lnTo>
                  <a:lnTo>
                    <a:pt x="86436" y="41821"/>
                  </a:lnTo>
                  <a:lnTo>
                    <a:pt x="85953" y="41008"/>
                  </a:lnTo>
                  <a:lnTo>
                    <a:pt x="85356" y="39992"/>
                  </a:lnTo>
                  <a:lnTo>
                    <a:pt x="85864" y="39103"/>
                  </a:lnTo>
                  <a:lnTo>
                    <a:pt x="86169" y="38557"/>
                  </a:lnTo>
                  <a:lnTo>
                    <a:pt x="86525" y="37922"/>
                  </a:lnTo>
                  <a:lnTo>
                    <a:pt x="88760" y="39535"/>
                  </a:lnTo>
                  <a:lnTo>
                    <a:pt x="88722" y="39103"/>
                  </a:lnTo>
                  <a:lnTo>
                    <a:pt x="88607" y="37922"/>
                  </a:lnTo>
                  <a:lnTo>
                    <a:pt x="88506" y="36906"/>
                  </a:lnTo>
                  <a:lnTo>
                    <a:pt x="88392" y="35737"/>
                  </a:lnTo>
                  <a:lnTo>
                    <a:pt x="85039" y="35737"/>
                  </a:lnTo>
                  <a:lnTo>
                    <a:pt x="84124" y="38557"/>
                  </a:lnTo>
                  <a:lnTo>
                    <a:pt x="84226" y="34683"/>
                  </a:lnTo>
                  <a:lnTo>
                    <a:pt x="83185" y="32537"/>
                  </a:lnTo>
                  <a:lnTo>
                    <a:pt x="79006" y="31369"/>
                  </a:lnTo>
                  <a:lnTo>
                    <a:pt x="78930" y="31648"/>
                  </a:lnTo>
                  <a:lnTo>
                    <a:pt x="78193" y="34429"/>
                  </a:lnTo>
                  <a:lnTo>
                    <a:pt x="78130" y="35496"/>
                  </a:lnTo>
                  <a:lnTo>
                    <a:pt x="79324" y="37414"/>
                  </a:lnTo>
                  <a:lnTo>
                    <a:pt x="83261" y="39103"/>
                  </a:lnTo>
                  <a:lnTo>
                    <a:pt x="81038" y="38862"/>
                  </a:lnTo>
                  <a:lnTo>
                    <a:pt x="78663" y="41008"/>
                  </a:lnTo>
                  <a:lnTo>
                    <a:pt x="81686" y="43548"/>
                  </a:lnTo>
                  <a:lnTo>
                    <a:pt x="81686" y="41351"/>
                  </a:lnTo>
                  <a:lnTo>
                    <a:pt x="83705" y="41008"/>
                  </a:lnTo>
                  <a:lnTo>
                    <a:pt x="84886" y="42557"/>
                  </a:lnTo>
                  <a:lnTo>
                    <a:pt x="85572" y="43548"/>
                  </a:lnTo>
                  <a:lnTo>
                    <a:pt x="85572" y="44246"/>
                  </a:lnTo>
                  <a:lnTo>
                    <a:pt x="85432" y="45504"/>
                  </a:lnTo>
                  <a:lnTo>
                    <a:pt x="83934" y="46558"/>
                  </a:lnTo>
                  <a:lnTo>
                    <a:pt x="82905" y="47244"/>
                  </a:lnTo>
                  <a:lnTo>
                    <a:pt x="80149" y="47244"/>
                  </a:lnTo>
                  <a:lnTo>
                    <a:pt x="76949" y="44246"/>
                  </a:lnTo>
                  <a:lnTo>
                    <a:pt x="77609" y="43967"/>
                  </a:lnTo>
                  <a:lnTo>
                    <a:pt x="78574" y="43967"/>
                  </a:lnTo>
                  <a:lnTo>
                    <a:pt x="79921" y="44246"/>
                  </a:lnTo>
                  <a:lnTo>
                    <a:pt x="80289" y="44246"/>
                  </a:lnTo>
                  <a:lnTo>
                    <a:pt x="80048" y="43967"/>
                  </a:lnTo>
                  <a:lnTo>
                    <a:pt x="79349" y="43154"/>
                  </a:lnTo>
                  <a:lnTo>
                    <a:pt x="76631" y="39992"/>
                  </a:lnTo>
                  <a:lnTo>
                    <a:pt x="76136" y="39535"/>
                  </a:lnTo>
                  <a:lnTo>
                    <a:pt x="76200" y="42557"/>
                  </a:lnTo>
                  <a:lnTo>
                    <a:pt x="75831" y="43154"/>
                  </a:lnTo>
                  <a:lnTo>
                    <a:pt x="74396" y="39992"/>
                  </a:lnTo>
                  <a:lnTo>
                    <a:pt x="74269" y="39382"/>
                  </a:lnTo>
                  <a:lnTo>
                    <a:pt x="71056" y="42075"/>
                  </a:lnTo>
                  <a:lnTo>
                    <a:pt x="70827" y="42075"/>
                  </a:lnTo>
                  <a:lnTo>
                    <a:pt x="74041" y="43967"/>
                  </a:lnTo>
                  <a:lnTo>
                    <a:pt x="77660" y="46913"/>
                  </a:lnTo>
                  <a:lnTo>
                    <a:pt x="81965" y="52768"/>
                  </a:lnTo>
                  <a:lnTo>
                    <a:pt x="86372" y="49885"/>
                  </a:lnTo>
                  <a:lnTo>
                    <a:pt x="92011" y="47244"/>
                  </a:lnTo>
                  <a:lnTo>
                    <a:pt x="94424" y="46113"/>
                  </a:lnTo>
                  <a:lnTo>
                    <a:pt x="99644" y="43967"/>
                  </a:lnTo>
                  <a:lnTo>
                    <a:pt x="100736" y="43548"/>
                  </a:lnTo>
                  <a:lnTo>
                    <a:pt x="104559" y="42075"/>
                  </a:lnTo>
                  <a:lnTo>
                    <a:pt x="112534" y="39535"/>
                  </a:lnTo>
                  <a:lnTo>
                    <a:pt x="113017" y="39382"/>
                  </a:lnTo>
                  <a:lnTo>
                    <a:pt x="118211" y="38125"/>
                  </a:lnTo>
                  <a:lnTo>
                    <a:pt x="118097" y="37414"/>
                  </a:lnTo>
                  <a:lnTo>
                    <a:pt x="118021" y="36906"/>
                  </a:lnTo>
                  <a:lnTo>
                    <a:pt x="117805" y="35496"/>
                  </a:lnTo>
                  <a:lnTo>
                    <a:pt x="117678" y="34683"/>
                  </a:lnTo>
                  <a:lnTo>
                    <a:pt x="117576" y="34036"/>
                  </a:lnTo>
                  <a:lnTo>
                    <a:pt x="117462" y="33248"/>
                  </a:lnTo>
                  <a:lnTo>
                    <a:pt x="117348" y="32537"/>
                  </a:lnTo>
                  <a:lnTo>
                    <a:pt x="117208" y="31648"/>
                  </a:lnTo>
                  <a:lnTo>
                    <a:pt x="117271" y="30035"/>
                  </a:lnTo>
                  <a:lnTo>
                    <a:pt x="117335" y="29489"/>
                  </a:lnTo>
                  <a:lnTo>
                    <a:pt x="117424" y="28829"/>
                  </a:lnTo>
                  <a:lnTo>
                    <a:pt x="117487" y="28333"/>
                  </a:lnTo>
                  <a:lnTo>
                    <a:pt x="117602" y="27457"/>
                  </a:lnTo>
                  <a:lnTo>
                    <a:pt x="117690" y="26771"/>
                  </a:lnTo>
                  <a:lnTo>
                    <a:pt x="118529" y="23126"/>
                  </a:lnTo>
                  <a:close/>
                </a:path>
                <a:path w="492759" h="325119">
                  <a:moveTo>
                    <a:pt x="119253" y="18161"/>
                  </a:moveTo>
                  <a:lnTo>
                    <a:pt x="118110" y="16916"/>
                  </a:lnTo>
                  <a:lnTo>
                    <a:pt x="116979" y="15887"/>
                  </a:lnTo>
                  <a:lnTo>
                    <a:pt x="115150" y="15887"/>
                  </a:lnTo>
                  <a:lnTo>
                    <a:pt x="113944" y="16916"/>
                  </a:lnTo>
                  <a:lnTo>
                    <a:pt x="112903" y="18161"/>
                  </a:lnTo>
                  <a:lnTo>
                    <a:pt x="112903" y="20040"/>
                  </a:lnTo>
                  <a:lnTo>
                    <a:pt x="113944" y="21145"/>
                  </a:lnTo>
                  <a:lnTo>
                    <a:pt x="115150" y="22085"/>
                  </a:lnTo>
                  <a:lnTo>
                    <a:pt x="116979" y="22085"/>
                  </a:lnTo>
                  <a:lnTo>
                    <a:pt x="118110" y="21031"/>
                  </a:lnTo>
                  <a:lnTo>
                    <a:pt x="119253" y="20040"/>
                  </a:lnTo>
                  <a:lnTo>
                    <a:pt x="119253" y="18161"/>
                  </a:lnTo>
                  <a:close/>
                </a:path>
                <a:path w="492759" h="325119">
                  <a:moveTo>
                    <a:pt x="179311" y="207314"/>
                  </a:moveTo>
                  <a:lnTo>
                    <a:pt x="176161" y="206044"/>
                  </a:lnTo>
                  <a:lnTo>
                    <a:pt x="177507" y="202234"/>
                  </a:lnTo>
                  <a:lnTo>
                    <a:pt x="178765" y="199694"/>
                  </a:lnTo>
                  <a:lnTo>
                    <a:pt x="174840" y="197154"/>
                  </a:lnTo>
                  <a:lnTo>
                    <a:pt x="172885" y="195884"/>
                  </a:lnTo>
                  <a:lnTo>
                    <a:pt x="171792" y="188264"/>
                  </a:lnTo>
                  <a:lnTo>
                    <a:pt x="171602" y="186994"/>
                  </a:lnTo>
                  <a:lnTo>
                    <a:pt x="172186" y="183184"/>
                  </a:lnTo>
                  <a:lnTo>
                    <a:pt x="167233" y="176834"/>
                  </a:lnTo>
                  <a:lnTo>
                    <a:pt x="162941" y="173024"/>
                  </a:lnTo>
                  <a:lnTo>
                    <a:pt x="161518" y="171754"/>
                  </a:lnTo>
                  <a:lnTo>
                    <a:pt x="139700" y="147624"/>
                  </a:lnTo>
                  <a:lnTo>
                    <a:pt x="144119" y="147624"/>
                  </a:lnTo>
                  <a:lnTo>
                    <a:pt x="147243" y="150164"/>
                  </a:lnTo>
                  <a:lnTo>
                    <a:pt x="149161" y="151434"/>
                  </a:lnTo>
                  <a:lnTo>
                    <a:pt x="152844" y="155244"/>
                  </a:lnTo>
                  <a:lnTo>
                    <a:pt x="156222" y="159054"/>
                  </a:lnTo>
                  <a:lnTo>
                    <a:pt x="159893" y="150164"/>
                  </a:lnTo>
                  <a:lnTo>
                    <a:pt x="161569" y="147624"/>
                  </a:lnTo>
                  <a:lnTo>
                    <a:pt x="164096" y="143814"/>
                  </a:lnTo>
                  <a:lnTo>
                    <a:pt x="168948" y="136194"/>
                  </a:lnTo>
                  <a:lnTo>
                    <a:pt x="174599" y="129844"/>
                  </a:lnTo>
                  <a:lnTo>
                    <a:pt x="176682" y="127304"/>
                  </a:lnTo>
                  <a:lnTo>
                    <a:pt x="177685" y="126034"/>
                  </a:lnTo>
                  <a:lnTo>
                    <a:pt x="174777" y="127304"/>
                  </a:lnTo>
                  <a:lnTo>
                    <a:pt x="170154" y="127304"/>
                  </a:lnTo>
                  <a:lnTo>
                    <a:pt x="167678" y="129844"/>
                  </a:lnTo>
                  <a:lnTo>
                    <a:pt x="167678" y="120954"/>
                  </a:lnTo>
                  <a:lnTo>
                    <a:pt x="164338" y="117144"/>
                  </a:lnTo>
                  <a:lnTo>
                    <a:pt x="164617" y="112064"/>
                  </a:lnTo>
                  <a:lnTo>
                    <a:pt x="162864" y="105714"/>
                  </a:lnTo>
                  <a:lnTo>
                    <a:pt x="160858" y="103174"/>
                  </a:lnTo>
                  <a:lnTo>
                    <a:pt x="157873" y="99364"/>
                  </a:lnTo>
                  <a:lnTo>
                    <a:pt x="148463" y="91744"/>
                  </a:lnTo>
                  <a:lnTo>
                    <a:pt x="156654" y="94284"/>
                  </a:lnTo>
                  <a:lnTo>
                    <a:pt x="161404" y="100634"/>
                  </a:lnTo>
                  <a:lnTo>
                    <a:pt x="167678" y="95554"/>
                  </a:lnTo>
                  <a:lnTo>
                    <a:pt x="164160" y="93014"/>
                  </a:lnTo>
                  <a:lnTo>
                    <a:pt x="163182" y="91744"/>
                  </a:lnTo>
                  <a:lnTo>
                    <a:pt x="160274" y="87934"/>
                  </a:lnTo>
                  <a:lnTo>
                    <a:pt x="153619" y="81584"/>
                  </a:lnTo>
                  <a:lnTo>
                    <a:pt x="141795" y="73964"/>
                  </a:lnTo>
                  <a:lnTo>
                    <a:pt x="147332" y="75234"/>
                  </a:lnTo>
                  <a:lnTo>
                    <a:pt x="152666" y="79044"/>
                  </a:lnTo>
                  <a:lnTo>
                    <a:pt x="158229" y="80314"/>
                  </a:lnTo>
                  <a:lnTo>
                    <a:pt x="164477" y="79044"/>
                  </a:lnTo>
                  <a:lnTo>
                    <a:pt x="158902" y="75234"/>
                  </a:lnTo>
                  <a:lnTo>
                    <a:pt x="157619" y="73964"/>
                  </a:lnTo>
                  <a:lnTo>
                    <a:pt x="156337" y="72694"/>
                  </a:lnTo>
                  <a:lnTo>
                    <a:pt x="149948" y="66344"/>
                  </a:lnTo>
                  <a:lnTo>
                    <a:pt x="147408" y="63804"/>
                  </a:lnTo>
                  <a:lnTo>
                    <a:pt x="145084" y="62534"/>
                  </a:lnTo>
                  <a:lnTo>
                    <a:pt x="138137" y="58724"/>
                  </a:lnTo>
                  <a:lnTo>
                    <a:pt x="143268" y="58724"/>
                  </a:lnTo>
                  <a:lnTo>
                    <a:pt x="148755" y="61264"/>
                  </a:lnTo>
                  <a:lnTo>
                    <a:pt x="151015" y="58724"/>
                  </a:lnTo>
                  <a:lnTo>
                    <a:pt x="153276" y="56184"/>
                  </a:lnTo>
                  <a:lnTo>
                    <a:pt x="148082" y="56184"/>
                  </a:lnTo>
                  <a:lnTo>
                    <a:pt x="144868" y="52374"/>
                  </a:lnTo>
                  <a:lnTo>
                    <a:pt x="139280" y="51104"/>
                  </a:lnTo>
                  <a:lnTo>
                    <a:pt x="140144" y="48564"/>
                  </a:lnTo>
                  <a:lnTo>
                    <a:pt x="141439" y="44754"/>
                  </a:lnTo>
                  <a:lnTo>
                    <a:pt x="140919" y="40944"/>
                  </a:lnTo>
                  <a:lnTo>
                    <a:pt x="138633" y="37134"/>
                  </a:lnTo>
                  <a:lnTo>
                    <a:pt x="134658" y="37134"/>
                  </a:lnTo>
                  <a:lnTo>
                    <a:pt x="130771" y="38404"/>
                  </a:lnTo>
                  <a:lnTo>
                    <a:pt x="127990" y="40741"/>
                  </a:lnTo>
                  <a:lnTo>
                    <a:pt x="127990" y="99364"/>
                  </a:lnTo>
                  <a:lnTo>
                    <a:pt x="122453" y="100634"/>
                  </a:lnTo>
                  <a:lnTo>
                    <a:pt x="117322" y="103174"/>
                  </a:lnTo>
                  <a:lnTo>
                    <a:pt x="113169" y="99364"/>
                  </a:lnTo>
                  <a:lnTo>
                    <a:pt x="112522" y="96824"/>
                  </a:lnTo>
                  <a:lnTo>
                    <a:pt x="112191" y="95554"/>
                  </a:lnTo>
                  <a:lnTo>
                    <a:pt x="111137" y="93014"/>
                  </a:lnTo>
                  <a:lnTo>
                    <a:pt x="110350" y="90474"/>
                  </a:lnTo>
                  <a:lnTo>
                    <a:pt x="113868" y="86664"/>
                  </a:lnTo>
                  <a:lnTo>
                    <a:pt x="114452" y="85394"/>
                  </a:lnTo>
                  <a:lnTo>
                    <a:pt x="113880" y="84124"/>
                  </a:lnTo>
                  <a:lnTo>
                    <a:pt x="112750" y="81584"/>
                  </a:lnTo>
                  <a:lnTo>
                    <a:pt x="111620" y="79044"/>
                  </a:lnTo>
                  <a:lnTo>
                    <a:pt x="108216" y="81584"/>
                  </a:lnTo>
                  <a:lnTo>
                    <a:pt x="104571" y="81584"/>
                  </a:lnTo>
                  <a:lnTo>
                    <a:pt x="106286" y="79044"/>
                  </a:lnTo>
                  <a:lnTo>
                    <a:pt x="106362" y="76504"/>
                  </a:lnTo>
                  <a:lnTo>
                    <a:pt x="104127" y="76504"/>
                  </a:lnTo>
                  <a:lnTo>
                    <a:pt x="101358" y="77774"/>
                  </a:lnTo>
                  <a:lnTo>
                    <a:pt x="101358" y="81584"/>
                  </a:lnTo>
                  <a:lnTo>
                    <a:pt x="99771" y="81584"/>
                  </a:lnTo>
                  <a:lnTo>
                    <a:pt x="98336" y="80314"/>
                  </a:lnTo>
                  <a:lnTo>
                    <a:pt x="99148" y="77774"/>
                  </a:lnTo>
                  <a:lnTo>
                    <a:pt x="99148" y="75234"/>
                  </a:lnTo>
                  <a:lnTo>
                    <a:pt x="100431" y="73964"/>
                  </a:lnTo>
                  <a:lnTo>
                    <a:pt x="102184" y="73964"/>
                  </a:lnTo>
                  <a:lnTo>
                    <a:pt x="108242" y="71424"/>
                  </a:lnTo>
                  <a:lnTo>
                    <a:pt x="117322" y="67614"/>
                  </a:lnTo>
                  <a:lnTo>
                    <a:pt x="119253" y="67614"/>
                  </a:lnTo>
                  <a:lnTo>
                    <a:pt x="120573" y="66344"/>
                  </a:lnTo>
                  <a:lnTo>
                    <a:pt x="121945" y="67614"/>
                  </a:lnTo>
                  <a:lnTo>
                    <a:pt x="122872" y="68884"/>
                  </a:lnTo>
                  <a:lnTo>
                    <a:pt x="125285" y="70154"/>
                  </a:lnTo>
                  <a:lnTo>
                    <a:pt x="124701" y="71424"/>
                  </a:lnTo>
                  <a:lnTo>
                    <a:pt x="123837" y="72694"/>
                  </a:lnTo>
                  <a:lnTo>
                    <a:pt x="120573" y="70154"/>
                  </a:lnTo>
                  <a:lnTo>
                    <a:pt x="116611" y="72694"/>
                  </a:lnTo>
                  <a:lnTo>
                    <a:pt x="118198" y="73964"/>
                  </a:lnTo>
                  <a:lnTo>
                    <a:pt x="121640" y="75234"/>
                  </a:lnTo>
                  <a:lnTo>
                    <a:pt x="118351" y="77774"/>
                  </a:lnTo>
                  <a:lnTo>
                    <a:pt x="114795" y="79044"/>
                  </a:lnTo>
                  <a:lnTo>
                    <a:pt x="115938" y="81584"/>
                  </a:lnTo>
                  <a:lnTo>
                    <a:pt x="116979" y="84124"/>
                  </a:lnTo>
                  <a:lnTo>
                    <a:pt x="118605" y="85394"/>
                  </a:lnTo>
                  <a:lnTo>
                    <a:pt x="123444" y="85394"/>
                  </a:lnTo>
                  <a:lnTo>
                    <a:pt x="124701" y="87934"/>
                  </a:lnTo>
                  <a:lnTo>
                    <a:pt x="126047" y="90474"/>
                  </a:lnTo>
                  <a:lnTo>
                    <a:pt x="127508" y="94284"/>
                  </a:lnTo>
                  <a:lnTo>
                    <a:pt x="127635" y="95554"/>
                  </a:lnTo>
                  <a:lnTo>
                    <a:pt x="127749" y="96824"/>
                  </a:lnTo>
                  <a:lnTo>
                    <a:pt x="127990" y="99364"/>
                  </a:lnTo>
                  <a:lnTo>
                    <a:pt x="127990" y="40741"/>
                  </a:lnTo>
                  <a:lnTo>
                    <a:pt x="127812" y="40881"/>
                  </a:lnTo>
                  <a:lnTo>
                    <a:pt x="127812" y="48564"/>
                  </a:lnTo>
                  <a:lnTo>
                    <a:pt x="123837" y="54914"/>
                  </a:lnTo>
                  <a:lnTo>
                    <a:pt x="126466" y="57454"/>
                  </a:lnTo>
                  <a:lnTo>
                    <a:pt x="123317" y="59994"/>
                  </a:lnTo>
                  <a:lnTo>
                    <a:pt x="119341" y="62534"/>
                  </a:lnTo>
                  <a:lnTo>
                    <a:pt x="113868" y="59994"/>
                  </a:lnTo>
                  <a:lnTo>
                    <a:pt x="111506" y="56184"/>
                  </a:lnTo>
                  <a:lnTo>
                    <a:pt x="123444" y="51104"/>
                  </a:lnTo>
                  <a:lnTo>
                    <a:pt x="127812" y="48564"/>
                  </a:lnTo>
                  <a:lnTo>
                    <a:pt x="127812" y="40881"/>
                  </a:lnTo>
                  <a:lnTo>
                    <a:pt x="127304" y="37134"/>
                  </a:lnTo>
                  <a:lnTo>
                    <a:pt x="120103" y="37134"/>
                  </a:lnTo>
                  <a:lnTo>
                    <a:pt x="120370" y="38404"/>
                  </a:lnTo>
                  <a:lnTo>
                    <a:pt x="121107" y="40944"/>
                  </a:lnTo>
                  <a:lnTo>
                    <a:pt x="116611" y="40944"/>
                  </a:lnTo>
                  <a:lnTo>
                    <a:pt x="107657" y="43484"/>
                  </a:lnTo>
                  <a:lnTo>
                    <a:pt x="100787" y="45999"/>
                  </a:lnTo>
                  <a:lnTo>
                    <a:pt x="100787" y="65074"/>
                  </a:lnTo>
                  <a:lnTo>
                    <a:pt x="98907" y="71424"/>
                  </a:lnTo>
                  <a:lnTo>
                    <a:pt x="89750" y="71424"/>
                  </a:lnTo>
                  <a:lnTo>
                    <a:pt x="89852" y="67614"/>
                  </a:lnTo>
                  <a:lnTo>
                    <a:pt x="82880" y="66344"/>
                  </a:lnTo>
                  <a:lnTo>
                    <a:pt x="87757" y="65074"/>
                  </a:lnTo>
                  <a:lnTo>
                    <a:pt x="99771" y="61264"/>
                  </a:lnTo>
                  <a:lnTo>
                    <a:pt x="100787" y="65074"/>
                  </a:lnTo>
                  <a:lnTo>
                    <a:pt x="100787" y="45999"/>
                  </a:lnTo>
                  <a:lnTo>
                    <a:pt x="93726" y="48564"/>
                  </a:lnTo>
                  <a:lnTo>
                    <a:pt x="85864" y="53644"/>
                  </a:lnTo>
                  <a:lnTo>
                    <a:pt x="82118" y="56184"/>
                  </a:lnTo>
                  <a:lnTo>
                    <a:pt x="80949" y="53644"/>
                  </a:lnTo>
                  <a:lnTo>
                    <a:pt x="80086" y="53644"/>
                  </a:lnTo>
                  <a:lnTo>
                    <a:pt x="77660" y="54914"/>
                  </a:lnTo>
                  <a:lnTo>
                    <a:pt x="75184" y="57454"/>
                  </a:lnTo>
                  <a:lnTo>
                    <a:pt x="77101" y="59994"/>
                  </a:lnTo>
                  <a:lnTo>
                    <a:pt x="73152" y="61264"/>
                  </a:lnTo>
                  <a:lnTo>
                    <a:pt x="68872" y="61264"/>
                  </a:lnTo>
                  <a:lnTo>
                    <a:pt x="65252" y="65074"/>
                  </a:lnTo>
                  <a:lnTo>
                    <a:pt x="65252" y="68884"/>
                  </a:lnTo>
                  <a:lnTo>
                    <a:pt x="69011" y="72694"/>
                  </a:lnTo>
                  <a:lnTo>
                    <a:pt x="74536" y="75234"/>
                  </a:lnTo>
                  <a:lnTo>
                    <a:pt x="70332" y="82854"/>
                  </a:lnTo>
                  <a:lnTo>
                    <a:pt x="69583" y="89204"/>
                  </a:lnTo>
                  <a:lnTo>
                    <a:pt x="69481" y="90474"/>
                  </a:lnTo>
                  <a:lnTo>
                    <a:pt x="69367" y="91744"/>
                  </a:lnTo>
                  <a:lnTo>
                    <a:pt x="69265" y="93014"/>
                  </a:lnTo>
                  <a:lnTo>
                    <a:pt x="69151" y="94284"/>
                  </a:lnTo>
                  <a:lnTo>
                    <a:pt x="69037" y="95554"/>
                  </a:lnTo>
                  <a:lnTo>
                    <a:pt x="65455" y="100634"/>
                  </a:lnTo>
                  <a:lnTo>
                    <a:pt x="71932" y="99364"/>
                  </a:lnTo>
                  <a:lnTo>
                    <a:pt x="75272" y="93014"/>
                  </a:lnTo>
                  <a:lnTo>
                    <a:pt x="77533" y="87934"/>
                  </a:lnTo>
                  <a:lnTo>
                    <a:pt x="80759" y="84124"/>
                  </a:lnTo>
                  <a:lnTo>
                    <a:pt x="79476" y="90474"/>
                  </a:lnTo>
                  <a:lnTo>
                    <a:pt x="77114" y="95554"/>
                  </a:lnTo>
                  <a:lnTo>
                    <a:pt x="74841" y="100634"/>
                  </a:lnTo>
                  <a:lnTo>
                    <a:pt x="73825" y="108254"/>
                  </a:lnTo>
                  <a:lnTo>
                    <a:pt x="73825" y="114604"/>
                  </a:lnTo>
                  <a:lnTo>
                    <a:pt x="77812" y="122224"/>
                  </a:lnTo>
                  <a:lnTo>
                    <a:pt x="74371" y="126034"/>
                  </a:lnTo>
                  <a:lnTo>
                    <a:pt x="79641" y="120954"/>
                  </a:lnTo>
                  <a:lnTo>
                    <a:pt x="82283" y="112064"/>
                  </a:lnTo>
                  <a:lnTo>
                    <a:pt x="84251" y="103174"/>
                  </a:lnTo>
                  <a:lnTo>
                    <a:pt x="87490" y="96824"/>
                  </a:lnTo>
                  <a:lnTo>
                    <a:pt x="88582" y="99364"/>
                  </a:lnTo>
                  <a:lnTo>
                    <a:pt x="87820" y="103174"/>
                  </a:lnTo>
                  <a:lnTo>
                    <a:pt x="86588" y="106984"/>
                  </a:lnTo>
                  <a:lnTo>
                    <a:pt x="85166" y="114604"/>
                  </a:lnTo>
                  <a:lnTo>
                    <a:pt x="85077" y="117144"/>
                  </a:lnTo>
                  <a:lnTo>
                    <a:pt x="85026" y="118414"/>
                  </a:lnTo>
                  <a:lnTo>
                    <a:pt x="84937" y="120954"/>
                  </a:lnTo>
                  <a:lnTo>
                    <a:pt x="84886" y="122224"/>
                  </a:lnTo>
                  <a:lnTo>
                    <a:pt x="84785" y="123494"/>
                  </a:lnTo>
                  <a:lnTo>
                    <a:pt x="84670" y="124764"/>
                  </a:lnTo>
                  <a:lnTo>
                    <a:pt x="84569" y="126034"/>
                  </a:lnTo>
                  <a:lnTo>
                    <a:pt x="84467" y="127304"/>
                  </a:lnTo>
                  <a:lnTo>
                    <a:pt x="84353" y="128574"/>
                  </a:lnTo>
                  <a:lnTo>
                    <a:pt x="84251" y="129844"/>
                  </a:lnTo>
                  <a:lnTo>
                    <a:pt x="81749" y="134924"/>
                  </a:lnTo>
                  <a:lnTo>
                    <a:pt x="87782" y="131114"/>
                  </a:lnTo>
                  <a:lnTo>
                    <a:pt x="91973" y="124764"/>
                  </a:lnTo>
                  <a:lnTo>
                    <a:pt x="95834" y="118414"/>
                  </a:lnTo>
                  <a:lnTo>
                    <a:pt x="100863" y="112064"/>
                  </a:lnTo>
                  <a:lnTo>
                    <a:pt x="95580" y="124764"/>
                  </a:lnTo>
                  <a:lnTo>
                    <a:pt x="89928" y="141274"/>
                  </a:lnTo>
                  <a:lnTo>
                    <a:pt x="83604" y="157784"/>
                  </a:lnTo>
                  <a:lnTo>
                    <a:pt x="54737" y="203504"/>
                  </a:lnTo>
                  <a:lnTo>
                    <a:pt x="34188" y="220014"/>
                  </a:lnTo>
                  <a:lnTo>
                    <a:pt x="27292" y="220014"/>
                  </a:lnTo>
                  <a:lnTo>
                    <a:pt x="22275" y="216204"/>
                  </a:lnTo>
                  <a:lnTo>
                    <a:pt x="22275" y="207314"/>
                  </a:lnTo>
                  <a:lnTo>
                    <a:pt x="29210" y="189534"/>
                  </a:lnTo>
                  <a:lnTo>
                    <a:pt x="59677" y="156514"/>
                  </a:lnTo>
                  <a:lnTo>
                    <a:pt x="66611" y="137464"/>
                  </a:lnTo>
                  <a:lnTo>
                    <a:pt x="66611" y="126034"/>
                  </a:lnTo>
                  <a:lnTo>
                    <a:pt x="56540" y="122224"/>
                  </a:lnTo>
                  <a:lnTo>
                    <a:pt x="46024" y="122224"/>
                  </a:lnTo>
                  <a:lnTo>
                    <a:pt x="41008" y="123494"/>
                  </a:lnTo>
                  <a:lnTo>
                    <a:pt x="36728" y="127304"/>
                  </a:lnTo>
                  <a:lnTo>
                    <a:pt x="34886" y="126034"/>
                  </a:lnTo>
                  <a:lnTo>
                    <a:pt x="31457" y="126034"/>
                  </a:lnTo>
                  <a:lnTo>
                    <a:pt x="22860" y="129844"/>
                  </a:lnTo>
                  <a:lnTo>
                    <a:pt x="18186" y="140004"/>
                  </a:lnTo>
                  <a:lnTo>
                    <a:pt x="13868" y="148894"/>
                  </a:lnTo>
                  <a:lnTo>
                    <a:pt x="6350" y="152704"/>
                  </a:lnTo>
                  <a:lnTo>
                    <a:pt x="11036" y="153974"/>
                  </a:lnTo>
                  <a:lnTo>
                    <a:pt x="16459" y="151434"/>
                  </a:lnTo>
                  <a:lnTo>
                    <a:pt x="21882" y="147624"/>
                  </a:lnTo>
                  <a:lnTo>
                    <a:pt x="26606" y="142544"/>
                  </a:lnTo>
                  <a:lnTo>
                    <a:pt x="21170" y="152704"/>
                  </a:lnTo>
                  <a:lnTo>
                    <a:pt x="11671" y="159054"/>
                  </a:lnTo>
                  <a:lnTo>
                    <a:pt x="2984" y="165404"/>
                  </a:lnTo>
                  <a:lnTo>
                    <a:pt x="0" y="176834"/>
                  </a:lnTo>
                  <a:lnTo>
                    <a:pt x="8699" y="167944"/>
                  </a:lnTo>
                  <a:lnTo>
                    <a:pt x="24218" y="160324"/>
                  </a:lnTo>
                  <a:lnTo>
                    <a:pt x="39052" y="151434"/>
                  </a:lnTo>
                  <a:lnTo>
                    <a:pt x="43256" y="142544"/>
                  </a:lnTo>
                  <a:lnTo>
                    <a:pt x="45656" y="137464"/>
                  </a:lnTo>
                  <a:lnTo>
                    <a:pt x="45656" y="134924"/>
                  </a:lnTo>
                  <a:lnTo>
                    <a:pt x="44043" y="132384"/>
                  </a:lnTo>
                  <a:lnTo>
                    <a:pt x="42037" y="129844"/>
                  </a:lnTo>
                  <a:lnTo>
                    <a:pt x="45161" y="128574"/>
                  </a:lnTo>
                  <a:lnTo>
                    <a:pt x="48094" y="127304"/>
                  </a:lnTo>
                  <a:lnTo>
                    <a:pt x="55829" y="127304"/>
                  </a:lnTo>
                  <a:lnTo>
                    <a:pt x="60401" y="131114"/>
                  </a:lnTo>
                  <a:lnTo>
                    <a:pt x="60401" y="138734"/>
                  </a:lnTo>
                  <a:lnTo>
                    <a:pt x="53543" y="155244"/>
                  </a:lnTo>
                  <a:lnTo>
                    <a:pt x="23368" y="188264"/>
                  </a:lnTo>
                  <a:lnTo>
                    <a:pt x="16510" y="207314"/>
                  </a:lnTo>
                  <a:lnTo>
                    <a:pt x="16510" y="212394"/>
                  </a:lnTo>
                  <a:lnTo>
                    <a:pt x="17830" y="216204"/>
                  </a:lnTo>
                  <a:lnTo>
                    <a:pt x="20078" y="218744"/>
                  </a:lnTo>
                  <a:lnTo>
                    <a:pt x="16992" y="220014"/>
                  </a:lnTo>
                  <a:lnTo>
                    <a:pt x="13716" y="220014"/>
                  </a:lnTo>
                  <a:lnTo>
                    <a:pt x="11137" y="217474"/>
                  </a:lnTo>
                  <a:lnTo>
                    <a:pt x="11036" y="220014"/>
                  </a:lnTo>
                  <a:lnTo>
                    <a:pt x="10947" y="222554"/>
                  </a:lnTo>
                  <a:lnTo>
                    <a:pt x="10896" y="223824"/>
                  </a:lnTo>
                  <a:lnTo>
                    <a:pt x="21221" y="228904"/>
                  </a:lnTo>
                  <a:lnTo>
                    <a:pt x="27800" y="225094"/>
                  </a:lnTo>
                  <a:lnTo>
                    <a:pt x="29210" y="225094"/>
                  </a:lnTo>
                  <a:lnTo>
                    <a:pt x="30848" y="226364"/>
                  </a:lnTo>
                  <a:lnTo>
                    <a:pt x="32397" y="226364"/>
                  </a:lnTo>
                  <a:lnTo>
                    <a:pt x="30403" y="231444"/>
                  </a:lnTo>
                  <a:lnTo>
                    <a:pt x="23749" y="232714"/>
                  </a:lnTo>
                  <a:lnTo>
                    <a:pt x="20078" y="232714"/>
                  </a:lnTo>
                  <a:lnTo>
                    <a:pt x="29337" y="235254"/>
                  </a:lnTo>
                  <a:lnTo>
                    <a:pt x="38938" y="232714"/>
                  </a:lnTo>
                  <a:lnTo>
                    <a:pt x="46266" y="227634"/>
                  </a:lnTo>
                  <a:lnTo>
                    <a:pt x="47091" y="225094"/>
                  </a:lnTo>
                  <a:lnTo>
                    <a:pt x="48755" y="220014"/>
                  </a:lnTo>
                  <a:lnTo>
                    <a:pt x="54610" y="214934"/>
                  </a:lnTo>
                  <a:lnTo>
                    <a:pt x="59690" y="207314"/>
                  </a:lnTo>
                  <a:lnTo>
                    <a:pt x="69011" y="194614"/>
                  </a:lnTo>
                  <a:lnTo>
                    <a:pt x="68592" y="195884"/>
                  </a:lnTo>
                  <a:lnTo>
                    <a:pt x="67957" y="199694"/>
                  </a:lnTo>
                  <a:lnTo>
                    <a:pt x="63398" y="208584"/>
                  </a:lnTo>
                  <a:lnTo>
                    <a:pt x="59321" y="216204"/>
                  </a:lnTo>
                  <a:lnTo>
                    <a:pt x="56083" y="225094"/>
                  </a:lnTo>
                  <a:lnTo>
                    <a:pt x="54038" y="236524"/>
                  </a:lnTo>
                  <a:lnTo>
                    <a:pt x="52171" y="245414"/>
                  </a:lnTo>
                  <a:lnTo>
                    <a:pt x="48602" y="251764"/>
                  </a:lnTo>
                  <a:lnTo>
                    <a:pt x="43611" y="258114"/>
                  </a:lnTo>
                  <a:lnTo>
                    <a:pt x="37465" y="259384"/>
                  </a:lnTo>
                  <a:lnTo>
                    <a:pt x="35496" y="259384"/>
                  </a:lnTo>
                  <a:lnTo>
                    <a:pt x="32232" y="256844"/>
                  </a:lnTo>
                  <a:lnTo>
                    <a:pt x="30746" y="258114"/>
                  </a:lnTo>
                  <a:lnTo>
                    <a:pt x="27901" y="260654"/>
                  </a:lnTo>
                  <a:lnTo>
                    <a:pt x="30543" y="263194"/>
                  </a:lnTo>
                  <a:lnTo>
                    <a:pt x="30543" y="268274"/>
                  </a:lnTo>
                  <a:lnTo>
                    <a:pt x="23749" y="272084"/>
                  </a:lnTo>
                  <a:lnTo>
                    <a:pt x="23749" y="288594"/>
                  </a:lnTo>
                  <a:lnTo>
                    <a:pt x="26606" y="293674"/>
                  </a:lnTo>
                  <a:lnTo>
                    <a:pt x="25463" y="297484"/>
                  </a:lnTo>
                  <a:lnTo>
                    <a:pt x="28359" y="296214"/>
                  </a:lnTo>
                  <a:lnTo>
                    <a:pt x="32156" y="291134"/>
                  </a:lnTo>
                  <a:lnTo>
                    <a:pt x="33616" y="284784"/>
                  </a:lnTo>
                  <a:lnTo>
                    <a:pt x="33667" y="286054"/>
                  </a:lnTo>
                  <a:lnTo>
                    <a:pt x="33782" y="288594"/>
                  </a:lnTo>
                  <a:lnTo>
                    <a:pt x="33896" y="291134"/>
                  </a:lnTo>
                  <a:lnTo>
                    <a:pt x="34010" y="293674"/>
                  </a:lnTo>
                  <a:lnTo>
                    <a:pt x="32435" y="298754"/>
                  </a:lnTo>
                  <a:lnTo>
                    <a:pt x="31559" y="303834"/>
                  </a:lnTo>
                  <a:lnTo>
                    <a:pt x="34061" y="311454"/>
                  </a:lnTo>
                  <a:lnTo>
                    <a:pt x="34886" y="307644"/>
                  </a:lnTo>
                  <a:lnTo>
                    <a:pt x="39166" y="305104"/>
                  </a:lnTo>
                  <a:lnTo>
                    <a:pt x="41821" y="307644"/>
                  </a:lnTo>
                  <a:lnTo>
                    <a:pt x="44538" y="308914"/>
                  </a:lnTo>
                  <a:lnTo>
                    <a:pt x="43256" y="310184"/>
                  </a:lnTo>
                  <a:lnTo>
                    <a:pt x="41325" y="312724"/>
                  </a:lnTo>
                  <a:lnTo>
                    <a:pt x="39331" y="313994"/>
                  </a:lnTo>
                  <a:lnTo>
                    <a:pt x="37553" y="324154"/>
                  </a:lnTo>
                  <a:lnTo>
                    <a:pt x="46456" y="322884"/>
                  </a:lnTo>
                  <a:lnTo>
                    <a:pt x="44729" y="321614"/>
                  </a:lnTo>
                  <a:lnTo>
                    <a:pt x="44615" y="319074"/>
                  </a:lnTo>
                  <a:lnTo>
                    <a:pt x="49085" y="319074"/>
                  </a:lnTo>
                  <a:lnTo>
                    <a:pt x="55181" y="317804"/>
                  </a:lnTo>
                  <a:lnTo>
                    <a:pt x="57010" y="320344"/>
                  </a:lnTo>
                  <a:lnTo>
                    <a:pt x="67665" y="320344"/>
                  </a:lnTo>
                  <a:lnTo>
                    <a:pt x="68122" y="317804"/>
                  </a:lnTo>
                  <a:lnTo>
                    <a:pt x="68592" y="315264"/>
                  </a:lnTo>
                  <a:lnTo>
                    <a:pt x="75107" y="315264"/>
                  </a:lnTo>
                  <a:lnTo>
                    <a:pt x="75107" y="317804"/>
                  </a:lnTo>
                  <a:lnTo>
                    <a:pt x="73964" y="319074"/>
                  </a:lnTo>
                  <a:lnTo>
                    <a:pt x="79070" y="317804"/>
                  </a:lnTo>
                  <a:lnTo>
                    <a:pt x="80035" y="315264"/>
                  </a:lnTo>
                  <a:lnTo>
                    <a:pt x="80035" y="310184"/>
                  </a:lnTo>
                  <a:lnTo>
                    <a:pt x="77660" y="307644"/>
                  </a:lnTo>
                  <a:lnTo>
                    <a:pt x="79451" y="306374"/>
                  </a:lnTo>
                  <a:lnTo>
                    <a:pt x="81305" y="305104"/>
                  </a:lnTo>
                  <a:lnTo>
                    <a:pt x="87312" y="306374"/>
                  </a:lnTo>
                  <a:lnTo>
                    <a:pt x="84874" y="311454"/>
                  </a:lnTo>
                  <a:lnTo>
                    <a:pt x="87934" y="311454"/>
                  </a:lnTo>
                  <a:lnTo>
                    <a:pt x="89611" y="308914"/>
                  </a:lnTo>
                  <a:lnTo>
                    <a:pt x="89611" y="305104"/>
                  </a:lnTo>
                  <a:lnTo>
                    <a:pt x="89611" y="302564"/>
                  </a:lnTo>
                  <a:lnTo>
                    <a:pt x="89611" y="301294"/>
                  </a:lnTo>
                  <a:lnTo>
                    <a:pt x="87490" y="300024"/>
                  </a:lnTo>
                  <a:lnTo>
                    <a:pt x="85369" y="298754"/>
                  </a:lnTo>
                  <a:lnTo>
                    <a:pt x="81305" y="300024"/>
                  </a:lnTo>
                  <a:lnTo>
                    <a:pt x="80645" y="297484"/>
                  </a:lnTo>
                  <a:lnTo>
                    <a:pt x="77177" y="296214"/>
                  </a:lnTo>
                  <a:lnTo>
                    <a:pt x="66738" y="296214"/>
                  </a:lnTo>
                  <a:lnTo>
                    <a:pt x="67792" y="302564"/>
                  </a:lnTo>
                  <a:lnTo>
                    <a:pt x="62826" y="302564"/>
                  </a:lnTo>
                  <a:lnTo>
                    <a:pt x="47180" y="274624"/>
                  </a:lnTo>
                  <a:lnTo>
                    <a:pt x="47180" y="265734"/>
                  </a:lnTo>
                  <a:lnTo>
                    <a:pt x="57175" y="263194"/>
                  </a:lnTo>
                  <a:lnTo>
                    <a:pt x="64363" y="260654"/>
                  </a:lnTo>
                  <a:lnTo>
                    <a:pt x="66408" y="259384"/>
                  </a:lnTo>
                  <a:lnTo>
                    <a:pt x="70510" y="256844"/>
                  </a:lnTo>
                  <a:lnTo>
                    <a:pt x="77673" y="253034"/>
                  </a:lnTo>
                  <a:lnTo>
                    <a:pt x="84912" y="246684"/>
                  </a:lnTo>
                  <a:lnTo>
                    <a:pt x="91262" y="237794"/>
                  </a:lnTo>
                  <a:lnTo>
                    <a:pt x="94653" y="230174"/>
                  </a:lnTo>
                  <a:lnTo>
                    <a:pt x="96367" y="222554"/>
                  </a:lnTo>
                  <a:lnTo>
                    <a:pt x="96443" y="221284"/>
                  </a:lnTo>
                  <a:lnTo>
                    <a:pt x="96532" y="220014"/>
                  </a:lnTo>
                  <a:lnTo>
                    <a:pt x="96596" y="206044"/>
                  </a:lnTo>
                  <a:lnTo>
                    <a:pt x="106603" y="211124"/>
                  </a:lnTo>
                  <a:lnTo>
                    <a:pt x="107657" y="218744"/>
                  </a:lnTo>
                  <a:lnTo>
                    <a:pt x="107657" y="232714"/>
                  </a:lnTo>
                  <a:lnTo>
                    <a:pt x="103619" y="235254"/>
                  </a:lnTo>
                  <a:lnTo>
                    <a:pt x="100457" y="236524"/>
                  </a:lnTo>
                  <a:lnTo>
                    <a:pt x="97840" y="237794"/>
                  </a:lnTo>
                  <a:lnTo>
                    <a:pt x="96926" y="237794"/>
                  </a:lnTo>
                  <a:lnTo>
                    <a:pt x="96685" y="239064"/>
                  </a:lnTo>
                  <a:lnTo>
                    <a:pt x="96278" y="241604"/>
                  </a:lnTo>
                  <a:lnTo>
                    <a:pt x="97612" y="242874"/>
                  </a:lnTo>
                  <a:lnTo>
                    <a:pt x="98793" y="242874"/>
                  </a:lnTo>
                  <a:lnTo>
                    <a:pt x="102425" y="245414"/>
                  </a:lnTo>
                  <a:lnTo>
                    <a:pt x="101536" y="247954"/>
                  </a:lnTo>
                  <a:lnTo>
                    <a:pt x="102679" y="251764"/>
                  </a:lnTo>
                  <a:lnTo>
                    <a:pt x="103619" y="255574"/>
                  </a:lnTo>
                  <a:lnTo>
                    <a:pt x="107010" y="260654"/>
                  </a:lnTo>
                  <a:lnTo>
                    <a:pt x="112610" y="265734"/>
                  </a:lnTo>
                  <a:lnTo>
                    <a:pt x="113144" y="263194"/>
                  </a:lnTo>
                  <a:lnTo>
                    <a:pt x="113017" y="259384"/>
                  </a:lnTo>
                  <a:lnTo>
                    <a:pt x="112915" y="258114"/>
                  </a:lnTo>
                  <a:lnTo>
                    <a:pt x="112814" y="256844"/>
                  </a:lnTo>
                  <a:lnTo>
                    <a:pt x="112712" y="255574"/>
                  </a:lnTo>
                  <a:lnTo>
                    <a:pt x="112610" y="254304"/>
                  </a:lnTo>
                  <a:lnTo>
                    <a:pt x="116344" y="259384"/>
                  </a:lnTo>
                  <a:lnTo>
                    <a:pt x="118135" y="265734"/>
                  </a:lnTo>
                  <a:lnTo>
                    <a:pt x="121272" y="270814"/>
                  </a:lnTo>
                  <a:lnTo>
                    <a:pt x="129095" y="273354"/>
                  </a:lnTo>
                  <a:lnTo>
                    <a:pt x="126403" y="272084"/>
                  </a:lnTo>
                  <a:lnTo>
                    <a:pt x="127088" y="268274"/>
                  </a:lnTo>
                  <a:lnTo>
                    <a:pt x="128651" y="268274"/>
                  </a:lnTo>
                  <a:lnTo>
                    <a:pt x="130251" y="267004"/>
                  </a:lnTo>
                  <a:lnTo>
                    <a:pt x="132194" y="268274"/>
                  </a:lnTo>
                  <a:lnTo>
                    <a:pt x="135178" y="272084"/>
                  </a:lnTo>
                  <a:lnTo>
                    <a:pt x="138023" y="275894"/>
                  </a:lnTo>
                  <a:lnTo>
                    <a:pt x="151409" y="275894"/>
                  </a:lnTo>
                  <a:lnTo>
                    <a:pt x="148082" y="273354"/>
                  </a:lnTo>
                  <a:lnTo>
                    <a:pt x="155600" y="273354"/>
                  </a:lnTo>
                  <a:lnTo>
                    <a:pt x="155498" y="275894"/>
                  </a:lnTo>
                  <a:lnTo>
                    <a:pt x="155397" y="278434"/>
                  </a:lnTo>
                  <a:lnTo>
                    <a:pt x="153352" y="280974"/>
                  </a:lnTo>
                  <a:lnTo>
                    <a:pt x="159702" y="279704"/>
                  </a:lnTo>
                  <a:lnTo>
                    <a:pt x="161594" y="274624"/>
                  </a:lnTo>
                  <a:lnTo>
                    <a:pt x="161061" y="273354"/>
                  </a:lnTo>
                  <a:lnTo>
                    <a:pt x="159461" y="269544"/>
                  </a:lnTo>
                  <a:lnTo>
                    <a:pt x="164973" y="267004"/>
                  </a:lnTo>
                  <a:lnTo>
                    <a:pt x="167970" y="270814"/>
                  </a:lnTo>
                  <a:lnTo>
                    <a:pt x="168694" y="273354"/>
                  </a:lnTo>
                  <a:lnTo>
                    <a:pt x="174205" y="268274"/>
                  </a:lnTo>
                  <a:lnTo>
                    <a:pt x="173101" y="267004"/>
                  </a:lnTo>
                  <a:lnTo>
                    <a:pt x="168694" y="261924"/>
                  </a:lnTo>
                  <a:lnTo>
                    <a:pt x="164477" y="261924"/>
                  </a:lnTo>
                  <a:lnTo>
                    <a:pt x="164477" y="260654"/>
                  </a:lnTo>
                  <a:lnTo>
                    <a:pt x="164477" y="259384"/>
                  </a:lnTo>
                  <a:lnTo>
                    <a:pt x="162674" y="258114"/>
                  </a:lnTo>
                  <a:lnTo>
                    <a:pt x="158038" y="256844"/>
                  </a:lnTo>
                  <a:lnTo>
                    <a:pt x="150787" y="256844"/>
                  </a:lnTo>
                  <a:lnTo>
                    <a:pt x="149288" y="260654"/>
                  </a:lnTo>
                  <a:lnTo>
                    <a:pt x="146304" y="260654"/>
                  </a:lnTo>
                  <a:lnTo>
                    <a:pt x="118516" y="237794"/>
                  </a:lnTo>
                  <a:lnTo>
                    <a:pt x="121272" y="232714"/>
                  </a:lnTo>
                  <a:lnTo>
                    <a:pt x="127317" y="227634"/>
                  </a:lnTo>
                  <a:lnTo>
                    <a:pt x="133362" y="221284"/>
                  </a:lnTo>
                  <a:lnTo>
                    <a:pt x="136105" y="214934"/>
                  </a:lnTo>
                  <a:lnTo>
                    <a:pt x="133959" y="206044"/>
                  </a:lnTo>
                  <a:lnTo>
                    <a:pt x="133654" y="204774"/>
                  </a:lnTo>
                  <a:lnTo>
                    <a:pt x="127330" y="198424"/>
                  </a:lnTo>
                  <a:lnTo>
                    <a:pt x="122161" y="194614"/>
                  </a:lnTo>
                  <a:lnTo>
                    <a:pt x="118706" y="192074"/>
                  </a:lnTo>
                  <a:lnTo>
                    <a:pt x="109321" y="185724"/>
                  </a:lnTo>
                  <a:lnTo>
                    <a:pt x="113931" y="183184"/>
                  </a:lnTo>
                  <a:lnTo>
                    <a:pt x="120421" y="181914"/>
                  </a:lnTo>
                  <a:lnTo>
                    <a:pt x="127457" y="181914"/>
                  </a:lnTo>
                  <a:lnTo>
                    <a:pt x="133756" y="183184"/>
                  </a:lnTo>
                  <a:lnTo>
                    <a:pt x="133985" y="181914"/>
                  </a:lnTo>
                  <a:lnTo>
                    <a:pt x="134442" y="179374"/>
                  </a:lnTo>
                  <a:lnTo>
                    <a:pt x="137185" y="180644"/>
                  </a:lnTo>
                  <a:lnTo>
                    <a:pt x="137350" y="179374"/>
                  </a:lnTo>
                  <a:lnTo>
                    <a:pt x="138137" y="173024"/>
                  </a:lnTo>
                  <a:lnTo>
                    <a:pt x="140690" y="179374"/>
                  </a:lnTo>
                  <a:lnTo>
                    <a:pt x="138023" y="184454"/>
                  </a:lnTo>
                  <a:lnTo>
                    <a:pt x="140690" y="186994"/>
                  </a:lnTo>
                  <a:lnTo>
                    <a:pt x="142824" y="184454"/>
                  </a:lnTo>
                  <a:lnTo>
                    <a:pt x="148082" y="184454"/>
                  </a:lnTo>
                  <a:lnTo>
                    <a:pt x="148018" y="183184"/>
                  </a:lnTo>
                  <a:lnTo>
                    <a:pt x="147942" y="181914"/>
                  </a:lnTo>
                  <a:lnTo>
                    <a:pt x="147878" y="180644"/>
                  </a:lnTo>
                  <a:lnTo>
                    <a:pt x="147815" y="179374"/>
                  </a:lnTo>
                  <a:lnTo>
                    <a:pt x="147688" y="176834"/>
                  </a:lnTo>
                  <a:lnTo>
                    <a:pt x="149288" y="181914"/>
                  </a:lnTo>
                  <a:lnTo>
                    <a:pt x="145732" y="189534"/>
                  </a:lnTo>
                  <a:lnTo>
                    <a:pt x="149288" y="192074"/>
                  </a:lnTo>
                  <a:lnTo>
                    <a:pt x="149948" y="188264"/>
                  </a:lnTo>
                  <a:lnTo>
                    <a:pt x="155397" y="188264"/>
                  </a:lnTo>
                  <a:lnTo>
                    <a:pt x="156654" y="189534"/>
                  </a:lnTo>
                  <a:lnTo>
                    <a:pt x="156654" y="197154"/>
                  </a:lnTo>
                  <a:lnTo>
                    <a:pt x="149428" y="194614"/>
                  </a:lnTo>
                  <a:lnTo>
                    <a:pt x="149428" y="203504"/>
                  </a:lnTo>
                  <a:lnTo>
                    <a:pt x="152920" y="204774"/>
                  </a:lnTo>
                  <a:lnTo>
                    <a:pt x="152920" y="208584"/>
                  </a:lnTo>
                  <a:lnTo>
                    <a:pt x="150025" y="211124"/>
                  </a:lnTo>
                  <a:lnTo>
                    <a:pt x="146532" y="208584"/>
                  </a:lnTo>
                  <a:lnTo>
                    <a:pt x="147586" y="211124"/>
                  </a:lnTo>
                  <a:lnTo>
                    <a:pt x="149948" y="213664"/>
                  </a:lnTo>
                  <a:lnTo>
                    <a:pt x="156222" y="213664"/>
                  </a:lnTo>
                  <a:lnTo>
                    <a:pt x="159702" y="211124"/>
                  </a:lnTo>
                  <a:lnTo>
                    <a:pt x="161112" y="207314"/>
                  </a:lnTo>
                  <a:lnTo>
                    <a:pt x="162674" y="212394"/>
                  </a:lnTo>
                  <a:lnTo>
                    <a:pt x="161404" y="216204"/>
                  </a:lnTo>
                  <a:lnTo>
                    <a:pt x="158419" y="217474"/>
                  </a:lnTo>
                  <a:lnTo>
                    <a:pt x="161645" y="218744"/>
                  </a:lnTo>
                  <a:lnTo>
                    <a:pt x="169303" y="217474"/>
                  </a:lnTo>
                  <a:lnTo>
                    <a:pt x="169202" y="216204"/>
                  </a:lnTo>
                  <a:lnTo>
                    <a:pt x="169100" y="214934"/>
                  </a:lnTo>
                  <a:lnTo>
                    <a:pt x="168998" y="213664"/>
                  </a:lnTo>
                  <a:lnTo>
                    <a:pt x="168897" y="212394"/>
                  </a:lnTo>
                  <a:lnTo>
                    <a:pt x="168795" y="211124"/>
                  </a:lnTo>
                  <a:lnTo>
                    <a:pt x="168490" y="207314"/>
                  </a:lnTo>
                  <a:lnTo>
                    <a:pt x="172745" y="208584"/>
                  </a:lnTo>
                  <a:lnTo>
                    <a:pt x="175107" y="211124"/>
                  </a:lnTo>
                  <a:lnTo>
                    <a:pt x="172478" y="216204"/>
                  </a:lnTo>
                  <a:lnTo>
                    <a:pt x="176034" y="214934"/>
                  </a:lnTo>
                  <a:lnTo>
                    <a:pt x="179311" y="213664"/>
                  </a:lnTo>
                  <a:lnTo>
                    <a:pt x="179311" y="207314"/>
                  </a:lnTo>
                  <a:close/>
                </a:path>
                <a:path w="492759" h="325119">
                  <a:moveTo>
                    <a:pt x="351866" y="173456"/>
                  </a:moveTo>
                  <a:lnTo>
                    <a:pt x="351332" y="171704"/>
                  </a:lnTo>
                  <a:lnTo>
                    <a:pt x="350418" y="169164"/>
                  </a:lnTo>
                  <a:lnTo>
                    <a:pt x="348843" y="167652"/>
                  </a:lnTo>
                  <a:lnTo>
                    <a:pt x="348843" y="174574"/>
                  </a:lnTo>
                  <a:lnTo>
                    <a:pt x="348145" y="175653"/>
                  </a:lnTo>
                  <a:lnTo>
                    <a:pt x="347700" y="176771"/>
                  </a:lnTo>
                  <a:lnTo>
                    <a:pt x="346570" y="177380"/>
                  </a:lnTo>
                  <a:lnTo>
                    <a:pt x="344220" y="178257"/>
                  </a:lnTo>
                  <a:lnTo>
                    <a:pt x="342074" y="178079"/>
                  </a:lnTo>
                  <a:lnTo>
                    <a:pt x="340004" y="177050"/>
                  </a:lnTo>
                  <a:lnTo>
                    <a:pt x="337032" y="175653"/>
                  </a:lnTo>
                  <a:lnTo>
                    <a:pt x="336943" y="175488"/>
                  </a:lnTo>
                  <a:lnTo>
                    <a:pt x="335330" y="172554"/>
                  </a:lnTo>
                  <a:lnTo>
                    <a:pt x="336499" y="170218"/>
                  </a:lnTo>
                  <a:lnTo>
                    <a:pt x="337032" y="169011"/>
                  </a:lnTo>
                  <a:lnTo>
                    <a:pt x="338061" y="168389"/>
                  </a:lnTo>
                  <a:lnTo>
                    <a:pt x="338759" y="168249"/>
                  </a:lnTo>
                  <a:lnTo>
                    <a:pt x="340410" y="167627"/>
                  </a:lnTo>
                  <a:lnTo>
                    <a:pt x="342531" y="167830"/>
                  </a:lnTo>
                  <a:lnTo>
                    <a:pt x="346265" y="169519"/>
                  </a:lnTo>
                  <a:lnTo>
                    <a:pt x="347700" y="171145"/>
                  </a:lnTo>
                  <a:lnTo>
                    <a:pt x="348259" y="172707"/>
                  </a:lnTo>
                  <a:lnTo>
                    <a:pt x="348576" y="173456"/>
                  </a:lnTo>
                  <a:lnTo>
                    <a:pt x="348843" y="174574"/>
                  </a:lnTo>
                  <a:lnTo>
                    <a:pt x="348843" y="167652"/>
                  </a:lnTo>
                  <a:lnTo>
                    <a:pt x="348399" y="167233"/>
                  </a:lnTo>
                  <a:lnTo>
                    <a:pt x="345757" y="165989"/>
                  </a:lnTo>
                  <a:lnTo>
                    <a:pt x="343179" y="164680"/>
                  </a:lnTo>
                  <a:lnTo>
                    <a:pt x="331622" y="172707"/>
                  </a:lnTo>
                  <a:lnTo>
                    <a:pt x="334048" y="177711"/>
                  </a:lnTo>
                  <a:lnTo>
                    <a:pt x="338696" y="179946"/>
                  </a:lnTo>
                  <a:lnTo>
                    <a:pt x="341477" y="181203"/>
                  </a:lnTo>
                  <a:lnTo>
                    <a:pt x="344398" y="181483"/>
                  </a:lnTo>
                  <a:lnTo>
                    <a:pt x="346989" y="180555"/>
                  </a:lnTo>
                  <a:lnTo>
                    <a:pt x="348843" y="179946"/>
                  </a:lnTo>
                  <a:lnTo>
                    <a:pt x="350418" y="178689"/>
                  </a:lnTo>
                  <a:lnTo>
                    <a:pt x="350583" y="178257"/>
                  </a:lnTo>
                  <a:lnTo>
                    <a:pt x="350659" y="178079"/>
                  </a:lnTo>
                  <a:lnTo>
                    <a:pt x="351066" y="177050"/>
                  </a:lnTo>
                  <a:lnTo>
                    <a:pt x="351815" y="175653"/>
                  </a:lnTo>
                  <a:lnTo>
                    <a:pt x="351866" y="173456"/>
                  </a:lnTo>
                  <a:close/>
                </a:path>
                <a:path w="492759" h="325119">
                  <a:moveTo>
                    <a:pt x="357720" y="116687"/>
                  </a:moveTo>
                  <a:lnTo>
                    <a:pt x="357682" y="116166"/>
                  </a:lnTo>
                  <a:lnTo>
                    <a:pt x="357593" y="115912"/>
                  </a:lnTo>
                  <a:lnTo>
                    <a:pt x="357212" y="114719"/>
                  </a:lnTo>
                  <a:lnTo>
                    <a:pt x="356565" y="113868"/>
                  </a:lnTo>
                  <a:lnTo>
                    <a:pt x="355180" y="112064"/>
                  </a:lnTo>
                  <a:lnTo>
                    <a:pt x="354393" y="111607"/>
                  </a:lnTo>
                  <a:lnTo>
                    <a:pt x="354393" y="116166"/>
                  </a:lnTo>
                  <a:lnTo>
                    <a:pt x="354317" y="118237"/>
                  </a:lnTo>
                  <a:lnTo>
                    <a:pt x="354253" y="118579"/>
                  </a:lnTo>
                  <a:lnTo>
                    <a:pt x="354126" y="119329"/>
                  </a:lnTo>
                  <a:lnTo>
                    <a:pt x="353199" y="120853"/>
                  </a:lnTo>
                  <a:lnTo>
                    <a:pt x="349351" y="123799"/>
                  </a:lnTo>
                  <a:lnTo>
                    <a:pt x="346049" y="123799"/>
                  </a:lnTo>
                  <a:lnTo>
                    <a:pt x="344779" y="122135"/>
                  </a:lnTo>
                  <a:lnTo>
                    <a:pt x="344258" y="121551"/>
                  </a:lnTo>
                  <a:lnTo>
                    <a:pt x="344106" y="120853"/>
                  </a:lnTo>
                  <a:lnTo>
                    <a:pt x="344106" y="118579"/>
                  </a:lnTo>
                  <a:lnTo>
                    <a:pt x="345046" y="116687"/>
                  </a:lnTo>
                  <a:lnTo>
                    <a:pt x="346684" y="115493"/>
                  </a:lnTo>
                  <a:lnTo>
                    <a:pt x="348157" y="114376"/>
                  </a:lnTo>
                  <a:lnTo>
                    <a:pt x="349910" y="113868"/>
                  </a:lnTo>
                  <a:lnTo>
                    <a:pt x="351091" y="113868"/>
                  </a:lnTo>
                  <a:lnTo>
                    <a:pt x="352069" y="114147"/>
                  </a:lnTo>
                  <a:lnTo>
                    <a:pt x="352793" y="114376"/>
                  </a:lnTo>
                  <a:lnTo>
                    <a:pt x="352971" y="114376"/>
                  </a:lnTo>
                  <a:lnTo>
                    <a:pt x="354393" y="116166"/>
                  </a:lnTo>
                  <a:lnTo>
                    <a:pt x="354393" y="111607"/>
                  </a:lnTo>
                  <a:lnTo>
                    <a:pt x="353745" y="111213"/>
                  </a:lnTo>
                  <a:lnTo>
                    <a:pt x="351853" y="110947"/>
                  </a:lnTo>
                  <a:lnTo>
                    <a:pt x="349351" y="110642"/>
                  </a:lnTo>
                  <a:lnTo>
                    <a:pt x="346887" y="111417"/>
                  </a:lnTo>
                  <a:lnTo>
                    <a:pt x="344779" y="113106"/>
                  </a:lnTo>
                  <a:lnTo>
                    <a:pt x="340868" y="115912"/>
                  </a:lnTo>
                  <a:lnTo>
                    <a:pt x="340753" y="116433"/>
                  </a:lnTo>
                  <a:lnTo>
                    <a:pt x="340690" y="116687"/>
                  </a:lnTo>
                  <a:lnTo>
                    <a:pt x="339750" y="120853"/>
                  </a:lnTo>
                  <a:lnTo>
                    <a:pt x="340207" y="121551"/>
                  </a:lnTo>
                  <a:lnTo>
                    <a:pt x="342188" y="124028"/>
                  </a:lnTo>
                  <a:lnTo>
                    <a:pt x="344779" y="127152"/>
                  </a:lnTo>
                  <a:lnTo>
                    <a:pt x="349770" y="127355"/>
                  </a:lnTo>
                  <a:lnTo>
                    <a:pt x="353745" y="124383"/>
                  </a:lnTo>
                  <a:lnTo>
                    <a:pt x="354495" y="123799"/>
                  </a:lnTo>
                  <a:lnTo>
                    <a:pt x="355828" y="122758"/>
                  </a:lnTo>
                  <a:lnTo>
                    <a:pt x="357212" y="120586"/>
                  </a:lnTo>
                  <a:lnTo>
                    <a:pt x="357263" y="120091"/>
                  </a:lnTo>
                  <a:lnTo>
                    <a:pt x="357365" y="119329"/>
                  </a:lnTo>
                  <a:lnTo>
                    <a:pt x="357454" y="118579"/>
                  </a:lnTo>
                  <a:lnTo>
                    <a:pt x="357555" y="117805"/>
                  </a:lnTo>
                  <a:lnTo>
                    <a:pt x="357720" y="116687"/>
                  </a:lnTo>
                  <a:close/>
                </a:path>
                <a:path w="492759" h="325119">
                  <a:moveTo>
                    <a:pt x="411416" y="274193"/>
                  </a:moveTo>
                  <a:lnTo>
                    <a:pt x="411353" y="268147"/>
                  </a:lnTo>
                  <a:lnTo>
                    <a:pt x="411264" y="267804"/>
                  </a:lnTo>
                  <a:lnTo>
                    <a:pt x="410921" y="266509"/>
                  </a:lnTo>
                  <a:lnTo>
                    <a:pt x="409473" y="264642"/>
                  </a:lnTo>
                  <a:lnTo>
                    <a:pt x="408432" y="263271"/>
                  </a:lnTo>
                  <a:lnTo>
                    <a:pt x="408432" y="267804"/>
                  </a:lnTo>
                  <a:lnTo>
                    <a:pt x="408393" y="273164"/>
                  </a:lnTo>
                  <a:lnTo>
                    <a:pt x="408012" y="274193"/>
                  </a:lnTo>
                  <a:lnTo>
                    <a:pt x="407657" y="275056"/>
                  </a:lnTo>
                  <a:lnTo>
                    <a:pt x="405765" y="276860"/>
                  </a:lnTo>
                  <a:lnTo>
                    <a:pt x="404761" y="277533"/>
                  </a:lnTo>
                  <a:lnTo>
                    <a:pt x="402107" y="277533"/>
                  </a:lnTo>
                  <a:lnTo>
                    <a:pt x="401269" y="276860"/>
                  </a:lnTo>
                  <a:lnTo>
                    <a:pt x="400685" y="276263"/>
                  </a:lnTo>
                  <a:lnTo>
                    <a:pt x="399554" y="275056"/>
                  </a:lnTo>
                  <a:lnTo>
                    <a:pt x="398767" y="273164"/>
                  </a:lnTo>
                  <a:lnTo>
                    <a:pt x="398830" y="268909"/>
                  </a:lnTo>
                  <a:lnTo>
                    <a:pt x="408432" y="267804"/>
                  </a:lnTo>
                  <a:lnTo>
                    <a:pt x="408432" y="263271"/>
                  </a:lnTo>
                  <a:lnTo>
                    <a:pt x="408051" y="262763"/>
                  </a:lnTo>
                  <a:lnTo>
                    <a:pt x="405574" y="261569"/>
                  </a:lnTo>
                  <a:lnTo>
                    <a:pt x="401942" y="261569"/>
                  </a:lnTo>
                  <a:lnTo>
                    <a:pt x="400138" y="262356"/>
                  </a:lnTo>
                  <a:lnTo>
                    <a:pt x="398703" y="263702"/>
                  </a:lnTo>
                  <a:lnTo>
                    <a:pt x="396824" y="265417"/>
                  </a:lnTo>
                  <a:lnTo>
                    <a:pt x="395719" y="268147"/>
                  </a:lnTo>
                  <a:lnTo>
                    <a:pt x="395681" y="274193"/>
                  </a:lnTo>
                  <a:lnTo>
                    <a:pt x="396621" y="276593"/>
                  </a:lnTo>
                  <a:lnTo>
                    <a:pt x="398424" y="278396"/>
                  </a:lnTo>
                  <a:lnTo>
                    <a:pt x="399783" y="279844"/>
                  </a:lnTo>
                  <a:lnTo>
                    <a:pt x="401637" y="280606"/>
                  </a:lnTo>
                  <a:lnTo>
                    <a:pt x="405472" y="280606"/>
                  </a:lnTo>
                  <a:lnTo>
                    <a:pt x="407136" y="279984"/>
                  </a:lnTo>
                  <a:lnTo>
                    <a:pt x="409778" y="277533"/>
                  </a:lnTo>
                  <a:lnTo>
                    <a:pt x="410514" y="276860"/>
                  </a:lnTo>
                  <a:lnTo>
                    <a:pt x="410603" y="276593"/>
                  </a:lnTo>
                  <a:lnTo>
                    <a:pt x="410718" y="276263"/>
                  </a:lnTo>
                  <a:lnTo>
                    <a:pt x="411416" y="274193"/>
                  </a:lnTo>
                  <a:close/>
                </a:path>
                <a:path w="492759" h="325119">
                  <a:moveTo>
                    <a:pt x="430123" y="287591"/>
                  </a:moveTo>
                  <a:lnTo>
                    <a:pt x="428066" y="285229"/>
                  </a:lnTo>
                  <a:lnTo>
                    <a:pt x="426478" y="283413"/>
                  </a:lnTo>
                  <a:lnTo>
                    <a:pt x="426262" y="283375"/>
                  </a:lnTo>
                  <a:lnTo>
                    <a:pt x="426262" y="288366"/>
                  </a:lnTo>
                  <a:lnTo>
                    <a:pt x="426161" y="291312"/>
                  </a:lnTo>
                  <a:lnTo>
                    <a:pt x="426046" y="291884"/>
                  </a:lnTo>
                  <a:lnTo>
                    <a:pt x="425627" y="293827"/>
                  </a:lnTo>
                  <a:lnTo>
                    <a:pt x="422427" y="295465"/>
                  </a:lnTo>
                  <a:lnTo>
                    <a:pt x="418896" y="294805"/>
                  </a:lnTo>
                  <a:lnTo>
                    <a:pt x="415340" y="294170"/>
                  </a:lnTo>
                  <a:lnTo>
                    <a:pt x="412915" y="291528"/>
                  </a:lnTo>
                  <a:lnTo>
                    <a:pt x="412953" y="291312"/>
                  </a:lnTo>
                  <a:lnTo>
                    <a:pt x="413054" y="290677"/>
                  </a:lnTo>
                  <a:lnTo>
                    <a:pt x="413321" y="289064"/>
                  </a:lnTo>
                  <a:lnTo>
                    <a:pt x="413626" y="287769"/>
                  </a:lnTo>
                  <a:lnTo>
                    <a:pt x="414350" y="286893"/>
                  </a:lnTo>
                  <a:lnTo>
                    <a:pt x="415112" y="286575"/>
                  </a:lnTo>
                  <a:lnTo>
                    <a:pt x="416623" y="285572"/>
                  </a:lnTo>
                  <a:lnTo>
                    <a:pt x="418553" y="285229"/>
                  </a:lnTo>
                  <a:lnTo>
                    <a:pt x="423900" y="286118"/>
                  </a:lnTo>
                  <a:lnTo>
                    <a:pt x="426262" y="288366"/>
                  </a:lnTo>
                  <a:lnTo>
                    <a:pt x="426262" y="283375"/>
                  </a:lnTo>
                  <a:lnTo>
                    <a:pt x="421208" y="282422"/>
                  </a:lnTo>
                  <a:lnTo>
                    <a:pt x="418249" y="281952"/>
                  </a:lnTo>
                  <a:lnTo>
                    <a:pt x="415340" y="282422"/>
                  </a:lnTo>
                  <a:lnTo>
                    <a:pt x="413321" y="284035"/>
                  </a:lnTo>
                  <a:lnTo>
                    <a:pt x="411556" y="285038"/>
                  </a:lnTo>
                  <a:lnTo>
                    <a:pt x="411441" y="285229"/>
                  </a:lnTo>
                  <a:lnTo>
                    <a:pt x="410578" y="286575"/>
                  </a:lnTo>
                  <a:lnTo>
                    <a:pt x="410476" y="286893"/>
                  </a:lnTo>
                  <a:lnTo>
                    <a:pt x="409765" y="290677"/>
                  </a:lnTo>
                  <a:lnTo>
                    <a:pt x="410527" y="292798"/>
                  </a:lnTo>
                  <a:lnTo>
                    <a:pt x="412127" y="294525"/>
                  </a:lnTo>
                  <a:lnTo>
                    <a:pt x="413626" y="296316"/>
                  </a:lnTo>
                  <a:lnTo>
                    <a:pt x="415937" y="297421"/>
                  </a:lnTo>
                  <a:lnTo>
                    <a:pt x="418249" y="297865"/>
                  </a:lnTo>
                  <a:lnTo>
                    <a:pt x="420916" y="298284"/>
                  </a:lnTo>
                  <a:lnTo>
                    <a:pt x="423964" y="297865"/>
                  </a:lnTo>
                  <a:lnTo>
                    <a:pt x="423545" y="297865"/>
                  </a:lnTo>
                  <a:lnTo>
                    <a:pt x="425348" y="296913"/>
                  </a:lnTo>
                  <a:lnTo>
                    <a:pt x="429285" y="291884"/>
                  </a:lnTo>
                  <a:lnTo>
                    <a:pt x="429399" y="291312"/>
                  </a:lnTo>
                  <a:lnTo>
                    <a:pt x="429526" y="290677"/>
                  </a:lnTo>
                  <a:lnTo>
                    <a:pt x="430123" y="287591"/>
                  </a:lnTo>
                  <a:close/>
                </a:path>
                <a:path w="492759" h="325119">
                  <a:moveTo>
                    <a:pt x="484619" y="266001"/>
                  </a:moveTo>
                  <a:lnTo>
                    <a:pt x="482269" y="263702"/>
                  </a:lnTo>
                  <a:lnTo>
                    <a:pt x="481469" y="262928"/>
                  </a:lnTo>
                  <a:lnTo>
                    <a:pt x="481469" y="267804"/>
                  </a:lnTo>
                  <a:lnTo>
                    <a:pt x="481469" y="277698"/>
                  </a:lnTo>
                  <a:lnTo>
                    <a:pt x="477342" y="281800"/>
                  </a:lnTo>
                  <a:lnTo>
                    <a:pt x="466966" y="281800"/>
                  </a:lnTo>
                  <a:lnTo>
                    <a:pt x="462940" y="277698"/>
                  </a:lnTo>
                  <a:lnTo>
                    <a:pt x="462940" y="267804"/>
                  </a:lnTo>
                  <a:lnTo>
                    <a:pt x="466966" y="263702"/>
                  </a:lnTo>
                  <a:lnTo>
                    <a:pt x="477342" y="263702"/>
                  </a:lnTo>
                  <a:lnTo>
                    <a:pt x="481469" y="267804"/>
                  </a:lnTo>
                  <a:lnTo>
                    <a:pt x="481469" y="262928"/>
                  </a:lnTo>
                  <a:lnTo>
                    <a:pt x="479031" y="260540"/>
                  </a:lnTo>
                  <a:lnTo>
                    <a:pt x="465429" y="260540"/>
                  </a:lnTo>
                  <a:lnTo>
                    <a:pt x="459765" y="266001"/>
                  </a:lnTo>
                  <a:lnTo>
                    <a:pt x="459765" y="279412"/>
                  </a:lnTo>
                  <a:lnTo>
                    <a:pt x="465429" y="284886"/>
                  </a:lnTo>
                  <a:lnTo>
                    <a:pt x="479031" y="284886"/>
                  </a:lnTo>
                  <a:lnTo>
                    <a:pt x="482180" y="281800"/>
                  </a:lnTo>
                  <a:lnTo>
                    <a:pt x="484619" y="279412"/>
                  </a:lnTo>
                  <a:lnTo>
                    <a:pt x="484619" y="266001"/>
                  </a:lnTo>
                  <a:close/>
                </a:path>
                <a:path w="492759" h="325119">
                  <a:moveTo>
                    <a:pt x="492290" y="184150"/>
                  </a:moveTo>
                  <a:lnTo>
                    <a:pt x="490448" y="175260"/>
                  </a:lnTo>
                  <a:lnTo>
                    <a:pt x="482346" y="170180"/>
                  </a:lnTo>
                  <a:lnTo>
                    <a:pt x="473278" y="163830"/>
                  </a:lnTo>
                  <a:lnTo>
                    <a:pt x="472706" y="162560"/>
                  </a:lnTo>
                  <a:lnTo>
                    <a:pt x="468541" y="152400"/>
                  </a:lnTo>
                  <a:lnTo>
                    <a:pt x="472757" y="162560"/>
                  </a:lnTo>
                  <a:lnTo>
                    <a:pt x="480745" y="166370"/>
                  </a:lnTo>
                  <a:lnTo>
                    <a:pt x="486765" y="163830"/>
                  </a:lnTo>
                  <a:lnTo>
                    <a:pt x="480288" y="160020"/>
                  </a:lnTo>
                  <a:lnTo>
                    <a:pt x="478434" y="152400"/>
                  </a:lnTo>
                  <a:lnTo>
                    <a:pt x="478129" y="151130"/>
                  </a:lnTo>
                  <a:lnTo>
                    <a:pt x="475221" y="143510"/>
                  </a:lnTo>
                  <a:lnTo>
                    <a:pt x="469404" y="140970"/>
                  </a:lnTo>
                  <a:lnTo>
                    <a:pt x="466496" y="139700"/>
                  </a:lnTo>
                  <a:lnTo>
                    <a:pt x="463778" y="139700"/>
                  </a:lnTo>
                  <a:lnTo>
                    <a:pt x="460679" y="137160"/>
                  </a:lnTo>
                  <a:lnTo>
                    <a:pt x="457301" y="135890"/>
                  </a:lnTo>
                  <a:lnTo>
                    <a:pt x="452170" y="135890"/>
                  </a:lnTo>
                  <a:lnTo>
                    <a:pt x="445808" y="137160"/>
                  </a:lnTo>
                  <a:lnTo>
                    <a:pt x="439178" y="140970"/>
                  </a:lnTo>
                  <a:lnTo>
                    <a:pt x="433959" y="147320"/>
                  </a:lnTo>
                  <a:lnTo>
                    <a:pt x="431838" y="157480"/>
                  </a:lnTo>
                  <a:lnTo>
                    <a:pt x="437680" y="176530"/>
                  </a:lnTo>
                  <a:lnTo>
                    <a:pt x="463359" y="201930"/>
                  </a:lnTo>
                  <a:lnTo>
                    <a:pt x="469201" y="219710"/>
                  </a:lnTo>
                  <a:lnTo>
                    <a:pt x="469201" y="227330"/>
                  </a:lnTo>
                  <a:lnTo>
                    <a:pt x="462864" y="232410"/>
                  </a:lnTo>
                  <a:lnTo>
                    <a:pt x="449491" y="232410"/>
                  </a:lnTo>
                  <a:lnTo>
                    <a:pt x="444500" y="224790"/>
                  </a:lnTo>
                  <a:lnTo>
                    <a:pt x="440537" y="217170"/>
                  </a:lnTo>
                  <a:lnTo>
                    <a:pt x="439216" y="214630"/>
                  </a:lnTo>
                  <a:lnTo>
                    <a:pt x="437349" y="210820"/>
                  </a:lnTo>
                  <a:lnTo>
                    <a:pt x="436727" y="209550"/>
                  </a:lnTo>
                  <a:lnTo>
                    <a:pt x="431253" y="201930"/>
                  </a:lnTo>
                  <a:lnTo>
                    <a:pt x="429983" y="200507"/>
                  </a:lnTo>
                  <a:lnTo>
                    <a:pt x="429983" y="217170"/>
                  </a:lnTo>
                  <a:lnTo>
                    <a:pt x="425983" y="222250"/>
                  </a:lnTo>
                  <a:lnTo>
                    <a:pt x="422414" y="223520"/>
                  </a:lnTo>
                  <a:lnTo>
                    <a:pt x="417893" y="220980"/>
                  </a:lnTo>
                  <a:lnTo>
                    <a:pt x="417830" y="219710"/>
                  </a:lnTo>
                  <a:lnTo>
                    <a:pt x="417703" y="217170"/>
                  </a:lnTo>
                  <a:lnTo>
                    <a:pt x="421906" y="212090"/>
                  </a:lnTo>
                  <a:lnTo>
                    <a:pt x="425196" y="210820"/>
                  </a:lnTo>
                  <a:lnTo>
                    <a:pt x="427583" y="212090"/>
                  </a:lnTo>
                  <a:lnTo>
                    <a:pt x="429895" y="213360"/>
                  </a:lnTo>
                  <a:lnTo>
                    <a:pt x="429983" y="217170"/>
                  </a:lnTo>
                  <a:lnTo>
                    <a:pt x="429983" y="200507"/>
                  </a:lnTo>
                  <a:lnTo>
                    <a:pt x="425627" y="195580"/>
                  </a:lnTo>
                  <a:lnTo>
                    <a:pt x="427202" y="196850"/>
                  </a:lnTo>
                  <a:lnTo>
                    <a:pt x="434835" y="196850"/>
                  </a:lnTo>
                  <a:lnTo>
                    <a:pt x="436270" y="195580"/>
                  </a:lnTo>
                  <a:lnTo>
                    <a:pt x="437692" y="194310"/>
                  </a:lnTo>
                  <a:lnTo>
                    <a:pt x="438391" y="191770"/>
                  </a:lnTo>
                  <a:lnTo>
                    <a:pt x="438518" y="187960"/>
                  </a:lnTo>
                  <a:lnTo>
                    <a:pt x="437299" y="185420"/>
                  </a:lnTo>
                  <a:lnTo>
                    <a:pt x="435508" y="182880"/>
                  </a:lnTo>
                  <a:lnTo>
                    <a:pt x="435292" y="182626"/>
                  </a:lnTo>
                  <a:lnTo>
                    <a:pt x="435292" y="187960"/>
                  </a:lnTo>
                  <a:lnTo>
                    <a:pt x="435229" y="190500"/>
                  </a:lnTo>
                  <a:lnTo>
                    <a:pt x="435038" y="191770"/>
                  </a:lnTo>
                  <a:lnTo>
                    <a:pt x="434035" y="193040"/>
                  </a:lnTo>
                  <a:lnTo>
                    <a:pt x="433108" y="194310"/>
                  </a:lnTo>
                  <a:lnTo>
                    <a:pt x="429450" y="194310"/>
                  </a:lnTo>
                  <a:lnTo>
                    <a:pt x="427443" y="193040"/>
                  </a:lnTo>
                  <a:lnTo>
                    <a:pt x="424751" y="190500"/>
                  </a:lnTo>
                  <a:lnTo>
                    <a:pt x="424332" y="189230"/>
                  </a:lnTo>
                  <a:lnTo>
                    <a:pt x="423913" y="187960"/>
                  </a:lnTo>
                  <a:lnTo>
                    <a:pt x="423989" y="186690"/>
                  </a:lnTo>
                  <a:lnTo>
                    <a:pt x="424116" y="184150"/>
                  </a:lnTo>
                  <a:lnTo>
                    <a:pt x="425170" y="184150"/>
                  </a:lnTo>
                  <a:lnTo>
                    <a:pt x="425996" y="182880"/>
                  </a:lnTo>
                  <a:lnTo>
                    <a:pt x="429793" y="182880"/>
                  </a:lnTo>
                  <a:lnTo>
                    <a:pt x="431685" y="184150"/>
                  </a:lnTo>
                  <a:lnTo>
                    <a:pt x="433108" y="185420"/>
                  </a:lnTo>
                  <a:lnTo>
                    <a:pt x="434479" y="186690"/>
                  </a:lnTo>
                  <a:lnTo>
                    <a:pt x="435292" y="187960"/>
                  </a:lnTo>
                  <a:lnTo>
                    <a:pt x="435292" y="182626"/>
                  </a:lnTo>
                  <a:lnTo>
                    <a:pt x="433425" y="180340"/>
                  </a:lnTo>
                  <a:lnTo>
                    <a:pt x="430631" y="179070"/>
                  </a:lnTo>
                  <a:lnTo>
                    <a:pt x="426173" y="179070"/>
                  </a:lnTo>
                  <a:lnTo>
                    <a:pt x="424205" y="180340"/>
                  </a:lnTo>
                  <a:lnTo>
                    <a:pt x="422960" y="181610"/>
                  </a:lnTo>
                  <a:lnTo>
                    <a:pt x="421614" y="182880"/>
                  </a:lnTo>
                  <a:lnTo>
                    <a:pt x="420916" y="184150"/>
                  </a:lnTo>
                  <a:lnTo>
                    <a:pt x="420839" y="188506"/>
                  </a:lnTo>
                  <a:lnTo>
                    <a:pt x="415556" y="181610"/>
                  </a:lnTo>
                  <a:lnTo>
                    <a:pt x="415340" y="181343"/>
                  </a:lnTo>
                  <a:lnTo>
                    <a:pt x="415340" y="240030"/>
                  </a:lnTo>
                  <a:lnTo>
                    <a:pt x="413334" y="242570"/>
                  </a:lnTo>
                  <a:lnTo>
                    <a:pt x="411175" y="245110"/>
                  </a:lnTo>
                  <a:lnTo>
                    <a:pt x="407771" y="246380"/>
                  </a:lnTo>
                  <a:lnTo>
                    <a:pt x="403326" y="243840"/>
                  </a:lnTo>
                  <a:lnTo>
                    <a:pt x="403237" y="242570"/>
                  </a:lnTo>
                  <a:lnTo>
                    <a:pt x="403161" y="241300"/>
                  </a:lnTo>
                  <a:lnTo>
                    <a:pt x="403072" y="240030"/>
                  </a:lnTo>
                  <a:lnTo>
                    <a:pt x="405117" y="237490"/>
                  </a:lnTo>
                  <a:lnTo>
                    <a:pt x="407123" y="233680"/>
                  </a:lnTo>
                  <a:lnTo>
                    <a:pt x="410603" y="233680"/>
                  </a:lnTo>
                  <a:lnTo>
                    <a:pt x="412915" y="234950"/>
                  </a:lnTo>
                  <a:lnTo>
                    <a:pt x="415150" y="236220"/>
                  </a:lnTo>
                  <a:lnTo>
                    <a:pt x="415277" y="238760"/>
                  </a:lnTo>
                  <a:lnTo>
                    <a:pt x="415340" y="240030"/>
                  </a:lnTo>
                  <a:lnTo>
                    <a:pt x="415340" y="181343"/>
                  </a:lnTo>
                  <a:lnTo>
                    <a:pt x="410591" y="175260"/>
                  </a:lnTo>
                  <a:lnTo>
                    <a:pt x="407136" y="168910"/>
                  </a:lnTo>
                  <a:lnTo>
                    <a:pt x="405841" y="163830"/>
                  </a:lnTo>
                  <a:lnTo>
                    <a:pt x="405841" y="158750"/>
                  </a:lnTo>
                  <a:lnTo>
                    <a:pt x="409321" y="154940"/>
                  </a:lnTo>
                  <a:lnTo>
                    <a:pt x="411429" y="152400"/>
                  </a:lnTo>
                  <a:lnTo>
                    <a:pt x="413537" y="149860"/>
                  </a:lnTo>
                  <a:lnTo>
                    <a:pt x="414972" y="149860"/>
                  </a:lnTo>
                  <a:lnTo>
                    <a:pt x="416052" y="148590"/>
                  </a:lnTo>
                  <a:lnTo>
                    <a:pt x="417576" y="147320"/>
                  </a:lnTo>
                  <a:lnTo>
                    <a:pt x="420776" y="144780"/>
                  </a:lnTo>
                  <a:lnTo>
                    <a:pt x="427202" y="137160"/>
                  </a:lnTo>
                  <a:lnTo>
                    <a:pt x="427443" y="137160"/>
                  </a:lnTo>
                  <a:lnTo>
                    <a:pt x="429209" y="135890"/>
                  </a:lnTo>
                  <a:lnTo>
                    <a:pt x="425996" y="132956"/>
                  </a:lnTo>
                  <a:lnTo>
                    <a:pt x="425996" y="135890"/>
                  </a:lnTo>
                  <a:lnTo>
                    <a:pt x="418261" y="143510"/>
                  </a:lnTo>
                  <a:lnTo>
                    <a:pt x="414566" y="147320"/>
                  </a:lnTo>
                  <a:lnTo>
                    <a:pt x="410083" y="144780"/>
                  </a:lnTo>
                  <a:lnTo>
                    <a:pt x="362991" y="118110"/>
                  </a:lnTo>
                  <a:lnTo>
                    <a:pt x="368033" y="102870"/>
                  </a:lnTo>
                  <a:lnTo>
                    <a:pt x="373672" y="105410"/>
                  </a:lnTo>
                  <a:lnTo>
                    <a:pt x="372059" y="105410"/>
                  </a:lnTo>
                  <a:lnTo>
                    <a:pt x="370001" y="106680"/>
                  </a:lnTo>
                  <a:lnTo>
                    <a:pt x="368211" y="109220"/>
                  </a:lnTo>
                  <a:lnTo>
                    <a:pt x="371894" y="109220"/>
                  </a:lnTo>
                  <a:lnTo>
                    <a:pt x="373405" y="107950"/>
                  </a:lnTo>
                  <a:lnTo>
                    <a:pt x="371182" y="114300"/>
                  </a:lnTo>
                  <a:lnTo>
                    <a:pt x="370611" y="113030"/>
                  </a:lnTo>
                  <a:lnTo>
                    <a:pt x="368973" y="111760"/>
                  </a:lnTo>
                  <a:lnTo>
                    <a:pt x="367385" y="110490"/>
                  </a:lnTo>
                  <a:lnTo>
                    <a:pt x="366268" y="115570"/>
                  </a:lnTo>
                  <a:lnTo>
                    <a:pt x="369189" y="116840"/>
                  </a:lnTo>
                  <a:lnTo>
                    <a:pt x="371182" y="118110"/>
                  </a:lnTo>
                  <a:lnTo>
                    <a:pt x="374700" y="119380"/>
                  </a:lnTo>
                  <a:lnTo>
                    <a:pt x="376859" y="119380"/>
                  </a:lnTo>
                  <a:lnTo>
                    <a:pt x="377825" y="118110"/>
                  </a:lnTo>
                  <a:lnTo>
                    <a:pt x="378917" y="116840"/>
                  </a:lnTo>
                  <a:lnTo>
                    <a:pt x="377799" y="115570"/>
                  </a:lnTo>
                  <a:lnTo>
                    <a:pt x="376694" y="114300"/>
                  </a:lnTo>
                  <a:lnTo>
                    <a:pt x="373773" y="115570"/>
                  </a:lnTo>
                  <a:lnTo>
                    <a:pt x="373646" y="114300"/>
                  </a:lnTo>
                  <a:lnTo>
                    <a:pt x="373519" y="113030"/>
                  </a:lnTo>
                  <a:lnTo>
                    <a:pt x="373405" y="111760"/>
                  </a:lnTo>
                  <a:lnTo>
                    <a:pt x="375069" y="110490"/>
                  </a:lnTo>
                  <a:lnTo>
                    <a:pt x="378625" y="110490"/>
                  </a:lnTo>
                  <a:lnTo>
                    <a:pt x="379857" y="111760"/>
                  </a:lnTo>
                  <a:lnTo>
                    <a:pt x="380326" y="114300"/>
                  </a:lnTo>
                  <a:lnTo>
                    <a:pt x="380263" y="113030"/>
                  </a:lnTo>
                  <a:lnTo>
                    <a:pt x="380149" y="110490"/>
                  </a:lnTo>
                  <a:lnTo>
                    <a:pt x="380085" y="109220"/>
                  </a:lnTo>
                  <a:lnTo>
                    <a:pt x="380834" y="107950"/>
                  </a:lnTo>
                  <a:lnTo>
                    <a:pt x="382320" y="105410"/>
                  </a:lnTo>
                  <a:lnTo>
                    <a:pt x="386626" y="104140"/>
                  </a:lnTo>
                  <a:lnTo>
                    <a:pt x="388315" y="109220"/>
                  </a:lnTo>
                  <a:lnTo>
                    <a:pt x="386981" y="111760"/>
                  </a:lnTo>
                  <a:lnTo>
                    <a:pt x="383514" y="115570"/>
                  </a:lnTo>
                  <a:lnTo>
                    <a:pt x="385419" y="114300"/>
                  </a:lnTo>
                  <a:lnTo>
                    <a:pt x="387464" y="114300"/>
                  </a:lnTo>
                  <a:lnTo>
                    <a:pt x="388200" y="115570"/>
                  </a:lnTo>
                  <a:lnTo>
                    <a:pt x="389394" y="116840"/>
                  </a:lnTo>
                  <a:lnTo>
                    <a:pt x="388988" y="119380"/>
                  </a:lnTo>
                  <a:lnTo>
                    <a:pt x="386334" y="120650"/>
                  </a:lnTo>
                  <a:lnTo>
                    <a:pt x="385762" y="118110"/>
                  </a:lnTo>
                  <a:lnTo>
                    <a:pt x="382193" y="118110"/>
                  </a:lnTo>
                  <a:lnTo>
                    <a:pt x="381190" y="119380"/>
                  </a:lnTo>
                  <a:lnTo>
                    <a:pt x="380085" y="121920"/>
                  </a:lnTo>
                  <a:lnTo>
                    <a:pt x="381762" y="123190"/>
                  </a:lnTo>
                  <a:lnTo>
                    <a:pt x="384835" y="125730"/>
                  </a:lnTo>
                  <a:lnTo>
                    <a:pt x="388493" y="127000"/>
                  </a:lnTo>
                  <a:lnTo>
                    <a:pt x="391490" y="125730"/>
                  </a:lnTo>
                  <a:lnTo>
                    <a:pt x="392480" y="124460"/>
                  </a:lnTo>
                  <a:lnTo>
                    <a:pt x="393484" y="123190"/>
                  </a:lnTo>
                  <a:lnTo>
                    <a:pt x="392277" y="121920"/>
                  </a:lnTo>
                  <a:lnTo>
                    <a:pt x="390169" y="123190"/>
                  </a:lnTo>
                  <a:lnTo>
                    <a:pt x="388175" y="124460"/>
                  </a:lnTo>
                  <a:lnTo>
                    <a:pt x="390042" y="120650"/>
                  </a:lnTo>
                  <a:lnTo>
                    <a:pt x="391909" y="116840"/>
                  </a:lnTo>
                  <a:lnTo>
                    <a:pt x="392137" y="118110"/>
                  </a:lnTo>
                  <a:lnTo>
                    <a:pt x="392696" y="119380"/>
                  </a:lnTo>
                  <a:lnTo>
                    <a:pt x="394398" y="120650"/>
                  </a:lnTo>
                  <a:lnTo>
                    <a:pt x="395706" y="116840"/>
                  </a:lnTo>
                  <a:lnTo>
                    <a:pt x="394614" y="114300"/>
                  </a:lnTo>
                  <a:lnTo>
                    <a:pt x="402628" y="119380"/>
                  </a:lnTo>
                  <a:lnTo>
                    <a:pt x="399910" y="119380"/>
                  </a:lnTo>
                  <a:lnTo>
                    <a:pt x="396963" y="121920"/>
                  </a:lnTo>
                  <a:lnTo>
                    <a:pt x="398780" y="123190"/>
                  </a:lnTo>
                  <a:lnTo>
                    <a:pt x="400685" y="123190"/>
                  </a:lnTo>
                  <a:lnTo>
                    <a:pt x="401726" y="121920"/>
                  </a:lnTo>
                  <a:lnTo>
                    <a:pt x="397535" y="129540"/>
                  </a:lnTo>
                  <a:lnTo>
                    <a:pt x="397535" y="127000"/>
                  </a:lnTo>
                  <a:lnTo>
                    <a:pt x="396608" y="124460"/>
                  </a:lnTo>
                  <a:lnTo>
                    <a:pt x="395706" y="124460"/>
                  </a:lnTo>
                  <a:lnTo>
                    <a:pt x="393954" y="127000"/>
                  </a:lnTo>
                  <a:lnTo>
                    <a:pt x="394398" y="130810"/>
                  </a:lnTo>
                  <a:lnTo>
                    <a:pt x="398043" y="132080"/>
                  </a:lnTo>
                  <a:lnTo>
                    <a:pt x="401104" y="134620"/>
                  </a:lnTo>
                  <a:lnTo>
                    <a:pt x="403466" y="134620"/>
                  </a:lnTo>
                  <a:lnTo>
                    <a:pt x="404698" y="133350"/>
                  </a:lnTo>
                  <a:lnTo>
                    <a:pt x="405917" y="130810"/>
                  </a:lnTo>
                  <a:lnTo>
                    <a:pt x="404914" y="129540"/>
                  </a:lnTo>
                  <a:lnTo>
                    <a:pt x="403910" y="128270"/>
                  </a:lnTo>
                  <a:lnTo>
                    <a:pt x="400900" y="129540"/>
                  </a:lnTo>
                  <a:lnTo>
                    <a:pt x="400799" y="125730"/>
                  </a:lnTo>
                  <a:lnTo>
                    <a:pt x="402551" y="124460"/>
                  </a:lnTo>
                  <a:lnTo>
                    <a:pt x="406069" y="124460"/>
                  </a:lnTo>
                  <a:lnTo>
                    <a:pt x="407250" y="127000"/>
                  </a:lnTo>
                  <a:lnTo>
                    <a:pt x="407504" y="128270"/>
                  </a:lnTo>
                  <a:lnTo>
                    <a:pt x="408660" y="124460"/>
                  </a:lnTo>
                  <a:lnTo>
                    <a:pt x="410730" y="121920"/>
                  </a:lnTo>
                  <a:lnTo>
                    <a:pt x="415582" y="120650"/>
                  </a:lnTo>
                  <a:lnTo>
                    <a:pt x="416623" y="124460"/>
                  </a:lnTo>
                  <a:lnTo>
                    <a:pt x="414439" y="128270"/>
                  </a:lnTo>
                  <a:lnTo>
                    <a:pt x="412305" y="129540"/>
                  </a:lnTo>
                  <a:lnTo>
                    <a:pt x="412076" y="129540"/>
                  </a:lnTo>
                  <a:lnTo>
                    <a:pt x="410184" y="130810"/>
                  </a:lnTo>
                  <a:lnTo>
                    <a:pt x="412178" y="129616"/>
                  </a:lnTo>
                  <a:lnTo>
                    <a:pt x="414058" y="130810"/>
                  </a:lnTo>
                  <a:lnTo>
                    <a:pt x="414769" y="132080"/>
                  </a:lnTo>
                  <a:lnTo>
                    <a:pt x="415798" y="133350"/>
                  </a:lnTo>
                  <a:lnTo>
                    <a:pt x="415150" y="135890"/>
                  </a:lnTo>
                  <a:lnTo>
                    <a:pt x="412483" y="137160"/>
                  </a:lnTo>
                  <a:lnTo>
                    <a:pt x="411975" y="133350"/>
                  </a:lnTo>
                  <a:lnTo>
                    <a:pt x="408571" y="133350"/>
                  </a:lnTo>
                  <a:lnTo>
                    <a:pt x="406476" y="137160"/>
                  </a:lnTo>
                  <a:lnTo>
                    <a:pt x="407873" y="138430"/>
                  </a:lnTo>
                  <a:lnTo>
                    <a:pt x="411111" y="140970"/>
                  </a:lnTo>
                  <a:lnTo>
                    <a:pt x="413105" y="142240"/>
                  </a:lnTo>
                  <a:lnTo>
                    <a:pt x="416026" y="143510"/>
                  </a:lnTo>
                  <a:lnTo>
                    <a:pt x="419328" y="139700"/>
                  </a:lnTo>
                  <a:lnTo>
                    <a:pt x="418261" y="138430"/>
                  </a:lnTo>
                  <a:lnTo>
                    <a:pt x="414680" y="138430"/>
                  </a:lnTo>
                  <a:lnTo>
                    <a:pt x="415607" y="137160"/>
                  </a:lnTo>
                  <a:lnTo>
                    <a:pt x="418414" y="133350"/>
                  </a:lnTo>
                  <a:lnTo>
                    <a:pt x="418338" y="134620"/>
                  </a:lnTo>
                  <a:lnTo>
                    <a:pt x="418261" y="135890"/>
                  </a:lnTo>
                  <a:lnTo>
                    <a:pt x="419557" y="137160"/>
                  </a:lnTo>
                  <a:lnTo>
                    <a:pt x="420687" y="138430"/>
                  </a:lnTo>
                  <a:lnTo>
                    <a:pt x="421297" y="135890"/>
                  </a:lnTo>
                  <a:lnTo>
                    <a:pt x="421398" y="134620"/>
                  </a:lnTo>
                  <a:lnTo>
                    <a:pt x="421500" y="133350"/>
                  </a:lnTo>
                  <a:lnTo>
                    <a:pt x="421297" y="132080"/>
                  </a:lnTo>
                  <a:lnTo>
                    <a:pt x="425996" y="135890"/>
                  </a:lnTo>
                  <a:lnTo>
                    <a:pt x="425996" y="132956"/>
                  </a:lnTo>
                  <a:lnTo>
                    <a:pt x="425043" y="132080"/>
                  </a:lnTo>
                  <a:lnTo>
                    <a:pt x="426173" y="129540"/>
                  </a:lnTo>
                  <a:lnTo>
                    <a:pt x="427062" y="127000"/>
                  </a:lnTo>
                  <a:lnTo>
                    <a:pt x="427685" y="124460"/>
                  </a:lnTo>
                  <a:lnTo>
                    <a:pt x="428993" y="129540"/>
                  </a:lnTo>
                  <a:lnTo>
                    <a:pt x="431685" y="133350"/>
                  </a:lnTo>
                  <a:lnTo>
                    <a:pt x="435292" y="132080"/>
                  </a:lnTo>
                  <a:lnTo>
                    <a:pt x="434594" y="127000"/>
                  </a:lnTo>
                  <a:lnTo>
                    <a:pt x="434898" y="124460"/>
                  </a:lnTo>
                  <a:lnTo>
                    <a:pt x="435216" y="121920"/>
                  </a:lnTo>
                  <a:lnTo>
                    <a:pt x="435305" y="120650"/>
                  </a:lnTo>
                  <a:lnTo>
                    <a:pt x="435406" y="119380"/>
                  </a:lnTo>
                  <a:lnTo>
                    <a:pt x="435521" y="114300"/>
                  </a:lnTo>
                  <a:lnTo>
                    <a:pt x="434568" y="106680"/>
                  </a:lnTo>
                  <a:lnTo>
                    <a:pt x="437692" y="111760"/>
                  </a:lnTo>
                  <a:lnTo>
                    <a:pt x="441985" y="114300"/>
                  </a:lnTo>
                  <a:lnTo>
                    <a:pt x="445135" y="113030"/>
                  </a:lnTo>
                  <a:lnTo>
                    <a:pt x="441909" y="107950"/>
                  </a:lnTo>
                  <a:lnTo>
                    <a:pt x="441921" y="106680"/>
                  </a:lnTo>
                  <a:lnTo>
                    <a:pt x="441871" y="97790"/>
                  </a:lnTo>
                  <a:lnTo>
                    <a:pt x="441756" y="95250"/>
                  </a:lnTo>
                  <a:lnTo>
                    <a:pt x="441706" y="93980"/>
                  </a:lnTo>
                  <a:lnTo>
                    <a:pt x="441591" y="91440"/>
                  </a:lnTo>
                  <a:lnTo>
                    <a:pt x="436968" y="81280"/>
                  </a:lnTo>
                  <a:lnTo>
                    <a:pt x="440359" y="82550"/>
                  </a:lnTo>
                  <a:lnTo>
                    <a:pt x="442785" y="81280"/>
                  </a:lnTo>
                  <a:lnTo>
                    <a:pt x="444207" y="80010"/>
                  </a:lnTo>
                  <a:lnTo>
                    <a:pt x="439000" y="77470"/>
                  </a:lnTo>
                  <a:lnTo>
                    <a:pt x="435749" y="72390"/>
                  </a:lnTo>
                  <a:lnTo>
                    <a:pt x="431101" y="66040"/>
                  </a:lnTo>
                  <a:lnTo>
                    <a:pt x="421741" y="60960"/>
                  </a:lnTo>
                  <a:lnTo>
                    <a:pt x="425996" y="60960"/>
                  </a:lnTo>
                  <a:lnTo>
                    <a:pt x="428498" y="58420"/>
                  </a:lnTo>
                  <a:lnTo>
                    <a:pt x="428218" y="57150"/>
                  </a:lnTo>
                  <a:lnTo>
                    <a:pt x="427926" y="55880"/>
                  </a:lnTo>
                  <a:lnTo>
                    <a:pt x="424446" y="57150"/>
                  </a:lnTo>
                  <a:lnTo>
                    <a:pt x="420065" y="54610"/>
                  </a:lnTo>
                  <a:lnTo>
                    <a:pt x="413753" y="52070"/>
                  </a:lnTo>
                  <a:lnTo>
                    <a:pt x="404418" y="50800"/>
                  </a:lnTo>
                  <a:lnTo>
                    <a:pt x="404037" y="48260"/>
                  </a:lnTo>
                  <a:lnTo>
                    <a:pt x="403466" y="44450"/>
                  </a:lnTo>
                  <a:lnTo>
                    <a:pt x="398322" y="39370"/>
                  </a:lnTo>
                  <a:lnTo>
                    <a:pt x="392404" y="36830"/>
                  </a:lnTo>
                  <a:lnTo>
                    <a:pt x="393496" y="40640"/>
                  </a:lnTo>
                  <a:lnTo>
                    <a:pt x="392557" y="44450"/>
                  </a:lnTo>
                  <a:lnTo>
                    <a:pt x="391464" y="48260"/>
                  </a:lnTo>
                  <a:lnTo>
                    <a:pt x="388200" y="45110"/>
                  </a:lnTo>
                  <a:lnTo>
                    <a:pt x="388200" y="64770"/>
                  </a:lnTo>
                  <a:lnTo>
                    <a:pt x="382524" y="66040"/>
                  </a:lnTo>
                  <a:lnTo>
                    <a:pt x="377151" y="67310"/>
                  </a:lnTo>
                  <a:lnTo>
                    <a:pt x="373011" y="69850"/>
                  </a:lnTo>
                  <a:lnTo>
                    <a:pt x="374700" y="66040"/>
                  </a:lnTo>
                  <a:lnTo>
                    <a:pt x="373011" y="60960"/>
                  </a:lnTo>
                  <a:lnTo>
                    <a:pt x="382143" y="60960"/>
                  </a:lnTo>
                  <a:lnTo>
                    <a:pt x="384708" y="64770"/>
                  </a:lnTo>
                  <a:lnTo>
                    <a:pt x="388200" y="64770"/>
                  </a:lnTo>
                  <a:lnTo>
                    <a:pt x="388200" y="45110"/>
                  </a:lnTo>
                  <a:lnTo>
                    <a:pt x="342785" y="1270"/>
                  </a:lnTo>
                  <a:lnTo>
                    <a:pt x="341261" y="0"/>
                  </a:lnTo>
                  <a:lnTo>
                    <a:pt x="339813" y="0"/>
                  </a:lnTo>
                  <a:lnTo>
                    <a:pt x="339813" y="1270"/>
                  </a:lnTo>
                  <a:lnTo>
                    <a:pt x="340626" y="2540"/>
                  </a:lnTo>
                  <a:lnTo>
                    <a:pt x="382524" y="53340"/>
                  </a:lnTo>
                  <a:lnTo>
                    <a:pt x="379323" y="54610"/>
                  </a:lnTo>
                  <a:lnTo>
                    <a:pt x="376212" y="55880"/>
                  </a:lnTo>
                  <a:lnTo>
                    <a:pt x="370916" y="57150"/>
                  </a:lnTo>
                  <a:lnTo>
                    <a:pt x="369354" y="59690"/>
                  </a:lnTo>
                  <a:lnTo>
                    <a:pt x="369354" y="62230"/>
                  </a:lnTo>
                  <a:lnTo>
                    <a:pt x="361581" y="66040"/>
                  </a:lnTo>
                  <a:lnTo>
                    <a:pt x="354990" y="71005"/>
                  </a:lnTo>
                  <a:lnTo>
                    <a:pt x="348843" y="76200"/>
                  </a:lnTo>
                  <a:lnTo>
                    <a:pt x="346748" y="76200"/>
                  </a:lnTo>
                  <a:lnTo>
                    <a:pt x="349072" y="81280"/>
                  </a:lnTo>
                  <a:lnTo>
                    <a:pt x="349910" y="83820"/>
                  </a:lnTo>
                  <a:lnTo>
                    <a:pt x="347179" y="88900"/>
                  </a:lnTo>
                  <a:lnTo>
                    <a:pt x="357212" y="82550"/>
                  </a:lnTo>
                  <a:lnTo>
                    <a:pt x="366268" y="77470"/>
                  </a:lnTo>
                  <a:lnTo>
                    <a:pt x="367614" y="81280"/>
                  </a:lnTo>
                  <a:lnTo>
                    <a:pt x="368338" y="82550"/>
                  </a:lnTo>
                  <a:lnTo>
                    <a:pt x="363918" y="83820"/>
                  </a:lnTo>
                  <a:lnTo>
                    <a:pt x="360781" y="85090"/>
                  </a:lnTo>
                  <a:lnTo>
                    <a:pt x="357759" y="86360"/>
                  </a:lnTo>
                  <a:lnTo>
                    <a:pt x="354418" y="88900"/>
                  </a:lnTo>
                  <a:lnTo>
                    <a:pt x="355396" y="91440"/>
                  </a:lnTo>
                  <a:lnTo>
                    <a:pt x="357886" y="90170"/>
                  </a:lnTo>
                  <a:lnTo>
                    <a:pt x="357962" y="91440"/>
                  </a:lnTo>
                  <a:lnTo>
                    <a:pt x="358178" y="92710"/>
                  </a:lnTo>
                  <a:lnTo>
                    <a:pt x="359092" y="93980"/>
                  </a:lnTo>
                  <a:lnTo>
                    <a:pt x="361581" y="93980"/>
                  </a:lnTo>
                  <a:lnTo>
                    <a:pt x="363143" y="91440"/>
                  </a:lnTo>
                  <a:lnTo>
                    <a:pt x="364058" y="92710"/>
                  </a:lnTo>
                  <a:lnTo>
                    <a:pt x="365112" y="92710"/>
                  </a:lnTo>
                  <a:lnTo>
                    <a:pt x="363677" y="99060"/>
                  </a:lnTo>
                  <a:lnTo>
                    <a:pt x="362623" y="100330"/>
                  </a:lnTo>
                  <a:lnTo>
                    <a:pt x="367385" y="99060"/>
                  </a:lnTo>
                  <a:lnTo>
                    <a:pt x="370344" y="95250"/>
                  </a:lnTo>
                  <a:lnTo>
                    <a:pt x="370408" y="93980"/>
                  </a:lnTo>
                  <a:lnTo>
                    <a:pt x="370535" y="91440"/>
                  </a:lnTo>
                  <a:lnTo>
                    <a:pt x="370560" y="90170"/>
                  </a:lnTo>
                  <a:lnTo>
                    <a:pt x="370611" y="87630"/>
                  </a:lnTo>
                  <a:lnTo>
                    <a:pt x="371627" y="87630"/>
                  </a:lnTo>
                  <a:lnTo>
                    <a:pt x="372338" y="86360"/>
                  </a:lnTo>
                  <a:lnTo>
                    <a:pt x="373100" y="86360"/>
                  </a:lnTo>
                  <a:lnTo>
                    <a:pt x="373913" y="90170"/>
                  </a:lnTo>
                  <a:lnTo>
                    <a:pt x="373011" y="92710"/>
                  </a:lnTo>
                  <a:lnTo>
                    <a:pt x="375475" y="92710"/>
                  </a:lnTo>
                  <a:lnTo>
                    <a:pt x="378079" y="88900"/>
                  </a:lnTo>
                  <a:lnTo>
                    <a:pt x="377977" y="87630"/>
                  </a:lnTo>
                  <a:lnTo>
                    <a:pt x="377888" y="86360"/>
                  </a:lnTo>
                  <a:lnTo>
                    <a:pt x="377799" y="85090"/>
                  </a:lnTo>
                  <a:lnTo>
                    <a:pt x="377710" y="83820"/>
                  </a:lnTo>
                  <a:lnTo>
                    <a:pt x="378917" y="82550"/>
                  </a:lnTo>
                  <a:lnTo>
                    <a:pt x="380263" y="81280"/>
                  </a:lnTo>
                  <a:lnTo>
                    <a:pt x="382739" y="81280"/>
                  </a:lnTo>
                  <a:lnTo>
                    <a:pt x="385991" y="86360"/>
                  </a:lnTo>
                  <a:lnTo>
                    <a:pt x="398703" y="86360"/>
                  </a:lnTo>
                  <a:lnTo>
                    <a:pt x="402399" y="81280"/>
                  </a:lnTo>
                  <a:lnTo>
                    <a:pt x="403326" y="80010"/>
                  </a:lnTo>
                  <a:lnTo>
                    <a:pt x="403669" y="77470"/>
                  </a:lnTo>
                  <a:lnTo>
                    <a:pt x="404177" y="73660"/>
                  </a:lnTo>
                  <a:lnTo>
                    <a:pt x="404075" y="72390"/>
                  </a:lnTo>
                  <a:lnTo>
                    <a:pt x="403860" y="71005"/>
                  </a:lnTo>
                  <a:lnTo>
                    <a:pt x="402628" y="69850"/>
                  </a:lnTo>
                  <a:lnTo>
                    <a:pt x="405561" y="72390"/>
                  </a:lnTo>
                  <a:lnTo>
                    <a:pt x="406476" y="74930"/>
                  </a:lnTo>
                  <a:lnTo>
                    <a:pt x="406476" y="78740"/>
                  </a:lnTo>
                  <a:lnTo>
                    <a:pt x="403123" y="86360"/>
                  </a:lnTo>
                  <a:lnTo>
                    <a:pt x="395097" y="91440"/>
                  </a:lnTo>
                  <a:lnTo>
                    <a:pt x="385483" y="97790"/>
                  </a:lnTo>
                  <a:lnTo>
                    <a:pt x="377329" y="102870"/>
                  </a:lnTo>
                  <a:lnTo>
                    <a:pt x="376936" y="102870"/>
                  </a:lnTo>
                  <a:lnTo>
                    <a:pt x="376694" y="104140"/>
                  </a:lnTo>
                  <a:lnTo>
                    <a:pt x="376389" y="104140"/>
                  </a:lnTo>
                  <a:lnTo>
                    <a:pt x="373164" y="102870"/>
                  </a:lnTo>
                  <a:lnTo>
                    <a:pt x="366687" y="100330"/>
                  </a:lnTo>
                  <a:lnTo>
                    <a:pt x="365912" y="102870"/>
                  </a:lnTo>
                  <a:lnTo>
                    <a:pt x="365467" y="104140"/>
                  </a:lnTo>
                  <a:lnTo>
                    <a:pt x="364401" y="107950"/>
                  </a:lnTo>
                  <a:lnTo>
                    <a:pt x="362356" y="114300"/>
                  </a:lnTo>
                  <a:lnTo>
                    <a:pt x="360972" y="118110"/>
                  </a:lnTo>
                  <a:lnTo>
                    <a:pt x="360451" y="119380"/>
                  </a:lnTo>
                  <a:lnTo>
                    <a:pt x="361327" y="120650"/>
                  </a:lnTo>
                  <a:lnTo>
                    <a:pt x="357263" y="125730"/>
                  </a:lnTo>
                  <a:lnTo>
                    <a:pt x="353860" y="132080"/>
                  </a:lnTo>
                  <a:lnTo>
                    <a:pt x="351345" y="138430"/>
                  </a:lnTo>
                  <a:lnTo>
                    <a:pt x="349910" y="144780"/>
                  </a:lnTo>
                  <a:lnTo>
                    <a:pt x="347560" y="142240"/>
                  </a:lnTo>
                  <a:lnTo>
                    <a:pt x="345998" y="140970"/>
                  </a:lnTo>
                  <a:lnTo>
                    <a:pt x="342849" y="138430"/>
                  </a:lnTo>
                  <a:lnTo>
                    <a:pt x="343115" y="137160"/>
                  </a:lnTo>
                  <a:lnTo>
                    <a:pt x="343255" y="137160"/>
                  </a:lnTo>
                  <a:lnTo>
                    <a:pt x="343344" y="135890"/>
                  </a:lnTo>
                  <a:lnTo>
                    <a:pt x="343433" y="134620"/>
                  </a:lnTo>
                  <a:lnTo>
                    <a:pt x="343535" y="133350"/>
                  </a:lnTo>
                  <a:lnTo>
                    <a:pt x="342709" y="130810"/>
                  </a:lnTo>
                  <a:lnTo>
                    <a:pt x="341071" y="129540"/>
                  </a:lnTo>
                  <a:lnTo>
                    <a:pt x="340283" y="128651"/>
                  </a:lnTo>
                  <a:lnTo>
                    <a:pt x="340283" y="133350"/>
                  </a:lnTo>
                  <a:lnTo>
                    <a:pt x="340169" y="134620"/>
                  </a:lnTo>
                  <a:lnTo>
                    <a:pt x="340042" y="137160"/>
                  </a:lnTo>
                  <a:lnTo>
                    <a:pt x="339242" y="138430"/>
                  </a:lnTo>
                  <a:lnTo>
                    <a:pt x="338289" y="139700"/>
                  </a:lnTo>
                  <a:lnTo>
                    <a:pt x="337769" y="139700"/>
                  </a:lnTo>
                  <a:lnTo>
                    <a:pt x="336931" y="140970"/>
                  </a:lnTo>
                  <a:lnTo>
                    <a:pt x="333756" y="140970"/>
                  </a:lnTo>
                  <a:lnTo>
                    <a:pt x="332130" y="138430"/>
                  </a:lnTo>
                  <a:lnTo>
                    <a:pt x="332244" y="133350"/>
                  </a:lnTo>
                  <a:lnTo>
                    <a:pt x="332892" y="132080"/>
                  </a:lnTo>
                  <a:lnTo>
                    <a:pt x="334556" y="130810"/>
                  </a:lnTo>
                  <a:lnTo>
                    <a:pt x="335470" y="129540"/>
                  </a:lnTo>
                  <a:lnTo>
                    <a:pt x="337464" y="129540"/>
                  </a:lnTo>
                  <a:lnTo>
                    <a:pt x="338340" y="130810"/>
                  </a:lnTo>
                  <a:lnTo>
                    <a:pt x="338759" y="130810"/>
                  </a:lnTo>
                  <a:lnTo>
                    <a:pt x="339813" y="132080"/>
                  </a:lnTo>
                  <a:lnTo>
                    <a:pt x="340283" y="133350"/>
                  </a:lnTo>
                  <a:lnTo>
                    <a:pt x="340283" y="128651"/>
                  </a:lnTo>
                  <a:lnTo>
                    <a:pt x="339953" y="128270"/>
                  </a:lnTo>
                  <a:lnTo>
                    <a:pt x="338340" y="127000"/>
                  </a:lnTo>
                  <a:lnTo>
                    <a:pt x="333248" y="127000"/>
                  </a:lnTo>
                  <a:lnTo>
                    <a:pt x="331546" y="128270"/>
                  </a:lnTo>
                  <a:lnTo>
                    <a:pt x="330987" y="129540"/>
                  </a:lnTo>
                  <a:lnTo>
                    <a:pt x="330352" y="128270"/>
                  </a:lnTo>
                  <a:lnTo>
                    <a:pt x="330085" y="128270"/>
                  </a:lnTo>
                  <a:lnTo>
                    <a:pt x="326758" y="125730"/>
                  </a:lnTo>
                  <a:lnTo>
                    <a:pt x="322948" y="123190"/>
                  </a:lnTo>
                  <a:lnTo>
                    <a:pt x="320459" y="120650"/>
                  </a:lnTo>
                  <a:lnTo>
                    <a:pt x="319417" y="119380"/>
                  </a:lnTo>
                  <a:lnTo>
                    <a:pt x="309676" y="119380"/>
                  </a:lnTo>
                  <a:lnTo>
                    <a:pt x="308051" y="121920"/>
                  </a:lnTo>
                  <a:lnTo>
                    <a:pt x="307073" y="121920"/>
                  </a:lnTo>
                  <a:lnTo>
                    <a:pt x="304977" y="124460"/>
                  </a:lnTo>
                  <a:lnTo>
                    <a:pt x="302539" y="125730"/>
                  </a:lnTo>
                  <a:lnTo>
                    <a:pt x="303682" y="127000"/>
                  </a:lnTo>
                  <a:lnTo>
                    <a:pt x="304761" y="128270"/>
                  </a:lnTo>
                  <a:lnTo>
                    <a:pt x="305917" y="129540"/>
                  </a:lnTo>
                  <a:lnTo>
                    <a:pt x="306628" y="129540"/>
                  </a:lnTo>
                  <a:lnTo>
                    <a:pt x="307822" y="130810"/>
                  </a:lnTo>
                  <a:lnTo>
                    <a:pt x="309486" y="130810"/>
                  </a:lnTo>
                  <a:lnTo>
                    <a:pt x="310553" y="129540"/>
                  </a:lnTo>
                  <a:lnTo>
                    <a:pt x="316103" y="129540"/>
                  </a:lnTo>
                  <a:lnTo>
                    <a:pt x="317347" y="132080"/>
                  </a:lnTo>
                  <a:lnTo>
                    <a:pt x="318185" y="133350"/>
                  </a:lnTo>
                  <a:lnTo>
                    <a:pt x="326174" y="143510"/>
                  </a:lnTo>
                  <a:lnTo>
                    <a:pt x="332574" y="149860"/>
                  </a:lnTo>
                  <a:lnTo>
                    <a:pt x="331876" y="151130"/>
                  </a:lnTo>
                  <a:lnTo>
                    <a:pt x="330479" y="151130"/>
                  </a:lnTo>
                  <a:lnTo>
                    <a:pt x="327837" y="152400"/>
                  </a:lnTo>
                  <a:lnTo>
                    <a:pt x="318655" y="152400"/>
                  </a:lnTo>
                  <a:lnTo>
                    <a:pt x="315899" y="151130"/>
                  </a:lnTo>
                  <a:lnTo>
                    <a:pt x="315328" y="151130"/>
                  </a:lnTo>
                  <a:lnTo>
                    <a:pt x="311848" y="156210"/>
                  </a:lnTo>
                  <a:lnTo>
                    <a:pt x="310819" y="157480"/>
                  </a:lnTo>
                  <a:lnTo>
                    <a:pt x="309841" y="158750"/>
                  </a:lnTo>
                  <a:lnTo>
                    <a:pt x="309206" y="160020"/>
                  </a:lnTo>
                  <a:lnTo>
                    <a:pt x="313931" y="167640"/>
                  </a:lnTo>
                  <a:lnTo>
                    <a:pt x="317512" y="173990"/>
                  </a:lnTo>
                  <a:lnTo>
                    <a:pt x="321005" y="180340"/>
                  </a:lnTo>
                  <a:lnTo>
                    <a:pt x="323545" y="185420"/>
                  </a:lnTo>
                  <a:lnTo>
                    <a:pt x="325793" y="191770"/>
                  </a:lnTo>
                  <a:lnTo>
                    <a:pt x="328752" y="193040"/>
                  </a:lnTo>
                  <a:lnTo>
                    <a:pt x="337769" y="195580"/>
                  </a:lnTo>
                  <a:lnTo>
                    <a:pt x="345617" y="200660"/>
                  </a:lnTo>
                  <a:lnTo>
                    <a:pt x="346468" y="201930"/>
                  </a:lnTo>
                  <a:lnTo>
                    <a:pt x="346583" y="199390"/>
                  </a:lnTo>
                  <a:lnTo>
                    <a:pt x="346684" y="196850"/>
                  </a:lnTo>
                  <a:lnTo>
                    <a:pt x="345465" y="195580"/>
                  </a:lnTo>
                  <a:lnTo>
                    <a:pt x="341071" y="194310"/>
                  </a:lnTo>
                  <a:lnTo>
                    <a:pt x="339407" y="193040"/>
                  </a:lnTo>
                  <a:lnTo>
                    <a:pt x="341223" y="193040"/>
                  </a:lnTo>
                  <a:lnTo>
                    <a:pt x="346684" y="194310"/>
                  </a:lnTo>
                  <a:lnTo>
                    <a:pt x="350608" y="195580"/>
                  </a:lnTo>
                  <a:lnTo>
                    <a:pt x="349770" y="193040"/>
                  </a:lnTo>
                  <a:lnTo>
                    <a:pt x="349351" y="191770"/>
                  </a:lnTo>
                  <a:lnTo>
                    <a:pt x="345313" y="186690"/>
                  </a:lnTo>
                  <a:lnTo>
                    <a:pt x="342849" y="184150"/>
                  </a:lnTo>
                  <a:lnTo>
                    <a:pt x="339509" y="182880"/>
                  </a:lnTo>
                  <a:lnTo>
                    <a:pt x="336245" y="182880"/>
                  </a:lnTo>
                  <a:lnTo>
                    <a:pt x="334848" y="184150"/>
                  </a:lnTo>
                  <a:lnTo>
                    <a:pt x="335064" y="185420"/>
                  </a:lnTo>
                  <a:lnTo>
                    <a:pt x="334340" y="186690"/>
                  </a:lnTo>
                  <a:lnTo>
                    <a:pt x="331749" y="186690"/>
                  </a:lnTo>
                  <a:lnTo>
                    <a:pt x="330898" y="185420"/>
                  </a:lnTo>
                  <a:lnTo>
                    <a:pt x="331749" y="182880"/>
                  </a:lnTo>
                  <a:lnTo>
                    <a:pt x="333616" y="182880"/>
                  </a:lnTo>
                  <a:lnTo>
                    <a:pt x="333248" y="180340"/>
                  </a:lnTo>
                  <a:lnTo>
                    <a:pt x="332828" y="177800"/>
                  </a:lnTo>
                  <a:lnTo>
                    <a:pt x="329666" y="177800"/>
                  </a:lnTo>
                  <a:lnTo>
                    <a:pt x="327837" y="176530"/>
                  </a:lnTo>
                  <a:lnTo>
                    <a:pt x="324878" y="172720"/>
                  </a:lnTo>
                  <a:lnTo>
                    <a:pt x="321818" y="167640"/>
                  </a:lnTo>
                  <a:lnTo>
                    <a:pt x="320255" y="165100"/>
                  </a:lnTo>
                  <a:lnTo>
                    <a:pt x="318858" y="162560"/>
                  </a:lnTo>
                  <a:lnTo>
                    <a:pt x="320776" y="160020"/>
                  </a:lnTo>
                  <a:lnTo>
                    <a:pt x="323126" y="158750"/>
                  </a:lnTo>
                  <a:lnTo>
                    <a:pt x="328142" y="161290"/>
                  </a:lnTo>
                  <a:lnTo>
                    <a:pt x="337921" y="162560"/>
                  </a:lnTo>
                  <a:lnTo>
                    <a:pt x="350177" y="162560"/>
                  </a:lnTo>
                  <a:lnTo>
                    <a:pt x="351904" y="171450"/>
                  </a:lnTo>
                  <a:lnTo>
                    <a:pt x="355638" y="179070"/>
                  </a:lnTo>
                  <a:lnTo>
                    <a:pt x="362140" y="184150"/>
                  </a:lnTo>
                  <a:lnTo>
                    <a:pt x="372186" y="187960"/>
                  </a:lnTo>
                  <a:lnTo>
                    <a:pt x="379857" y="190500"/>
                  </a:lnTo>
                  <a:lnTo>
                    <a:pt x="387934" y="195580"/>
                  </a:lnTo>
                  <a:lnTo>
                    <a:pt x="390728" y="203200"/>
                  </a:lnTo>
                  <a:lnTo>
                    <a:pt x="371500" y="205740"/>
                  </a:lnTo>
                  <a:lnTo>
                    <a:pt x="360311" y="210820"/>
                  </a:lnTo>
                  <a:lnTo>
                    <a:pt x="355104" y="218440"/>
                  </a:lnTo>
                  <a:lnTo>
                    <a:pt x="353822" y="226060"/>
                  </a:lnTo>
                  <a:lnTo>
                    <a:pt x="355574" y="233680"/>
                  </a:lnTo>
                  <a:lnTo>
                    <a:pt x="359435" y="238760"/>
                  </a:lnTo>
                  <a:lnTo>
                    <a:pt x="363296" y="242570"/>
                  </a:lnTo>
                  <a:lnTo>
                    <a:pt x="365048" y="248920"/>
                  </a:lnTo>
                  <a:lnTo>
                    <a:pt x="360730" y="254000"/>
                  </a:lnTo>
                  <a:lnTo>
                    <a:pt x="350647" y="257810"/>
                  </a:lnTo>
                  <a:lnTo>
                    <a:pt x="339013" y="260350"/>
                  </a:lnTo>
                  <a:lnTo>
                    <a:pt x="330085" y="261620"/>
                  </a:lnTo>
                  <a:lnTo>
                    <a:pt x="323126" y="262890"/>
                  </a:lnTo>
                  <a:lnTo>
                    <a:pt x="319354" y="264160"/>
                  </a:lnTo>
                  <a:lnTo>
                    <a:pt x="315937" y="267970"/>
                  </a:lnTo>
                  <a:lnTo>
                    <a:pt x="312686" y="270510"/>
                  </a:lnTo>
                  <a:lnTo>
                    <a:pt x="303352" y="279400"/>
                  </a:lnTo>
                  <a:lnTo>
                    <a:pt x="305917" y="280670"/>
                  </a:lnTo>
                  <a:lnTo>
                    <a:pt x="308483" y="280670"/>
                  </a:lnTo>
                  <a:lnTo>
                    <a:pt x="313067" y="274320"/>
                  </a:lnTo>
                  <a:lnTo>
                    <a:pt x="314350" y="273050"/>
                  </a:lnTo>
                  <a:lnTo>
                    <a:pt x="315328" y="270510"/>
                  </a:lnTo>
                  <a:lnTo>
                    <a:pt x="316166" y="271780"/>
                  </a:lnTo>
                  <a:lnTo>
                    <a:pt x="317119" y="271780"/>
                  </a:lnTo>
                  <a:lnTo>
                    <a:pt x="315429" y="274320"/>
                  </a:lnTo>
                  <a:lnTo>
                    <a:pt x="311670" y="280670"/>
                  </a:lnTo>
                  <a:lnTo>
                    <a:pt x="327406" y="281940"/>
                  </a:lnTo>
                  <a:lnTo>
                    <a:pt x="328422" y="276860"/>
                  </a:lnTo>
                  <a:lnTo>
                    <a:pt x="328422" y="271780"/>
                  </a:lnTo>
                  <a:lnTo>
                    <a:pt x="324472" y="270510"/>
                  </a:lnTo>
                  <a:lnTo>
                    <a:pt x="326758" y="267970"/>
                  </a:lnTo>
                  <a:lnTo>
                    <a:pt x="329120" y="266700"/>
                  </a:lnTo>
                  <a:lnTo>
                    <a:pt x="330987" y="267970"/>
                  </a:lnTo>
                  <a:lnTo>
                    <a:pt x="334632" y="271780"/>
                  </a:lnTo>
                  <a:lnTo>
                    <a:pt x="335203" y="274320"/>
                  </a:lnTo>
                  <a:lnTo>
                    <a:pt x="339598" y="271780"/>
                  </a:lnTo>
                  <a:lnTo>
                    <a:pt x="353187" y="266700"/>
                  </a:lnTo>
                  <a:lnTo>
                    <a:pt x="370166" y="260350"/>
                  </a:lnTo>
                  <a:lnTo>
                    <a:pt x="375221" y="257810"/>
                  </a:lnTo>
                  <a:lnTo>
                    <a:pt x="378282" y="256540"/>
                  </a:lnTo>
                  <a:lnTo>
                    <a:pt x="382143" y="255270"/>
                  </a:lnTo>
                  <a:lnTo>
                    <a:pt x="381000" y="252730"/>
                  </a:lnTo>
                  <a:lnTo>
                    <a:pt x="378625" y="251460"/>
                  </a:lnTo>
                  <a:lnTo>
                    <a:pt x="376212" y="248920"/>
                  </a:lnTo>
                  <a:lnTo>
                    <a:pt x="375666" y="246380"/>
                  </a:lnTo>
                  <a:lnTo>
                    <a:pt x="375666" y="232410"/>
                  </a:lnTo>
                  <a:lnTo>
                    <a:pt x="381927" y="228600"/>
                  </a:lnTo>
                  <a:lnTo>
                    <a:pt x="393192" y="228600"/>
                  </a:lnTo>
                  <a:lnTo>
                    <a:pt x="392696" y="232410"/>
                  </a:lnTo>
                  <a:lnTo>
                    <a:pt x="392696" y="233680"/>
                  </a:lnTo>
                  <a:lnTo>
                    <a:pt x="396659" y="245110"/>
                  </a:lnTo>
                  <a:lnTo>
                    <a:pt x="405841" y="255270"/>
                  </a:lnTo>
                  <a:lnTo>
                    <a:pt x="416255" y="262890"/>
                  </a:lnTo>
                  <a:lnTo>
                    <a:pt x="423913" y="265430"/>
                  </a:lnTo>
                  <a:lnTo>
                    <a:pt x="426872" y="265430"/>
                  </a:lnTo>
                  <a:lnTo>
                    <a:pt x="430911" y="262890"/>
                  </a:lnTo>
                  <a:lnTo>
                    <a:pt x="431025" y="267970"/>
                  </a:lnTo>
                  <a:lnTo>
                    <a:pt x="431139" y="273050"/>
                  </a:lnTo>
                  <a:lnTo>
                    <a:pt x="431253" y="279400"/>
                  </a:lnTo>
                  <a:lnTo>
                    <a:pt x="432803" y="284480"/>
                  </a:lnTo>
                  <a:lnTo>
                    <a:pt x="430110" y="300990"/>
                  </a:lnTo>
                  <a:lnTo>
                    <a:pt x="427685" y="302260"/>
                  </a:lnTo>
                  <a:lnTo>
                    <a:pt x="417766" y="309880"/>
                  </a:lnTo>
                  <a:lnTo>
                    <a:pt x="413105" y="320040"/>
                  </a:lnTo>
                  <a:lnTo>
                    <a:pt x="411048" y="322580"/>
                  </a:lnTo>
                  <a:lnTo>
                    <a:pt x="413207" y="323850"/>
                  </a:lnTo>
                  <a:lnTo>
                    <a:pt x="415505" y="323850"/>
                  </a:lnTo>
                  <a:lnTo>
                    <a:pt x="417347" y="318770"/>
                  </a:lnTo>
                  <a:lnTo>
                    <a:pt x="419049" y="313690"/>
                  </a:lnTo>
                  <a:lnTo>
                    <a:pt x="420776" y="311150"/>
                  </a:lnTo>
                  <a:lnTo>
                    <a:pt x="422656" y="309880"/>
                  </a:lnTo>
                  <a:lnTo>
                    <a:pt x="420687" y="314960"/>
                  </a:lnTo>
                  <a:lnTo>
                    <a:pt x="419328" y="321310"/>
                  </a:lnTo>
                  <a:lnTo>
                    <a:pt x="418261" y="323850"/>
                  </a:lnTo>
                  <a:lnTo>
                    <a:pt x="424751" y="325120"/>
                  </a:lnTo>
                  <a:lnTo>
                    <a:pt x="434784" y="320040"/>
                  </a:lnTo>
                  <a:lnTo>
                    <a:pt x="434784" y="311150"/>
                  </a:lnTo>
                  <a:lnTo>
                    <a:pt x="431253" y="311150"/>
                  </a:lnTo>
                  <a:lnTo>
                    <a:pt x="431253" y="309880"/>
                  </a:lnTo>
                  <a:lnTo>
                    <a:pt x="431253" y="307340"/>
                  </a:lnTo>
                  <a:lnTo>
                    <a:pt x="432841" y="306070"/>
                  </a:lnTo>
                  <a:lnTo>
                    <a:pt x="437273" y="306070"/>
                  </a:lnTo>
                  <a:lnTo>
                    <a:pt x="439216" y="307340"/>
                  </a:lnTo>
                  <a:lnTo>
                    <a:pt x="439331" y="308610"/>
                  </a:lnTo>
                  <a:lnTo>
                    <a:pt x="441998" y="307340"/>
                  </a:lnTo>
                  <a:lnTo>
                    <a:pt x="442925" y="306070"/>
                  </a:lnTo>
                  <a:lnTo>
                    <a:pt x="443839" y="304800"/>
                  </a:lnTo>
                  <a:lnTo>
                    <a:pt x="443814" y="302260"/>
                  </a:lnTo>
                  <a:lnTo>
                    <a:pt x="443699" y="290830"/>
                  </a:lnTo>
                  <a:lnTo>
                    <a:pt x="444119" y="290830"/>
                  </a:lnTo>
                  <a:lnTo>
                    <a:pt x="445274" y="293370"/>
                  </a:lnTo>
                  <a:lnTo>
                    <a:pt x="447344" y="294640"/>
                  </a:lnTo>
                  <a:lnTo>
                    <a:pt x="454558" y="294640"/>
                  </a:lnTo>
                  <a:lnTo>
                    <a:pt x="456590" y="292100"/>
                  </a:lnTo>
                  <a:lnTo>
                    <a:pt x="458990" y="290830"/>
                  </a:lnTo>
                  <a:lnTo>
                    <a:pt x="460717" y="288290"/>
                  </a:lnTo>
                  <a:lnTo>
                    <a:pt x="461416" y="285750"/>
                  </a:lnTo>
                  <a:lnTo>
                    <a:pt x="461416" y="283210"/>
                  </a:lnTo>
                  <a:lnTo>
                    <a:pt x="461124" y="281940"/>
                  </a:lnTo>
                  <a:lnTo>
                    <a:pt x="460336" y="280670"/>
                  </a:lnTo>
                  <a:lnTo>
                    <a:pt x="459333" y="279400"/>
                  </a:lnTo>
                  <a:lnTo>
                    <a:pt x="458419" y="278714"/>
                  </a:lnTo>
                  <a:lnTo>
                    <a:pt x="458419" y="283210"/>
                  </a:lnTo>
                  <a:lnTo>
                    <a:pt x="458279" y="284480"/>
                  </a:lnTo>
                  <a:lnTo>
                    <a:pt x="458101" y="285750"/>
                  </a:lnTo>
                  <a:lnTo>
                    <a:pt x="457771" y="287020"/>
                  </a:lnTo>
                  <a:lnTo>
                    <a:pt x="456590" y="289560"/>
                  </a:lnTo>
                  <a:lnTo>
                    <a:pt x="454875" y="289560"/>
                  </a:lnTo>
                  <a:lnTo>
                    <a:pt x="451815" y="292100"/>
                  </a:lnTo>
                  <a:lnTo>
                    <a:pt x="448259" y="292100"/>
                  </a:lnTo>
                  <a:lnTo>
                    <a:pt x="447535" y="290830"/>
                  </a:lnTo>
                  <a:lnTo>
                    <a:pt x="446811" y="289560"/>
                  </a:lnTo>
                  <a:lnTo>
                    <a:pt x="445973" y="288290"/>
                  </a:lnTo>
                  <a:lnTo>
                    <a:pt x="446062" y="287020"/>
                  </a:lnTo>
                  <a:lnTo>
                    <a:pt x="446227" y="287020"/>
                  </a:lnTo>
                  <a:lnTo>
                    <a:pt x="446392" y="285750"/>
                  </a:lnTo>
                  <a:lnTo>
                    <a:pt x="446557" y="284480"/>
                  </a:lnTo>
                  <a:lnTo>
                    <a:pt x="447903" y="283210"/>
                  </a:lnTo>
                  <a:lnTo>
                    <a:pt x="449491" y="281940"/>
                  </a:lnTo>
                  <a:lnTo>
                    <a:pt x="451345" y="280670"/>
                  </a:lnTo>
                  <a:lnTo>
                    <a:pt x="455129" y="280670"/>
                  </a:lnTo>
                  <a:lnTo>
                    <a:pt x="457060" y="281940"/>
                  </a:lnTo>
                  <a:lnTo>
                    <a:pt x="457644" y="283210"/>
                  </a:lnTo>
                  <a:lnTo>
                    <a:pt x="458419" y="283210"/>
                  </a:lnTo>
                  <a:lnTo>
                    <a:pt x="458419" y="278714"/>
                  </a:lnTo>
                  <a:lnTo>
                    <a:pt x="457644" y="278130"/>
                  </a:lnTo>
                  <a:lnTo>
                    <a:pt x="455764" y="278130"/>
                  </a:lnTo>
                  <a:lnTo>
                    <a:pt x="453199" y="276860"/>
                  </a:lnTo>
                  <a:lnTo>
                    <a:pt x="450265" y="278130"/>
                  </a:lnTo>
                  <a:lnTo>
                    <a:pt x="445681" y="280670"/>
                  </a:lnTo>
                  <a:lnTo>
                    <a:pt x="443839" y="283210"/>
                  </a:lnTo>
                  <a:lnTo>
                    <a:pt x="443280" y="285750"/>
                  </a:lnTo>
                  <a:lnTo>
                    <a:pt x="443217" y="284480"/>
                  </a:lnTo>
                  <a:lnTo>
                    <a:pt x="443141" y="283210"/>
                  </a:lnTo>
                  <a:lnTo>
                    <a:pt x="443064" y="281940"/>
                  </a:lnTo>
                  <a:lnTo>
                    <a:pt x="443001" y="280670"/>
                  </a:lnTo>
                  <a:lnTo>
                    <a:pt x="442925" y="279400"/>
                  </a:lnTo>
                  <a:lnTo>
                    <a:pt x="442849" y="278130"/>
                  </a:lnTo>
                  <a:lnTo>
                    <a:pt x="442785" y="276860"/>
                  </a:lnTo>
                  <a:lnTo>
                    <a:pt x="441998" y="269240"/>
                  </a:lnTo>
                  <a:lnTo>
                    <a:pt x="442125" y="267970"/>
                  </a:lnTo>
                  <a:lnTo>
                    <a:pt x="442252" y="266700"/>
                  </a:lnTo>
                  <a:lnTo>
                    <a:pt x="442366" y="265430"/>
                  </a:lnTo>
                  <a:lnTo>
                    <a:pt x="442468" y="264160"/>
                  </a:lnTo>
                  <a:lnTo>
                    <a:pt x="442569" y="262890"/>
                  </a:lnTo>
                  <a:lnTo>
                    <a:pt x="442671" y="261620"/>
                  </a:lnTo>
                  <a:lnTo>
                    <a:pt x="442785" y="260350"/>
                  </a:lnTo>
                  <a:lnTo>
                    <a:pt x="442925" y="257810"/>
                  </a:lnTo>
                  <a:lnTo>
                    <a:pt x="441325" y="257810"/>
                  </a:lnTo>
                  <a:lnTo>
                    <a:pt x="439623" y="256540"/>
                  </a:lnTo>
                  <a:lnTo>
                    <a:pt x="437781" y="260350"/>
                  </a:lnTo>
                  <a:lnTo>
                    <a:pt x="432930" y="260350"/>
                  </a:lnTo>
                  <a:lnTo>
                    <a:pt x="425742" y="252730"/>
                  </a:lnTo>
                  <a:lnTo>
                    <a:pt x="425742" y="246380"/>
                  </a:lnTo>
                  <a:lnTo>
                    <a:pt x="426923" y="241300"/>
                  </a:lnTo>
                  <a:lnTo>
                    <a:pt x="429983" y="233680"/>
                  </a:lnTo>
                  <a:lnTo>
                    <a:pt x="431977" y="228600"/>
                  </a:lnTo>
                  <a:lnTo>
                    <a:pt x="432612" y="223520"/>
                  </a:lnTo>
                  <a:lnTo>
                    <a:pt x="432930" y="220980"/>
                  </a:lnTo>
                  <a:lnTo>
                    <a:pt x="432841" y="218440"/>
                  </a:lnTo>
                  <a:lnTo>
                    <a:pt x="434682" y="217170"/>
                  </a:lnTo>
                  <a:lnTo>
                    <a:pt x="437299" y="222250"/>
                  </a:lnTo>
                  <a:lnTo>
                    <a:pt x="439470" y="227330"/>
                  </a:lnTo>
                  <a:lnTo>
                    <a:pt x="442785" y="231140"/>
                  </a:lnTo>
                  <a:lnTo>
                    <a:pt x="443852" y="238760"/>
                  </a:lnTo>
                  <a:lnTo>
                    <a:pt x="448995" y="245110"/>
                  </a:lnTo>
                  <a:lnTo>
                    <a:pt x="456577" y="248920"/>
                  </a:lnTo>
                  <a:lnTo>
                    <a:pt x="462165" y="246380"/>
                  </a:lnTo>
                  <a:lnTo>
                    <a:pt x="464959" y="245110"/>
                  </a:lnTo>
                  <a:lnTo>
                    <a:pt x="459587" y="246380"/>
                  </a:lnTo>
                  <a:lnTo>
                    <a:pt x="455790" y="241300"/>
                  </a:lnTo>
                  <a:lnTo>
                    <a:pt x="453402" y="236220"/>
                  </a:lnTo>
                  <a:lnTo>
                    <a:pt x="454355" y="236220"/>
                  </a:lnTo>
                  <a:lnTo>
                    <a:pt x="457974" y="237490"/>
                  </a:lnTo>
                  <a:lnTo>
                    <a:pt x="461835" y="241300"/>
                  </a:lnTo>
                  <a:lnTo>
                    <a:pt x="474002" y="241300"/>
                  </a:lnTo>
                  <a:lnTo>
                    <a:pt x="475411" y="236220"/>
                  </a:lnTo>
                  <a:lnTo>
                    <a:pt x="476110" y="233680"/>
                  </a:lnTo>
                  <a:lnTo>
                    <a:pt x="477164" y="229870"/>
                  </a:lnTo>
                  <a:lnTo>
                    <a:pt x="475043" y="232410"/>
                  </a:lnTo>
                  <a:lnTo>
                    <a:pt x="470611" y="233680"/>
                  </a:lnTo>
                  <a:lnTo>
                    <a:pt x="467575" y="233680"/>
                  </a:lnTo>
                  <a:lnTo>
                    <a:pt x="469087" y="232410"/>
                  </a:lnTo>
                  <a:lnTo>
                    <a:pt x="472109" y="229870"/>
                  </a:lnTo>
                  <a:lnTo>
                    <a:pt x="474484" y="224790"/>
                  </a:lnTo>
                  <a:lnTo>
                    <a:pt x="474484" y="218440"/>
                  </a:lnTo>
                  <a:lnTo>
                    <a:pt x="468680" y="199390"/>
                  </a:lnTo>
                  <a:lnTo>
                    <a:pt x="443090" y="173990"/>
                  </a:lnTo>
                  <a:lnTo>
                    <a:pt x="437273" y="157480"/>
                  </a:lnTo>
                  <a:lnTo>
                    <a:pt x="437273" y="147320"/>
                  </a:lnTo>
                  <a:lnTo>
                    <a:pt x="446354" y="140970"/>
                  </a:lnTo>
                  <a:lnTo>
                    <a:pt x="455129" y="140970"/>
                  </a:lnTo>
                  <a:lnTo>
                    <a:pt x="456984" y="142240"/>
                  </a:lnTo>
                  <a:lnTo>
                    <a:pt x="458419" y="142240"/>
                  </a:lnTo>
                  <a:lnTo>
                    <a:pt x="456082" y="144780"/>
                  </a:lnTo>
                  <a:lnTo>
                    <a:pt x="454748" y="148590"/>
                  </a:lnTo>
                  <a:lnTo>
                    <a:pt x="454875" y="153670"/>
                  </a:lnTo>
                  <a:lnTo>
                    <a:pt x="461048" y="165100"/>
                  </a:lnTo>
                  <a:lnTo>
                    <a:pt x="473748" y="172720"/>
                  </a:lnTo>
                  <a:lnTo>
                    <a:pt x="486371" y="177800"/>
                  </a:lnTo>
                  <a:lnTo>
                    <a:pt x="492290" y="184150"/>
                  </a:lnTo>
                  <a:close/>
                </a:path>
              </a:pathLst>
            </a:custGeom>
            <a:solidFill>
              <a:srgbClr val="FFFFFF"/>
            </a:solidFill>
          </p:spPr>
          <p:txBody>
            <a:bodyPr wrap="square" lIns="0" tIns="0" rIns="0" bIns="0" rtlCol="0"/>
            <a:lstStyle/>
            <a:p>
              <a:endParaRPr/>
            </a:p>
          </p:txBody>
        </p:sp>
        <p:pic>
          <p:nvPicPr>
            <p:cNvPr id="8" name="object 8"/>
            <p:cNvPicPr>
              <a:picLocks noGrp="1" noRot="1" noMove="1" noResize="1" noEditPoints="1" noAdjustHandles="1" noChangeArrowheads="1" noChangeShapeType="1" noCrop="1"/>
            </p:cNvPicPr>
            <p:nvPr/>
          </p:nvPicPr>
          <p:blipFill>
            <a:blip r:embed="rId5" cstate="print"/>
            <a:stretch>
              <a:fillRect/>
            </a:stretch>
          </p:blipFill>
          <p:spPr>
            <a:xfrm>
              <a:off x="723307" y="1028083"/>
              <a:ext cx="162182" cy="202135"/>
            </a:xfrm>
            <a:prstGeom prst="rect">
              <a:avLst/>
            </a:prstGeom>
          </p:spPr>
        </p:pic>
        <p:pic>
          <p:nvPicPr>
            <p:cNvPr id="9" name="object 9"/>
            <p:cNvPicPr>
              <a:picLocks noGrp="1" noRot="1" noMove="1" noResize="1" noEditPoints="1" noAdjustHandles="1" noChangeArrowheads="1" noChangeShapeType="1" noCrop="1"/>
            </p:cNvPicPr>
            <p:nvPr/>
          </p:nvPicPr>
          <p:blipFill>
            <a:blip r:embed="rId6" cstate="print"/>
            <a:stretch>
              <a:fillRect/>
            </a:stretch>
          </p:blipFill>
          <p:spPr>
            <a:xfrm>
              <a:off x="928447" y="1028087"/>
              <a:ext cx="167248" cy="197425"/>
            </a:xfrm>
            <a:prstGeom prst="rect">
              <a:avLst/>
            </a:prstGeom>
          </p:spPr>
        </p:pic>
        <p:sp>
          <p:nvSpPr>
            <p:cNvPr id="10" name="object 10"/>
            <p:cNvSpPr>
              <a:spLocks noGrp="1" noRot="1" noMove="1" noResize="1" noEditPoints="1" noAdjustHandles="1" noChangeArrowheads="1" noChangeShapeType="1"/>
            </p:cNvSpPr>
            <p:nvPr/>
          </p:nvSpPr>
          <p:spPr>
            <a:xfrm>
              <a:off x="1195451" y="1028089"/>
              <a:ext cx="160020" cy="197485"/>
            </a:xfrm>
            <a:custGeom>
              <a:avLst/>
              <a:gdLst/>
              <a:ahLst/>
              <a:cxnLst/>
              <a:rect l="l" t="t" r="r" b="b"/>
              <a:pathLst>
                <a:path w="160019" h="197484">
                  <a:moveTo>
                    <a:pt x="159918" y="0"/>
                  </a:moveTo>
                  <a:lnTo>
                    <a:pt x="133070" y="0"/>
                  </a:lnTo>
                  <a:lnTo>
                    <a:pt x="133070" y="85432"/>
                  </a:lnTo>
                  <a:lnTo>
                    <a:pt x="26835" y="85432"/>
                  </a:lnTo>
                  <a:lnTo>
                    <a:pt x="26835" y="0"/>
                  </a:lnTo>
                  <a:lnTo>
                    <a:pt x="0" y="0"/>
                  </a:lnTo>
                  <a:lnTo>
                    <a:pt x="0" y="85432"/>
                  </a:lnTo>
                  <a:lnTo>
                    <a:pt x="0" y="106794"/>
                  </a:lnTo>
                  <a:lnTo>
                    <a:pt x="0" y="197243"/>
                  </a:lnTo>
                  <a:lnTo>
                    <a:pt x="26835" y="197243"/>
                  </a:lnTo>
                  <a:lnTo>
                    <a:pt x="26835" y="106794"/>
                  </a:lnTo>
                  <a:lnTo>
                    <a:pt x="133070" y="106794"/>
                  </a:lnTo>
                  <a:lnTo>
                    <a:pt x="133070" y="197243"/>
                  </a:lnTo>
                  <a:lnTo>
                    <a:pt x="159918" y="197243"/>
                  </a:lnTo>
                  <a:lnTo>
                    <a:pt x="159918" y="106794"/>
                  </a:lnTo>
                  <a:lnTo>
                    <a:pt x="159918" y="85432"/>
                  </a:lnTo>
                  <a:lnTo>
                    <a:pt x="159918" y="0"/>
                  </a:lnTo>
                  <a:close/>
                </a:path>
              </a:pathLst>
            </a:custGeom>
            <a:solidFill>
              <a:srgbClr val="FFFFFF"/>
            </a:solidFill>
          </p:spPr>
          <p:txBody>
            <a:bodyPr wrap="square" lIns="0" tIns="0" rIns="0" bIns="0" rtlCol="0"/>
            <a:lstStyle/>
            <a:p>
              <a:endParaRPr/>
            </a:p>
          </p:txBody>
        </p:sp>
        <p:pic>
          <p:nvPicPr>
            <p:cNvPr id="11" name="object 11"/>
            <p:cNvPicPr>
              <a:picLocks noGrp="1" noRot="1" noMove="1" noResize="1" noEditPoints="1" noAdjustHandles="1" noChangeArrowheads="1" noChangeShapeType="1" noCrop="1"/>
            </p:cNvPicPr>
            <p:nvPr/>
          </p:nvPicPr>
          <p:blipFill>
            <a:blip r:embed="rId7" cstate="print"/>
            <a:stretch>
              <a:fillRect/>
            </a:stretch>
          </p:blipFill>
          <p:spPr>
            <a:xfrm>
              <a:off x="1387592" y="1079243"/>
              <a:ext cx="289038" cy="149587"/>
            </a:xfrm>
            <a:prstGeom prst="rect">
              <a:avLst/>
            </a:prstGeom>
          </p:spPr>
        </p:pic>
        <p:sp>
          <p:nvSpPr>
            <p:cNvPr id="12" name="object 12"/>
            <p:cNvSpPr>
              <a:spLocks noGrp="1" noRot="1" noMove="1" noResize="1" noEditPoints="1" noAdjustHandles="1" noChangeArrowheads="1" noChangeShapeType="1"/>
            </p:cNvSpPr>
            <p:nvPr/>
          </p:nvSpPr>
          <p:spPr>
            <a:xfrm>
              <a:off x="1700362" y="1028087"/>
              <a:ext cx="24130" cy="197485"/>
            </a:xfrm>
            <a:custGeom>
              <a:avLst/>
              <a:gdLst/>
              <a:ahLst/>
              <a:cxnLst/>
              <a:rect l="l" t="t" r="r" b="b"/>
              <a:pathLst>
                <a:path w="24130" h="197484">
                  <a:moveTo>
                    <a:pt x="24017" y="197425"/>
                  </a:moveTo>
                  <a:lnTo>
                    <a:pt x="0" y="197425"/>
                  </a:lnTo>
                  <a:lnTo>
                    <a:pt x="0" y="0"/>
                  </a:lnTo>
                  <a:lnTo>
                    <a:pt x="24017" y="0"/>
                  </a:lnTo>
                  <a:lnTo>
                    <a:pt x="24017" y="197425"/>
                  </a:lnTo>
                  <a:close/>
                </a:path>
              </a:pathLst>
            </a:custGeom>
            <a:solidFill>
              <a:srgbClr val="FFFFFF"/>
            </a:solidFill>
          </p:spPr>
          <p:txBody>
            <a:bodyPr wrap="square" lIns="0" tIns="0" rIns="0" bIns="0" rtlCol="0"/>
            <a:lstStyle/>
            <a:p>
              <a:endParaRPr/>
            </a:p>
          </p:txBody>
        </p:sp>
        <p:pic>
          <p:nvPicPr>
            <p:cNvPr id="13" name="object 13"/>
            <p:cNvPicPr>
              <a:picLocks noGrp="1" noRot="1" noMove="1" noResize="1" noEditPoints="1" noAdjustHandles="1" noChangeArrowheads="1" noChangeShapeType="1" noCrop="1"/>
            </p:cNvPicPr>
            <p:nvPr/>
          </p:nvPicPr>
          <p:blipFill>
            <a:blip r:embed="rId8" cstate="print"/>
            <a:stretch>
              <a:fillRect/>
            </a:stretch>
          </p:blipFill>
          <p:spPr>
            <a:xfrm>
              <a:off x="1746146" y="1039702"/>
              <a:ext cx="77972" cy="185820"/>
            </a:xfrm>
            <a:prstGeom prst="rect">
              <a:avLst/>
            </a:prstGeom>
          </p:spPr>
        </p:pic>
        <p:pic>
          <p:nvPicPr>
            <p:cNvPr id="14" name="object 14"/>
            <p:cNvPicPr>
              <a:picLocks noGrp="1" noRot="1" noMove="1" noResize="1" noEditPoints="1" noAdjustHandles="1" noChangeArrowheads="1" noChangeShapeType="1" noCrop="1"/>
            </p:cNvPicPr>
            <p:nvPr/>
          </p:nvPicPr>
          <p:blipFill>
            <a:blip r:embed="rId9" cstate="print"/>
            <a:stretch>
              <a:fillRect/>
            </a:stretch>
          </p:blipFill>
          <p:spPr>
            <a:xfrm>
              <a:off x="1850678" y="1028087"/>
              <a:ext cx="120924" cy="197425"/>
            </a:xfrm>
            <a:prstGeom prst="rect">
              <a:avLst/>
            </a:prstGeom>
          </p:spPr>
        </p:pic>
        <p:pic>
          <p:nvPicPr>
            <p:cNvPr id="15" name="object 15"/>
            <p:cNvPicPr>
              <a:picLocks noGrp="1" noRot="1" noMove="1" noResize="1" noEditPoints="1" noAdjustHandles="1" noChangeArrowheads="1" noChangeShapeType="1" noCrop="1"/>
            </p:cNvPicPr>
            <p:nvPr/>
          </p:nvPicPr>
          <p:blipFill>
            <a:blip r:embed="rId10" cstate="print"/>
            <a:stretch>
              <a:fillRect/>
            </a:stretch>
          </p:blipFill>
          <p:spPr>
            <a:xfrm>
              <a:off x="712861" y="1314126"/>
              <a:ext cx="162182" cy="206814"/>
            </a:xfrm>
            <a:prstGeom prst="rect">
              <a:avLst/>
            </a:prstGeom>
          </p:spPr>
        </p:pic>
        <p:pic>
          <p:nvPicPr>
            <p:cNvPr id="16" name="object 16"/>
            <p:cNvPicPr>
              <a:picLocks noGrp="1" noRot="1" noMove="1" noResize="1" noEditPoints="1" noAdjustHandles="1" noChangeArrowheads="1" noChangeShapeType="1" noCrop="1"/>
            </p:cNvPicPr>
            <p:nvPr/>
          </p:nvPicPr>
          <p:blipFill>
            <a:blip r:embed="rId11" cstate="print"/>
            <a:stretch>
              <a:fillRect/>
            </a:stretch>
          </p:blipFill>
          <p:spPr>
            <a:xfrm>
              <a:off x="895674" y="1369975"/>
              <a:ext cx="284513" cy="149595"/>
            </a:xfrm>
            <a:prstGeom prst="rect">
              <a:avLst/>
            </a:prstGeom>
          </p:spPr>
        </p:pic>
        <p:pic>
          <p:nvPicPr>
            <p:cNvPr id="17" name="object 17"/>
            <p:cNvPicPr>
              <a:picLocks noGrp="1" noRot="1" noMove="1" noResize="1" noEditPoints="1" noAdjustHandles="1" noChangeArrowheads="1" noChangeShapeType="1" noCrop="1"/>
            </p:cNvPicPr>
            <p:nvPr/>
          </p:nvPicPr>
          <p:blipFill>
            <a:blip r:embed="rId12" cstate="print"/>
            <a:stretch>
              <a:fillRect/>
            </a:stretch>
          </p:blipFill>
          <p:spPr>
            <a:xfrm>
              <a:off x="1207038" y="1373286"/>
              <a:ext cx="120924" cy="146279"/>
            </a:xfrm>
            <a:prstGeom prst="rect">
              <a:avLst/>
            </a:prstGeom>
          </p:spPr>
        </p:pic>
        <p:pic>
          <p:nvPicPr>
            <p:cNvPr id="18" name="object 18"/>
            <p:cNvPicPr>
              <a:picLocks noGrp="1" noRot="1" noMove="1" noResize="1" noEditPoints="1" noAdjustHandles="1" noChangeArrowheads="1" noChangeShapeType="1" noCrop="1"/>
            </p:cNvPicPr>
            <p:nvPr/>
          </p:nvPicPr>
          <p:blipFill>
            <a:blip r:embed="rId13" cstate="print"/>
            <a:stretch>
              <a:fillRect/>
            </a:stretch>
          </p:blipFill>
          <p:spPr>
            <a:xfrm>
              <a:off x="1363291" y="1369976"/>
              <a:ext cx="76848" cy="146279"/>
            </a:xfrm>
            <a:prstGeom prst="rect">
              <a:avLst/>
            </a:prstGeom>
          </p:spPr>
        </p:pic>
        <p:sp>
          <p:nvSpPr>
            <p:cNvPr id="19" name="object 19"/>
            <p:cNvSpPr>
              <a:spLocks noGrp="1" noRot="1" noMove="1" noResize="1" noEditPoints="1" noAdjustHandles="1" noChangeArrowheads="1" noChangeShapeType="1"/>
            </p:cNvSpPr>
            <p:nvPr/>
          </p:nvSpPr>
          <p:spPr>
            <a:xfrm>
              <a:off x="1459636" y="1318843"/>
              <a:ext cx="24130" cy="197485"/>
            </a:xfrm>
            <a:custGeom>
              <a:avLst/>
              <a:gdLst/>
              <a:ahLst/>
              <a:cxnLst/>
              <a:rect l="l" t="t" r="r" b="b"/>
              <a:pathLst>
                <a:path w="24130" h="197484">
                  <a:moveTo>
                    <a:pt x="24015" y="54457"/>
                  </a:moveTo>
                  <a:lnTo>
                    <a:pt x="0" y="54457"/>
                  </a:lnTo>
                  <a:lnTo>
                    <a:pt x="0" y="197421"/>
                  </a:lnTo>
                  <a:lnTo>
                    <a:pt x="24015" y="197421"/>
                  </a:lnTo>
                  <a:lnTo>
                    <a:pt x="24015" y="54457"/>
                  </a:lnTo>
                  <a:close/>
                </a:path>
                <a:path w="24130" h="197484">
                  <a:moveTo>
                    <a:pt x="24015" y="0"/>
                  </a:moveTo>
                  <a:lnTo>
                    <a:pt x="0" y="0"/>
                  </a:lnTo>
                  <a:lnTo>
                    <a:pt x="0" y="28752"/>
                  </a:lnTo>
                  <a:lnTo>
                    <a:pt x="24015" y="28752"/>
                  </a:lnTo>
                  <a:lnTo>
                    <a:pt x="24015" y="0"/>
                  </a:lnTo>
                  <a:close/>
                </a:path>
              </a:pathLst>
            </a:custGeom>
            <a:solidFill>
              <a:srgbClr val="FFFFFF"/>
            </a:solidFill>
          </p:spPr>
          <p:txBody>
            <a:bodyPr wrap="square" lIns="0" tIns="0" rIns="0" bIns="0" rtlCol="0"/>
            <a:lstStyle/>
            <a:p>
              <a:endParaRPr/>
            </a:p>
          </p:txBody>
        </p:sp>
        <p:pic>
          <p:nvPicPr>
            <p:cNvPr id="20" name="object 20"/>
            <p:cNvPicPr>
              <a:picLocks noGrp="1" noRot="1" noMove="1" noResize="1" noEditPoints="1" noAdjustHandles="1" noChangeArrowheads="1" noChangeShapeType="1" noCrop="1"/>
            </p:cNvPicPr>
            <p:nvPr/>
          </p:nvPicPr>
          <p:blipFill>
            <a:blip r:embed="rId14" cstate="print"/>
            <a:stretch>
              <a:fillRect/>
            </a:stretch>
          </p:blipFill>
          <p:spPr>
            <a:xfrm>
              <a:off x="1505414" y="1330435"/>
              <a:ext cx="225455" cy="243047"/>
            </a:xfrm>
            <a:prstGeom prst="rect">
              <a:avLst/>
            </a:prstGeom>
          </p:spPr>
        </p:pic>
        <p:pic>
          <p:nvPicPr>
            <p:cNvPr id="21" name="object 21"/>
            <p:cNvPicPr>
              <a:picLocks noGrp="1" noRot="1" noMove="1" noResize="1" noEditPoints="1" noAdjustHandles="1" noChangeArrowheads="1" noChangeShapeType="1" noCrop="1"/>
            </p:cNvPicPr>
            <p:nvPr/>
          </p:nvPicPr>
          <p:blipFill>
            <a:blip r:embed="rId15" cstate="print"/>
            <a:stretch>
              <a:fillRect/>
            </a:stretch>
          </p:blipFill>
          <p:spPr>
            <a:xfrm>
              <a:off x="700430" y="1609553"/>
              <a:ext cx="329161" cy="255481"/>
            </a:xfrm>
            <a:prstGeom prst="rect">
              <a:avLst/>
            </a:prstGeom>
          </p:spPr>
        </p:pic>
        <p:pic>
          <p:nvPicPr>
            <p:cNvPr id="22" name="object 22"/>
            <p:cNvPicPr>
              <a:picLocks noGrp="1" noRot="1" noMove="1" noResize="1" noEditPoints="1" noAdjustHandles="1" noChangeArrowheads="1" noChangeShapeType="1" noCrop="1"/>
            </p:cNvPicPr>
            <p:nvPr/>
          </p:nvPicPr>
          <p:blipFill>
            <a:blip r:embed="rId16" cstate="print"/>
            <a:stretch>
              <a:fillRect/>
            </a:stretch>
          </p:blipFill>
          <p:spPr>
            <a:xfrm>
              <a:off x="1057859" y="1660702"/>
              <a:ext cx="134761" cy="149579"/>
            </a:xfrm>
            <a:prstGeom prst="rect">
              <a:avLst/>
            </a:prstGeom>
          </p:spPr>
        </p:pic>
        <p:pic>
          <p:nvPicPr>
            <p:cNvPr id="23" name="object 23"/>
            <p:cNvPicPr>
              <a:picLocks noGrp="1" noRot="1" noMove="1" noResize="1" noEditPoints="1" noAdjustHandles="1" noChangeArrowheads="1" noChangeShapeType="1" noCrop="1"/>
            </p:cNvPicPr>
            <p:nvPr/>
          </p:nvPicPr>
          <p:blipFill>
            <a:blip r:embed="rId17" cstate="print"/>
            <a:stretch>
              <a:fillRect/>
            </a:stretch>
          </p:blipFill>
          <p:spPr>
            <a:xfrm>
              <a:off x="1217495" y="1660710"/>
              <a:ext cx="120924" cy="146263"/>
            </a:xfrm>
            <a:prstGeom prst="rect">
              <a:avLst/>
            </a:prstGeom>
          </p:spPr>
        </p:pic>
        <p:pic>
          <p:nvPicPr>
            <p:cNvPr id="24" name="object 24"/>
            <p:cNvPicPr>
              <a:picLocks noGrp="1" noRot="1" noMove="1" noResize="1" noEditPoints="1" noAdjustHandles="1" noChangeArrowheads="1" noChangeShapeType="1" noCrop="1"/>
            </p:cNvPicPr>
            <p:nvPr/>
          </p:nvPicPr>
          <p:blipFill>
            <a:blip r:embed="rId18" cstate="print"/>
            <a:stretch>
              <a:fillRect/>
            </a:stretch>
          </p:blipFill>
          <p:spPr>
            <a:xfrm>
              <a:off x="1366679" y="1660701"/>
              <a:ext cx="280563" cy="203500"/>
            </a:xfrm>
            <a:prstGeom prst="rect">
              <a:avLst/>
            </a:prstGeom>
          </p:spPr>
        </p:pic>
        <p:sp>
          <p:nvSpPr>
            <p:cNvPr id="25" name="object 25"/>
            <p:cNvSpPr>
              <a:spLocks noGrp="1" noRot="1" noMove="1" noResize="1" noEditPoints="1" noAdjustHandles="1" noChangeArrowheads="1" noChangeShapeType="1"/>
            </p:cNvSpPr>
            <p:nvPr/>
          </p:nvSpPr>
          <p:spPr>
            <a:xfrm>
              <a:off x="0" y="2362200"/>
              <a:ext cx="17348200" cy="6705600"/>
            </a:xfrm>
            <a:custGeom>
              <a:avLst/>
              <a:gdLst/>
              <a:ahLst/>
              <a:cxnLst/>
              <a:rect l="l" t="t" r="r" b="b"/>
              <a:pathLst>
                <a:path w="17348200" h="6705600">
                  <a:moveTo>
                    <a:pt x="17348200" y="0"/>
                  </a:moveTo>
                  <a:lnTo>
                    <a:pt x="0" y="0"/>
                  </a:lnTo>
                  <a:lnTo>
                    <a:pt x="0" y="6705600"/>
                  </a:lnTo>
                  <a:lnTo>
                    <a:pt x="17348200" y="6705600"/>
                  </a:lnTo>
                  <a:lnTo>
                    <a:pt x="17348200" y="0"/>
                  </a:lnTo>
                  <a:close/>
                </a:path>
              </a:pathLst>
            </a:custGeom>
            <a:solidFill>
              <a:srgbClr val="FFFFFF"/>
            </a:solidFill>
          </p:spPr>
          <p:txBody>
            <a:bodyPr wrap="square" lIns="0" tIns="0" rIns="0" bIns="0" rtlCol="0"/>
            <a:lstStyle/>
            <a:p>
              <a:endParaRPr/>
            </a:p>
          </p:txBody>
        </p:sp>
      </p:grpSp>
      <p:sp>
        <p:nvSpPr>
          <p:cNvPr id="27" name="object 27"/>
          <p:cNvSpPr txBox="1">
            <a:spLocks noGrp="1"/>
          </p:cNvSpPr>
          <p:nvPr>
            <p:ph type="title"/>
          </p:nvPr>
        </p:nvSpPr>
        <p:spPr>
          <a:xfrm>
            <a:off x="2335537" y="569050"/>
            <a:ext cx="9324256" cy="2228815"/>
          </a:xfrm>
          <a:prstGeom prst="rect">
            <a:avLst/>
          </a:prstGeom>
        </p:spPr>
        <p:txBody>
          <a:bodyPr vert="horz" wrap="square" lIns="0" tIns="12700" rIns="0" bIns="0" rtlCol="0">
            <a:spAutoFit/>
          </a:bodyPr>
          <a:lstStyle/>
          <a:p>
            <a:pPr marL="12700" algn="l" rtl="0">
              <a:spcBef>
                <a:spcPts val="100"/>
              </a:spcBef>
              <a:tabLst>
                <a:tab pos="2597150" algn="l"/>
              </a:tabLst>
            </a:pPr>
            <a:r>
              <a:rPr lang="en-GB" sz="4800" b="1" i="0" u="none" strike="noStrike">
                <a:solidFill>
                  <a:srgbClr val="92D050"/>
                </a:solidFill>
                <a:effectLst/>
                <a:latin typeface="Arial" panose="020B0604020202020204" pitchFamily="34" charset="0"/>
              </a:rPr>
              <a:t>UKRI funding on vector-borne disease </a:t>
            </a:r>
            <a:br>
              <a:rPr lang="en-GB" sz="4800" i="0" u="none" strike="noStrike">
                <a:solidFill>
                  <a:schemeClr val="tx1"/>
                </a:solidFill>
                <a:effectLst/>
                <a:latin typeface="Arial" panose="020B0604020202020204" pitchFamily="34" charset="0"/>
                <a:cs typeface="Arial" panose="020B0604020202020204" pitchFamily="34" charset="0"/>
              </a:rPr>
            </a:br>
            <a:endParaRPr lang="en-GB" sz="4800">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210E77BB-6B4C-7AC5-268C-5DFB2E368DBC}"/>
              </a:ext>
            </a:extLst>
          </p:cNvPr>
          <p:cNvSpPr txBox="1"/>
          <p:nvPr/>
        </p:nvSpPr>
        <p:spPr>
          <a:xfrm>
            <a:off x="2855541" y="2167528"/>
            <a:ext cx="5450435" cy="6247864"/>
          </a:xfrm>
          <a:prstGeom prst="rect">
            <a:avLst/>
          </a:prstGeom>
          <a:noFill/>
        </p:spPr>
        <p:txBody>
          <a:bodyPr wrap="square">
            <a:spAutoFit/>
          </a:bodyPr>
          <a:lstStyle/>
          <a:p>
            <a:pPr algn="l" rtl="0" fontAlgn="base"/>
            <a:endParaRPr lang="en-US" sz="4000" b="1" i="0" u="none" strike="noStrike">
              <a:solidFill>
                <a:schemeClr val="tx1"/>
              </a:solidFill>
              <a:effectLst/>
              <a:latin typeface="Arial" panose="020B0604020202020204" pitchFamily="34" charset="0"/>
              <a:cs typeface="Arial" panose="020B0604020202020204" pitchFamily="34" charset="0"/>
            </a:endParaRPr>
          </a:p>
          <a:p>
            <a:pPr algn="l" rtl="0" fontAlgn="base"/>
            <a:r>
              <a:rPr lang="en-US" sz="4000" b="1" i="0" u="none" strike="noStrike">
                <a:solidFill>
                  <a:schemeClr val="bg1"/>
                </a:solidFill>
                <a:effectLst/>
                <a:latin typeface="Arial" panose="020B0604020202020204" pitchFamily="34" charset="0"/>
                <a:cs typeface="Arial" panose="020B0604020202020204" pitchFamily="34" charset="0"/>
              </a:rPr>
              <a:t>TICKSOLVE</a:t>
            </a:r>
          </a:p>
          <a:p>
            <a:pPr algn="l" rtl="0" fontAlgn="base">
              <a:buFont typeface="Arial" panose="020B0604020202020204" pitchFamily="34" charset="0"/>
              <a:buChar char="•"/>
            </a:pPr>
            <a:endParaRPr lang="en-US" sz="4000" b="1" i="0" u="none" strike="noStrike">
              <a:solidFill>
                <a:schemeClr val="accent5">
                  <a:lumMod val="75000"/>
                </a:schemeClr>
              </a:solidFill>
              <a:effectLst/>
              <a:latin typeface="Arial" panose="020B0604020202020204" pitchFamily="34" charset="0"/>
              <a:cs typeface="Arial" panose="020B0604020202020204" pitchFamily="34" charset="0"/>
            </a:endParaRPr>
          </a:p>
          <a:p>
            <a:pPr algn="l" rtl="0" fontAlgn="base">
              <a:buFont typeface="Arial" panose="020B0604020202020204" pitchFamily="34" charset="0"/>
              <a:buChar char="•"/>
            </a:pPr>
            <a:endParaRPr lang="en-US" sz="4000" b="1">
              <a:solidFill>
                <a:schemeClr val="accent5">
                  <a:lumMod val="75000"/>
                </a:schemeClr>
              </a:solidFill>
              <a:latin typeface="Arial" panose="020B0604020202020204" pitchFamily="34" charset="0"/>
              <a:cs typeface="Arial" panose="020B0604020202020204" pitchFamily="34" charset="0"/>
            </a:endParaRPr>
          </a:p>
          <a:p>
            <a:pPr algn="l" rtl="0" fontAlgn="base"/>
            <a:endParaRPr lang="en-US" sz="4000" b="1">
              <a:solidFill>
                <a:schemeClr val="accent5">
                  <a:lumMod val="75000"/>
                </a:schemeClr>
              </a:solidFill>
              <a:latin typeface="Arial" panose="020B0604020202020204" pitchFamily="34" charset="0"/>
              <a:cs typeface="Arial" panose="020B0604020202020204" pitchFamily="34" charset="0"/>
            </a:endParaRPr>
          </a:p>
          <a:p>
            <a:pPr algn="l" rtl="0" fontAlgn="base"/>
            <a:endParaRPr lang="en-US" sz="4000" b="1" i="0" u="none" strike="noStrike">
              <a:solidFill>
                <a:schemeClr val="accent5">
                  <a:lumMod val="75000"/>
                </a:schemeClr>
              </a:solidFill>
              <a:effectLst/>
              <a:latin typeface="Arial" panose="020B0604020202020204" pitchFamily="34" charset="0"/>
              <a:cs typeface="Arial" panose="020B0604020202020204" pitchFamily="34" charset="0"/>
            </a:endParaRPr>
          </a:p>
          <a:p>
            <a:pPr algn="l" rtl="0" fontAlgn="base">
              <a:buFont typeface="Arial" panose="020B0604020202020204" pitchFamily="34" charset="0"/>
              <a:buChar char="•"/>
            </a:pPr>
            <a:endParaRPr lang="en-US" sz="4000" b="1">
              <a:solidFill>
                <a:schemeClr val="accent5">
                  <a:lumMod val="75000"/>
                </a:schemeClr>
              </a:solidFill>
              <a:latin typeface="Arial" panose="020B0604020202020204" pitchFamily="34" charset="0"/>
              <a:cs typeface="Arial" panose="020B0604020202020204" pitchFamily="34" charset="0"/>
            </a:endParaRPr>
          </a:p>
          <a:p>
            <a:pPr algn="l" rtl="0" fontAlgn="base">
              <a:buFont typeface="Arial" panose="020B0604020202020204" pitchFamily="34" charset="0"/>
              <a:buChar char="•"/>
            </a:pPr>
            <a:endParaRPr lang="en-US" sz="4000" b="1" i="0" u="none" strike="noStrike">
              <a:solidFill>
                <a:schemeClr val="accent5">
                  <a:lumMod val="75000"/>
                </a:schemeClr>
              </a:solidFill>
              <a:effectLst/>
              <a:latin typeface="Arial" panose="020B0604020202020204" pitchFamily="34" charset="0"/>
              <a:cs typeface="Arial" panose="020B0604020202020204" pitchFamily="34" charset="0"/>
            </a:endParaRPr>
          </a:p>
          <a:p>
            <a:pPr algn="l" rtl="0" fontAlgn="base">
              <a:buFont typeface="Arial" panose="020B0604020202020204" pitchFamily="34" charset="0"/>
              <a:buChar char="•"/>
            </a:pPr>
            <a:endParaRPr lang="en-US" sz="4000" b="1">
              <a:solidFill>
                <a:schemeClr val="accent5">
                  <a:lumMod val="75000"/>
                </a:schemeClr>
              </a:solidFill>
              <a:latin typeface="Arial" panose="020B0604020202020204" pitchFamily="34" charset="0"/>
              <a:cs typeface="Arial" panose="020B0604020202020204" pitchFamily="34" charset="0"/>
            </a:endParaRPr>
          </a:p>
          <a:p>
            <a:pPr algn="l" rtl="0" fontAlgn="base">
              <a:buFont typeface="Arial" panose="020B0604020202020204" pitchFamily="34" charset="0"/>
              <a:buChar char="•"/>
            </a:pPr>
            <a:endParaRPr lang="en-US" sz="4000" b="1" i="0" u="none" strike="noStrike">
              <a:solidFill>
                <a:schemeClr val="tx1"/>
              </a:solidFill>
              <a:effectLst/>
              <a:latin typeface="Arial" panose="020B0604020202020204" pitchFamily="34" charset="0"/>
              <a:cs typeface="Arial" panose="020B0604020202020204" pitchFamily="34" charset="0"/>
            </a:endParaRPr>
          </a:p>
        </p:txBody>
      </p:sp>
      <p:pic>
        <p:nvPicPr>
          <p:cNvPr id="17410" name="Picture 2">
            <a:extLst>
              <a:ext uri="{FF2B5EF4-FFF2-40B4-BE49-F238E27FC236}">
                <a16:creationId xmlns:a16="http://schemas.microsoft.com/office/drawing/2014/main" id="{CCAF41B2-8751-786B-F5F4-D7F983013739}"/>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2824410" y="546036"/>
            <a:ext cx="3943350" cy="116205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a:extLst>
              <a:ext uri="{FF2B5EF4-FFF2-40B4-BE49-F238E27FC236}">
                <a16:creationId xmlns:a16="http://schemas.microsoft.com/office/drawing/2014/main" id="{D4B2E129-C5B9-1F27-71F2-7E725E90F4B0}"/>
              </a:ext>
            </a:extLst>
          </p:cNvPr>
          <p:cNvPicPr>
            <a:picLocks noChangeAspect="1"/>
          </p:cNvPicPr>
          <p:nvPr/>
        </p:nvPicPr>
        <p:blipFill>
          <a:blip r:embed="rId20"/>
          <a:stretch>
            <a:fillRect/>
          </a:stretch>
        </p:blipFill>
        <p:spPr>
          <a:xfrm>
            <a:off x="118780" y="2497396"/>
            <a:ext cx="2616399" cy="2319909"/>
          </a:xfrm>
          <a:prstGeom prst="rect">
            <a:avLst/>
          </a:prstGeom>
        </p:spPr>
      </p:pic>
      <p:pic>
        <p:nvPicPr>
          <p:cNvPr id="31" name="Picture 30">
            <a:extLst>
              <a:ext uri="{FF2B5EF4-FFF2-40B4-BE49-F238E27FC236}">
                <a16:creationId xmlns:a16="http://schemas.microsoft.com/office/drawing/2014/main" id="{28934953-02B7-756D-B4AB-42FC396BF68E}"/>
              </a:ext>
            </a:extLst>
          </p:cNvPr>
          <p:cNvPicPr>
            <a:picLocks noChangeAspect="1"/>
          </p:cNvPicPr>
          <p:nvPr/>
        </p:nvPicPr>
        <p:blipFill>
          <a:blip r:embed="rId21"/>
          <a:stretch>
            <a:fillRect/>
          </a:stretch>
        </p:blipFill>
        <p:spPr>
          <a:xfrm>
            <a:off x="118780" y="4903263"/>
            <a:ext cx="2616399" cy="2073734"/>
          </a:xfrm>
          <a:prstGeom prst="rect">
            <a:avLst/>
          </a:prstGeom>
        </p:spPr>
      </p:pic>
      <p:pic>
        <p:nvPicPr>
          <p:cNvPr id="17409" name="Picture 17408">
            <a:extLst>
              <a:ext uri="{FF2B5EF4-FFF2-40B4-BE49-F238E27FC236}">
                <a16:creationId xmlns:a16="http://schemas.microsoft.com/office/drawing/2014/main" id="{7AB45321-79CD-4F55-42C6-1E1FEEEF353E}"/>
              </a:ext>
            </a:extLst>
          </p:cNvPr>
          <p:cNvPicPr>
            <a:picLocks noChangeAspect="1"/>
          </p:cNvPicPr>
          <p:nvPr/>
        </p:nvPicPr>
        <p:blipFill>
          <a:blip r:embed="rId22"/>
          <a:stretch>
            <a:fillRect/>
          </a:stretch>
        </p:blipFill>
        <p:spPr>
          <a:xfrm>
            <a:off x="118780" y="7083346"/>
            <a:ext cx="2617981" cy="1911399"/>
          </a:xfrm>
          <a:prstGeom prst="rect">
            <a:avLst/>
          </a:prstGeom>
        </p:spPr>
      </p:pic>
      <p:pic>
        <p:nvPicPr>
          <p:cNvPr id="17412" name="Picture 17411">
            <a:extLst>
              <a:ext uri="{FF2B5EF4-FFF2-40B4-BE49-F238E27FC236}">
                <a16:creationId xmlns:a16="http://schemas.microsoft.com/office/drawing/2014/main" id="{EF6ACBFE-10D2-1A75-9AD9-1F8B4DB07019}"/>
              </a:ext>
            </a:extLst>
          </p:cNvPr>
          <p:cNvPicPr>
            <a:picLocks noChangeAspect="1"/>
          </p:cNvPicPr>
          <p:nvPr/>
        </p:nvPicPr>
        <p:blipFill>
          <a:blip r:embed="rId23"/>
          <a:stretch>
            <a:fillRect/>
          </a:stretch>
        </p:blipFill>
        <p:spPr>
          <a:xfrm>
            <a:off x="8101882" y="2481190"/>
            <a:ext cx="2812011" cy="2319909"/>
          </a:xfrm>
          <a:prstGeom prst="rect">
            <a:avLst/>
          </a:prstGeom>
        </p:spPr>
      </p:pic>
      <p:pic>
        <p:nvPicPr>
          <p:cNvPr id="17414" name="Picture 17413">
            <a:extLst>
              <a:ext uri="{FF2B5EF4-FFF2-40B4-BE49-F238E27FC236}">
                <a16:creationId xmlns:a16="http://schemas.microsoft.com/office/drawing/2014/main" id="{DA49584F-1C8A-682C-36F5-5E76A6FED542}"/>
              </a:ext>
            </a:extLst>
          </p:cNvPr>
          <p:cNvPicPr>
            <a:picLocks noChangeAspect="1"/>
          </p:cNvPicPr>
          <p:nvPr/>
        </p:nvPicPr>
        <p:blipFill>
          <a:blip r:embed="rId24"/>
          <a:stretch>
            <a:fillRect/>
          </a:stretch>
        </p:blipFill>
        <p:spPr>
          <a:xfrm>
            <a:off x="8101882" y="4895309"/>
            <a:ext cx="2842956" cy="2060427"/>
          </a:xfrm>
          <a:prstGeom prst="rect">
            <a:avLst/>
          </a:prstGeom>
        </p:spPr>
      </p:pic>
      <p:pic>
        <p:nvPicPr>
          <p:cNvPr id="17416" name="Picture 17415">
            <a:extLst>
              <a:ext uri="{FF2B5EF4-FFF2-40B4-BE49-F238E27FC236}">
                <a16:creationId xmlns:a16="http://schemas.microsoft.com/office/drawing/2014/main" id="{F5B33A89-03C5-4BB0-247F-5C6280A3A9B0}"/>
              </a:ext>
            </a:extLst>
          </p:cNvPr>
          <p:cNvPicPr>
            <a:picLocks noChangeAspect="1"/>
          </p:cNvPicPr>
          <p:nvPr/>
        </p:nvPicPr>
        <p:blipFill>
          <a:blip r:embed="rId25"/>
          <a:stretch>
            <a:fillRect/>
          </a:stretch>
        </p:blipFill>
        <p:spPr>
          <a:xfrm>
            <a:off x="8134410" y="7053140"/>
            <a:ext cx="2779484" cy="1941605"/>
          </a:xfrm>
          <a:prstGeom prst="rect">
            <a:avLst/>
          </a:prstGeom>
        </p:spPr>
      </p:pic>
      <p:sp>
        <p:nvSpPr>
          <p:cNvPr id="17418" name="TextBox 17417">
            <a:extLst>
              <a:ext uri="{FF2B5EF4-FFF2-40B4-BE49-F238E27FC236}">
                <a16:creationId xmlns:a16="http://schemas.microsoft.com/office/drawing/2014/main" id="{9F611AB2-1ABF-D89A-1918-0D7D8EA35913}"/>
              </a:ext>
            </a:extLst>
          </p:cNvPr>
          <p:cNvSpPr txBox="1"/>
          <p:nvPr/>
        </p:nvSpPr>
        <p:spPr>
          <a:xfrm>
            <a:off x="11390126" y="2661382"/>
            <a:ext cx="5585168" cy="5632311"/>
          </a:xfrm>
          <a:prstGeom prst="rect">
            <a:avLst/>
          </a:prstGeom>
          <a:noFill/>
        </p:spPr>
        <p:txBody>
          <a:bodyPr wrap="square">
            <a:spAutoFit/>
          </a:bodyPr>
          <a:lstStyle/>
          <a:p>
            <a:pPr algn="l" rtl="0" fontAlgn="base"/>
            <a:endParaRPr lang="en-US" sz="4000" b="1" i="0" u="none" strike="noStrike">
              <a:solidFill>
                <a:schemeClr val="accent5">
                  <a:lumMod val="75000"/>
                </a:schemeClr>
              </a:solidFill>
              <a:effectLst/>
              <a:latin typeface="Arial" panose="020B0604020202020204" pitchFamily="34" charset="0"/>
              <a:cs typeface="Arial" panose="020B0604020202020204" pitchFamily="34" charset="0"/>
            </a:endParaRPr>
          </a:p>
          <a:p>
            <a:pPr algn="l" rtl="0" fontAlgn="base"/>
            <a:endParaRPr lang="en-US" sz="4000" b="1">
              <a:solidFill>
                <a:schemeClr val="accent5">
                  <a:lumMod val="75000"/>
                </a:schemeClr>
              </a:solidFill>
              <a:latin typeface="Arial" panose="020B0604020202020204" pitchFamily="34" charset="0"/>
              <a:cs typeface="Arial" panose="020B0604020202020204" pitchFamily="34" charset="0"/>
            </a:endParaRPr>
          </a:p>
          <a:p>
            <a:pPr algn="l" rtl="0" fontAlgn="base"/>
            <a:endParaRPr lang="en-US" sz="4000" b="1">
              <a:solidFill>
                <a:schemeClr val="accent5">
                  <a:lumMod val="75000"/>
                </a:schemeClr>
              </a:solidFill>
              <a:latin typeface="Arial" panose="020B0604020202020204" pitchFamily="34" charset="0"/>
              <a:cs typeface="Arial" panose="020B0604020202020204" pitchFamily="34" charset="0"/>
            </a:endParaRPr>
          </a:p>
          <a:p>
            <a:pPr algn="l" rtl="0" fontAlgn="base"/>
            <a:endParaRPr lang="en-US" sz="4000" b="1">
              <a:solidFill>
                <a:schemeClr val="accent5">
                  <a:lumMod val="75000"/>
                </a:schemeClr>
              </a:solidFill>
              <a:latin typeface="Arial" panose="020B0604020202020204" pitchFamily="34" charset="0"/>
              <a:cs typeface="Arial" panose="020B0604020202020204" pitchFamily="34" charset="0"/>
            </a:endParaRPr>
          </a:p>
          <a:p>
            <a:pPr algn="l" rtl="0" fontAlgn="base"/>
            <a:endParaRPr lang="en-US" sz="4000" b="1" i="0" u="none" strike="noStrike">
              <a:solidFill>
                <a:schemeClr val="accent5">
                  <a:lumMod val="75000"/>
                </a:schemeClr>
              </a:solidFill>
              <a:effectLst/>
              <a:latin typeface="Arial" panose="020B0604020202020204" pitchFamily="34" charset="0"/>
              <a:cs typeface="Arial" panose="020B0604020202020204" pitchFamily="34" charset="0"/>
            </a:endParaRPr>
          </a:p>
          <a:p>
            <a:pPr algn="l" rtl="0" fontAlgn="base"/>
            <a:endParaRPr lang="en-US" sz="4000" b="1">
              <a:solidFill>
                <a:schemeClr val="accent5">
                  <a:lumMod val="75000"/>
                </a:schemeClr>
              </a:solidFill>
              <a:latin typeface="Arial" panose="020B0604020202020204" pitchFamily="34" charset="0"/>
              <a:cs typeface="Arial" panose="020B0604020202020204" pitchFamily="34" charset="0"/>
            </a:endParaRPr>
          </a:p>
          <a:p>
            <a:pPr algn="l" rtl="0" fontAlgn="base"/>
            <a:r>
              <a:rPr lang="en-US" sz="4000" b="1" i="0" u="none" strike="noStrike">
                <a:solidFill>
                  <a:schemeClr val="accent5">
                    <a:lumMod val="75000"/>
                  </a:schemeClr>
                </a:solidFill>
                <a:effectLst/>
                <a:latin typeface="Arial" panose="020B0604020202020204" pitchFamily="34" charset="0"/>
                <a:cs typeface="Arial" panose="020B0604020202020204" pitchFamily="34" charset="0"/>
              </a:rPr>
              <a:t> </a:t>
            </a:r>
          </a:p>
          <a:p>
            <a:pPr algn="l" rtl="0" fontAlgn="base"/>
            <a:endParaRPr lang="en-US" sz="4000" b="1">
              <a:solidFill>
                <a:schemeClr val="tx1"/>
              </a:solidFill>
              <a:latin typeface="Arial" panose="020B0604020202020204" pitchFamily="34" charset="0"/>
              <a:cs typeface="Arial" panose="020B0604020202020204" pitchFamily="34" charset="0"/>
            </a:endParaRPr>
          </a:p>
          <a:p>
            <a:pPr algn="l" rtl="0" fontAlgn="base"/>
            <a:endParaRPr lang="en-US" sz="4000" b="0" i="0">
              <a:solidFill>
                <a:schemeClr val="tx1"/>
              </a:solidFill>
              <a:effectLst/>
              <a:latin typeface="Arial" panose="020B0604020202020204" pitchFamily="34" charset="0"/>
              <a:cs typeface="Arial" panose="020B0604020202020204" pitchFamily="34" charset="0"/>
            </a:endParaRPr>
          </a:p>
        </p:txBody>
      </p:sp>
      <p:sp>
        <p:nvSpPr>
          <p:cNvPr id="26" name="Rectangle 25">
            <a:extLst>
              <a:ext uri="{FF2B5EF4-FFF2-40B4-BE49-F238E27FC236}">
                <a16:creationId xmlns:a16="http://schemas.microsoft.com/office/drawing/2014/main" id="{C89070B1-54B9-9416-FBE1-2C5C66D20A62}"/>
              </a:ext>
            </a:extLst>
          </p:cNvPr>
          <p:cNvSpPr/>
          <p:nvPr/>
        </p:nvSpPr>
        <p:spPr>
          <a:xfrm>
            <a:off x="2985988" y="2982770"/>
            <a:ext cx="4664598" cy="1207625"/>
          </a:xfrm>
          <a:prstGeom prst="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fontAlgn="base"/>
            <a:r>
              <a:rPr lang="en-US" sz="4000" b="1" i="0" u="none" strike="noStrike">
                <a:solidFill>
                  <a:schemeClr val="bg1"/>
                </a:solidFill>
                <a:effectLst/>
                <a:latin typeface="Arial" panose="020B0604020202020204" pitchFamily="34" charset="0"/>
                <a:cs typeface="Arial" panose="020B0604020202020204" pitchFamily="34" charset="0"/>
              </a:rPr>
              <a:t>TICKSOLVE</a:t>
            </a:r>
          </a:p>
        </p:txBody>
      </p:sp>
      <p:sp>
        <p:nvSpPr>
          <p:cNvPr id="30" name="Rectangle 29">
            <a:extLst>
              <a:ext uri="{FF2B5EF4-FFF2-40B4-BE49-F238E27FC236}">
                <a16:creationId xmlns:a16="http://schemas.microsoft.com/office/drawing/2014/main" id="{68C3F865-5551-E705-01A2-8D68ACA832F8}"/>
              </a:ext>
            </a:extLst>
          </p:cNvPr>
          <p:cNvSpPr/>
          <p:nvPr/>
        </p:nvSpPr>
        <p:spPr>
          <a:xfrm>
            <a:off x="2985988" y="5291460"/>
            <a:ext cx="4664598" cy="1207625"/>
          </a:xfrm>
          <a:prstGeom prst="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fontAlgn="base"/>
            <a:r>
              <a:rPr lang="en-US" sz="4000" b="1" i="0" u="none" strike="noStrike">
                <a:solidFill>
                  <a:schemeClr val="bg1"/>
                </a:solidFill>
                <a:effectLst/>
                <a:latin typeface="Arial" panose="020B0604020202020204" pitchFamily="34" charset="0"/>
                <a:cs typeface="Arial" panose="020B0604020202020204" pitchFamily="34" charset="0"/>
              </a:rPr>
              <a:t>CULEX</a:t>
            </a:r>
          </a:p>
        </p:txBody>
      </p:sp>
      <p:sp>
        <p:nvSpPr>
          <p:cNvPr id="17408" name="Rectangle 17407">
            <a:extLst>
              <a:ext uri="{FF2B5EF4-FFF2-40B4-BE49-F238E27FC236}">
                <a16:creationId xmlns:a16="http://schemas.microsoft.com/office/drawing/2014/main" id="{A2B3F4A0-99C8-8E97-EB35-2143EBCF4937}"/>
              </a:ext>
            </a:extLst>
          </p:cNvPr>
          <p:cNvSpPr/>
          <p:nvPr/>
        </p:nvSpPr>
        <p:spPr>
          <a:xfrm>
            <a:off x="2985988" y="7468197"/>
            <a:ext cx="4664598" cy="1207625"/>
          </a:xfrm>
          <a:prstGeom prst="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fontAlgn="base"/>
            <a:r>
              <a:rPr lang="en-US" sz="4000" b="1" i="0" u="none" strike="noStrike">
                <a:solidFill>
                  <a:schemeClr val="bg1"/>
                </a:solidFill>
                <a:effectLst/>
                <a:latin typeface="Arial" panose="020B0604020202020204" pitchFamily="34" charset="0"/>
                <a:cs typeface="Arial" panose="020B0604020202020204" pitchFamily="34" charset="0"/>
              </a:rPr>
              <a:t>VB Genes</a:t>
            </a:r>
          </a:p>
        </p:txBody>
      </p:sp>
      <p:sp>
        <p:nvSpPr>
          <p:cNvPr id="17411" name="Rectangle 17410">
            <a:extLst>
              <a:ext uri="{FF2B5EF4-FFF2-40B4-BE49-F238E27FC236}">
                <a16:creationId xmlns:a16="http://schemas.microsoft.com/office/drawing/2014/main" id="{37DF96C4-5FA3-2C86-464A-03E5563B1E10}"/>
              </a:ext>
            </a:extLst>
          </p:cNvPr>
          <p:cNvSpPr/>
          <p:nvPr/>
        </p:nvSpPr>
        <p:spPr>
          <a:xfrm>
            <a:off x="11526580" y="2960461"/>
            <a:ext cx="5241179" cy="1207625"/>
          </a:xfrm>
          <a:prstGeom prst="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fontAlgn="base"/>
            <a:r>
              <a:rPr lang="en-US" sz="4000" b="1" i="0" u="none" strike="noStrike">
                <a:solidFill>
                  <a:schemeClr val="bg1"/>
                </a:solidFill>
                <a:effectLst/>
                <a:latin typeface="Arial" panose="020B0604020202020204" pitchFamily="34" charset="0"/>
                <a:cs typeface="Arial" panose="020B0604020202020204" pitchFamily="34" charset="0"/>
              </a:rPr>
              <a:t>Mosquito Scotland</a:t>
            </a:r>
          </a:p>
        </p:txBody>
      </p:sp>
      <p:sp>
        <p:nvSpPr>
          <p:cNvPr id="17413" name="Rectangle 17412">
            <a:extLst>
              <a:ext uri="{FF2B5EF4-FFF2-40B4-BE49-F238E27FC236}">
                <a16:creationId xmlns:a16="http://schemas.microsoft.com/office/drawing/2014/main" id="{7D00F48D-79B4-E16C-F6A8-E05877CCC2CC}"/>
              </a:ext>
            </a:extLst>
          </p:cNvPr>
          <p:cNvSpPr/>
          <p:nvPr/>
        </p:nvSpPr>
        <p:spPr>
          <a:xfrm>
            <a:off x="11526581" y="5233787"/>
            <a:ext cx="5241178" cy="1207625"/>
          </a:xfrm>
          <a:prstGeom prst="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fontAlgn="base"/>
            <a:r>
              <a:rPr lang="en-US" sz="4000" b="1" i="0" u="none" strike="noStrike">
                <a:solidFill>
                  <a:schemeClr val="bg1"/>
                </a:solidFill>
                <a:effectLst/>
                <a:latin typeface="Arial" panose="020B0604020202020204" pitchFamily="34" charset="0"/>
                <a:cs typeface="Arial" panose="020B0604020202020204" pitchFamily="34" charset="0"/>
              </a:rPr>
              <a:t>Vector-borne RADAR</a:t>
            </a:r>
          </a:p>
        </p:txBody>
      </p:sp>
      <p:sp>
        <p:nvSpPr>
          <p:cNvPr id="17415" name="Rectangle 17414">
            <a:extLst>
              <a:ext uri="{FF2B5EF4-FFF2-40B4-BE49-F238E27FC236}">
                <a16:creationId xmlns:a16="http://schemas.microsoft.com/office/drawing/2014/main" id="{33C9C4D4-16D0-7E37-C414-00619B59F56F}"/>
              </a:ext>
            </a:extLst>
          </p:cNvPr>
          <p:cNvSpPr/>
          <p:nvPr/>
        </p:nvSpPr>
        <p:spPr>
          <a:xfrm>
            <a:off x="11528165" y="7468197"/>
            <a:ext cx="5239594" cy="1207625"/>
          </a:xfrm>
          <a:prstGeom prst="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fontAlgn="base"/>
            <a:r>
              <a:rPr lang="en-US" sz="4000" b="1" i="0" u="none" strike="noStrike" err="1">
                <a:solidFill>
                  <a:schemeClr val="bg1"/>
                </a:solidFill>
                <a:effectLst/>
                <a:latin typeface="Arial" panose="020B0604020202020204" pitchFamily="34" charset="0"/>
                <a:cs typeface="Arial" panose="020B0604020202020204" pitchFamily="34" charset="0"/>
              </a:rPr>
              <a:t>OpTick</a:t>
            </a:r>
            <a:endParaRPr lang="en-US" sz="4000" b="1" i="0" u="none" strike="noStrike">
              <a:solidFill>
                <a:schemeClr val="bg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59166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a:spLocks noGrp="1" noRot="1" noMove="1" noResize="1" noEditPoints="1" noAdjustHandles="1" noChangeArrowheads="1" noChangeShapeType="1"/>
          </p:cNvSpPr>
          <p:nvPr/>
        </p:nvSpPr>
        <p:spPr>
          <a:xfrm>
            <a:off x="13030196" y="8658199"/>
            <a:ext cx="3860800" cy="671830"/>
          </a:xfrm>
          <a:custGeom>
            <a:avLst/>
            <a:gdLst/>
            <a:ahLst/>
            <a:cxnLst/>
            <a:rect l="l" t="t" r="r" b="b"/>
            <a:pathLst>
              <a:path w="3860800" h="671829">
                <a:moveTo>
                  <a:pt x="3763873" y="0"/>
                </a:moveTo>
                <a:lnTo>
                  <a:pt x="96926" y="0"/>
                </a:lnTo>
                <a:lnTo>
                  <a:pt x="59198" y="7617"/>
                </a:lnTo>
                <a:lnTo>
                  <a:pt x="28389" y="28389"/>
                </a:lnTo>
                <a:lnTo>
                  <a:pt x="7617" y="59198"/>
                </a:lnTo>
                <a:lnTo>
                  <a:pt x="0" y="96926"/>
                </a:lnTo>
                <a:lnTo>
                  <a:pt x="0" y="574865"/>
                </a:lnTo>
                <a:lnTo>
                  <a:pt x="7617" y="612593"/>
                </a:lnTo>
                <a:lnTo>
                  <a:pt x="28389" y="643402"/>
                </a:lnTo>
                <a:lnTo>
                  <a:pt x="59198" y="664174"/>
                </a:lnTo>
                <a:lnTo>
                  <a:pt x="96926" y="671791"/>
                </a:lnTo>
                <a:lnTo>
                  <a:pt x="3763873" y="671791"/>
                </a:lnTo>
                <a:lnTo>
                  <a:pt x="3801601" y="664174"/>
                </a:lnTo>
                <a:lnTo>
                  <a:pt x="3832410" y="643402"/>
                </a:lnTo>
                <a:lnTo>
                  <a:pt x="3853182" y="612593"/>
                </a:lnTo>
                <a:lnTo>
                  <a:pt x="3860800" y="574865"/>
                </a:lnTo>
                <a:lnTo>
                  <a:pt x="3860800" y="96926"/>
                </a:lnTo>
                <a:lnTo>
                  <a:pt x="3853182" y="59198"/>
                </a:lnTo>
                <a:lnTo>
                  <a:pt x="3832410" y="28389"/>
                </a:lnTo>
                <a:lnTo>
                  <a:pt x="3801601" y="7617"/>
                </a:lnTo>
                <a:lnTo>
                  <a:pt x="3763873" y="0"/>
                </a:lnTo>
                <a:close/>
              </a:path>
            </a:pathLst>
          </a:custGeom>
          <a:solidFill>
            <a:srgbClr val="7DC242"/>
          </a:solidFill>
        </p:spPr>
        <p:txBody>
          <a:bodyPr wrap="square" lIns="0" tIns="0" rIns="0" bIns="0" rtlCol="0"/>
          <a:lstStyle/>
          <a:p>
            <a:endParaRPr/>
          </a:p>
        </p:txBody>
      </p:sp>
      <p:sp>
        <p:nvSpPr>
          <p:cNvPr id="3" name="object 3"/>
          <p:cNvSpPr txBox="1">
            <a:spLocks noGrp="1" noRot="1" noMove="1" noResize="1" noEditPoints="1" noAdjustHandles="1" noChangeArrowheads="1" noChangeShapeType="1"/>
          </p:cNvSpPr>
          <p:nvPr/>
        </p:nvSpPr>
        <p:spPr>
          <a:xfrm>
            <a:off x="13314263" y="8723115"/>
            <a:ext cx="3293110" cy="497840"/>
          </a:xfrm>
          <a:prstGeom prst="rect">
            <a:avLst/>
          </a:prstGeom>
        </p:spPr>
        <p:txBody>
          <a:bodyPr vert="horz" wrap="square" lIns="0" tIns="12700" rIns="0" bIns="0" rtlCol="0">
            <a:spAutoFit/>
          </a:bodyPr>
          <a:lstStyle/>
          <a:p>
            <a:pPr marL="12700">
              <a:lnSpc>
                <a:spcPct val="100000"/>
              </a:lnSpc>
              <a:spcBef>
                <a:spcPts val="100"/>
              </a:spcBef>
            </a:pPr>
            <a:r>
              <a:rPr sz="3100" b="1" spc="-10">
                <a:solidFill>
                  <a:srgbClr val="FFFFFF"/>
                </a:solidFill>
                <a:latin typeface="Arial" panose="020B0604020202020204" pitchFamily="34" charset="0"/>
                <a:cs typeface="Arial" panose="020B0604020202020204" pitchFamily="34" charset="0"/>
              </a:rPr>
              <a:t>#UKHSAPresents</a:t>
            </a:r>
            <a:endParaRPr sz="3100">
              <a:latin typeface="Arial" panose="020B0604020202020204" pitchFamily="34" charset="0"/>
              <a:cs typeface="Arial" panose="020B0604020202020204" pitchFamily="34" charset="0"/>
            </a:endParaRPr>
          </a:p>
        </p:txBody>
      </p:sp>
      <p:sp>
        <p:nvSpPr>
          <p:cNvPr id="4" name="object 4"/>
          <p:cNvSpPr txBox="1"/>
          <p:nvPr/>
        </p:nvSpPr>
        <p:spPr>
          <a:xfrm>
            <a:off x="637000" y="3022918"/>
            <a:ext cx="13140728" cy="2694326"/>
          </a:xfrm>
          <a:prstGeom prst="rect">
            <a:avLst/>
          </a:prstGeom>
        </p:spPr>
        <p:txBody>
          <a:bodyPr vert="horz" wrap="square" lIns="0" tIns="52069" rIns="0" bIns="0" rtlCol="0">
            <a:spAutoFit/>
          </a:bodyPr>
          <a:lstStyle/>
          <a:p>
            <a:pPr marL="12700" marR="5080">
              <a:lnSpc>
                <a:spcPts val="10110"/>
              </a:lnSpc>
              <a:spcBef>
                <a:spcPts val="409"/>
              </a:spcBef>
              <a:tabLst>
                <a:tab pos="4180204" algn="l"/>
                <a:tab pos="4582160" algn="l"/>
              </a:tabLst>
            </a:pPr>
            <a:r>
              <a:rPr sz="8600" b="1" spc="-10">
                <a:solidFill>
                  <a:srgbClr val="7DC242"/>
                </a:solidFill>
                <a:latin typeface="Arial" panose="020B0604020202020204" pitchFamily="34" charset="0"/>
                <a:cs typeface="Arial" panose="020B0604020202020204" pitchFamily="34" charset="0"/>
              </a:rPr>
              <a:t>UKHSA</a:t>
            </a:r>
            <a:r>
              <a:rPr sz="8600" b="1">
                <a:solidFill>
                  <a:srgbClr val="7DC242"/>
                </a:solidFill>
                <a:latin typeface="Arial" panose="020B0604020202020204" pitchFamily="34" charset="0"/>
                <a:cs typeface="Arial" panose="020B0604020202020204" pitchFamily="34" charset="0"/>
              </a:rPr>
              <a:t>	</a:t>
            </a:r>
            <a:r>
              <a:rPr sz="8600" b="1" spc="-30">
                <a:solidFill>
                  <a:srgbClr val="7DC242"/>
                </a:solidFill>
                <a:latin typeface="Arial" panose="020B0604020202020204" pitchFamily="34" charset="0"/>
                <a:cs typeface="Arial" panose="020B0604020202020204" pitchFamily="34" charset="0"/>
              </a:rPr>
              <a:t>Presents </a:t>
            </a:r>
            <a:endParaRPr lang="en-GB" sz="8600" b="1" spc="-30">
              <a:solidFill>
                <a:srgbClr val="7DC242"/>
              </a:solidFill>
              <a:latin typeface="Arial" panose="020B0604020202020204" pitchFamily="34" charset="0"/>
              <a:cs typeface="Arial" panose="020B0604020202020204" pitchFamily="34" charset="0"/>
            </a:endParaRPr>
          </a:p>
          <a:p>
            <a:pPr marL="12700" marR="5080">
              <a:lnSpc>
                <a:spcPts val="10110"/>
              </a:lnSpc>
              <a:spcBef>
                <a:spcPts val="409"/>
              </a:spcBef>
              <a:tabLst>
                <a:tab pos="4180204" algn="l"/>
                <a:tab pos="4582160" algn="l"/>
              </a:tabLst>
            </a:pPr>
            <a:r>
              <a:rPr lang="en-GB" sz="8600" b="1" i="0">
                <a:solidFill>
                  <a:schemeClr val="bg1"/>
                </a:solidFill>
                <a:effectLst/>
                <a:latin typeface="Arial" panose="020B0604020202020204" pitchFamily="34" charset="0"/>
              </a:rPr>
              <a:t>Vector-borne Disease</a:t>
            </a:r>
            <a:endParaRPr sz="8600">
              <a:solidFill>
                <a:schemeClr val="bg1"/>
              </a:solidFill>
              <a:latin typeface="HelveticaNeueLT Std"/>
              <a:cs typeface="Hadassah Friedlaender" panose="020F0502020204030204" pitchFamily="18" charset="-79"/>
            </a:endParaRPr>
          </a:p>
        </p:txBody>
      </p:sp>
      <p:grpSp>
        <p:nvGrpSpPr>
          <p:cNvPr id="5" name="object 5"/>
          <p:cNvGrpSpPr>
            <a:grpSpLocks noGrp="1" noUngrp="1" noRot="1" noMove="1" noResize="1"/>
          </p:cNvGrpSpPr>
          <p:nvPr/>
        </p:nvGrpSpPr>
        <p:grpSpPr>
          <a:xfrm>
            <a:off x="580445" y="535686"/>
            <a:ext cx="16310610" cy="7218680"/>
            <a:chOff x="580445" y="535686"/>
            <a:chExt cx="16310610" cy="7218680"/>
          </a:xfrm>
        </p:grpSpPr>
        <p:sp>
          <p:nvSpPr>
            <p:cNvPr id="6" name="object 6"/>
            <p:cNvSpPr>
              <a:spLocks noGrp="1" noRot="1" noMove="1" noResize="1" noEditPoints="1" noAdjustHandles="1" noChangeArrowheads="1" noChangeShapeType="1"/>
            </p:cNvSpPr>
            <p:nvPr/>
          </p:nvSpPr>
          <p:spPr>
            <a:xfrm>
              <a:off x="711200" y="7735200"/>
              <a:ext cx="16179800" cy="0"/>
            </a:xfrm>
            <a:custGeom>
              <a:avLst/>
              <a:gdLst/>
              <a:ahLst/>
              <a:cxnLst/>
              <a:rect l="l" t="t" r="r" b="b"/>
              <a:pathLst>
                <a:path w="16179800">
                  <a:moveTo>
                    <a:pt x="0" y="0"/>
                  </a:moveTo>
                  <a:lnTo>
                    <a:pt x="16179800" y="0"/>
                  </a:lnTo>
                </a:path>
              </a:pathLst>
            </a:custGeom>
            <a:ln w="38100">
              <a:solidFill>
                <a:srgbClr val="FFFFFF"/>
              </a:solidFill>
            </a:ln>
          </p:spPr>
          <p:txBody>
            <a:bodyPr wrap="square" lIns="0" tIns="0" rIns="0" bIns="0" rtlCol="0"/>
            <a:lstStyle/>
            <a:p>
              <a:endParaRPr/>
            </a:p>
          </p:txBody>
        </p:sp>
        <p:sp>
          <p:nvSpPr>
            <p:cNvPr id="7" name="object 7"/>
            <p:cNvSpPr>
              <a:spLocks noGrp="1" noRot="1" noMove="1" noResize="1" noEditPoints="1" noAdjustHandles="1" noChangeArrowheads="1" noChangeShapeType="1"/>
            </p:cNvSpPr>
            <p:nvPr/>
          </p:nvSpPr>
          <p:spPr>
            <a:xfrm>
              <a:off x="580440" y="535698"/>
              <a:ext cx="431165" cy="1273810"/>
            </a:xfrm>
            <a:custGeom>
              <a:avLst/>
              <a:gdLst/>
              <a:ahLst/>
              <a:cxnLst/>
              <a:rect l="l" t="t" r="r" b="b"/>
              <a:pathLst>
                <a:path w="431165" h="1273810">
                  <a:moveTo>
                    <a:pt x="23545" y="0"/>
                  </a:moveTo>
                  <a:lnTo>
                    <a:pt x="0" y="0"/>
                  </a:lnTo>
                  <a:lnTo>
                    <a:pt x="0" y="1273492"/>
                  </a:lnTo>
                  <a:lnTo>
                    <a:pt x="23545" y="1273492"/>
                  </a:lnTo>
                  <a:lnTo>
                    <a:pt x="23545" y="0"/>
                  </a:lnTo>
                  <a:close/>
                </a:path>
                <a:path w="431165" h="1273810">
                  <a:moveTo>
                    <a:pt x="300494" y="65722"/>
                  </a:moveTo>
                  <a:lnTo>
                    <a:pt x="298564" y="63982"/>
                  </a:lnTo>
                  <a:lnTo>
                    <a:pt x="294246" y="63982"/>
                  </a:lnTo>
                  <a:lnTo>
                    <a:pt x="292481" y="65722"/>
                  </a:lnTo>
                  <a:lnTo>
                    <a:pt x="292481" y="70129"/>
                  </a:lnTo>
                  <a:lnTo>
                    <a:pt x="294246" y="71729"/>
                  </a:lnTo>
                  <a:lnTo>
                    <a:pt x="298564" y="71729"/>
                  </a:lnTo>
                  <a:lnTo>
                    <a:pt x="300494" y="70129"/>
                  </a:lnTo>
                  <a:lnTo>
                    <a:pt x="300494" y="67830"/>
                  </a:lnTo>
                  <a:lnTo>
                    <a:pt x="300494" y="65722"/>
                  </a:lnTo>
                  <a:close/>
                </a:path>
                <a:path w="431165" h="1273810">
                  <a:moveTo>
                    <a:pt x="301802" y="56197"/>
                  </a:moveTo>
                  <a:lnTo>
                    <a:pt x="299999" y="54305"/>
                  </a:lnTo>
                  <a:lnTo>
                    <a:pt x="295567" y="54305"/>
                  </a:lnTo>
                  <a:lnTo>
                    <a:pt x="293725" y="56197"/>
                  </a:lnTo>
                  <a:lnTo>
                    <a:pt x="293725" y="60490"/>
                  </a:lnTo>
                  <a:lnTo>
                    <a:pt x="295567" y="62318"/>
                  </a:lnTo>
                  <a:lnTo>
                    <a:pt x="297764" y="62318"/>
                  </a:lnTo>
                  <a:lnTo>
                    <a:pt x="299999" y="62318"/>
                  </a:lnTo>
                  <a:lnTo>
                    <a:pt x="301802" y="60490"/>
                  </a:lnTo>
                  <a:lnTo>
                    <a:pt x="301802" y="56197"/>
                  </a:lnTo>
                  <a:close/>
                </a:path>
                <a:path w="431165" h="1273810">
                  <a:moveTo>
                    <a:pt x="302501" y="75171"/>
                  </a:moveTo>
                  <a:lnTo>
                    <a:pt x="300659" y="73393"/>
                  </a:lnTo>
                  <a:lnTo>
                    <a:pt x="296202" y="73393"/>
                  </a:lnTo>
                  <a:lnTo>
                    <a:pt x="294335" y="75171"/>
                  </a:lnTo>
                  <a:lnTo>
                    <a:pt x="294335" y="79565"/>
                  </a:lnTo>
                  <a:lnTo>
                    <a:pt x="296202" y="81343"/>
                  </a:lnTo>
                  <a:lnTo>
                    <a:pt x="300659" y="81343"/>
                  </a:lnTo>
                  <a:lnTo>
                    <a:pt x="302501" y="79565"/>
                  </a:lnTo>
                  <a:lnTo>
                    <a:pt x="302501" y="77470"/>
                  </a:lnTo>
                  <a:lnTo>
                    <a:pt x="302501" y="75171"/>
                  </a:lnTo>
                  <a:close/>
                </a:path>
                <a:path w="431165" h="1273810">
                  <a:moveTo>
                    <a:pt x="306197" y="47142"/>
                  </a:moveTo>
                  <a:lnTo>
                    <a:pt x="304342" y="45440"/>
                  </a:lnTo>
                  <a:lnTo>
                    <a:pt x="299999" y="45440"/>
                  </a:lnTo>
                  <a:lnTo>
                    <a:pt x="298157" y="47142"/>
                  </a:lnTo>
                  <a:lnTo>
                    <a:pt x="298157" y="51600"/>
                  </a:lnTo>
                  <a:lnTo>
                    <a:pt x="299999" y="53225"/>
                  </a:lnTo>
                  <a:lnTo>
                    <a:pt x="302221" y="53225"/>
                  </a:lnTo>
                  <a:lnTo>
                    <a:pt x="304342" y="53225"/>
                  </a:lnTo>
                  <a:lnTo>
                    <a:pt x="306197" y="51600"/>
                  </a:lnTo>
                  <a:lnTo>
                    <a:pt x="306197" y="47142"/>
                  </a:lnTo>
                  <a:close/>
                </a:path>
                <a:path w="431165" h="1273810">
                  <a:moveTo>
                    <a:pt x="314058" y="40386"/>
                  </a:moveTo>
                  <a:lnTo>
                    <a:pt x="312254" y="38684"/>
                  </a:lnTo>
                  <a:lnTo>
                    <a:pt x="307848" y="38684"/>
                  </a:lnTo>
                  <a:lnTo>
                    <a:pt x="305968" y="40386"/>
                  </a:lnTo>
                  <a:lnTo>
                    <a:pt x="305968" y="44856"/>
                  </a:lnTo>
                  <a:lnTo>
                    <a:pt x="307848" y="46507"/>
                  </a:lnTo>
                  <a:lnTo>
                    <a:pt x="309994" y="46507"/>
                  </a:lnTo>
                  <a:lnTo>
                    <a:pt x="312254" y="46507"/>
                  </a:lnTo>
                  <a:lnTo>
                    <a:pt x="314058" y="44856"/>
                  </a:lnTo>
                  <a:lnTo>
                    <a:pt x="314058" y="40386"/>
                  </a:lnTo>
                  <a:close/>
                </a:path>
                <a:path w="431165" h="1273810">
                  <a:moveTo>
                    <a:pt x="324015" y="37541"/>
                  </a:moveTo>
                  <a:lnTo>
                    <a:pt x="322148" y="35699"/>
                  </a:lnTo>
                  <a:lnTo>
                    <a:pt x="317741" y="35699"/>
                  </a:lnTo>
                  <a:lnTo>
                    <a:pt x="316001" y="37541"/>
                  </a:lnTo>
                  <a:lnTo>
                    <a:pt x="316001" y="41694"/>
                  </a:lnTo>
                  <a:lnTo>
                    <a:pt x="317741" y="43586"/>
                  </a:lnTo>
                  <a:lnTo>
                    <a:pt x="320052" y="43586"/>
                  </a:lnTo>
                  <a:lnTo>
                    <a:pt x="322148" y="43586"/>
                  </a:lnTo>
                  <a:lnTo>
                    <a:pt x="324015" y="41694"/>
                  </a:lnTo>
                  <a:lnTo>
                    <a:pt x="324015" y="37541"/>
                  </a:lnTo>
                  <a:close/>
                </a:path>
                <a:path w="431165" h="1273810">
                  <a:moveTo>
                    <a:pt x="334505" y="38442"/>
                  </a:moveTo>
                  <a:lnTo>
                    <a:pt x="332587" y="36753"/>
                  </a:lnTo>
                  <a:lnTo>
                    <a:pt x="328358" y="36753"/>
                  </a:lnTo>
                  <a:lnTo>
                    <a:pt x="326504" y="38442"/>
                  </a:lnTo>
                  <a:lnTo>
                    <a:pt x="326504" y="42710"/>
                  </a:lnTo>
                  <a:lnTo>
                    <a:pt x="328358" y="44526"/>
                  </a:lnTo>
                  <a:lnTo>
                    <a:pt x="330403" y="44526"/>
                  </a:lnTo>
                  <a:lnTo>
                    <a:pt x="332587" y="44526"/>
                  </a:lnTo>
                  <a:lnTo>
                    <a:pt x="334505" y="42710"/>
                  </a:lnTo>
                  <a:lnTo>
                    <a:pt x="334505" y="38442"/>
                  </a:lnTo>
                  <a:close/>
                </a:path>
                <a:path w="431165" h="1273810">
                  <a:moveTo>
                    <a:pt x="337553" y="77203"/>
                  </a:moveTo>
                  <a:lnTo>
                    <a:pt x="337032" y="71132"/>
                  </a:lnTo>
                  <a:lnTo>
                    <a:pt x="332727" y="66992"/>
                  </a:lnTo>
                  <a:lnTo>
                    <a:pt x="331863" y="64820"/>
                  </a:lnTo>
                  <a:lnTo>
                    <a:pt x="329653" y="69037"/>
                  </a:lnTo>
                  <a:lnTo>
                    <a:pt x="327596" y="71640"/>
                  </a:lnTo>
                  <a:lnTo>
                    <a:pt x="327914" y="74891"/>
                  </a:lnTo>
                  <a:lnTo>
                    <a:pt x="328345" y="78308"/>
                  </a:lnTo>
                  <a:lnTo>
                    <a:pt x="331863" y="80645"/>
                  </a:lnTo>
                  <a:lnTo>
                    <a:pt x="333540" y="84035"/>
                  </a:lnTo>
                  <a:lnTo>
                    <a:pt x="335064" y="80149"/>
                  </a:lnTo>
                  <a:lnTo>
                    <a:pt x="337553" y="77203"/>
                  </a:lnTo>
                  <a:close/>
                </a:path>
                <a:path w="431165" h="1273810">
                  <a:moveTo>
                    <a:pt x="344360" y="41186"/>
                  </a:moveTo>
                  <a:lnTo>
                    <a:pt x="342633" y="39420"/>
                  </a:lnTo>
                  <a:lnTo>
                    <a:pt x="338074" y="39420"/>
                  </a:lnTo>
                  <a:lnTo>
                    <a:pt x="336359" y="41186"/>
                  </a:lnTo>
                  <a:lnTo>
                    <a:pt x="336359" y="45580"/>
                  </a:lnTo>
                  <a:lnTo>
                    <a:pt x="338074" y="47307"/>
                  </a:lnTo>
                  <a:lnTo>
                    <a:pt x="340296" y="47307"/>
                  </a:lnTo>
                  <a:lnTo>
                    <a:pt x="342633" y="47307"/>
                  </a:lnTo>
                  <a:lnTo>
                    <a:pt x="344360" y="45580"/>
                  </a:lnTo>
                  <a:lnTo>
                    <a:pt x="344360" y="41186"/>
                  </a:lnTo>
                  <a:close/>
                </a:path>
                <a:path w="431165" h="1273810">
                  <a:moveTo>
                    <a:pt x="353720" y="45440"/>
                  </a:moveTo>
                  <a:lnTo>
                    <a:pt x="351980" y="43878"/>
                  </a:lnTo>
                  <a:lnTo>
                    <a:pt x="347649" y="43878"/>
                  </a:lnTo>
                  <a:lnTo>
                    <a:pt x="345732" y="45440"/>
                  </a:lnTo>
                  <a:lnTo>
                    <a:pt x="345732" y="49872"/>
                  </a:lnTo>
                  <a:lnTo>
                    <a:pt x="347649" y="51689"/>
                  </a:lnTo>
                  <a:lnTo>
                    <a:pt x="349656" y="51689"/>
                  </a:lnTo>
                  <a:lnTo>
                    <a:pt x="351980" y="51689"/>
                  </a:lnTo>
                  <a:lnTo>
                    <a:pt x="353720" y="49872"/>
                  </a:lnTo>
                  <a:lnTo>
                    <a:pt x="353720" y="45440"/>
                  </a:lnTo>
                  <a:close/>
                </a:path>
                <a:path w="431165" h="1273810">
                  <a:moveTo>
                    <a:pt x="358990" y="22199"/>
                  </a:moveTo>
                  <a:lnTo>
                    <a:pt x="353961" y="23253"/>
                  </a:lnTo>
                  <a:lnTo>
                    <a:pt x="350113" y="27165"/>
                  </a:lnTo>
                  <a:lnTo>
                    <a:pt x="349097" y="32194"/>
                  </a:lnTo>
                  <a:lnTo>
                    <a:pt x="358990" y="32194"/>
                  </a:lnTo>
                  <a:lnTo>
                    <a:pt x="358990" y="22199"/>
                  </a:lnTo>
                  <a:close/>
                </a:path>
                <a:path w="431165" h="1273810">
                  <a:moveTo>
                    <a:pt x="359194" y="52082"/>
                  </a:moveTo>
                  <a:lnTo>
                    <a:pt x="357606" y="51841"/>
                  </a:lnTo>
                  <a:lnTo>
                    <a:pt x="356069" y="51346"/>
                  </a:lnTo>
                  <a:lnTo>
                    <a:pt x="354660" y="50787"/>
                  </a:lnTo>
                  <a:lnTo>
                    <a:pt x="354660" y="68884"/>
                  </a:lnTo>
                  <a:lnTo>
                    <a:pt x="359194" y="68884"/>
                  </a:lnTo>
                  <a:lnTo>
                    <a:pt x="359194" y="52082"/>
                  </a:lnTo>
                  <a:close/>
                </a:path>
                <a:path w="431165" h="1273810">
                  <a:moveTo>
                    <a:pt x="368490" y="50774"/>
                  </a:moveTo>
                  <a:lnTo>
                    <a:pt x="367004" y="51346"/>
                  </a:lnTo>
                  <a:lnTo>
                    <a:pt x="365569" y="51828"/>
                  </a:lnTo>
                  <a:lnTo>
                    <a:pt x="363855" y="52082"/>
                  </a:lnTo>
                  <a:lnTo>
                    <a:pt x="363855" y="68872"/>
                  </a:lnTo>
                  <a:lnTo>
                    <a:pt x="368490" y="68872"/>
                  </a:lnTo>
                  <a:lnTo>
                    <a:pt x="368490" y="50774"/>
                  </a:lnTo>
                  <a:close/>
                </a:path>
                <a:path w="431165" h="1273810">
                  <a:moveTo>
                    <a:pt x="372084" y="4114"/>
                  </a:moveTo>
                  <a:lnTo>
                    <a:pt x="369938" y="6832"/>
                  </a:lnTo>
                  <a:lnTo>
                    <a:pt x="366166" y="9245"/>
                  </a:lnTo>
                  <a:lnTo>
                    <a:pt x="362978" y="9880"/>
                  </a:lnTo>
                  <a:lnTo>
                    <a:pt x="363347" y="6400"/>
                  </a:lnTo>
                  <a:lnTo>
                    <a:pt x="365455" y="3568"/>
                  </a:lnTo>
                  <a:lnTo>
                    <a:pt x="368274" y="0"/>
                  </a:lnTo>
                  <a:lnTo>
                    <a:pt x="354850" y="0"/>
                  </a:lnTo>
                  <a:lnTo>
                    <a:pt x="357619" y="3568"/>
                  </a:lnTo>
                  <a:lnTo>
                    <a:pt x="359740" y="6400"/>
                  </a:lnTo>
                  <a:lnTo>
                    <a:pt x="360172" y="9880"/>
                  </a:lnTo>
                  <a:lnTo>
                    <a:pt x="356920" y="9245"/>
                  </a:lnTo>
                  <a:lnTo>
                    <a:pt x="353174" y="6832"/>
                  </a:lnTo>
                  <a:lnTo>
                    <a:pt x="351015" y="4114"/>
                  </a:lnTo>
                  <a:lnTo>
                    <a:pt x="351015" y="17754"/>
                  </a:lnTo>
                  <a:lnTo>
                    <a:pt x="353174" y="14846"/>
                  </a:lnTo>
                  <a:lnTo>
                    <a:pt x="356844" y="12395"/>
                  </a:lnTo>
                  <a:lnTo>
                    <a:pt x="360172" y="11925"/>
                  </a:lnTo>
                  <a:lnTo>
                    <a:pt x="359702" y="15367"/>
                  </a:lnTo>
                  <a:lnTo>
                    <a:pt x="357352" y="18453"/>
                  </a:lnTo>
                  <a:lnTo>
                    <a:pt x="354571" y="20612"/>
                  </a:lnTo>
                  <a:lnTo>
                    <a:pt x="368490" y="20612"/>
                  </a:lnTo>
                  <a:lnTo>
                    <a:pt x="365645" y="18453"/>
                  </a:lnTo>
                  <a:lnTo>
                    <a:pt x="363448" y="15367"/>
                  </a:lnTo>
                  <a:lnTo>
                    <a:pt x="362978" y="11925"/>
                  </a:lnTo>
                  <a:lnTo>
                    <a:pt x="366293" y="12395"/>
                  </a:lnTo>
                  <a:lnTo>
                    <a:pt x="369938" y="14846"/>
                  </a:lnTo>
                  <a:lnTo>
                    <a:pt x="372084" y="17754"/>
                  </a:lnTo>
                  <a:lnTo>
                    <a:pt x="372084" y="4114"/>
                  </a:lnTo>
                  <a:close/>
                </a:path>
                <a:path w="431165" h="1273810">
                  <a:moveTo>
                    <a:pt x="373849" y="37109"/>
                  </a:moveTo>
                  <a:lnTo>
                    <a:pt x="349224" y="37109"/>
                  </a:lnTo>
                  <a:lnTo>
                    <a:pt x="350507" y="42595"/>
                  </a:lnTo>
                  <a:lnTo>
                    <a:pt x="355485" y="46570"/>
                  </a:lnTo>
                  <a:lnTo>
                    <a:pt x="367588" y="46570"/>
                  </a:lnTo>
                  <a:lnTo>
                    <a:pt x="372643" y="42595"/>
                  </a:lnTo>
                  <a:lnTo>
                    <a:pt x="373849" y="37109"/>
                  </a:lnTo>
                  <a:close/>
                </a:path>
                <a:path w="431165" h="1273810">
                  <a:moveTo>
                    <a:pt x="374015" y="32194"/>
                  </a:moveTo>
                  <a:lnTo>
                    <a:pt x="373087" y="27165"/>
                  </a:lnTo>
                  <a:lnTo>
                    <a:pt x="369163" y="23380"/>
                  </a:lnTo>
                  <a:lnTo>
                    <a:pt x="364197" y="22199"/>
                  </a:lnTo>
                  <a:lnTo>
                    <a:pt x="364197" y="32194"/>
                  </a:lnTo>
                  <a:lnTo>
                    <a:pt x="374015" y="32194"/>
                  </a:lnTo>
                  <a:close/>
                </a:path>
                <a:path w="431165" h="1273810">
                  <a:moveTo>
                    <a:pt x="377444" y="45427"/>
                  </a:moveTo>
                  <a:lnTo>
                    <a:pt x="375589" y="43865"/>
                  </a:lnTo>
                  <a:lnTo>
                    <a:pt x="371144" y="43865"/>
                  </a:lnTo>
                  <a:lnTo>
                    <a:pt x="369366" y="45427"/>
                  </a:lnTo>
                  <a:lnTo>
                    <a:pt x="369366" y="47663"/>
                  </a:lnTo>
                  <a:lnTo>
                    <a:pt x="369366" y="49872"/>
                  </a:lnTo>
                  <a:lnTo>
                    <a:pt x="371144" y="51689"/>
                  </a:lnTo>
                  <a:lnTo>
                    <a:pt x="375589" y="51689"/>
                  </a:lnTo>
                  <a:lnTo>
                    <a:pt x="377444" y="49872"/>
                  </a:lnTo>
                  <a:lnTo>
                    <a:pt x="377444" y="45427"/>
                  </a:lnTo>
                  <a:close/>
                </a:path>
                <a:path w="431165" h="1273810">
                  <a:moveTo>
                    <a:pt x="386740" y="41186"/>
                  </a:moveTo>
                  <a:lnTo>
                    <a:pt x="384873" y="39420"/>
                  </a:lnTo>
                  <a:lnTo>
                    <a:pt x="380593" y="39420"/>
                  </a:lnTo>
                  <a:lnTo>
                    <a:pt x="378726" y="41186"/>
                  </a:lnTo>
                  <a:lnTo>
                    <a:pt x="378726" y="45580"/>
                  </a:lnTo>
                  <a:lnTo>
                    <a:pt x="380593" y="47307"/>
                  </a:lnTo>
                  <a:lnTo>
                    <a:pt x="382701" y="47307"/>
                  </a:lnTo>
                  <a:lnTo>
                    <a:pt x="384873" y="47307"/>
                  </a:lnTo>
                  <a:lnTo>
                    <a:pt x="386740" y="45580"/>
                  </a:lnTo>
                  <a:lnTo>
                    <a:pt x="386740" y="41186"/>
                  </a:lnTo>
                  <a:close/>
                </a:path>
                <a:path w="431165" h="1273810">
                  <a:moveTo>
                    <a:pt x="395592" y="71640"/>
                  </a:moveTo>
                  <a:lnTo>
                    <a:pt x="393585" y="69037"/>
                  </a:lnTo>
                  <a:lnTo>
                    <a:pt x="391363" y="64820"/>
                  </a:lnTo>
                  <a:lnTo>
                    <a:pt x="390550" y="66992"/>
                  </a:lnTo>
                  <a:lnTo>
                    <a:pt x="386181" y="71132"/>
                  </a:lnTo>
                  <a:lnTo>
                    <a:pt x="385559" y="77203"/>
                  </a:lnTo>
                  <a:lnTo>
                    <a:pt x="388239" y="80149"/>
                  </a:lnTo>
                  <a:lnTo>
                    <a:pt x="389712" y="84035"/>
                  </a:lnTo>
                  <a:lnTo>
                    <a:pt x="391363" y="80645"/>
                  </a:lnTo>
                  <a:lnTo>
                    <a:pt x="394995" y="78308"/>
                  </a:lnTo>
                  <a:lnTo>
                    <a:pt x="395592" y="71640"/>
                  </a:lnTo>
                  <a:close/>
                </a:path>
                <a:path w="431165" h="1273810">
                  <a:moveTo>
                    <a:pt x="396595" y="38442"/>
                  </a:moveTo>
                  <a:lnTo>
                    <a:pt x="394919" y="36753"/>
                  </a:lnTo>
                  <a:lnTo>
                    <a:pt x="390410" y="36753"/>
                  </a:lnTo>
                  <a:lnTo>
                    <a:pt x="388632" y="38442"/>
                  </a:lnTo>
                  <a:lnTo>
                    <a:pt x="388632" y="42710"/>
                  </a:lnTo>
                  <a:lnTo>
                    <a:pt x="390410" y="44526"/>
                  </a:lnTo>
                  <a:lnTo>
                    <a:pt x="392633" y="44526"/>
                  </a:lnTo>
                  <a:lnTo>
                    <a:pt x="394919" y="44526"/>
                  </a:lnTo>
                  <a:lnTo>
                    <a:pt x="396595" y="42710"/>
                  </a:lnTo>
                  <a:lnTo>
                    <a:pt x="396595" y="38442"/>
                  </a:lnTo>
                  <a:close/>
                </a:path>
                <a:path w="431165" h="1273810">
                  <a:moveTo>
                    <a:pt x="407123" y="37541"/>
                  </a:moveTo>
                  <a:lnTo>
                    <a:pt x="405218" y="35699"/>
                  </a:lnTo>
                  <a:lnTo>
                    <a:pt x="400888" y="35699"/>
                  </a:lnTo>
                  <a:lnTo>
                    <a:pt x="399161" y="37541"/>
                  </a:lnTo>
                  <a:lnTo>
                    <a:pt x="399161" y="41694"/>
                  </a:lnTo>
                  <a:lnTo>
                    <a:pt x="400888" y="43586"/>
                  </a:lnTo>
                  <a:lnTo>
                    <a:pt x="403199" y="43586"/>
                  </a:lnTo>
                  <a:lnTo>
                    <a:pt x="405218" y="43586"/>
                  </a:lnTo>
                  <a:lnTo>
                    <a:pt x="407123" y="41694"/>
                  </a:lnTo>
                  <a:lnTo>
                    <a:pt x="407123" y="37541"/>
                  </a:lnTo>
                  <a:close/>
                </a:path>
                <a:path w="431165" h="1273810">
                  <a:moveTo>
                    <a:pt x="417156" y="40386"/>
                  </a:moveTo>
                  <a:lnTo>
                    <a:pt x="415315" y="38684"/>
                  </a:lnTo>
                  <a:lnTo>
                    <a:pt x="410819" y="38684"/>
                  </a:lnTo>
                  <a:lnTo>
                    <a:pt x="409079" y="40386"/>
                  </a:lnTo>
                  <a:lnTo>
                    <a:pt x="409079" y="44856"/>
                  </a:lnTo>
                  <a:lnTo>
                    <a:pt x="410819" y="46507"/>
                  </a:lnTo>
                  <a:lnTo>
                    <a:pt x="413131" y="46507"/>
                  </a:lnTo>
                  <a:lnTo>
                    <a:pt x="415315" y="46507"/>
                  </a:lnTo>
                  <a:lnTo>
                    <a:pt x="417156" y="44856"/>
                  </a:lnTo>
                  <a:lnTo>
                    <a:pt x="417156" y="40386"/>
                  </a:lnTo>
                  <a:close/>
                </a:path>
                <a:path w="431165" h="1273810">
                  <a:moveTo>
                    <a:pt x="424954" y="47142"/>
                  </a:moveTo>
                  <a:lnTo>
                    <a:pt x="423075" y="45440"/>
                  </a:lnTo>
                  <a:lnTo>
                    <a:pt x="418706" y="45440"/>
                  </a:lnTo>
                  <a:lnTo>
                    <a:pt x="416941" y="47142"/>
                  </a:lnTo>
                  <a:lnTo>
                    <a:pt x="416941" y="51600"/>
                  </a:lnTo>
                  <a:lnTo>
                    <a:pt x="418706" y="53225"/>
                  </a:lnTo>
                  <a:lnTo>
                    <a:pt x="421005" y="53225"/>
                  </a:lnTo>
                  <a:lnTo>
                    <a:pt x="423075" y="53225"/>
                  </a:lnTo>
                  <a:lnTo>
                    <a:pt x="424954" y="51600"/>
                  </a:lnTo>
                  <a:lnTo>
                    <a:pt x="424954" y="47142"/>
                  </a:lnTo>
                  <a:close/>
                </a:path>
                <a:path w="431165" h="1273810">
                  <a:moveTo>
                    <a:pt x="428637" y="75158"/>
                  </a:moveTo>
                  <a:lnTo>
                    <a:pt x="426923" y="73393"/>
                  </a:lnTo>
                  <a:lnTo>
                    <a:pt x="424726" y="73393"/>
                  </a:lnTo>
                  <a:lnTo>
                    <a:pt x="422478" y="73393"/>
                  </a:lnTo>
                  <a:lnTo>
                    <a:pt x="420598" y="75158"/>
                  </a:lnTo>
                  <a:lnTo>
                    <a:pt x="420598" y="79552"/>
                  </a:lnTo>
                  <a:lnTo>
                    <a:pt x="422478" y="81330"/>
                  </a:lnTo>
                  <a:lnTo>
                    <a:pt x="426923" y="81330"/>
                  </a:lnTo>
                  <a:lnTo>
                    <a:pt x="428637" y="79552"/>
                  </a:lnTo>
                  <a:lnTo>
                    <a:pt x="428637" y="75158"/>
                  </a:lnTo>
                  <a:close/>
                </a:path>
                <a:path w="431165" h="1273810">
                  <a:moveTo>
                    <a:pt x="429285" y="56184"/>
                  </a:moveTo>
                  <a:lnTo>
                    <a:pt x="427507" y="54317"/>
                  </a:lnTo>
                  <a:lnTo>
                    <a:pt x="423075" y="54317"/>
                  </a:lnTo>
                  <a:lnTo>
                    <a:pt x="421360" y="56184"/>
                  </a:lnTo>
                  <a:lnTo>
                    <a:pt x="421360" y="58331"/>
                  </a:lnTo>
                  <a:lnTo>
                    <a:pt x="421360" y="60502"/>
                  </a:lnTo>
                  <a:lnTo>
                    <a:pt x="423075" y="62306"/>
                  </a:lnTo>
                  <a:lnTo>
                    <a:pt x="427507" y="62306"/>
                  </a:lnTo>
                  <a:lnTo>
                    <a:pt x="429285" y="60502"/>
                  </a:lnTo>
                  <a:lnTo>
                    <a:pt x="429285" y="56184"/>
                  </a:lnTo>
                  <a:close/>
                </a:path>
                <a:path w="431165" h="1273810">
                  <a:moveTo>
                    <a:pt x="430644" y="65735"/>
                  </a:moveTo>
                  <a:lnTo>
                    <a:pt x="428879" y="63995"/>
                  </a:lnTo>
                  <a:lnTo>
                    <a:pt x="426631" y="63995"/>
                  </a:lnTo>
                  <a:lnTo>
                    <a:pt x="424510" y="63995"/>
                  </a:lnTo>
                  <a:lnTo>
                    <a:pt x="422579" y="65735"/>
                  </a:lnTo>
                  <a:lnTo>
                    <a:pt x="422579" y="70129"/>
                  </a:lnTo>
                  <a:lnTo>
                    <a:pt x="424510" y="71742"/>
                  </a:lnTo>
                  <a:lnTo>
                    <a:pt x="428879" y="71742"/>
                  </a:lnTo>
                  <a:lnTo>
                    <a:pt x="430644" y="70129"/>
                  </a:lnTo>
                  <a:lnTo>
                    <a:pt x="430644" y="65735"/>
                  </a:lnTo>
                  <a:close/>
                </a:path>
              </a:pathLst>
            </a:custGeom>
            <a:solidFill>
              <a:srgbClr val="FFFFFF"/>
            </a:solidFill>
          </p:spPr>
          <p:txBody>
            <a:bodyPr wrap="square" lIns="0" tIns="0" rIns="0" bIns="0" rtlCol="0"/>
            <a:lstStyle/>
            <a:p>
              <a:endParaRPr/>
            </a:p>
          </p:txBody>
        </p:sp>
        <p:pic>
          <p:nvPicPr>
            <p:cNvPr id="8" name="object 8"/>
            <p:cNvPicPr>
              <a:picLocks noGrp="1" noRot="1" noMove="1" noResize="1" noEditPoints="1" noAdjustHandles="1" noChangeArrowheads="1" noChangeShapeType="1" noCrop="1"/>
            </p:cNvPicPr>
            <p:nvPr/>
          </p:nvPicPr>
          <p:blipFill>
            <a:blip r:embed="rId2" cstate="print"/>
            <a:stretch>
              <a:fillRect/>
            </a:stretch>
          </p:blipFill>
          <p:spPr>
            <a:xfrm>
              <a:off x="859313" y="758855"/>
              <a:ext cx="127684" cy="138549"/>
            </a:xfrm>
            <a:prstGeom prst="rect">
              <a:avLst/>
            </a:prstGeom>
          </p:spPr>
        </p:pic>
        <p:sp>
          <p:nvSpPr>
            <p:cNvPr id="9" name="object 9"/>
            <p:cNvSpPr>
              <a:spLocks noGrp="1" noRot="1" noMove="1" noResize="1" noEditPoints="1" noAdjustHandles="1" noChangeArrowheads="1" noChangeShapeType="1"/>
            </p:cNvSpPr>
            <p:nvPr/>
          </p:nvSpPr>
          <p:spPr>
            <a:xfrm>
              <a:off x="750720" y="833538"/>
              <a:ext cx="382905" cy="100965"/>
            </a:xfrm>
            <a:custGeom>
              <a:avLst/>
              <a:gdLst/>
              <a:ahLst/>
              <a:cxnLst/>
              <a:rect l="l" t="t" r="r" b="b"/>
              <a:pathLst>
                <a:path w="382905" h="100965">
                  <a:moveTo>
                    <a:pt x="191296" y="100680"/>
                  </a:moveTo>
                  <a:lnTo>
                    <a:pt x="141980" y="95797"/>
                  </a:lnTo>
                  <a:lnTo>
                    <a:pt x="116222" y="66004"/>
                  </a:lnTo>
                  <a:lnTo>
                    <a:pt x="108211" y="49550"/>
                  </a:lnTo>
                  <a:lnTo>
                    <a:pt x="108211" y="38518"/>
                  </a:lnTo>
                  <a:lnTo>
                    <a:pt x="119910" y="28106"/>
                  </a:lnTo>
                  <a:lnTo>
                    <a:pt x="109483" y="30361"/>
                  </a:lnTo>
                  <a:lnTo>
                    <a:pt x="98933" y="35024"/>
                  </a:lnTo>
                  <a:lnTo>
                    <a:pt x="88336" y="41244"/>
                  </a:lnTo>
                  <a:lnTo>
                    <a:pt x="61533" y="58575"/>
                  </a:lnTo>
                  <a:lnTo>
                    <a:pt x="47923" y="65679"/>
                  </a:lnTo>
                  <a:lnTo>
                    <a:pt x="41178" y="67616"/>
                  </a:lnTo>
                  <a:lnTo>
                    <a:pt x="28212" y="67616"/>
                  </a:lnTo>
                  <a:lnTo>
                    <a:pt x="6506" y="51161"/>
                  </a:lnTo>
                  <a:lnTo>
                    <a:pt x="348" y="48403"/>
                  </a:lnTo>
                  <a:lnTo>
                    <a:pt x="0" y="47551"/>
                  </a:lnTo>
                  <a:lnTo>
                    <a:pt x="522" y="45924"/>
                  </a:lnTo>
                  <a:lnTo>
                    <a:pt x="1409" y="45521"/>
                  </a:lnTo>
                  <a:lnTo>
                    <a:pt x="2216" y="45769"/>
                  </a:lnTo>
                  <a:lnTo>
                    <a:pt x="16212" y="46242"/>
                  </a:lnTo>
                  <a:lnTo>
                    <a:pt x="31341" y="41314"/>
                  </a:lnTo>
                  <a:lnTo>
                    <a:pt x="47137" y="32831"/>
                  </a:lnTo>
                  <a:lnTo>
                    <a:pt x="76300" y="14203"/>
                  </a:lnTo>
                  <a:lnTo>
                    <a:pt x="88981" y="6966"/>
                  </a:lnTo>
                  <a:lnTo>
                    <a:pt x="101041" y="1905"/>
                  </a:lnTo>
                  <a:lnTo>
                    <a:pt x="112343" y="0"/>
                  </a:lnTo>
                  <a:lnTo>
                    <a:pt x="117662" y="0"/>
                  </a:lnTo>
                  <a:lnTo>
                    <a:pt x="122364" y="1146"/>
                  </a:lnTo>
                  <a:lnTo>
                    <a:pt x="131531" y="5965"/>
                  </a:lnTo>
                  <a:lnTo>
                    <a:pt x="135346" y="10365"/>
                  </a:lnTo>
                  <a:lnTo>
                    <a:pt x="140223" y="21846"/>
                  </a:lnTo>
                  <a:lnTo>
                    <a:pt x="148946" y="35527"/>
                  </a:lnTo>
                  <a:lnTo>
                    <a:pt x="148946" y="41756"/>
                  </a:lnTo>
                  <a:lnTo>
                    <a:pt x="147870" y="44080"/>
                  </a:lnTo>
                  <a:lnTo>
                    <a:pt x="143136" y="48171"/>
                  </a:lnTo>
                  <a:lnTo>
                    <a:pt x="127526" y="56026"/>
                  </a:lnTo>
                  <a:lnTo>
                    <a:pt x="127272" y="58908"/>
                  </a:lnTo>
                  <a:lnTo>
                    <a:pt x="171766" y="68448"/>
                  </a:lnTo>
                  <a:lnTo>
                    <a:pt x="191296" y="69242"/>
                  </a:lnTo>
                  <a:lnTo>
                    <a:pt x="201286" y="69039"/>
                  </a:lnTo>
                  <a:lnTo>
                    <a:pt x="243526" y="63080"/>
                  </a:lnTo>
                  <a:lnTo>
                    <a:pt x="255511" y="59016"/>
                  </a:lnTo>
                  <a:lnTo>
                    <a:pt x="255020" y="57064"/>
                  </a:lnTo>
                  <a:lnTo>
                    <a:pt x="242307" y="50650"/>
                  </a:lnTo>
                  <a:lnTo>
                    <a:pt x="239441" y="48682"/>
                  </a:lnTo>
                  <a:lnTo>
                    <a:pt x="234945" y="44251"/>
                  </a:lnTo>
                  <a:lnTo>
                    <a:pt x="233726" y="41756"/>
                  </a:lnTo>
                  <a:lnTo>
                    <a:pt x="233726" y="35527"/>
                  </a:lnTo>
                  <a:lnTo>
                    <a:pt x="242560" y="21846"/>
                  </a:lnTo>
                  <a:lnTo>
                    <a:pt x="247389" y="10365"/>
                  </a:lnTo>
                  <a:lnTo>
                    <a:pt x="251236" y="5965"/>
                  </a:lnTo>
                  <a:lnTo>
                    <a:pt x="256096" y="3176"/>
                  </a:lnTo>
                  <a:lnTo>
                    <a:pt x="260260" y="1146"/>
                  </a:lnTo>
                  <a:lnTo>
                    <a:pt x="264962" y="0"/>
                  </a:lnTo>
                  <a:lnTo>
                    <a:pt x="270424" y="0"/>
                  </a:lnTo>
                  <a:lnTo>
                    <a:pt x="281660" y="1905"/>
                  </a:lnTo>
                  <a:lnTo>
                    <a:pt x="293697" y="6966"/>
                  </a:lnTo>
                  <a:lnTo>
                    <a:pt x="306376" y="14203"/>
                  </a:lnTo>
                  <a:lnTo>
                    <a:pt x="335500" y="32831"/>
                  </a:lnTo>
                  <a:lnTo>
                    <a:pt x="351306" y="41314"/>
                  </a:lnTo>
                  <a:lnTo>
                    <a:pt x="366475" y="46242"/>
                  </a:lnTo>
                  <a:lnTo>
                    <a:pt x="380535" y="45769"/>
                  </a:lnTo>
                  <a:lnTo>
                    <a:pt x="381311" y="45521"/>
                  </a:lnTo>
                  <a:lnTo>
                    <a:pt x="382182" y="45924"/>
                  </a:lnTo>
                  <a:lnTo>
                    <a:pt x="382467" y="46683"/>
                  </a:lnTo>
                  <a:lnTo>
                    <a:pt x="382688" y="47551"/>
                  </a:lnTo>
                  <a:lnTo>
                    <a:pt x="382324" y="48403"/>
                  </a:lnTo>
                  <a:lnTo>
                    <a:pt x="376166" y="51083"/>
                  </a:lnTo>
                  <a:lnTo>
                    <a:pt x="354460" y="67616"/>
                  </a:lnTo>
                  <a:lnTo>
                    <a:pt x="341510" y="67616"/>
                  </a:lnTo>
                  <a:lnTo>
                    <a:pt x="334860" y="65679"/>
                  </a:lnTo>
                  <a:lnTo>
                    <a:pt x="319456" y="57715"/>
                  </a:lnTo>
                  <a:lnTo>
                    <a:pt x="294434" y="41212"/>
                  </a:lnTo>
                  <a:lnTo>
                    <a:pt x="283777" y="34995"/>
                  </a:lnTo>
                  <a:lnTo>
                    <a:pt x="273188" y="30350"/>
                  </a:lnTo>
                  <a:lnTo>
                    <a:pt x="262746" y="28106"/>
                  </a:lnTo>
                  <a:lnTo>
                    <a:pt x="274968" y="38936"/>
                  </a:lnTo>
                  <a:lnTo>
                    <a:pt x="274968" y="49704"/>
                  </a:lnTo>
                  <a:lnTo>
                    <a:pt x="271216" y="56599"/>
                  </a:lnTo>
                  <a:lnTo>
                    <a:pt x="266593" y="66004"/>
                  </a:lnTo>
                  <a:lnTo>
                    <a:pt x="261099" y="86999"/>
                  </a:lnTo>
                  <a:lnTo>
                    <a:pt x="251078" y="92034"/>
                  </a:lnTo>
                  <a:lnTo>
                    <a:pt x="240766" y="95797"/>
                  </a:lnTo>
                  <a:lnTo>
                    <a:pt x="227326" y="98501"/>
                  </a:lnTo>
                  <a:lnTo>
                    <a:pt x="210816" y="100133"/>
                  </a:lnTo>
                  <a:lnTo>
                    <a:pt x="191296" y="100680"/>
                  </a:lnTo>
                  <a:close/>
                </a:path>
              </a:pathLst>
            </a:custGeom>
            <a:solidFill>
              <a:srgbClr val="FFFFFF"/>
            </a:solidFill>
          </p:spPr>
          <p:txBody>
            <a:bodyPr wrap="square" lIns="0" tIns="0" rIns="0" bIns="0" rtlCol="0"/>
            <a:lstStyle/>
            <a:p>
              <a:endParaRPr/>
            </a:p>
          </p:txBody>
        </p:sp>
        <p:pic>
          <p:nvPicPr>
            <p:cNvPr id="10" name="object 10"/>
            <p:cNvPicPr>
              <a:picLocks noGrp="1" noRot="1" noMove="1" noResize="1" noEditPoints="1" noAdjustHandles="1" noChangeArrowheads="1" noChangeShapeType="1" noCrop="1"/>
            </p:cNvPicPr>
            <p:nvPr/>
          </p:nvPicPr>
          <p:blipFill>
            <a:blip r:embed="rId3" cstate="print"/>
            <a:stretch>
              <a:fillRect/>
            </a:stretch>
          </p:blipFill>
          <p:spPr>
            <a:xfrm>
              <a:off x="864000" y="607992"/>
              <a:ext cx="162906" cy="217170"/>
            </a:xfrm>
            <a:prstGeom prst="rect">
              <a:avLst/>
            </a:prstGeom>
          </p:spPr>
        </p:pic>
        <p:sp>
          <p:nvSpPr>
            <p:cNvPr id="11" name="object 11"/>
            <p:cNvSpPr>
              <a:spLocks noGrp="1" noRot="1" noMove="1" noResize="1" noEditPoints="1" noAdjustHandles="1" noChangeArrowheads="1" noChangeShapeType="1"/>
            </p:cNvSpPr>
            <p:nvPr/>
          </p:nvSpPr>
          <p:spPr>
            <a:xfrm>
              <a:off x="702043" y="546036"/>
              <a:ext cx="492759" cy="325120"/>
            </a:xfrm>
            <a:custGeom>
              <a:avLst/>
              <a:gdLst/>
              <a:ahLst/>
              <a:cxnLst/>
              <a:rect l="l" t="t" r="r" b="b"/>
              <a:pathLst>
                <a:path w="492759" h="325119">
                  <a:moveTo>
                    <a:pt x="71945" y="28511"/>
                  </a:moveTo>
                  <a:lnTo>
                    <a:pt x="70612" y="27266"/>
                  </a:lnTo>
                  <a:lnTo>
                    <a:pt x="67449" y="27266"/>
                  </a:lnTo>
                  <a:lnTo>
                    <a:pt x="66065" y="28511"/>
                  </a:lnTo>
                  <a:lnTo>
                    <a:pt x="66065" y="31661"/>
                  </a:lnTo>
                  <a:lnTo>
                    <a:pt x="67449" y="32893"/>
                  </a:lnTo>
                  <a:lnTo>
                    <a:pt x="70612" y="32893"/>
                  </a:lnTo>
                  <a:lnTo>
                    <a:pt x="71945" y="31661"/>
                  </a:lnTo>
                  <a:lnTo>
                    <a:pt x="71945" y="30048"/>
                  </a:lnTo>
                  <a:lnTo>
                    <a:pt x="71945" y="28511"/>
                  </a:lnTo>
                  <a:close/>
                </a:path>
                <a:path w="492759" h="325119">
                  <a:moveTo>
                    <a:pt x="73012" y="36055"/>
                  </a:moveTo>
                  <a:lnTo>
                    <a:pt x="71653" y="34772"/>
                  </a:lnTo>
                  <a:lnTo>
                    <a:pt x="68478" y="34772"/>
                  </a:lnTo>
                  <a:lnTo>
                    <a:pt x="67106" y="36055"/>
                  </a:lnTo>
                  <a:lnTo>
                    <a:pt x="67106" y="39103"/>
                  </a:lnTo>
                  <a:lnTo>
                    <a:pt x="68478" y="40513"/>
                  </a:lnTo>
                  <a:lnTo>
                    <a:pt x="71653" y="40513"/>
                  </a:lnTo>
                  <a:lnTo>
                    <a:pt x="73012" y="39103"/>
                  </a:lnTo>
                  <a:lnTo>
                    <a:pt x="73012" y="37490"/>
                  </a:lnTo>
                  <a:lnTo>
                    <a:pt x="73012" y="36055"/>
                  </a:lnTo>
                  <a:close/>
                </a:path>
                <a:path w="492759" h="325119">
                  <a:moveTo>
                    <a:pt x="76466" y="22326"/>
                  </a:moveTo>
                  <a:lnTo>
                    <a:pt x="75107" y="21132"/>
                  </a:lnTo>
                  <a:lnTo>
                    <a:pt x="71945" y="21132"/>
                  </a:lnTo>
                  <a:lnTo>
                    <a:pt x="70688" y="22326"/>
                  </a:lnTo>
                  <a:lnTo>
                    <a:pt x="70688" y="25438"/>
                  </a:lnTo>
                  <a:lnTo>
                    <a:pt x="71945" y="26771"/>
                  </a:lnTo>
                  <a:lnTo>
                    <a:pt x="73596" y="26771"/>
                  </a:lnTo>
                  <a:lnTo>
                    <a:pt x="75107" y="26771"/>
                  </a:lnTo>
                  <a:lnTo>
                    <a:pt x="76466" y="25438"/>
                  </a:lnTo>
                  <a:lnTo>
                    <a:pt x="76466" y="22326"/>
                  </a:lnTo>
                  <a:close/>
                </a:path>
                <a:path w="492759" h="325119">
                  <a:moveTo>
                    <a:pt x="84124" y="21856"/>
                  </a:moveTo>
                  <a:lnTo>
                    <a:pt x="82880" y="20637"/>
                  </a:lnTo>
                  <a:lnTo>
                    <a:pt x="79679" y="20637"/>
                  </a:lnTo>
                  <a:lnTo>
                    <a:pt x="78409" y="21856"/>
                  </a:lnTo>
                  <a:lnTo>
                    <a:pt x="78409" y="24993"/>
                  </a:lnTo>
                  <a:lnTo>
                    <a:pt x="79679" y="26327"/>
                  </a:lnTo>
                  <a:lnTo>
                    <a:pt x="81229" y="26327"/>
                  </a:lnTo>
                  <a:lnTo>
                    <a:pt x="82880" y="26327"/>
                  </a:lnTo>
                  <a:lnTo>
                    <a:pt x="84124" y="24993"/>
                  </a:lnTo>
                  <a:lnTo>
                    <a:pt x="84124" y="21856"/>
                  </a:lnTo>
                  <a:close/>
                </a:path>
                <a:path w="492759" h="325119">
                  <a:moveTo>
                    <a:pt x="94157" y="24358"/>
                  </a:moveTo>
                  <a:lnTo>
                    <a:pt x="94043" y="20967"/>
                  </a:lnTo>
                  <a:lnTo>
                    <a:pt x="93319" y="19939"/>
                  </a:lnTo>
                  <a:lnTo>
                    <a:pt x="92087" y="19316"/>
                  </a:lnTo>
                  <a:lnTo>
                    <a:pt x="90779" y="18237"/>
                  </a:lnTo>
                  <a:lnTo>
                    <a:pt x="89103" y="16637"/>
                  </a:lnTo>
                  <a:lnTo>
                    <a:pt x="88595" y="16052"/>
                  </a:lnTo>
                  <a:lnTo>
                    <a:pt x="88112" y="15494"/>
                  </a:lnTo>
                  <a:lnTo>
                    <a:pt x="88163" y="15341"/>
                  </a:lnTo>
                  <a:lnTo>
                    <a:pt x="88265" y="15113"/>
                  </a:lnTo>
                  <a:lnTo>
                    <a:pt x="93243" y="15494"/>
                  </a:lnTo>
                  <a:lnTo>
                    <a:pt x="93179" y="15341"/>
                  </a:lnTo>
                  <a:lnTo>
                    <a:pt x="93091" y="15113"/>
                  </a:lnTo>
                  <a:lnTo>
                    <a:pt x="92456" y="13474"/>
                  </a:lnTo>
                  <a:lnTo>
                    <a:pt x="91262" y="10426"/>
                  </a:lnTo>
                  <a:lnTo>
                    <a:pt x="87731" y="13474"/>
                  </a:lnTo>
                  <a:lnTo>
                    <a:pt x="87363" y="13474"/>
                  </a:lnTo>
                  <a:lnTo>
                    <a:pt x="87083" y="8115"/>
                  </a:lnTo>
                  <a:lnTo>
                    <a:pt x="82042" y="9906"/>
                  </a:lnTo>
                  <a:lnTo>
                    <a:pt x="85382" y="13995"/>
                  </a:lnTo>
                  <a:lnTo>
                    <a:pt x="85242" y="14224"/>
                  </a:lnTo>
                  <a:lnTo>
                    <a:pt x="85242" y="14376"/>
                  </a:lnTo>
                  <a:lnTo>
                    <a:pt x="80759" y="14630"/>
                  </a:lnTo>
                  <a:lnTo>
                    <a:pt x="83185" y="19697"/>
                  </a:lnTo>
                  <a:lnTo>
                    <a:pt x="86080" y="16052"/>
                  </a:lnTo>
                  <a:lnTo>
                    <a:pt x="86220" y="16052"/>
                  </a:lnTo>
                  <a:lnTo>
                    <a:pt x="86347" y="16637"/>
                  </a:lnTo>
                  <a:lnTo>
                    <a:pt x="86588" y="17881"/>
                  </a:lnTo>
                  <a:lnTo>
                    <a:pt x="86715" y="19697"/>
                  </a:lnTo>
                  <a:lnTo>
                    <a:pt x="86791" y="24358"/>
                  </a:lnTo>
                  <a:lnTo>
                    <a:pt x="88392" y="26060"/>
                  </a:lnTo>
                  <a:lnTo>
                    <a:pt x="92506" y="26060"/>
                  </a:lnTo>
                  <a:lnTo>
                    <a:pt x="94157" y="24358"/>
                  </a:lnTo>
                  <a:close/>
                </a:path>
                <a:path w="492759" h="325119">
                  <a:moveTo>
                    <a:pt x="100431" y="15557"/>
                  </a:moveTo>
                  <a:lnTo>
                    <a:pt x="99174" y="14630"/>
                  </a:lnTo>
                  <a:lnTo>
                    <a:pt x="98107" y="13474"/>
                  </a:lnTo>
                  <a:lnTo>
                    <a:pt x="96126" y="13474"/>
                  </a:lnTo>
                  <a:lnTo>
                    <a:pt x="95008" y="14630"/>
                  </a:lnTo>
                  <a:lnTo>
                    <a:pt x="93941" y="15557"/>
                  </a:lnTo>
                  <a:lnTo>
                    <a:pt x="93941" y="17360"/>
                  </a:lnTo>
                  <a:lnTo>
                    <a:pt x="95084" y="18605"/>
                  </a:lnTo>
                  <a:lnTo>
                    <a:pt x="96126" y="19685"/>
                  </a:lnTo>
                  <a:lnTo>
                    <a:pt x="98107" y="19685"/>
                  </a:lnTo>
                  <a:lnTo>
                    <a:pt x="99174" y="18516"/>
                  </a:lnTo>
                  <a:lnTo>
                    <a:pt x="100431" y="17360"/>
                  </a:lnTo>
                  <a:lnTo>
                    <a:pt x="100431" y="15557"/>
                  </a:lnTo>
                  <a:close/>
                </a:path>
                <a:path w="492759" h="325119">
                  <a:moveTo>
                    <a:pt x="106845" y="10795"/>
                  </a:moveTo>
                  <a:lnTo>
                    <a:pt x="105765" y="9817"/>
                  </a:lnTo>
                  <a:lnTo>
                    <a:pt x="104559" y="8572"/>
                  </a:lnTo>
                  <a:lnTo>
                    <a:pt x="102730" y="8572"/>
                  </a:lnTo>
                  <a:lnTo>
                    <a:pt x="101536" y="9817"/>
                  </a:lnTo>
                  <a:lnTo>
                    <a:pt x="100457" y="10795"/>
                  </a:lnTo>
                  <a:lnTo>
                    <a:pt x="100457" y="12661"/>
                  </a:lnTo>
                  <a:lnTo>
                    <a:pt x="101536" y="13906"/>
                  </a:lnTo>
                  <a:lnTo>
                    <a:pt x="102730" y="14859"/>
                  </a:lnTo>
                  <a:lnTo>
                    <a:pt x="104559" y="14859"/>
                  </a:lnTo>
                  <a:lnTo>
                    <a:pt x="105765" y="13906"/>
                  </a:lnTo>
                  <a:lnTo>
                    <a:pt x="106845" y="12661"/>
                  </a:lnTo>
                  <a:lnTo>
                    <a:pt x="106845" y="10795"/>
                  </a:lnTo>
                  <a:close/>
                </a:path>
                <a:path w="492759" h="325119">
                  <a:moveTo>
                    <a:pt x="114452" y="12128"/>
                  </a:moveTo>
                  <a:lnTo>
                    <a:pt x="113347" y="10960"/>
                  </a:lnTo>
                  <a:lnTo>
                    <a:pt x="112191" y="9906"/>
                  </a:lnTo>
                  <a:lnTo>
                    <a:pt x="110337" y="9906"/>
                  </a:lnTo>
                  <a:lnTo>
                    <a:pt x="109321" y="10960"/>
                  </a:lnTo>
                  <a:lnTo>
                    <a:pt x="108089" y="12128"/>
                  </a:lnTo>
                  <a:lnTo>
                    <a:pt x="108216" y="13995"/>
                  </a:lnTo>
                  <a:lnTo>
                    <a:pt x="110464" y="16052"/>
                  </a:lnTo>
                  <a:lnTo>
                    <a:pt x="112318" y="16052"/>
                  </a:lnTo>
                  <a:lnTo>
                    <a:pt x="113347" y="15024"/>
                  </a:lnTo>
                  <a:lnTo>
                    <a:pt x="114452" y="13995"/>
                  </a:lnTo>
                  <a:lnTo>
                    <a:pt x="114452" y="12128"/>
                  </a:lnTo>
                  <a:close/>
                </a:path>
                <a:path w="492759" h="325119">
                  <a:moveTo>
                    <a:pt x="118529" y="23126"/>
                  </a:moveTo>
                  <a:lnTo>
                    <a:pt x="114071" y="23393"/>
                  </a:lnTo>
                  <a:lnTo>
                    <a:pt x="115328" y="25158"/>
                  </a:lnTo>
                  <a:lnTo>
                    <a:pt x="115722" y="25984"/>
                  </a:lnTo>
                  <a:lnTo>
                    <a:pt x="115836" y="27457"/>
                  </a:lnTo>
                  <a:lnTo>
                    <a:pt x="115011" y="27051"/>
                  </a:lnTo>
                  <a:lnTo>
                    <a:pt x="113855" y="26162"/>
                  </a:lnTo>
                  <a:lnTo>
                    <a:pt x="112826" y="24726"/>
                  </a:lnTo>
                  <a:lnTo>
                    <a:pt x="112941" y="26162"/>
                  </a:lnTo>
                  <a:lnTo>
                    <a:pt x="113042" y="27457"/>
                  </a:lnTo>
                  <a:lnTo>
                    <a:pt x="113157" y="28829"/>
                  </a:lnTo>
                  <a:lnTo>
                    <a:pt x="113258" y="30035"/>
                  </a:lnTo>
                  <a:lnTo>
                    <a:pt x="113322" y="30848"/>
                  </a:lnTo>
                  <a:lnTo>
                    <a:pt x="113398" y="31127"/>
                  </a:lnTo>
                  <a:lnTo>
                    <a:pt x="114071" y="30035"/>
                  </a:lnTo>
                  <a:lnTo>
                    <a:pt x="114198" y="29908"/>
                  </a:lnTo>
                  <a:lnTo>
                    <a:pt x="114782" y="29235"/>
                  </a:lnTo>
                  <a:lnTo>
                    <a:pt x="115836" y="28829"/>
                  </a:lnTo>
                  <a:lnTo>
                    <a:pt x="115722" y="31127"/>
                  </a:lnTo>
                  <a:lnTo>
                    <a:pt x="115608" y="33248"/>
                  </a:lnTo>
                  <a:lnTo>
                    <a:pt x="113855" y="34925"/>
                  </a:lnTo>
                  <a:lnTo>
                    <a:pt x="112318" y="35242"/>
                  </a:lnTo>
                  <a:lnTo>
                    <a:pt x="111023" y="35496"/>
                  </a:lnTo>
                  <a:lnTo>
                    <a:pt x="110426" y="35496"/>
                  </a:lnTo>
                  <a:lnTo>
                    <a:pt x="109093" y="34429"/>
                  </a:lnTo>
                  <a:lnTo>
                    <a:pt x="109029" y="34036"/>
                  </a:lnTo>
                  <a:lnTo>
                    <a:pt x="108940" y="33528"/>
                  </a:lnTo>
                  <a:lnTo>
                    <a:pt x="108889" y="33248"/>
                  </a:lnTo>
                  <a:lnTo>
                    <a:pt x="108775" y="32537"/>
                  </a:lnTo>
                  <a:lnTo>
                    <a:pt x="108534" y="31127"/>
                  </a:lnTo>
                  <a:lnTo>
                    <a:pt x="108915" y="30848"/>
                  </a:lnTo>
                  <a:lnTo>
                    <a:pt x="110197" y="29908"/>
                  </a:lnTo>
                  <a:lnTo>
                    <a:pt x="112014" y="31648"/>
                  </a:lnTo>
                  <a:lnTo>
                    <a:pt x="112039" y="31369"/>
                  </a:lnTo>
                  <a:lnTo>
                    <a:pt x="112153" y="29908"/>
                  </a:lnTo>
                  <a:lnTo>
                    <a:pt x="112191" y="29489"/>
                  </a:lnTo>
                  <a:lnTo>
                    <a:pt x="112204" y="29235"/>
                  </a:lnTo>
                  <a:lnTo>
                    <a:pt x="112318" y="27774"/>
                  </a:lnTo>
                  <a:lnTo>
                    <a:pt x="109004" y="27774"/>
                  </a:lnTo>
                  <a:lnTo>
                    <a:pt x="107619" y="29235"/>
                  </a:lnTo>
                  <a:lnTo>
                    <a:pt x="109321" y="25615"/>
                  </a:lnTo>
                  <a:lnTo>
                    <a:pt x="109207" y="25158"/>
                  </a:lnTo>
                  <a:lnTo>
                    <a:pt x="109080" y="24726"/>
                  </a:lnTo>
                  <a:lnTo>
                    <a:pt x="109029" y="24561"/>
                  </a:lnTo>
                  <a:lnTo>
                    <a:pt x="108597" y="22974"/>
                  </a:lnTo>
                  <a:lnTo>
                    <a:pt x="105181" y="21132"/>
                  </a:lnTo>
                  <a:lnTo>
                    <a:pt x="102971" y="24561"/>
                  </a:lnTo>
                  <a:lnTo>
                    <a:pt x="103035" y="24726"/>
                  </a:lnTo>
                  <a:lnTo>
                    <a:pt x="103911" y="27051"/>
                  </a:lnTo>
                  <a:lnTo>
                    <a:pt x="106489" y="29489"/>
                  </a:lnTo>
                  <a:lnTo>
                    <a:pt x="103911" y="28333"/>
                  </a:lnTo>
                  <a:lnTo>
                    <a:pt x="101536" y="30492"/>
                  </a:lnTo>
                  <a:lnTo>
                    <a:pt x="103911" y="33528"/>
                  </a:lnTo>
                  <a:lnTo>
                    <a:pt x="103962" y="33248"/>
                  </a:lnTo>
                  <a:lnTo>
                    <a:pt x="104432" y="30848"/>
                  </a:lnTo>
                  <a:lnTo>
                    <a:pt x="106730" y="31369"/>
                  </a:lnTo>
                  <a:lnTo>
                    <a:pt x="106794" y="31648"/>
                  </a:lnTo>
                  <a:lnTo>
                    <a:pt x="107632" y="35242"/>
                  </a:lnTo>
                  <a:lnTo>
                    <a:pt x="105879" y="37414"/>
                  </a:lnTo>
                  <a:lnTo>
                    <a:pt x="99047" y="39535"/>
                  </a:lnTo>
                  <a:lnTo>
                    <a:pt x="98971" y="39382"/>
                  </a:lnTo>
                  <a:lnTo>
                    <a:pt x="97599" y="36906"/>
                  </a:lnTo>
                  <a:lnTo>
                    <a:pt x="96939" y="35496"/>
                  </a:lnTo>
                  <a:lnTo>
                    <a:pt x="96824" y="35242"/>
                  </a:lnTo>
                  <a:lnTo>
                    <a:pt x="96672" y="34925"/>
                  </a:lnTo>
                  <a:lnTo>
                    <a:pt x="96710" y="34683"/>
                  </a:lnTo>
                  <a:lnTo>
                    <a:pt x="97485" y="34188"/>
                  </a:lnTo>
                  <a:lnTo>
                    <a:pt x="99631" y="34429"/>
                  </a:lnTo>
                  <a:lnTo>
                    <a:pt x="101879" y="35737"/>
                  </a:lnTo>
                  <a:lnTo>
                    <a:pt x="102006" y="35737"/>
                  </a:lnTo>
                  <a:lnTo>
                    <a:pt x="101930" y="35496"/>
                  </a:lnTo>
                  <a:lnTo>
                    <a:pt x="101854" y="35242"/>
                  </a:lnTo>
                  <a:lnTo>
                    <a:pt x="101739" y="34925"/>
                  </a:lnTo>
                  <a:lnTo>
                    <a:pt x="101663" y="34683"/>
                  </a:lnTo>
                  <a:lnTo>
                    <a:pt x="101574" y="34429"/>
                  </a:lnTo>
                  <a:lnTo>
                    <a:pt x="101180" y="33248"/>
                  </a:lnTo>
                  <a:lnTo>
                    <a:pt x="99936" y="29489"/>
                  </a:lnTo>
                  <a:lnTo>
                    <a:pt x="99174" y="31648"/>
                  </a:lnTo>
                  <a:lnTo>
                    <a:pt x="98005" y="32537"/>
                  </a:lnTo>
                  <a:lnTo>
                    <a:pt x="98285" y="32537"/>
                  </a:lnTo>
                  <a:lnTo>
                    <a:pt x="96304" y="33248"/>
                  </a:lnTo>
                  <a:lnTo>
                    <a:pt x="96037" y="33248"/>
                  </a:lnTo>
                  <a:lnTo>
                    <a:pt x="96113" y="30848"/>
                  </a:lnTo>
                  <a:lnTo>
                    <a:pt x="97243" y="27774"/>
                  </a:lnTo>
                  <a:lnTo>
                    <a:pt x="89408" y="30848"/>
                  </a:lnTo>
                  <a:lnTo>
                    <a:pt x="92862" y="32537"/>
                  </a:lnTo>
                  <a:lnTo>
                    <a:pt x="93573" y="33248"/>
                  </a:lnTo>
                  <a:lnTo>
                    <a:pt x="94259" y="34036"/>
                  </a:lnTo>
                  <a:lnTo>
                    <a:pt x="94500" y="34036"/>
                  </a:lnTo>
                  <a:lnTo>
                    <a:pt x="92570" y="34683"/>
                  </a:lnTo>
                  <a:lnTo>
                    <a:pt x="91084" y="34925"/>
                  </a:lnTo>
                  <a:lnTo>
                    <a:pt x="88684" y="34036"/>
                  </a:lnTo>
                  <a:lnTo>
                    <a:pt x="91757" y="39992"/>
                  </a:lnTo>
                  <a:lnTo>
                    <a:pt x="91871" y="39535"/>
                  </a:lnTo>
                  <a:lnTo>
                    <a:pt x="91986" y="39103"/>
                  </a:lnTo>
                  <a:lnTo>
                    <a:pt x="92049" y="38862"/>
                  </a:lnTo>
                  <a:lnTo>
                    <a:pt x="92138" y="38557"/>
                  </a:lnTo>
                  <a:lnTo>
                    <a:pt x="92252" y="38125"/>
                  </a:lnTo>
                  <a:lnTo>
                    <a:pt x="92303" y="37922"/>
                  </a:lnTo>
                  <a:lnTo>
                    <a:pt x="92506" y="37134"/>
                  </a:lnTo>
                  <a:lnTo>
                    <a:pt x="93941" y="35496"/>
                  </a:lnTo>
                  <a:lnTo>
                    <a:pt x="95008" y="35496"/>
                  </a:lnTo>
                  <a:lnTo>
                    <a:pt x="95097" y="35737"/>
                  </a:lnTo>
                  <a:lnTo>
                    <a:pt x="96672" y="40513"/>
                  </a:lnTo>
                  <a:lnTo>
                    <a:pt x="92227" y="42557"/>
                  </a:lnTo>
                  <a:lnTo>
                    <a:pt x="91262" y="43154"/>
                  </a:lnTo>
                  <a:lnTo>
                    <a:pt x="90538" y="43548"/>
                  </a:lnTo>
                  <a:lnTo>
                    <a:pt x="89154" y="43548"/>
                  </a:lnTo>
                  <a:lnTo>
                    <a:pt x="87363" y="43307"/>
                  </a:lnTo>
                  <a:lnTo>
                    <a:pt x="87274" y="43154"/>
                  </a:lnTo>
                  <a:lnTo>
                    <a:pt x="86436" y="41821"/>
                  </a:lnTo>
                  <a:lnTo>
                    <a:pt x="85953" y="41008"/>
                  </a:lnTo>
                  <a:lnTo>
                    <a:pt x="85356" y="39992"/>
                  </a:lnTo>
                  <a:lnTo>
                    <a:pt x="85864" y="39103"/>
                  </a:lnTo>
                  <a:lnTo>
                    <a:pt x="86169" y="38557"/>
                  </a:lnTo>
                  <a:lnTo>
                    <a:pt x="86525" y="37922"/>
                  </a:lnTo>
                  <a:lnTo>
                    <a:pt x="88760" y="39535"/>
                  </a:lnTo>
                  <a:lnTo>
                    <a:pt x="88722" y="39103"/>
                  </a:lnTo>
                  <a:lnTo>
                    <a:pt x="88607" y="37922"/>
                  </a:lnTo>
                  <a:lnTo>
                    <a:pt x="88506" y="36906"/>
                  </a:lnTo>
                  <a:lnTo>
                    <a:pt x="88392" y="35737"/>
                  </a:lnTo>
                  <a:lnTo>
                    <a:pt x="85039" y="35737"/>
                  </a:lnTo>
                  <a:lnTo>
                    <a:pt x="84124" y="38557"/>
                  </a:lnTo>
                  <a:lnTo>
                    <a:pt x="84226" y="34683"/>
                  </a:lnTo>
                  <a:lnTo>
                    <a:pt x="83185" y="32537"/>
                  </a:lnTo>
                  <a:lnTo>
                    <a:pt x="79006" y="31369"/>
                  </a:lnTo>
                  <a:lnTo>
                    <a:pt x="78930" y="31648"/>
                  </a:lnTo>
                  <a:lnTo>
                    <a:pt x="78193" y="34429"/>
                  </a:lnTo>
                  <a:lnTo>
                    <a:pt x="78130" y="35496"/>
                  </a:lnTo>
                  <a:lnTo>
                    <a:pt x="79324" y="37414"/>
                  </a:lnTo>
                  <a:lnTo>
                    <a:pt x="83261" y="39103"/>
                  </a:lnTo>
                  <a:lnTo>
                    <a:pt x="81038" y="38862"/>
                  </a:lnTo>
                  <a:lnTo>
                    <a:pt x="78663" y="41008"/>
                  </a:lnTo>
                  <a:lnTo>
                    <a:pt x="81686" y="43548"/>
                  </a:lnTo>
                  <a:lnTo>
                    <a:pt x="81686" y="41351"/>
                  </a:lnTo>
                  <a:lnTo>
                    <a:pt x="83705" y="41008"/>
                  </a:lnTo>
                  <a:lnTo>
                    <a:pt x="84886" y="42557"/>
                  </a:lnTo>
                  <a:lnTo>
                    <a:pt x="85572" y="43548"/>
                  </a:lnTo>
                  <a:lnTo>
                    <a:pt x="85572" y="44246"/>
                  </a:lnTo>
                  <a:lnTo>
                    <a:pt x="85432" y="45504"/>
                  </a:lnTo>
                  <a:lnTo>
                    <a:pt x="83934" y="46558"/>
                  </a:lnTo>
                  <a:lnTo>
                    <a:pt x="82905" y="47244"/>
                  </a:lnTo>
                  <a:lnTo>
                    <a:pt x="80149" y="47244"/>
                  </a:lnTo>
                  <a:lnTo>
                    <a:pt x="76949" y="44246"/>
                  </a:lnTo>
                  <a:lnTo>
                    <a:pt x="77609" y="43967"/>
                  </a:lnTo>
                  <a:lnTo>
                    <a:pt x="78574" y="43967"/>
                  </a:lnTo>
                  <a:lnTo>
                    <a:pt x="79921" y="44246"/>
                  </a:lnTo>
                  <a:lnTo>
                    <a:pt x="80289" y="44246"/>
                  </a:lnTo>
                  <a:lnTo>
                    <a:pt x="80048" y="43967"/>
                  </a:lnTo>
                  <a:lnTo>
                    <a:pt x="79349" y="43154"/>
                  </a:lnTo>
                  <a:lnTo>
                    <a:pt x="76631" y="39992"/>
                  </a:lnTo>
                  <a:lnTo>
                    <a:pt x="76136" y="39535"/>
                  </a:lnTo>
                  <a:lnTo>
                    <a:pt x="76200" y="42557"/>
                  </a:lnTo>
                  <a:lnTo>
                    <a:pt x="75831" y="43154"/>
                  </a:lnTo>
                  <a:lnTo>
                    <a:pt x="74396" y="39992"/>
                  </a:lnTo>
                  <a:lnTo>
                    <a:pt x="74269" y="39382"/>
                  </a:lnTo>
                  <a:lnTo>
                    <a:pt x="71056" y="42075"/>
                  </a:lnTo>
                  <a:lnTo>
                    <a:pt x="70827" y="42075"/>
                  </a:lnTo>
                  <a:lnTo>
                    <a:pt x="74041" y="43967"/>
                  </a:lnTo>
                  <a:lnTo>
                    <a:pt x="77660" y="46913"/>
                  </a:lnTo>
                  <a:lnTo>
                    <a:pt x="81965" y="52768"/>
                  </a:lnTo>
                  <a:lnTo>
                    <a:pt x="86372" y="49885"/>
                  </a:lnTo>
                  <a:lnTo>
                    <a:pt x="92011" y="47244"/>
                  </a:lnTo>
                  <a:lnTo>
                    <a:pt x="94424" y="46113"/>
                  </a:lnTo>
                  <a:lnTo>
                    <a:pt x="99644" y="43967"/>
                  </a:lnTo>
                  <a:lnTo>
                    <a:pt x="100736" y="43548"/>
                  </a:lnTo>
                  <a:lnTo>
                    <a:pt x="104559" y="42075"/>
                  </a:lnTo>
                  <a:lnTo>
                    <a:pt x="112534" y="39535"/>
                  </a:lnTo>
                  <a:lnTo>
                    <a:pt x="113017" y="39382"/>
                  </a:lnTo>
                  <a:lnTo>
                    <a:pt x="118211" y="38125"/>
                  </a:lnTo>
                  <a:lnTo>
                    <a:pt x="118097" y="37414"/>
                  </a:lnTo>
                  <a:lnTo>
                    <a:pt x="118021" y="36906"/>
                  </a:lnTo>
                  <a:lnTo>
                    <a:pt x="117805" y="35496"/>
                  </a:lnTo>
                  <a:lnTo>
                    <a:pt x="117678" y="34683"/>
                  </a:lnTo>
                  <a:lnTo>
                    <a:pt x="117576" y="34036"/>
                  </a:lnTo>
                  <a:lnTo>
                    <a:pt x="117462" y="33248"/>
                  </a:lnTo>
                  <a:lnTo>
                    <a:pt x="117348" y="32537"/>
                  </a:lnTo>
                  <a:lnTo>
                    <a:pt x="117208" y="31648"/>
                  </a:lnTo>
                  <a:lnTo>
                    <a:pt x="117271" y="30035"/>
                  </a:lnTo>
                  <a:lnTo>
                    <a:pt x="117335" y="29489"/>
                  </a:lnTo>
                  <a:lnTo>
                    <a:pt x="117424" y="28829"/>
                  </a:lnTo>
                  <a:lnTo>
                    <a:pt x="117487" y="28333"/>
                  </a:lnTo>
                  <a:lnTo>
                    <a:pt x="117602" y="27457"/>
                  </a:lnTo>
                  <a:lnTo>
                    <a:pt x="117690" y="26771"/>
                  </a:lnTo>
                  <a:lnTo>
                    <a:pt x="118529" y="23126"/>
                  </a:lnTo>
                  <a:close/>
                </a:path>
                <a:path w="492759" h="325119">
                  <a:moveTo>
                    <a:pt x="119253" y="18161"/>
                  </a:moveTo>
                  <a:lnTo>
                    <a:pt x="118110" y="16916"/>
                  </a:lnTo>
                  <a:lnTo>
                    <a:pt x="116979" y="15887"/>
                  </a:lnTo>
                  <a:lnTo>
                    <a:pt x="115150" y="15887"/>
                  </a:lnTo>
                  <a:lnTo>
                    <a:pt x="113944" y="16916"/>
                  </a:lnTo>
                  <a:lnTo>
                    <a:pt x="112903" y="18161"/>
                  </a:lnTo>
                  <a:lnTo>
                    <a:pt x="112903" y="20040"/>
                  </a:lnTo>
                  <a:lnTo>
                    <a:pt x="113944" y="21145"/>
                  </a:lnTo>
                  <a:lnTo>
                    <a:pt x="115150" y="22085"/>
                  </a:lnTo>
                  <a:lnTo>
                    <a:pt x="116979" y="22085"/>
                  </a:lnTo>
                  <a:lnTo>
                    <a:pt x="118110" y="21031"/>
                  </a:lnTo>
                  <a:lnTo>
                    <a:pt x="119253" y="20040"/>
                  </a:lnTo>
                  <a:lnTo>
                    <a:pt x="119253" y="18161"/>
                  </a:lnTo>
                  <a:close/>
                </a:path>
                <a:path w="492759" h="325119">
                  <a:moveTo>
                    <a:pt x="179311" y="207314"/>
                  </a:moveTo>
                  <a:lnTo>
                    <a:pt x="176161" y="206044"/>
                  </a:lnTo>
                  <a:lnTo>
                    <a:pt x="177507" y="202234"/>
                  </a:lnTo>
                  <a:lnTo>
                    <a:pt x="178765" y="199694"/>
                  </a:lnTo>
                  <a:lnTo>
                    <a:pt x="174840" y="197154"/>
                  </a:lnTo>
                  <a:lnTo>
                    <a:pt x="172885" y="195884"/>
                  </a:lnTo>
                  <a:lnTo>
                    <a:pt x="171792" y="188264"/>
                  </a:lnTo>
                  <a:lnTo>
                    <a:pt x="171602" y="186994"/>
                  </a:lnTo>
                  <a:lnTo>
                    <a:pt x="172186" y="183184"/>
                  </a:lnTo>
                  <a:lnTo>
                    <a:pt x="167233" y="176834"/>
                  </a:lnTo>
                  <a:lnTo>
                    <a:pt x="162941" y="173024"/>
                  </a:lnTo>
                  <a:lnTo>
                    <a:pt x="161518" y="171754"/>
                  </a:lnTo>
                  <a:lnTo>
                    <a:pt x="139700" y="147624"/>
                  </a:lnTo>
                  <a:lnTo>
                    <a:pt x="144119" y="147624"/>
                  </a:lnTo>
                  <a:lnTo>
                    <a:pt x="147243" y="150164"/>
                  </a:lnTo>
                  <a:lnTo>
                    <a:pt x="149161" y="151434"/>
                  </a:lnTo>
                  <a:lnTo>
                    <a:pt x="152844" y="155244"/>
                  </a:lnTo>
                  <a:lnTo>
                    <a:pt x="156222" y="159054"/>
                  </a:lnTo>
                  <a:lnTo>
                    <a:pt x="159893" y="150164"/>
                  </a:lnTo>
                  <a:lnTo>
                    <a:pt x="161569" y="147624"/>
                  </a:lnTo>
                  <a:lnTo>
                    <a:pt x="164096" y="143814"/>
                  </a:lnTo>
                  <a:lnTo>
                    <a:pt x="168948" y="136194"/>
                  </a:lnTo>
                  <a:lnTo>
                    <a:pt x="174599" y="129844"/>
                  </a:lnTo>
                  <a:lnTo>
                    <a:pt x="176682" y="127304"/>
                  </a:lnTo>
                  <a:lnTo>
                    <a:pt x="177685" y="126034"/>
                  </a:lnTo>
                  <a:lnTo>
                    <a:pt x="174777" y="127304"/>
                  </a:lnTo>
                  <a:lnTo>
                    <a:pt x="170154" y="127304"/>
                  </a:lnTo>
                  <a:lnTo>
                    <a:pt x="167678" y="129844"/>
                  </a:lnTo>
                  <a:lnTo>
                    <a:pt x="167678" y="120954"/>
                  </a:lnTo>
                  <a:lnTo>
                    <a:pt x="164338" y="117144"/>
                  </a:lnTo>
                  <a:lnTo>
                    <a:pt x="164617" y="112064"/>
                  </a:lnTo>
                  <a:lnTo>
                    <a:pt x="162864" y="105714"/>
                  </a:lnTo>
                  <a:lnTo>
                    <a:pt x="160858" y="103174"/>
                  </a:lnTo>
                  <a:lnTo>
                    <a:pt x="157873" y="99364"/>
                  </a:lnTo>
                  <a:lnTo>
                    <a:pt x="148463" y="91744"/>
                  </a:lnTo>
                  <a:lnTo>
                    <a:pt x="156654" y="94284"/>
                  </a:lnTo>
                  <a:lnTo>
                    <a:pt x="161404" y="100634"/>
                  </a:lnTo>
                  <a:lnTo>
                    <a:pt x="167678" y="95554"/>
                  </a:lnTo>
                  <a:lnTo>
                    <a:pt x="164160" y="93014"/>
                  </a:lnTo>
                  <a:lnTo>
                    <a:pt x="163182" y="91744"/>
                  </a:lnTo>
                  <a:lnTo>
                    <a:pt x="160274" y="87934"/>
                  </a:lnTo>
                  <a:lnTo>
                    <a:pt x="153619" y="81584"/>
                  </a:lnTo>
                  <a:lnTo>
                    <a:pt x="141795" y="73964"/>
                  </a:lnTo>
                  <a:lnTo>
                    <a:pt x="147332" y="75234"/>
                  </a:lnTo>
                  <a:lnTo>
                    <a:pt x="152666" y="79044"/>
                  </a:lnTo>
                  <a:lnTo>
                    <a:pt x="158229" y="80314"/>
                  </a:lnTo>
                  <a:lnTo>
                    <a:pt x="164477" y="79044"/>
                  </a:lnTo>
                  <a:lnTo>
                    <a:pt x="158902" y="75234"/>
                  </a:lnTo>
                  <a:lnTo>
                    <a:pt x="157619" y="73964"/>
                  </a:lnTo>
                  <a:lnTo>
                    <a:pt x="156337" y="72694"/>
                  </a:lnTo>
                  <a:lnTo>
                    <a:pt x="149948" y="66344"/>
                  </a:lnTo>
                  <a:lnTo>
                    <a:pt x="147408" y="63804"/>
                  </a:lnTo>
                  <a:lnTo>
                    <a:pt x="145084" y="62534"/>
                  </a:lnTo>
                  <a:lnTo>
                    <a:pt x="138137" y="58724"/>
                  </a:lnTo>
                  <a:lnTo>
                    <a:pt x="143268" y="58724"/>
                  </a:lnTo>
                  <a:lnTo>
                    <a:pt x="148755" y="61264"/>
                  </a:lnTo>
                  <a:lnTo>
                    <a:pt x="151015" y="58724"/>
                  </a:lnTo>
                  <a:lnTo>
                    <a:pt x="153276" y="56184"/>
                  </a:lnTo>
                  <a:lnTo>
                    <a:pt x="148082" y="56184"/>
                  </a:lnTo>
                  <a:lnTo>
                    <a:pt x="144868" y="52374"/>
                  </a:lnTo>
                  <a:lnTo>
                    <a:pt x="139280" y="51104"/>
                  </a:lnTo>
                  <a:lnTo>
                    <a:pt x="140144" y="48564"/>
                  </a:lnTo>
                  <a:lnTo>
                    <a:pt x="141439" y="44754"/>
                  </a:lnTo>
                  <a:lnTo>
                    <a:pt x="140919" y="40944"/>
                  </a:lnTo>
                  <a:lnTo>
                    <a:pt x="138633" y="37134"/>
                  </a:lnTo>
                  <a:lnTo>
                    <a:pt x="134658" y="37134"/>
                  </a:lnTo>
                  <a:lnTo>
                    <a:pt x="130771" y="38404"/>
                  </a:lnTo>
                  <a:lnTo>
                    <a:pt x="127990" y="40741"/>
                  </a:lnTo>
                  <a:lnTo>
                    <a:pt x="127990" y="99364"/>
                  </a:lnTo>
                  <a:lnTo>
                    <a:pt x="122453" y="100634"/>
                  </a:lnTo>
                  <a:lnTo>
                    <a:pt x="117322" y="103174"/>
                  </a:lnTo>
                  <a:lnTo>
                    <a:pt x="113169" y="99364"/>
                  </a:lnTo>
                  <a:lnTo>
                    <a:pt x="112522" y="96824"/>
                  </a:lnTo>
                  <a:lnTo>
                    <a:pt x="112191" y="95554"/>
                  </a:lnTo>
                  <a:lnTo>
                    <a:pt x="111137" y="93014"/>
                  </a:lnTo>
                  <a:lnTo>
                    <a:pt x="110350" y="90474"/>
                  </a:lnTo>
                  <a:lnTo>
                    <a:pt x="113868" y="86664"/>
                  </a:lnTo>
                  <a:lnTo>
                    <a:pt x="114452" y="85394"/>
                  </a:lnTo>
                  <a:lnTo>
                    <a:pt x="113880" y="84124"/>
                  </a:lnTo>
                  <a:lnTo>
                    <a:pt x="112750" y="81584"/>
                  </a:lnTo>
                  <a:lnTo>
                    <a:pt x="111620" y="79044"/>
                  </a:lnTo>
                  <a:lnTo>
                    <a:pt x="108216" y="81584"/>
                  </a:lnTo>
                  <a:lnTo>
                    <a:pt x="104571" y="81584"/>
                  </a:lnTo>
                  <a:lnTo>
                    <a:pt x="106286" y="79044"/>
                  </a:lnTo>
                  <a:lnTo>
                    <a:pt x="106362" y="76504"/>
                  </a:lnTo>
                  <a:lnTo>
                    <a:pt x="104127" y="76504"/>
                  </a:lnTo>
                  <a:lnTo>
                    <a:pt x="101358" y="77774"/>
                  </a:lnTo>
                  <a:lnTo>
                    <a:pt x="101358" y="81584"/>
                  </a:lnTo>
                  <a:lnTo>
                    <a:pt x="99771" y="81584"/>
                  </a:lnTo>
                  <a:lnTo>
                    <a:pt x="98336" y="80314"/>
                  </a:lnTo>
                  <a:lnTo>
                    <a:pt x="99148" y="77774"/>
                  </a:lnTo>
                  <a:lnTo>
                    <a:pt x="99148" y="75234"/>
                  </a:lnTo>
                  <a:lnTo>
                    <a:pt x="100431" y="73964"/>
                  </a:lnTo>
                  <a:lnTo>
                    <a:pt x="102184" y="73964"/>
                  </a:lnTo>
                  <a:lnTo>
                    <a:pt x="108242" y="71424"/>
                  </a:lnTo>
                  <a:lnTo>
                    <a:pt x="117322" y="67614"/>
                  </a:lnTo>
                  <a:lnTo>
                    <a:pt x="119253" y="67614"/>
                  </a:lnTo>
                  <a:lnTo>
                    <a:pt x="120573" y="66344"/>
                  </a:lnTo>
                  <a:lnTo>
                    <a:pt x="121945" y="67614"/>
                  </a:lnTo>
                  <a:lnTo>
                    <a:pt x="122872" y="68884"/>
                  </a:lnTo>
                  <a:lnTo>
                    <a:pt x="125285" y="70154"/>
                  </a:lnTo>
                  <a:lnTo>
                    <a:pt x="124701" y="71424"/>
                  </a:lnTo>
                  <a:lnTo>
                    <a:pt x="123837" y="72694"/>
                  </a:lnTo>
                  <a:lnTo>
                    <a:pt x="120573" y="70154"/>
                  </a:lnTo>
                  <a:lnTo>
                    <a:pt x="116611" y="72694"/>
                  </a:lnTo>
                  <a:lnTo>
                    <a:pt x="118198" y="73964"/>
                  </a:lnTo>
                  <a:lnTo>
                    <a:pt x="121640" y="75234"/>
                  </a:lnTo>
                  <a:lnTo>
                    <a:pt x="118351" y="77774"/>
                  </a:lnTo>
                  <a:lnTo>
                    <a:pt x="114795" y="79044"/>
                  </a:lnTo>
                  <a:lnTo>
                    <a:pt x="115938" y="81584"/>
                  </a:lnTo>
                  <a:lnTo>
                    <a:pt x="116979" y="84124"/>
                  </a:lnTo>
                  <a:lnTo>
                    <a:pt x="118605" y="85394"/>
                  </a:lnTo>
                  <a:lnTo>
                    <a:pt x="123444" y="85394"/>
                  </a:lnTo>
                  <a:lnTo>
                    <a:pt x="124701" y="87934"/>
                  </a:lnTo>
                  <a:lnTo>
                    <a:pt x="126047" y="90474"/>
                  </a:lnTo>
                  <a:lnTo>
                    <a:pt x="127508" y="94284"/>
                  </a:lnTo>
                  <a:lnTo>
                    <a:pt x="127635" y="95554"/>
                  </a:lnTo>
                  <a:lnTo>
                    <a:pt x="127749" y="96824"/>
                  </a:lnTo>
                  <a:lnTo>
                    <a:pt x="127990" y="99364"/>
                  </a:lnTo>
                  <a:lnTo>
                    <a:pt x="127990" y="40741"/>
                  </a:lnTo>
                  <a:lnTo>
                    <a:pt x="127812" y="40881"/>
                  </a:lnTo>
                  <a:lnTo>
                    <a:pt x="127812" y="48564"/>
                  </a:lnTo>
                  <a:lnTo>
                    <a:pt x="123837" y="54914"/>
                  </a:lnTo>
                  <a:lnTo>
                    <a:pt x="126466" y="57454"/>
                  </a:lnTo>
                  <a:lnTo>
                    <a:pt x="123317" y="59994"/>
                  </a:lnTo>
                  <a:lnTo>
                    <a:pt x="119341" y="62534"/>
                  </a:lnTo>
                  <a:lnTo>
                    <a:pt x="113868" y="59994"/>
                  </a:lnTo>
                  <a:lnTo>
                    <a:pt x="111506" y="56184"/>
                  </a:lnTo>
                  <a:lnTo>
                    <a:pt x="123444" y="51104"/>
                  </a:lnTo>
                  <a:lnTo>
                    <a:pt x="127812" y="48564"/>
                  </a:lnTo>
                  <a:lnTo>
                    <a:pt x="127812" y="40881"/>
                  </a:lnTo>
                  <a:lnTo>
                    <a:pt x="127304" y="37134"/>
                  </a:lnTo>
                  <a:lnTo>
                    <a:pt x="120103" y="37134"/>
                  </a:lnTo>
                  <a:lnTo>
                    <a:pt x="120370" y="38404"/>
                  </a:lnTo>
                  <a:lnTo>
                    <a:pt x="121107" y="40944"/>
                  </a:lnTo>
                  <a:lnTo>
                    <a:pt x="116611" y="40944"/>
                  </a:lnTo>
                  <a:lnTo>
                    <a:pt x="107657" y="43484"/>
                  </a:lnTo>
                  <a:lnTo>
                    <a:pt x="100787" y="45999"/>
                  </a:lnTo>
                  <a:lnTo>
                    <a:pt x="100787" y="65074"/>
                  </a:lnTo>
                  <a:lnTo>
                    <a:pt x="98907" y="71424"/>
                  </a:lnTo>
                  <a:lnTo>
                    <a:pt x="89750" y="71424"/>
                  </a:lnTo>
                  <a:lnTo>
                    <a:pt x="89852" y="67614"/>
                  </a:lnTo>
                  <a:lnTo>
                    <a:pt x="82880" y="66344"/>
                  </a:lnTo>
                  <a:lnTo>
                    <a:pt x="87757" y="65074"/>
                  </a:lnTo>
                  <a:lnTo>
                    <a:pt x="99771" y="61264"/>
                  </a:lnTo>
                  <a:lnTo>
                    <a:pt x="100787" y="65074"/>
                  </a:lnTo>
                  <a:lnTo>
                    <a:pt x="100787" y="45999"/>
                  </a:lnTo>
                  <a:lnTo>
                    <a:pt x="93726" y="48564"/>
                  </a:lnTo>
                  <a:lnTo>
                    <a:pt x="85864" y="53644"/>
                  </a:lnTo>
                  <a:lnTo>
                    <a:pt x="82118" y="56184"/>
                  </a:lnTo>
                  <a:lnTo>
                    <a:pt x="80949" y="53644"/>
                  </a:lnTo>
                  <a:lnTo>
                    <a:pt x="80086" y="53644"/>
                  </a:lnTo>
                  <a:lnTo>
                    <a:pt x="77660" y="54914"/>
                  </a:lnTo>
                  <a:lnTo>
                    <a:pt x="75184" y="57454"/>
                  </a:lnTo>
                  <a:lnTo>
                    <a:pt x="77101" y="59994"/>
                  </a:lnTo>
                  <a:lnTo>
                    <a:pt x="73152" y="61264"/>
                  </a:lnTo>
                  <a:lnTo>
                    <a:pt x="68872" y="61264"/>
                  </a:lnTo>
                  <a:lnTo>
                    <a:pt x="65252" y="65074"/>
                  </a:lnTo>
                  <a:lnTo>
                    <a:pt x="65252" y="68884"/>
                  </a:lnTo>
                  <a:lnTo>
                    <a:pt x="69011" y="72694"/>
                  </a:lnTo>
                  <a:lnTo>
                    <a:pt x="74536" y="75234"/>
                  </a:lnTo>
                  <a:lnTo>
                    <a:pt x="70332" y="82854"/>
                  </a:lnTo>
                  <a:lnTo>
                    <a:pt x="69583" y="89204"/>
                  </a:lnTo>
                  <a:lnTo>
                    <a:pt x="69481" y="90474"/>
                  </a:lnTo>
                  <a:lnTo>
                    <a:pt x="69367" y="91744"/>
                  </a:lnTo>
                  <a:lnTo>
                    <a:pt x="69265" y="93014"/>
                  </a:lnTo>
                  <a:lnTo>
                    <a:pt x="69151" y="94284"/>
                  </a:lnTo>
                  <a:lnTo>
                    <a:pt x="69037" y="95554"/>
                  </a:lnTo>
                  <a:lnTo>
                    <a:pt x="65455" y="100634"/>
                  </a:lnTo>
                  <a:lnTo>
                    <a:pt x="71932" y="99364"/>
                  </a:lnTo>
                  <a:lnTo>
                    <a:pt x="75272" y="93014"/>
                  </a:lnTo>
                  <a:lnTo>
                    <a:pt x="77533" y="87934"/>
                  </a:lnTo>
                  <a:lnTo>
                    <a:pt x="80759" y="84124"/>
                  </a:lnTo>
                  <a:lnTo>
                    <a:pt x="79476" y="90474"/>
                  </a:lnTo>
                  <a:lnTo>
                    <a:pt x="77114" y="95554"/>
                  </a:lnTo>
                  <a:lnTo>
                    <a:pt x="74841" y="100634"/>
                  </a:lnTo>
                  <a:lnTo>
                    <a:pt x="73825" y="108254"/>
                  </a:lnTo>
                  <a:lnTo>
                    <a:pt x="73825" y="114604"/>
                  </a:lnTo>
                  <a:lnTo>
                    <a:pt x="77812" y="122224"/>
                  </a:lnTo>
                  <a:lnTo>
                    <a:pt x="74371" y="126034"/>
                  </a:lnTo>
                  <a:lnTo>
                    <a:pt x="79641" y="120954"/>
                  </a:lnTo>
                  <a:lnTo>
                    <a:pt x="82283" y="112064"/>
                  </a:lnTo>
                  <a:lnTo>
                    <a:pt x="84251" y="103174"/>
                  </a:lnTo>
                  <a:lnTo>
                    <a:pt x="87490" y="96824"/>
                  </a:lnTo>
                  <a:lnTo>
                    <a:pt x="88582" y="99364"/>
                  </a:lnTo>
                  <a:lnTo>
                    <a:pt x="87820" y="103174"/>
                  </a:lnTo>
                  <a:lnTo>
                    <a:pt x="86588" y="106984"/>
                  </a:lnTo>
                  <a:lnTo>
                    <a:pt x="85166" y="114604"/>
                  </a:lnTo>
                  <a:lnTo>
                    <a:pt x="85077" y="117144"/>
                  </a:lnTo>
                  <a:lnTo>
                    <a:pt x="85026" y="118414"/>
                  </a:lnTo>
                  <a:lnTo>
                    <a:pt x="84937" y="120954"/>
                  </a:lnTo>
                  <a:lnTo>
                    <a:pt x="84886" y="122224"/>
                  </a:lnTo>
                  <a:lnTo>
                    <a:pt x="84785" y="123494"/>
                  </a:lnTo>
                  <a:lnTo>
                    <a:pt x="84670" y="124764"/>
                  </a:lnTo>
                  <a:lnTo>
                    <a:pt x="84569" y="126034"/>
                  </a:lnTo>
                  <a:lnTo>
                    <a:pt x="84467" y="127304"/>
                  </a:lnTo>
                  <a:lnTo>
                    <a:pt x="84353" y="128574"/>
                  </a:lnTo>
                  <a:lnTo>
                    <a:pt x="84251" y="129844"/>
                  </a:lnTo>
                  <a:lnTo>
                    <a:pt x="81749" y="134924"/>
                  </a:lnTo>
                  <a:lnTo>
                    <a:pt x="87782" y="131114"/>
                  </a:lnTo>
                  <a:lnTo>
                    <a:pt x="91973" y="124764"/>
                  </a:lnTo>
                  <a:lnTo>
                    <a:pt x="95834" y="118414"/>
                  </a:lnTo>
                  <a:lnTo>
                    <a:pt x="100863" y="112064"/>
                  </a:lnTo>
                  <a:lnTo>
                    <a:pt x="95580" y="124764"/>
                  </a:lnTo>
                  <a:lnTo>
                    <a:pt x="89928" y="141274"/>
                  </a:lnTo>
                  <a:lnTo>
                    <a:pt x="83604" y="157784"/>
                  </a:lnTo>
                  <a:lnTo>
                    <a:pt x="54737" y="203504"/>
                  </a:lnTo>
                  <a:lnTo>
                    <a:pt x="34188" y="220014"/>
                  </a:lnTo>
                  <a:lnTo>
                    <a:pt x="27292" y="220014"/>
                  </a:lnTo>
                  <a:lnTo>
                    <a:pt x="22275" y="216204"/>
                  </a:lnTo>
                  <a:lnTo>
                    <a:pt x="22275" y="207314"/>
                  </a:lnTo>
                  <a:lnTo>
                    <a:pt x="29210" y="189534"/>
                  </a:lnTo>
                  <a:lnTo>
                    <a:pt x="59677" y="156514"/>
                  </a:lnTo>
                  <a:lnTo>
                    <a:pt x="66611" y="137464"/>
                  </a:lnTo>
                  <a:lnTo>
                    <a:pt x="66611" y="126034"/>
                  </a:lnTo>
                  <a:lnTo>
                    <a:pt x="56540" y="122224"/>
                  </a:lnTo>
                  <a:lnTo>
                    <a:pt x="46024" y="122224"/>
                  </a:lnTo>
                  <a:lnTo>
                    <a:pt x="41008" y="123494"/>
                  </a:lnTo>
                  <a:lnTo>
                    <a:pt x="36728" y="127304"/>
                  </a:lnTo>
                  <a:lnTo>
                    <a:pt x="34886" y="126034"/>
                  </a:lnTo>
                  <a:lnTo>
                    <a:pt x="31457" y="126034"/>
                  </a:lnTo>
                  <a:lnTo>
                    <a:pt x="22860" y="129844"/>
                  </a:lnTo>
                  <a:lnTo>
                    <a:pt x="18186" y="140004"/>
                  </a:lnTo>
                  <a:lnTo>
                    <a:pt x="13868" y="148894"/>
                  </a:lnTo>
                  <a:lnTo>
                    <a:pt x="6350" y="152704"/>
                  </a:lnTo>
                  <a:lnTo>
                    <a:pt x="11036" y="153974"/>
                  </a:lnTo>
                  <a:lnTo>
                    <a:pt x="16459" y="151434"/>
                  </a:lnTo>
                  <a:lnTo>
                    <a:pt x="21882" y="147624"/>
                  </a:lnTo>
                  <a:lnTo>
                    <a:pt x="26606" y="142544"/>
                  </a:lnTo>
                  <a:lnTo>
                    <a:pt x="21170" y="152704"/>
                  </a:lnTo>
                  <a:lnTo>
                    <a:pt x="11671" y="159054"/>
                  </a:lnTo>
                  <a:lnTo>
                    <a:pt x="2984" y="165404"/>
                  </a:lnTo>
                  <a:lnTo>
                    <a:pt x="0" y="176834"/>
                  </a:lnTo>
                  <a:lnTo>
                    <a:pt x="8699" y="167944"/>
                  </a:lnTo>
                  <a:lnTo>
                    <a:pt x="24218" y="160324"/>
                  </a:lnTo>
                  <a:lnTo>
                    <a:pt x="39052" y="151434"/>
                  </a:lnTo>
                  <a:lnTo>
                    <a:pt x="43256" y="142544"/>
                  </a:lnTo>
                  <a:lnTo>
                    <a:pt x="45656" y="137464"/>
                  </a:lnTo>
                  <a:lnTo>
                    <a:pt x="45656" y="134924"/>
                  </a:lnTo>
                  <a:lnTo>
                    <a:pt x="44043" y="132384"/>
                  </a:lnTo>
                  <a:lnTo>
                    <a:pt x="42037" y="129844"/>
                  </a:lnTo>
                  <a:lnTo>
                    <a:pt x="45161" y="128574"/>
                  </a:lnTo>
                  <a:lnTo>
                    <a:pt x="48094" y="127304"/>
                  </a:lnTo>
                  <a:lnTo>
                    <a:pt x="55829" y="127304"/>
                  </a:lnTo>
                  <a:lnTo>
                    <a:pt x="60401" y="131114"/>
                  </a:lnTo>
                  <a:lnTo>
                    <a:pt x="60401" y="138734"/>
                  </a:lnTo>
                  <a:lnTo>
                    <a:pt x="53543" y="155244"/>
                  </a:lnTo>
                  <a:lnTo>
                    <a:pt x="23368" y="188264"/>
                  </a:lnTo>
                  <a:lnTo>
                    <a:pt x="16510" y="207314"/>
                  </a:lnTo>
                  <a:lnTo>
                    <a:pt x="16510" y="212394"/>
                  </a:lnTo>
                  <a:lnTo>
                    <a:pt x="17830" y="216204"/>
                  </a:lnTo>
                  <a:lnTo>
                    <a:pt x="20078" y="218744"/>
                  </a:lnTo>
                  <a:lnTo>
                    <a:pt x="16992" y="220014"/>
                  </a:lnTo>
                  <a:lnTo>
                    <a:pt x="13716" y="220014"/>
                  </a:lnTo>
                  <a:lnTo>
                    <a:pt x="11137" y="217474"/>
                  </a:lnTo>
                  <a:lnTo>
                    <a:pt x="11036" y="220014"/>
                  </a:lnTo>
                  <a:lnTo>
                    <a:pt x="10947" y="222554"/>
                  </a:lnTo>
                  <a:lnTo>
                    <a:pt x="10896" y="223824"/>
                  </a:lnTo>
                  <a:lnTo>
                    <a:pt x="21221" y="228904"/>
                  </a:lnTo>
                  <a:lnTo>
                    <a:pt x="27800" y="225094"/>
                  </a:lnTo>
                  <a:lnTo>
                    <a:pt x="29210" y="225094"/>
                  </a:lnTo>
                  <a:lnTo>
                    <a:pt x="30848" y="226364"/>
                  </a:lnTo>
                  <a:lnTo>
                    <a:pt x="32397" y="226364"/>
                  </a:lnTo>
                  <a:lnTo>
                    <a:pt x="30403" y="231444"/>
                  </a:lnTo>
                  <a:lnTo>
                    <a:pt x="23749" y="232714"/>
                  </a:lnTo>
                  <a:lnTo>
                    <a:pt x="20078" y="232714"/>
                  </a:lnTo>
                  <a:lnTo>
                    <a:pt x="29337" y="235254"/>
                  </a:lnTo>
                  <a:lnTo>
                    <a:pt x="38938" y="232714"/>
                  </a:lnTo>
                  <a:lnTo>
                    <a:pt x="46266" y="227634"/>
                  </a:lnTo>
                  <a:lnTo>
                    <a:pt x="47091" y="225094"/>
                  </a:lnTo>
                  <a:lnTo>
                    <a:pt x="48755" y="220014"/>
                  </a:lnTo>
                  <a:lnTo>
                    <a:pt x="54610" y="214934"/>
                  </a:lnTo>
                  <a:lnTo>
                    <a:pt x="59690" y="207314"/>
                  </a:lnTo>
                  <a:lnTo>
                    <a:pt x="69011" y="194614"/>
                  </a:lnTo>
                  <a:lnTo>
                    <a:pt x="68592" y="195884"/>
                  </a:lnTo>
                  <a:lnTo>
                    <a:pt x="67957" y="199694"/>
                  </a:lnTo>
                  <a:lnTo>
                    <a:pt x="63398" y="208584"/>
                  </a:lnTo>
                  <a:lnTo>
                    <a:pt x="59321" y="216204"/>
                  </a:lnTo>
                  <a:lnTo>
                    <a:pt x="56083" y="225094"/>
                  </a:lnTo>
                  <a:lnTo>
                    <a:pt x="54038" y="236524"/>
                  </a:lnTo>
                  <a:lnTo>
                    <a:pt x="52171" y="245414"/>
                  </a:lnTo>
                  <a:lnTo>
                    <a:pt x="48602" y="251764"/>
                  </a:lnTo>
                  <a:lnTo>
                    <a:pt x="43611" y="258114"/>
                  </a:lnTo>
                  <a:lnTo>
                    <a:pt x="37465" y="259384"/>
                  </a:lnTo>
                  <a:lnTo>
                    <a:pt x="35496" y="259384"/>
                  </a:lnTo>
                  <a:lnTo>
                    <a:pt x="32232" y="256844"/>
                  </a:lnTo>
                  <a:lnTo>
                    <a:pt x="30746" y="258114"/>
                  </a:lnTo>
                  <a:lnTo>
                    <a:pt x="27901" y="260654"/>
                  </a:lnTo>
                  <a:lnTo>
                    <a:pt x="30543" y="263194"/>
                  </a:lnTo>
                  <a:lnTo>
                    <a:pt x="30543" y="268274"/>
                  </a:lnTo>
                  <a:lnTo>
                    <a:pt x="23749" y="272084"/>
                  </a:lnTo>
                  <a:lnTo>
                    <a:pt x="23749" y="288594"/>
                  </a:lnTo>
                  <a:lnTo>
                    <a:pt x="26606" y="293674"/>
                  </a:lnTo>
                  <a:lnTo>
                    <a:pt x="25463" y="297484"/>
                  </a:lnTo>
                  <a:lnTo>
                    <a:pt x="28359" y="296214"/>
                  </a:lnTo>
                  <a:lnTo>
                    <a:pt x="32156" y="291134"/>
                  </a:lnTo>
                  <a:lnTo>
                    <a:pt x="33616" y="284784"/>
                  </a:lnTo>
                  <a:lnTo>
                    <a:pt x="33667" y="286054"/>
                  </a:lnTo>
                  <a:lnTo>
                    <a:pt x="33782" y="288594"/>
                  </a:lnTo>
                  <a:lnTo>
                    <a:pt x="33896" y="291134"/>
                  </a:lnTo>
                  <a:lnTo>
                    <a:pt x="34010" y="293674"/>
                  </a:lnTo>
                  <a:lnTo>
                    <a:pt x="32435" y="298754"/>
                  </a:lnTo>
                  <a:lnTo>
                    <a:pt x="31559" y="303834"/>
                  </a:lnTo>
                  <a:lnTo>
                    <a:pt x="34061" y="311454"/>
                  </a:lnTo>
                  <a:lnTo>
                    <a:pt x="34886" y="307644"/>
                  </a:lnTo>
                  <a:lnTo>
                    <a:pt x="39166" y="305104"/>
                  </a:lnTo>
                  <a:lnTo>
                    <a:pt x="41821" y="307644"/>
                  </a:lnTo>
                  <a:lnTo>
                    <a:pt x="44538" y="308914"/>
                  </a:lnTo>
                  <a:lnTo>
                    <a:pt x="43256" y="310184"/>
                  </a:lnTo>
                  <a:lnTo>
                    <a:pt x="41325" y="312724"/>
                  </a:lnTo>
                  <a:lnTo>
                    <a:pt x="39331" y="313994"/>
                  </a:lnTo>
                  <a:lnTo>
                    <a:pt x="37553" y="324154"/>
                  </a:lnTo>
                  <a:lnTo>
                    <a:pt x="46456" y="322884"/>
                  </a:lnTo>
                  <a:lnTo>
                    <a:pt x="44729" y="321614"/>
                  </a:lnTo>
                  <a:lnTo>
                    <a:pt x="44615" y="319074"/>
                  </a:lnTo>
                  <a:lnTo>
                    <a:pt x="49085" y="319074"/>
                  </a:lnTo>
                  <a:lnTo>
                    <a:pt x="55181" y="317804"/>
                  </a:lnTo>
                  <a:lnTo>
                    <a:pt x="57010" y="320344"/>
                  </a:lnTo>
                  <a:lnTo>
                    <a:pt x="67665" y="320344"/>
                  </a:lnTo>
                  <a:lnTo>
                    <a:pt x="68122" y="317804"/>
                  </a:lnTo>
                  <a:lnTo>
                    <a:pt x="68592" y="315264"/>
                  </a:lnTo>
                  <a:lnTo>
                    <a:pt x="75107" y="315264"/>
                  </a:lnTo>
                  <a:lnTo>
                    <a:pt x="75107" y="317804"/>
                  </a:lnTo>
                  <a:lnTo>
                    <a:pt x="73964" y="319074"/>
                  </a:lnTo>
                  <a:lnTo>
                    <a:pt x="79070" y="317804"/>
                  </a:lnTo>
                  <a:lnTo>
                    <a:pt x="80035" y="315264"/>
                  </a:lnTo>
                  <a:lnTo>
                    <a:pt x="80035" y="310184"/>
                  </a:lnTo>
                  <a:lnTo>
                    <a:pt x="77660" y="307644"/>
                  </a:lnTo>
                  <a:lnTo>
                    <a:pt x="79451" y="306374"/>
                  </a:lnTo>
                  <a:lnTo>
                    <a:pt x="81305" y="305104"/>
                  </a:lnTo>
                  <a:lnTo>
                    <a:pt x="87312" y="306374"/>
                  </a:lnTo>
                  <a:lnTo>
                    <a:pt x="84874" y="311454"/>
                  </a:lnTo>
                  <a:lnTo>
                    <a:pt x="87934" y="311454"/>
                  </a:lnTo>
                  <a:lnTo>
                    <a:pt x="89611" y="308914"/>
                  </a:lnTo>
                  <a:lnTo>
                    <a:pt x="89611" y="305104"/>
                  </a:lnTo>
                  <a:lnTo>
                    <a:pt x="89611" y="302564"/>
                  </a:lnTo>
                  <a:lnTo>
                    <a:pt x="89611" y="301294"/>
                  </a:lnTo>
                  <a:lnTo>
                    <a:pt x="87490" y="300024"/>
                  </a:lnTo>
                  <a:lnTo>
                    <a:pt x="85369" y="298754"/>
                  </a:lnTo>
                  <a:lnTo>
                    <a:pt x="81305" y="300024"/>
                  </a:lnTo>
                  <a:lnTo>
                    <a:pt x="80645" y="297484"/>
                  </a:lnTo>
                  <a:lnTo>
                    <a:pt x="77177" y="296214"/>
                  </a:lnTo>
                  <a:lnTo>
                    <a:pt x="66738" y="296214"/>
                  </a:lnTo>
                  <a:lnTo>
                    <a:pt x="67792" y="302564"/>
                  </a:lnTo>
                  <a:lnTo>
                    <a:pt x="62826" y="302564"/>
                  </a:lnTo>
                  <a:lnTo>
                    <a:pt x="47180" y="274624"/>
                  </a:lnTo>
                  <a:lnTo>
                    <a:pt x="47180" y="265734"/>
                  </a:lnTo>
                  <a:lnTo>
                    <a:pt x="57175" y="263194"/>
                  </a:lnTo>
                  <a:lnTo>
                    <a:pt x="64363" y="260654"/>
                  </a:lnTo>
                  <a:lnTo>
                    <a:pt x="66408" y="259384"/>
                  </a:lnTo>
                  <a:lnTo>
                    <a:pt x="70510" y="256844"/>
                  </a:lnTo>
                  <a:lnTo>
                    <a:pt x="77673" y="253034"/>
                  </a:lnTo>
                  <a:lnTo>
                    <a:pt x="84912" y="246684"/>
                  </a:lnTo>
                  <a:lnTo>
                    <a:pt x="91262" y="237794"/>
                  </a:lnTo>
                  <a:lnTo>
                    <a:pt x="94653" y="230174"/>
                  </a:lnTo>
                  <a:lnTo>
                    <a:pt x="96367" y="222554"/>
                  </a:lnTo>
                  <a:lnTo>
                    <a:pt x="96443" y="221284"/>
                  </a:lnTo>
                  <a:lnTo>
                    <a:pt x="96532" y="220014"/>
                  </a:lnTo>
                  <a:lnTo>
                    <a:pt x="96596" y="206044"/>
                  </a:lnTo>
                  <a:lnTo>
                    <a:pt x="106603" y="211124"/>
                  </a:lnTo>
                  <a:lnTo>
                    <a:pt x="107657" y="218744"/>
                  </a:lnTo>
                  <a:lnTo>
                    <a:pt x="107657" y="232714"/>
                  </a:lnTo>
                  <a:lnTo>
                    <a:pt x="103619" y="235254"/>
                  </a:lnTo>
                  <a:lnTo>
                    <a:pt x="100457" y="236524"/>
                  </a:lnTo>
                  <a:lnTo>
                    <a:pt x="97840" y="237794"/>
                  </a:lnTo>
                  <a:lnTo>
                    <a:pt x="96926" y="237794"/>
                  </a:lnTo>
                  <a:lnTo>
                    <a:pt x="96685" y="239064"/>
                  </a:lnTo>
                  <a:lnTo>
                    <a:pt x="96278" y="241604"/>
                  </a:lnTo>
                  <a:lnTo>
                    <a:pt x="97612" y="242874"/>
                  </a:lnTo>
                  <a:lnTo>
                    <a:pt x="98793" y="242874"/>
                  </a:lnTo>
                  <a:lnTo>
                    <a:pt x="102425" y="245414"/>
                  </a:lnTo>
                  <a:lnTo>
                    <a:pt x="101536" y="247954"/>
                  </a:lnTo>
                  <a:lnTo>
                    <a:pt x="102679" y="251764"/>
                  </a:lnTo>
                  <a:lnTo>
                    <a:pt x="103619" y="255574"/>
                  </a:lnTo>
                  <a:lnTo>
                    <a:pt x="107010" y="260654"/>
                  </a:lnTo>
                  <a:lnTo>
                    <a:pt x="112610" y="265734"/>
                  </a:lnTo>
                  <a:lnTo>
                    <a:pt x="113144" y="263194"/>
                  </a:lnTo>
                  <a:lnTo>
                    <a:pt x="113017" y="259384"/>
                  </a:lnTo>
                  <a:lnTo>
                    <a:pt x="112915" y="258114"/>
                  </a:lnTo>
                  <a:lnTo>
                    <a:pt x="112814" y="256844"/>
                  </a:lnTo>
                  <a:lnTo>
                    <a:pt x="112712" y="255574"/>
                  </a:lnTo>
                  <a:lnTo>
                    <a:pt x="112610" y="254304"/>
                  </a:lnTo>
                  <a:lnTo>
                    <a:pt x="116344" y="259384"/>
                  </a:lnTo>
                  <a:lnTo>
                    <a:pt x="118135" y="265734"/>
                  </a:lnTo>
                  <a:lnTo>
                    <a:pt x="121272" y="270814"/>
                  </a:lnTo>
                  <a:lnTo>
                    <a:pt x="129095" y="273354"/>
                  </a:lnTo>
                  <a:lnTo>
                    <a:pt x="126403" y="272084"/>
                  </a:lnTo>
                  <a:lnTo>
                    <a:pt x="127088" y="268274"/>
                  </a:lnTo>
                  <a:lnTo>
                    <a:pt x="128651" y="268274"/>
                  </a:lnTo>
                  <a:lnTo>
                    <a:pt x="130251" y="267004"/>
                  </a:lnTo>
                  <a:lnTo>
                    <a:pt x="132194" y="268274"/>
                  </a:lnTo>
                  <a:lnTo>
                    <a:pt x="135178" y="272084"/>
                  </a:lnTo>
                  <a:lnTo>
                    <a:pt x="138023" y="275894"/>
                  </a:lnTo>
                  <a:lnTo>
                    <a:pt x="151409" y="275894"/>
                  </a:lnTo>
                  <a:lnTo>
                    <a:pt x="148082" y="273354"/>
                  </a:lnTo>
                  <a:lnTo>
                    <a:pt x="155600" y="273354"/>
                  </a:lnTo>
                  <a:lnTo>
                    <a:pt x="155498" y="275894"/>
                  </a:lnTo>
                  <a:lnTo>
                    <a:pt x="155397" y="278434"/>
                  </a:lnTo>
                  <a:lnTo>
                    <a:pt x="153352" y="280974"/>
                  </a:lnTo>
                  <a:lnTo>
                    <a:pt x="159702" y="279704"/>
                  </a:lnTo>
                  <a:lnTo>
                    <a:pt x="161594" y="274624"/>
                  </a:lnTo>
                  <a:lnTo>
                    <a:pt x="161061" y="273354"/>
                  </a:lnTo>
                  <a:lnTo>
                    <a:pt x="159461" y="269544"/>
                  </a:lnTo>
                  <a:lnTo>
                    <a:pt x="164973" y="267004"/>
                  </a:lnTo>
                  <a:lnTo>
                    <a:pt x="167970" y="270814"/>
                  </a:lnTo>
                  <a:lnTo>
                    <a:pt x="168694" y="273354"/>
                  </a:lnTo>
                  <a:lnTo>
                    <a:pt x="174205" y="268274"/>
                  </a:lnTo>
                  <a:lnTo>
                    <a:pt x="173101" y="267004"/>
                  </a:lnTo>
                  <a:lnTo>
                    <a:pt x="168694" y="261924"/>
                  </a:lnTo>
                  <a:lnTo>
                    <a:pt x="164477" y="261924"/>
                  </a:lnTo>
                  <a:lnTo>
                    <a:pt x="164477" y="260654"/>
                  </a:lnTo>
                  <a:lnTo>
                    <a:pt x="164477" y="259384"/>
                  </a:lnTo>
                  <a:lnTo>
                    <a:pt x="162674" y="258114"/>
                  </a:lnTo>
                  <a:lnTo>
                    <a:pt x="158038" y="256844"/>
                  </a:lnTo>
                  <a:lnTo>
                    <a:pt x="150787" y="256844"/>
                  </a:lnTo>
                  <a:lnTo>
                    <a:pt x="149288" y="260654"/>
                  </a:lnTo>
                  <a:lnTo>
                    <a:pt x="146304" y="260654"/>
                  </a:lnTo>
                  <a:lnTo>
                    <a:pt x="118516" y="237794"/>
                  </a:lnTo>
                  <a:lnTo>
                    <a:pt x="121272" y="232714"/>
                  </a:lnTo>
                  <a:lnTo>
                    <a:pt x="127317" y="227634"/>
                  </a:lnTo>
                  <a:lnTo>
                    <a:pt x="133362" y="221284"/>
                  </a:lnTo>
                  <a:lnTo>
                    <a:pt x="136105" y="214934"/>
                  </a:lnTo>
                  <a:lnTo>
                    <a:pt x="133959" y="206044"/>
                  </a:lnTo>
                  <a:lnTo>
                    <a:pt x="133654" y="204774"/>
                  </a:lnTo>
                  <a:lnTo>
                    <a:pt x="127330" y="198424"/>
                  </a:lnTo>
                  <a:lnTo>
                    <a:pt x="122161" y="194614"/>
                  </a:lnTo>
                  <a:lnTo>
                    <a:pt x="118706" y="192074"/>
                  </a:lnTo>
                  <a:lnTo>
                    <a:pt x="109321" y="185724"/>
                  </a:lnTo>
                  <a:lnTo>
                    <a:pt x="113931" y="183184"/>
                  </a:lnTo>
                  <a:lnTo>
                    <a:pt x="120421" y="181914"/>
                  </a:lnTo>
                  <a:lnTo>
                    <a:pt x="127457" y="181914"/>
                  </a:lnTo>
                  <a:lnTo>
                    <a:pt x="133756" y="183184"/>
                  </a:lnTo>
                  <a:lnTo>
                    <a:pt x="133985" y="181914"/>
                  </a:lnTo>
                  <a:lnTo>
                    <a:pt x="134442" y="179374"/>
                  </a:lnTo>
                  <a:lnTo>
                    <a:pt x="137185" y="180644"/>
                  </a:lnTo>
                  <a:lnTo>
                    <a:pt x="137350" y="179374"/>
                  </a:lnTo>
                  <a:lnTo>
                    <a:pt x="138137" y="173024"/>
                  </a:lnTo>
                  <a:lnTo>
                    <a:pt x="140690" y="179374"/>
                  </a:lnTo>
                  <a:lnTo>
                    <a:pt x="138023" y="184454"/>
                  </a:lnTo>
                  <a:lnTo>
                    <a:pt x="140690" y="186994"/>
                  </a:lnTo>
                  <a:lnTo>
                    <a:pt x="142824" y="184454"/>
                  </a:lnTo>
                  <a:lnTo>
                    <a:pt x="148082" y="184454"/>
                  </a:lnTo>
                  <a:lnTo>
                    <a:pt x="148018" y="183184"/>
                  </a:lnTo>
                  <a:lnTo>
                    <a:pt x="147942" y="181914"/>
                  </a:lnTo>
                  <a:lnTo>
                    <a:pt x="147878" y="180644"/>
                  </a:lnTo>
                  <a:lnTo>
                    <a:pt x="147815" y="179374"/>
                  </a:lnTo>
                  <a:lnTo>
                    <a:pt x="147688" y="176834"/>
                  </a:lnTo>
                  <a:lnTo>
                    <a:pt x="149288" y="181914"/>
                  </a:lnTo>
                  <a:lnTo>
                    <a:pt x="145732" y="189534"/>
                  </a:lnTo>
                  <a:lnTo>
                    <a:pt x="149288" y="192074"/>
                  </a:lnTo>
                  <a:lnTo>
                    <a:pt x="149948" y="188264"/>
                  </a:lnTo>
                  <a:lnTo>
                    <a:pt x="155397" y="188264"/>
                  </a:lnTo>
                  <a:lnTo>
                    <a:pt x="156654" y="189534"/>
                  </a:lnTo>
                  <a:lnTo>
                    <a:pt x="156654" y="197154"/>
                  </a:lnTo>
                  <a:lnTo>
                    <a:pt x="149428" y="194614"/>
                  </a:lnTo>
                  <a:lnTo>
                    <a:pt x="149428" y="203504"/>
                  </a:lnTo>
                  <a:lnTo>
                    <a:pt x="152920" y="204774"/>
                  </a:lnTo>
                  <a:lnTo>
                    <a:pt x="152920" y="208584"/>
                  </a:lnTo>
                  <a:lnTo>
                    <a:pt x="150025" y="211124"/>
                  </a:lnTo>
                  <a:lnTo>
                    <a:pt x="146532" y="208584"/>
                  </a:lnTo>
                  <a:lnTo>
                    <a:pt x="147586" y="211124"/>
                  </a:lnTo>
                  <a:lnTo>
                    <a:pt x="149948" y="213664"/>
                  </a:lnTo>
                  <a:lnTo>
                    <a:pt x="156222" y="213664"/>
                  </a:lnTo>
                  <a:lnTo>
                    <a:pt x="159702" y="211124"/>
                  </a:lnTo>
                  <a:lnTo>
                    <a:pt x="161112" y="207314"/>
                  </a:lnTo>
                  <a:lnTo>
                    <a:pt x="162674" y="212394"/>
                  </a:lnTo>
                  <a:lnTo>
                    <a:pt x="161404" y="216204"/>
                  </a:lnTo>
                  <a:lnTo>
                    <a:pt x="158419" y="217474"/>
                  </a:lnTo>
                  <a:lnTo>
                    <a:pt x="161645" y="218744"/>
                  </a:lnTo>
                  <a:lnTo>
                    <a:pt x="169303" y="217474"/>
                  </a:lnTo>
                  <a:lnTo>
                    <a:pt x="169202" y="216204"/>
                  </a:lnTo>
                  <a:lnTo>
                    <a:pt x="169100" y="214934"/>
                  </a:lnTo>
                  <a:lnTo>
                    <a:pt x="168998" y="213664"/>
                  </a:lnTo>
                  <a:lnTo>
                    <a:pt x="168897" y="212394"/>
                  </a:lnTo>
                  <a:lnTo>
                    <a:pt x="168795" y="211124"/>
                  </a:lnTo>
                  <a:lnTo>
                    <a:pt x="168490" y="207314"/>
                  </a:lnTo>
                  <a:lnTo>
                    <a:pt x="172745" y="208584"/>
                  </a:lnTo>
                  <a:lnTo>
                    <a:pt x="175107" y="211124"/>
                  </a:lnTo>
                  <a:lnTo>
                    <a:pt x="172478" y="216204"/>
                  </a:lnTo>
                  <a:lnTo>
                    <a:pt x="176034" y="214934"/>
                  </a:lnTo>
                  <a:lnTo>
                    <a:pt x="179311" y="213664"/>
                  </a:lnTo>
                  <a:lnTo>
                    <a:pt x="179311" y="207314"/>
                  </a:lnTo>
                  <a:close/>
                </a:path>
                <a:path w="492759" h="325119">
                  <a:moveTo>
                    <a:pt x="351866" y="173456"/>
                  </a:moveTo>
                  <a:lnTo>
                    <a:pt x="351332" y="171704"/>
                  </a:lnTo>
                  <a:lnTo>
                    <a:pt x="350418" y="169164"/>
                  </a:lnTo>
                  <a:lnTo>
                    <a:pt x="348843" y="167652"/>
                  </a:lnTo>
                  <a:lnTo>
                    <a:pt x="348843" y="174574"/>
                  </a:lnTo>
                  <a:lnTo>
                    <a:pt x="348145" y="175653"/>
                  </a:lnTo>
                  <a:lnTo>
                    <a:pt x="347700" y="176771"/>
                  </a:lnTo>
                  <a:lnTo>
                    <a:pt x="346570" y="177380"/>
                  </a:lnTo>
                  <a:lnTo>
                    <a:pt x="344220" y="178257"/>
                  </a:lnTo>
                  <a:lnTo>
                    <a:pt x="342074" y="178079"/>
                  </a:lnTo>
                  <a:lnTo>
                    <a:pt x="340004" y="177050"/>
                  </a:lnTo>
                  <a:lnTo>
                    <a:pt x="337032" y="175653"/>
                  </a:lnTo>
                  <a:lnTo>
                    <a:pt x="336943" y="175488"/>
                  </a:lnTo>
                  <a:lnTo>
                    <a:pt x="335330" y="172554"/>
                  </a:lnTo>
                  <a:lnTo>
                    <a:pt x="336499" y="170218"/>
                  </a:lnTo>
                  <a:lnTo>
                    <a:pt x="337032" y="169011"/>
                  </a:lnTo>
                  <a:lnTo>
                    <a:pt x="338061" y="168389"/>
                  </a:lnTo>
                  <a:lnTo>
                    <a:pt x="338759" y="168249"/>
                  </a:lnTo>
                  <a:lnTo>
                    <a:pt x="340410" y="167627"/>
                  </a:lnTo>
                  <a:lnTo>
                    <a:pt x="342531" y="167830"/>
                  </a:lnTo>
                  <a:lnTo>
                    <a:pt x="346265" y="169519"/>
                  </a:lnTo>
                  <a:lnTo>
                    <a:pt x="347700" y="171145"/>
                  </a:lnTo>
                  <a:lnTo>
                    <a:pt x="348259" y="172707"/>
                  </a:lnTo>
                  <a:lnTo>
                    <a:pt x="348576" y="173456"/>
                  </a:lnTo>
                  <a:lnTo>
                    <a:pt x="348843" y="174574"/>
                  </a:lnTo>
                  <a:lnTo>
                    <a:pt x="348843" y="167652"/>
                  </a:lnTo>
                  <a:lnTo>
                    <a:pt x="348399" y="167233"/>
                  </a:lnTo>
                  <a:lnTo>
                    <a:pt x="345757" y="165989"/>
                  </a:lnTo>
                  <a:lnTo>
                    <a:pt x="343179" y="164680"/>
                  </a:lnTo>
                  <a:lnTo>
                    <a:pt x="331622" y="172707"/>
                  </a:lnTo>
                  <a:lnTo>
                    <a:pt x="334048" y="177711"/>
                  </a:lnTo>
                  <a:lnTo>
                    <a:pt x="338696" y="179946"/>
                  </a:lnTo>
                  <a:lnTo>
                    <a:pt x="341477" y="181203"/>
                  </a:lnTo>
                  <a:lnTo>
                    <a:pt x="344398" y="181483"/>
                  </a:lnTo>
                  <a:lnTo>
                    <a:pt x="346989" y="180555"/>
                  </a:lnTo>
                  <a:lnTo>
                    <a:pt x="348843" y="179946"/>
                  </a:lnTo>
                  <a:lnTo>
                    <a:pt x="350418" y="178689"/>
                  </a:lnTo>
                  <a:lnTo>
                    <a:pt x="350583" y="178257"/>
                  </a:lnTo>
                  <a:lnTo>
                    <a:pt x="350659" y="178079"/>
                  </a:lnTo>
                  <a:lnTo>
                    <a:pt x="351066" y="177050"/>
                  </a:lnTo>
                  <a:lnTo>
                    <a:pt x="351815" y="175653"/>
                  </a:lnTo>
                  <a:lnTo>
                    <a:pt x="351866" y="173456"/>
                  </a:lnTo>
                  <a:close/>
                </a:path>
                <a:path w="492759" h="325119">
                  <a:moveTo>
                    <a:pt x="357720" y="116687"/>
                  </a:moveTo>
                  <a:lnTo>
                    <a:pt x="357682" y="116166"/>
                  </a:lnTo>
                  <a:lnTo>
                    <a:pt x="357593" y="115912"/>
                  </a:lnTo>
                  <a:lnTo>
                    <a:pt x="357212" y="114719"/>
                  </a:lnTo>
                  <a:lnTo>
                    <a:pt x="356565" y="113868"/>
                  </a:lnTo>
                  <a:lnTo>
                    <a:pt x="355180" y="112064"/>
                  </a:lnTo>
                  <a:lnTo>
                    <a:pt x="354393" y="111607"/>
                  </a:lnTo>
                  <a:lnTo>
                    <a:pt x="354393" y="116166"/>
                  </a:lnTo>
                  <a:lnTo>
                    <a:pt x="354317" y="118237"/>
                  </a:lnTo>
                  <a:lnTo>
                    <a:pt x="354253" y="118579"/>
                  </a:lnTo>
                  <a:lnTo>
                    <a:pt x="354126" y="119329"/>
                  </a:lnTo>
                  <a:lnTo>
                    <a:pt x="353199" y="120853"/>
                  </a:lnTo>
                  <a:lnTo>
                    <a:pt x="349351" y="123799"/>
                  </a:lnTo>
                  <a:lnTo>
                    <a:pt x="346049" y="123799"/>
                  </a:lnTo>
                  <a:lnTo>
                    <a:pt x="344779" y="122135"/>
                  </a:lnTo>
                  <a:lnTo>
                    <a:pt x="344258" y="121551"/>
                  </a:lnTo>
                  <a:lnTo>
                    <a:pt x="344106" y="120853"/>
                  </a:lnTo>
                  <a:lnTo>
                    <a:pt x="344106" y="118579"/>
                  </a:lnTo>
                  <a:lnTo>
                    <a:pt x="345046" y="116687"/>
                  </a:lnTo>
                  <a:lnTo>
                    <a:pt x="346684" y="115493"/>
                  </a:lnTo>
                  <a:lnTo>
                    <a:pt x="348157" y="114376"/>
                  </a:lnTo>
                  <a:lnTo>
                    <a:pt x="349910" y="113868"/>
                  </a:lnTo>
                  <a:lnTo>
                    <a:pt x="351091" y="113868"/>
                  </a:lnTo>
                  <a:lnTo>
                    <a:pt x="352069" y="114147"/>
                  </a:lnTo>
                  <a:lnTo>
                    <a:pt x="352793" y="114376"/>
                  </a:lnTo>
                  <a:lnTo>
                    <a:pt x="352971" y="114376"/>
                  </a:lnTo>
                  <a:lnTo>
                    <a:pt x="354393" y="116166"/>
                  </a:lnTo>
                  <a:lnTo>
                    <a:pt x="354393" y="111607"/>
                  </a:lnTo>
                  <a:lnTo>
                    <a:pt x="353745" y="111213"/>
                  </a:lnTo>
                  <a:lnTo>
                    <a:pt x="351853" y="110947"/>
                  </a:lnTo>
                  <a:lnTo>
                    <a:pt x="349351" y="110642"/>
                  </a:lnTo>
                  <a:lnTo>
                    <a:pt x="346887" y="111417"/>
                  </a:lnTo>
                  <a:lnTo>
                    <a:pt x="344779" y="113106"/>
                  </a:lnTo>
                  <a:lnTo>
                    <a:pt x="340868" y="115912"/>
                  </a:lnTo>
                  <a:lnTo>
                    <a:pt x="340753" y="116433"/>
                  </a:lnTo>
                  <a:lnTo>
                    <a:pt x="340690" y="116687"/>
                  </a:lnTo>
                  <a:lnTo>
                    <a:pt x="339750" y="120853"/>
                  </a:lnTo>
                  <a:lnTo>
                    <a:pt x="340207" y="121551"/>
                  </a:lnTo>
                  <a:lnTo>
                    <a:pt x="342188" y="124028"/>
                  </a:lnTo>
                  <a:lnTo>
                    <a:pt x="344779" y="127152"/>
                  </a:lnTo>
                  <a:lnTo>
                    <a:pt x="349770" y="127355"/>
                  </a:lnTo>
                  <a:lnTo>
                    <a:pt x="353745" y="124383"/>
                  </a:lnTo>
                  <a:lnTo>
                    <a:pt x="354495" y="123799"/>
                  </a:lnTo>
                  <a:lnTo>
                    <a:pt x="355828" y="122758"/>
                  </a:lnTo>
                  <a:lnTo>
                    <a:pt x="357212" y="120586"/>
                  </a:lnTo>
                  <a:lnTo>
                    <a:pt x="357263" y="120091"/>
                  </a:lnTo>
                  <a:lnTo>
                    <a:pt x="357365" y="119329"/>
                  </a:lnTo>
                  <a:lnTo>
                    <a:pt x="357454" y="118579"/>
                  </a:lnTo>
                  <a:lnTo>
                    <a:pt x="357555" y="117805"/>
                  </a:lnTo>
                  <a:lnTo>
                    <a:pt x="357720" y="116687"/>
                  </a:lnTo>
                  <a:close/>
                </a:path>
                <a:path w="492759" h="325119">
                  <a:moveTo>
                    <a:pt x="411416" y="274193"/>
                  </a:moveTo>
                  <a:lnTo>
                    <a:pt x="411353" y="268147"/>
                  </a:lnTo>
                  <a:lnTo>
                    <a:pt x="411264" y="267804"/>
                  </a:lnTo>
                  <a:lnTo>
                    <a:pt x="410921" y="266509"/>
                  </a:lnTo>
                  <a:lnTo>
                    <a:pt x="409473" y="264642"/>
                  </a:lnTo>
                  <a:lnTo>
                    <a:pt x="408432" y="263271"/>
                  </a:lnTo>
                  <a:lnTo>
                    <a:pt x="408432" y="267804"/>
                  </a:lnTo>
                  <a:lnTo>
                    <a:pt x="408393" y="273164"/>
                  </a:lnTo>
                  <a:lnTo>
                    <a:pt x="408012" y="274193"/>
                  </a:lnTo>
                  <a:lnTo>
                    <a:pt x="407657" y="275056"/>
                  </a:lnTo>
                  <a:lnTo>
                    <a:pt x="405765" y="276860"/>
                  </a:lnTo>
                  <a:lnTo>
                    <a:pt x="404761" y="277533"/>
                  </a:lnTo>
                  <a:lnTo>
                    <a:pt x="402107" y="277533"/>
                  </a:lnTo>
                  <a:lnTo>
                    <a:pt x="401269" y="276860"/>
                  </a:lnTo>
                  <a:lnTo>
                    <a:pt x="400685" y="276263"/>
                  </a:lnTo>
                  <a:lnTo>
                    <a:pt x="399554" y="275056"/>
                  </a:lnTo>
                  <a:lnTo>
                    <a:pt x="398767" y="273164"/>
                  </a:lnTo>
                  <a:lnTo>
                    <a:pt x="398830" y="268909"/>
                  </a:lnTo>
                  <a:lnTo>
                    <a:pt x="408432" y="267804"/>
                  </a:lnTo>
                  <a:lnTo>
                    <a:pt x="408432" y="263271"/>
                  </a:lnTo>
                  <a:lnTo>
                    <a:pt x="408051" y="262763"/>
                  </a:lnTo>
                  <a:lnTo>
                    <a:pt x="405574" y="261569"/>
                  </a:lnTo>
                  <a:lnTo>
                    <a:pt x="401942" y="261569"/>
                  </a:lnTo>
                  <a:lnTo>
                    <a:pt x="400138" y="262356"/>
                  </a:lnTo>
                  <a:lnTo>
                    <a:pt x="398703" y="263702"/>
                  </a:lnTo>
                  <a:lnTo>
                    <a:pt x="396824" y="265417"/>
                  </a:lnTo>
                  <a:lnTo>
                    <a:pt x="395719" y="268147"/>
                  </a:lnTo>
                  <a:lnTo>
                    <a:pt x="395681" y="274193"/>
                  </a:lnTo>
                  <a:lnTo>
                    <a:pt x="396621" y="276593"/>
                  </a:lnTo>
                  <a:lnTo>
                    <a:pt x="398424" y="278396"/>
                  </a:lnTo>
                  <a:lnTo>
                    <a:pt x="399783" y="279844"/>
                  </a:lnTo>
                  <a:lnTo>
                    <a:pt x="401637" y="280606"/>
                  </a:lnTo>
                  <a:lnTo>
                    <a:pt x="405472" y="280606"/>
                  </a:lnTo>
                  <a:lnTo>
                    <a:pt x="407136" y="279984"/>
                  </a:lnTo>
                  <a:lnTo>
                    <a:pt x="409778" y="277533"/>
                  </a:lnTo>
                  <a:lnTo>
                    <a:pt x="410514" y="276860"/>
                  </a:lnTo>
                  <a:lnTo>
                    <a:pt x="410603" y="276593"/>
                  </a:lnTo>
                  <a:lnTo>
                    <a:pt x="410718" y="276263"/>
                  </a:lnTo>
                  <a:lnTo>
                    <a:pt x="411416" y="274193"/>
                  </a:lnTo>
                  <a:close/>
                </a:path>
                <a:path w="492759" h="325119">
                  <a:moveTo>
                    <a:pt x="430123" y="287591"/>
                  </a:moveTo>
                  <a:lnTo>
                    <a:pt x="428066" y="285229"/>
                  </a:lnTo>
                  <a:lnTo>
                    <a:pt x="426478" y="283413"/>
                  </a:lnTo>
                  <a:lnTo>
                    <a:pt x="426262" y="283375"/>
                  </a:lnTo>
                  <a:lnTo>
                    <a:pt x="426262" y="288366"/>
                  </a:lnTo>
                  <a:lnTo>
                    <a:pt x="426161" y="291312"/>
                  </a:lnTo>
                  <a:lnTo>
                    <a:pt x="426046" y="291884"/>
                  </a:lnTo>
                  <a:lnTo>
                    <a:pt x="425627" y="293827"/>
                  </a:lnTo>
                  <a:lnTo>
                    <a:pt x="422427" y="295465"/>
                  </a:lnTo>
                  <a:lnTo>
                    <a:pt x="418896" y="294805"/>
                  </a:lnTo>
                  <a:lnTo>
                    <a:pt x="415340" y="294170"/>
                  </a:lnTo>
                  <a:lnTo>
                    <a:pt x="412915" y="291528"/>
                  </a:lnTo>
                  <a:lnTo>
                    <a:pt x="412953" y="291312"/>
                  </a:lnTo>
                  <a:lnTo>
                    <a:pt x="413054" y="290677"/>
                  </a:lnTo>
                  <a:lnTo>
                    <a:pt x="413321" y="289064"/>
                  </a:lnTo>
                  <a:lnTo>
                    <a:pt x="413626" y="287769"/>
                  </a:lnTo>
                  <a:lnTo>
                    <a:pt x="414350" y="286893"/>
                  </a:lnTo>
                  <a:lnTo>
                    <a:pt x="415112" y="286575"/>
                  </a:lnTo>
                  <a:lnTo>
                    <a:pt x="416623" y="285572"/>
                  </a:lnTo>
                  <a:lnTo>
                    <a:pt x="418553" y="285229"/>
                  </a:lnTo>
                  <a:lnTo>
                    <a:pt x="423900" y="286118"/>
                  </a:lnTo>
                  <a:lnTo>
                    <a:pt x="426262" y="288366"/>
                  </a:lnTo>
                  <a:lnTo>
                    <a:pt x="426262" y="283375"/>
                  </a:lnTo>
                  <a:lnTo>
                    <a:pt x="421208" y="282422"/>
                  </a:lnTo>
                  <a:lnTo>
                    <a:pt x="418249" y="281952"/>
                  </a:lnTo>
                  <a:lnTo>
                    <a:pt x="415340" y="282422"/>
                  </a:lnTo>
                  <a:lnTo>
                    <a:pt x="413321" y="284035"/>
                  </a:lnTo>
                  <a:lnTo>
                    <a:pt x="411556" y="285038"/>
                  </a:lnTo>
                  <a:lnTo>
                    <a:pt x="411441" y="285229"/>
                  </a:lnTo>
                  <a:lnTo>
                    <a:pt x="410578" y="286575"/>
                  </a:lnTo>
                  <a:lnTo>
                    <a:pt x="410476" y="286893"/>
                  </a:lnTo>
                  <a:lnTo>
                    <a:pt x="409765" y="290677"/>
                  </a:lnTo>
                  <a:lnTo>
                    <a:pt x="410527" y="292798"/>
                  </a:lnTo>
                  <a:lnTo>
                    <a:pt x="412127" y="294525"/>
                  </a:lnTo>
                  <a:lnTo>
                    <a:pt x="413626" y="296316"/>
                  </a:lnTo>
                  <a:lnTo>
                    <a:pt x="415937" y="297421"/>
                  </a:lnTo>
                  <a:lnTo>
                    <a:pt x="418249" y="297865"/>
                  </a:lnTo>
                  <a:lnTo>
                    <a:pt x="420916" y="298284"/>
                  </a:lnTo>
                  <a:lnTo>
                    <a:pt x="423964" y="297865"/>
                  </a:lnTo>
                  <a:lnTo>
                    <a:pt x="423545" y="297865"/>
                  </a:lnTo>
                  <a:lnTo>
                    <a:pt x="425348" y="296913"/>
                  </a:lnTo>
                  <a:lnTo>
                    <a:pt x="429285" y="291884"/>
                  </a:lnTo>
                  <a:lnTo>
                    <a:pt x="429399" y="291312"/>
                  </a:lnTo>
                  <a:lnTo>
                    <a:pt x="429526" y="290677"/>
                  </a:lnTo>
                  <a:lnTo>
                    <a:pt x="430123" y="287591"/>
                  </a:lnTo>
                  <a:close/>
                </a:path>
                <a:path w="492759" h="325119">
                  <a:moveTo>
                    <a:pt x="484619" y="266001"/>
                  </a:moveTo>
                  <a:lnTo>
                    <a:pt x="482269" y="263702"/>
                  </a:lnTo>
                  <a:lnTo>
                    <a:pt x="481469" y="262928"/>
                  </a:lnTo>
                  <a:lnTo>
                    <a:pt x="481469" y="267804"/>
                  </a:lnTo>
                  <a:lnTo>
                    <a:pt x="481469" y="277698"/>
                  </a:lnTo>
                  <a:lnTo>
                    <a:pt x="477342" y="281800"/>
                  </a:lnTo>
                  <a:lnTo>
                    <a:pt x="466966" y="281800"/>
                  </a:lnTo>
                  <a:lnTo>
                    <a:pt x="462940" y="277698"/>
                  </a:lnTo>
                  <a:lnTo>
                    <a:pt x="462940" y="267804"/>
                  </a:lnTo>
                  <a:lnTo>
                    <a:pt x="466966" y="263702"/>
                  </a:lnTo>
                  <a:lnTo>
                    <a:pt x="477342" y="263702"/>
                  </a:lnTo>
                  <a:lnTo>
                    <a:pt x="481469" y="267804"/>
                  </a:lnTo>
                  <a:lnTo>
                    <a:pt x="481469" y="262928"/>
                  </a:lnTo>
                  <a:lnTo>
                    <a:pt x="479031" y="260540"/>
                  </a:lnTo>
                  <a:lnTo>
                    <a:pt x="465429" y="260540"/>
                  </a:lnTo>
                  <a:lnTo>
                    <a:pt x="459765" y="266001"/>
                  </a:lnTo>
                  <a:lnTo>
                    <a:pt x="459765" y="279412"/>
                  </a:lnTo>
                  <a:lnTo>
                    <a:pt x="465429" y="284886"/>
                  </a:lnTo>
                  <a:lnTo>
                    <a:pt x="479031" y="284886"/>
                  </a:lnTo>
                  <a:lnTo>
                    <a:pt x="482180" y="281800"/>
                  </a:lnTo>
                  <a:lnTo>
                    <a:pt x="484619" y="279412"/>
                  </a:lnTo>
                  <a:lnTo>
                    <a:pt x="484619" y="266001"/>
                  </a:lnTo>
                  <a:close/>
                </a:path>
                <a:path w="492759" h="325119">
                  <a:moveTo>
                    <a:pt x="492290" y="184150"/>
                  </a:moveTo>
                  <a:lnTo>
                    <a:pt x="490448" y="175260"/>
                  </a:lnTo>
                  <a:lnTo>
                    <a:pt x="482346" y="170180"/>
                  </a:lnTo>
                  <a:lnTo>
                    <a:pt x="473278" y="163830"/>
                  </a:lnTo>
                  <a:lnTo>
                    <a:pt x="472706" y="162560"/>
                  </a:lnTo>
                  <a:lnTo>
                    <a:pt x="468541" y="152400"/>
                  </a:lnTo>
                  <a:lnTo>
                    <a:pt x="472757" y="162560"/>
                  </a:lnTo>
                  <a:lnTo>
                    <a:pt x="480745" y="166370"/>
                  </a:lnTo>
                  <a:lnTo>
                    <a:pt x="486765" y="163830"/>
                  </a:lnTo>
                  <a:lnTo>
                    <a:pt x="480288" y="160020"/>
                  </a:lnTo>
                  <a:lnTo>
                    <a:pt x="478434" y="152400"/>
                  </a:lnTo>
                  <a:lnTo>
                    <a:pt x="478129" y="151130"/>
                  </a:lnTo>
                  <a:lnTo>
                    <a:pt x="475221" y="143510"/>
                  </a:lnTo>
                  <a:lnTo>
                    <a:pt x="469404" y="140970"/>
                  </a:lnTo>
                  <a:lnTo>
                    <a:pt x="466496" y="139700"/>
                  </a:lnTo>
                  <a:lnTo>
                    <a:pt x="463778" y="139700"/>
                  </a:lnTo>
                  <a:lnTo>
                    <a:pt x="460679" y="137160"/>
                  </a:lnTo>
                  <a:lnTo>
                    <a:pt x="457301" y="135890"/>
                  </a:lnTo>
                  <a:lnTo>
                    <a:pt x="452170" y="135890"/>
                  </a:lnTo>
                  <a:lnTo>
                    <a:pt x="445808" y="137160"/>
                  </a:lnTo>
                  <a:lnTo>
                    <a:pt x="439178" y="140970"/>
                  </a:lnTo>
                  <a:lnTo>
                    <a:pt x="433959" y="147320"/>
                  </a:lnTo>
                  <a:lnTo>
                    <a:pt x="431838" y="157480"/>
                  </a:lnTo>
                  <a:lnTo>
                    <a:pt x="437680" y="176530"/>
                  </a:lnTo>
                  <a:lnTo>
                    <a:pt x="463359" y="201930"/>
                  </a:lnTo>
                  <a:lnTo>
                    <a:pt x="469201" y="219710"/>
                  </a:lnTo>
                  <a:lnTo>
                    <a:pt x="469201" y="227330"/>
                  </a:lnTo>
                  <a:lnTo>
                    <a:pt x="462864" y="232410"/>
                  </a:lnTo>
                  <a:lnTo>
                    <a:pt x="449491" y="232410"/>
                  </a:lnTo>
                  <a:lnTo>
                    <a:pt x="444500" y="224790"/>
                  </a:lnTo>
                  <a:lnTo>
                    <a:pt x="440537" y="217170"/>
                  </a:lnTo>
                  <a:lnTo>
                    <a:pt x="439216" y="214630"/>
                  </a:lnTo>
                  <a:lnTo>
                    <a:pt x="437349" y="210820"/>
                  </a:lnTo>
                  <a:lnTo>
                    <a:pt x="436727" y="209550"/>
                  </a:lnTo>
                  <a:lnTo>
                    <a:pt x="431253" y="201930"/>
                  </a:lnTo>
                  <a:lnTo>
                    <a:pt x="429983" y="200507"/>
                  </a:lnTo>
                  <a:lnTo>
                    <a:pt x="429983" y="217170"/>
                  </a:lnTo>
                  <a:lnTo>
                    <a:pt x="425983" y="222250"/>
                  </a:lnTo>
                  <a:lnTo>
                    <a:pt x="422414" y="223520"/>
                  </a:lnTo>
                  <a:lnTo>
                    <a:pt x="417893" y="220980"/>
                  </a:lnTo>
                  <a:lnTo>
                    <a:pt x="417830" y="219710"/>
                  </a:lnTo>
                  <a:lnTo>
                    <a:pt x="417703" y="217170"/>
                  </a:lnTo>
                  <a:lnTo>
                    <a:pt x="421906" y="212090"/>
                  </a:lnTo>
                  <a:lnTo>
                    <a:pt x="425196" y="210820"/>
                  </a:lnTo>
                  <a:lnTo>
                    <a:pt x="427583" y="212090"/>
                  </a:lnTo>
                  <a:lnTo>
                    <a:pt x="429895" y="213360"/>
                  </a:lnTo>
                  <a:lnTo>
                    <a:pt x="429983" y="217170"/>
                  </a:lnTo>
                  <a:lnTo>
                    <a:pt x="429983" y="200507"/>
                  </a:lnTo>
                  <a:lnTo>
                    <a:pt x="425627" y="195580"/>
                  </a:lnTo>
                  <a:lnTo>
                    <a:pt x="427202" y="196850"/>
                  </a:lnTo>
                  <a:lnTo>
                    <a:pt x="434835" y="196850"/>
                  </a:lnTo>
                  <a:lnTo>
                    <a:pt x="436270" y="195580"/>
                  </a:lnTo>
                  <a:lnTo>
                    <a:pt x="437692" y="194310"/>
                  </a:lnTo>
                  <a:lnTo>
                    <a:pt x="438391" y="191770"/>
                  </a:lnTo>
                  <a:lnTo>
                    <a:pt x="438518" y="187960"/>
                  </a:lnTo>
                  <a:lnTo>
                    <a:pt x="437299" y="185420"/>
                  </a:lnTo>
                  <a:lnTo>
                    <a:pt x="435508" y="182880"/>
                  </a:lnTo>
                  <a:lnTo>
                    <a:pt x="435292" y="182626"/>
                  </a:lnTo>
                  <a:lnTo>
                    <a:pt x="435292" y="187960"/>
                  </a:lnTo>
                  <a:lnTo>
                    <a:pt x="435229" y="190500"/>
                  </a:lnTo>
                  <a:lnTo>
                    <a:pt x="435038" y="191770"/>
                  </a:lnTo>
                  <a:lnTo>
                    <a:pt x="434035" y="193040"/>
                  </a:lnTo>
                  <a:lnTo>
                    <a:pt x="433108" y="194310"/>
                  </a:lnTo>
                  <a:lnTo>
                    <a:pt x="429450" y="194310"/>
                  </a:lnTo>
                  <a:lnTo>
                    <a:pt x="427443" y="193040"/>
                  </a:lnTo>
                  <a:lnTo>
                    <a:pt x="424751" y="190500"/>
                  </a:lnTo>
                  <a:lnTo>
                    <a:pt x="424332" y="189230"/>
                  </a:lnTo>
                  <a:lnTo>
                    <a:pt x="423913" y="187960"/>
                  </a:lnTo>
                  <a:lnTo>
                    <a:pt x="423989" y="186690"/>
                  </a:lnTo>
                  <a:lnTo>
                    <a:pt x="424116" y="184150"/>
                  </a:lnTo>
                  <a:lnTo>
                    <a:pt x="425170" y="184150"/>
                  </a:lnTo>
                  <a:lnTo>
                    <a:pt x="425996" y="182880"/>
                  </a:lnTo>
                  <a:lnTo>
                    <a:pt x="429793" y="182880"/>
                  </a:lnTo>
                  <a:lnTo>
                    <a:pt x="431685" y="184150"/>
                  </a:lnTo>
                  <a:lnTo>
                    <a:pt x="433108" y="185420"/>
                  </a:lnTo>
                  <a:lnTo>
                    <a:pt x="434479" y="186690"/>
                  </a:lnTo>
                  <a:lnTo>
                    <a:pt x="435292" y="187960"/>
                  </a:lnTo>
                  <a:lnTo>
                    <a:pt x="435292" y="182626"/>
                  </a:lnTo>
                  <a:lnTo>
                    <a:pt x="433425" y="180340"/>
                  </a:lnTo>
                  <a:lnTo>
                    <a:pt x="430631" y="179070"/>
                  </a:lnTo>
                  <a:lnTo>
                    <a:pt x="426173" y="179070"/>
                  </a:lnTo>
                  <a:lnTo>
                    <a:pt x="424205" y="180340"/>
                  </a:lnTo>
                  <a:lnTo>
                    <a:pt x="422960" y="181610"/>
                  </a:lnTo>
                  <a:lnTo>
                    <a:pt x="421614" y="182880"/>
                  </a:lnTo>
                  <a:lnTo>
                    <a:pt x="420916" y="184150"/>
                  </a:lnTo>
                  <a:lnTo>
                    <a:pt x="420839" y="188506"/>
                  </a:lnTo>
                  <a:lnTo>
                    <a:pt x="415556" y="181610"/>
                  </a:lnTo>
                  <a:lnTo>
                    <a:pt x="415340" y="181343"/>
                  </a:lnTo>
                  <a:lnTo>
                    <a:pt x="415340" y="240030"/>
                  </a:lnTo>
                  <a:lnTo>
                    <a:pt x="413334" y="242570"/>
                  </a:lnTo>
                  <a:lnTo>
                    <a:pt x="411175" y="245110"/>
                  </a:lnTo>
                  <a:lnTo>
                    <a:pt x="407771" y="246380"/>
                  </a:lnTo>
                  <a:lnTo>
                    <a:pt x="403326" y="243840"/>
                  </a:lnTo>
                  <a:lnTo>
                    <a:pt x="403237" y="242570"/>
                  </a:lnTo>
                  <a:lnTo>
                    <a:pt x="403161" y="241300"/>
                  </a:lnTo>
                  <a:lnTo>
                    <a:pt x="403072" y="240030"/>
                  </a:lnTo>
                  <a:lnTo>
                    <a:pt x="405117" y="237490"/>
                  </a:lnTo>
                  <a:lnTo>
                    <a:pt x="407123" y="233680"/>
                  </a:lnTo>
                  <a:lnTo>
                    <a:pt x="410603" y="233680"/>
                  </a:lnTo>
                  <a:lnTo>
                    <a:pt x="412915" y="234950"/>
                  </a:lnTo>
                  <a:lnTo>
                    <a:pt x="415150" y="236220"/>
                  </a:lnTo>
                  <a:lnTo>
                    <a:pt x="415277" y="238760"/>
                  </a:lnTo>
                  <a:lnTo>
                    <a:pt x="415340" y="240030"/>
                  </a:lnTo>
                  <a:lnTo>
                    <a:pt x="415340" y="181343"/>
                  </a:lnTo>
                  <a:lnTo>
                    <a:pt x="410591" y="175260"/>
                  </a:lnTo>
                  <a:lnTo>
                    <a:pt x="407136" y="168910"/>
                  </a:lnTo>
                  <a:lnTo>
                    <a:pt x="405841" y="163830"/>
                  </a:lnTo>
                  <a:lnTo>
                    <a:pt x="405841" y="158750"/>
                  </a:lnTo>
                  <a:lnTo>
                    <a:pt x="409321" y="154940"/>
                  </a:lnTo>
                  <a:lnTo>
                    <a:pt x="411429" y="152400"/>
                  </a:lnTo>
                  <a:lnTo>
                    <a:pt x="413537" y="149860"/>
                  </a:lnTo>
                  <a:lnTo>
                    <a:pt x="414972" y="149860"/>
                  </a:lnTo>
                  <a:lnTo>
                    <a:pt x="416052" y="148590"/>
                  </a:lnTo>
                  <a:lnTo>
                    <a:pt x="417576" y="147320"/>
                  </a:lnTo>
                  <a:lnTo>
                    <a:pt x="420776" y="144780"/>
                  </a:lnTo>
                  <a:lnTo>
                    <a:pt x="427202" y="137160"/>
                  </a:lnTo>
                  <a:lnTo>
                    <a:pt x="427443" y="137160"/>
                  </a:lnTo>
                  <a:lnTo>
                    <a:pt x="429209" y="135890"/>
                  </a:lnTo>
                  <a:lnTo>
                    <a:pt x="425996" y="132956"/>
                  </a:lnTo>
                  <a:lnTo>
                    <a:pt x="425996" y="135890"/>
                  </a:lnTo>
                  <a:lnTo>
                    <a:pt x="418261" y="143510"/>
                  </a:lnTo>
                  <a:lnTo>
                    <a:pt x="414566" y="147320"/>
                  </a:lnTo>
                  <a:lnTo>
                    <a:pt x="410083" y="144780"/>
                  </a:lnTo>
                  <a:lnTo>
                    <a:pt x="362991" y="118110"/>
                  </a:lnTo>
                  <a:lnTo>
                    <a:pt x="368033" y="102870"/>
                  </a:lnTo>
                  <a:lnTo>
                    <a:pt x="373672" y="105410"/>
                  </a:lnTo>
                  <a:lnTo>
                    <a:pt x="372059" y="105410"/>
                  </a:lnTo>
                  <a:lnTo>
                    <a:pt x="370001" y="106680"/>
                  </a:lnTo>
                  <a:lnTo>
                    <a:pt x="368211" y="109220"/>
                  </a:lnTo>
                  <a:lnTo>
                    <a:pt x="371894" y="109220"/>
                  </a:lnTo>
                  <a:lnTo>
                    <a:pt x="373405" y="107950"/>
                  </a:lnTo>
                  <a:lnTo>
                    <a:pt x="371182" y="114300"/>
                  </a:lnTo>
                  <a:lnTo>
                    <a:pt x="370611" y="113030"/>
                  </a:lnTo>
                  <a:lnTo>
                    <a:pt x="368973" y="111760"/>
                  </a:lnTo>
                  <a:lnTo>
                    <a:pt x="367385" y="110490"/>
                  </a:lnTo>
                  <a:lnTo>
                    <a:pt x="366268" y="115570"/>
                  </a:lnTo>
                  <a:lnTo>
                    <a:pt x="369189" y="116840"/>
                  </a:lnTo>
                  <a:lnTo>
                    <a:pt x="371182" y="118110"/>
                  </a:lnTo>
                  <a:lnTo>
                    <a:pt x="374700" y="119380"/>
                  </a:lnTo>
                  <a:lnTo>
                    <a:pt x="376859" y="119380"/>
                  </a:lnTo>
                  <a:lnTo>
                    <a:pt x="377825" y="118110"/>
                  </a:lnTo>
                  <a:lnTo>
                    <a:pt x="378917" y="116840"/>
                  </a:lnTo>
                  <a:lnTo>
                    <a:pt x="377799" y="115570"/>
                  </a:lnTo>
                  <a:lnTo>
                    <a:pt x="376694" y="114300"/>
                  </a:lnTo>
                  <a:lnTo>
                    <a:pt x="373773" y="115570"/>
                  </a:lnTo>
                  <a:lnTo>
                    <a:pt x="373646" y="114300"/>
                  </a:lnTo>
                  <a:lnTo>
                    <a:pt x="373519" y="113030"/>
                  </a:lnTo>
                  <a:lnTo>
                    <a:pt x="373405" y="111760"/>
                  </a:lnTo>
                  <a:lnTo>
                    <a:pt x="375069" y="110490"/>
                  </a:lnTo>
                  <a:lnTo>
                    <a:pt x="378625" y="110490"/>
                  </a:lnTo>
                  <a:lnTo>
                    <a:pt x="379857" y="111760"/>
                  </a:lnTo>
                  <a:lnTo>
                    <a:pt x="380326" y="114300"/>
                  </a:lnTo>
                  <a:lnTo>
                    <a:pt x="380263" y="113030"/>
                  </a:lnTo>
                  <a:lnTo>
                    <a:pt x="380149" y="110490"/>
                  </a:lnTo>
                  <a:lnTo>
                    <a:pt x="380085" y="109220"/>
                  </a:lnTo>
                  <a:lnTo>
                    <a:pt x="380834" y="107950"/>
                  </a:lnTo>
                  <a:lnTo>
                    <a:pt x="382320" y="105410"/>
                  </a:lnTo>
                  <a:lnTo>
                    <a:pt x="386626" y="104140"/>
                  </a:lnTo>
                  <a:lnTo>
                    <a:pt x="388315" y="109220"/>
                  </a:lnTo>
                  <a:lnTo>
                    <a:pt x="386981" y="111760"/>
                  </a:lnTo>
                  <a:lnTo>
                    <a:pt x="383514" y="115570"/>
                  </a:lnTo>
                  <a:lnTo>
                    <a:pt x="385419" y="114300"/>
                  </a:lnTo>
                  <a:lnTo>
                    <a:pt x="387464" y="114300"/>
                  </a:lnTo>
                  <a:lnTo>
                    <a:pt x="388200" y="115570"/>
                  </a:lnTo>
                  <a:lnTo>
                    <a:pt x="389394" y="116840"/>
                  </a:lnTo>
                  <a:lnTo>
                    <a:pt x="388988" y="119380"/>
                  </a:lnTo>
                  <a:lnTo>
                    <a:pt x="386334" y="120650"/>
                  </a:lnTo>
                  <a:lnTo>
                    <a:pt x="385762" y="118110"/>
                  </a:lnTo>
                  <a:lnTo>
                    <a:pt x="382193" y="118110"/>
                  </a:lnTo>
                  <a:lnTo>
                    <a:pt x="381190" y="119380"/>
                  </a:lnTo>
                  <a:lnTo>
                    <a:pt x="380085" y="121920"/>
                  </a:lnTo>
                  <a:lnTo>
                    <a:pt x="381762" y="123190"/>
                  </a:lnTo>
                  <a:lnTo>
                    <a:pt x="384835" y="125730"/>
                  </a:lnTo>
                  <a:lnTo>
                    <a:pt x="388493" y="127000"/>
                  </a:lnTo>
                  <a:lnTo>
                    <a:pt x="391490" y="125730"/>
                  </a:lnTo>
                  <a:lnTo>
                    <a:pt x="392480" y="124460"/>
                  </a:lnTo>
                  <a:lnTo>
                    <a:pt x="393484" y="123190"/>
                  </a:lnTo>
                  <a:lnTo>
                    <a:pt x="392277" y="121920"/>
                  </a:lnTo>
                  <a:lnTo>
                    <a:pt x="390169" y="123190"/>
                  </a:lnTo>
                  <a:lnTo>
                    <a:pt x="388175" y="124460"/>
                  </a:lnTo>
                  <a:lnTo>
                    <a:pt x="390042" y="120650"/>
                  </a:lnTo>
                  <a:lnTo>
                    <a:pt x="391909" y="116840"/>
                  </a:lnTo>
                  <a:lnTo>
                    <a:pt x="392137" y="118110"/>
                  </a:lnTo>
                  <a:lnTo>
                    <a:pt x="392696" y="119380"/>
                  </a:lnTo>
                  <a:lnTo>
                    <a:pt x="394398" y="120650"/>
                  </a:lnTo>
                  <a:lnTo>
                    <a:pt x="395706" y="116840"/>
                  </a:lnTo>
                  <a:lnTo>
                    <a:pt x="394614" y="114300"/>
                  </a:lnTo>
                  <a:lnTo>
                    <a:pt x="402628" y="119380"/>
                  </a:lnTo>
                  <a:lnTo>
                    <a:pt x="399910" y="119380"/>
                  </a:lnTo>
                  <a:lnTo>
                    <a:pt x="396963" y="121920"/>
                  </a:lnTo>
                  <a:lnTo>
                    <a:pt x="398780" y="123190"/>
                  </a:lnTo>
                  <a:lnTo>
                    <a:pt x="400685" y="123190"/>
                  </a:lnTo>
                  <a:lnTo>
                    <a:pt x="401726" y="121920"/>
                  </a:lnTo>
                  <a:lnTo>
                    <a:pt x="397535" y="129540"/>
                  </a:lnTo>
                  <a:lnTo>
                    <a:pt x="397535" y="127000"/>
                  </a:lnTo>
                  <a:lnTo>
                    <a:pt x="396608" y="124460"/>
                  </a:lnTo>
                  <a:lnTo>
                    <a:pt x="395706" y="124460"/>
                  </a:lnTo>
                  <a:lnTo>
                    <a:pt x="393954" y="127000"/>
                  </a:lnTo>
                  <a:lnTo>
                    <a:pt x="394398" y="130810"/>
                  </a:lnTo>
                  <a:lnTo>
                    <a:pt x="398043" y="132080"/>
                  </a:lnTo>
                  <a:lnTo>
                    <a:pt x="401104" y="134620"/>
                  </a:lnTo>
                  <a:lnTo>
                    <a:pt x="403466" y="134620"/>
                  </a:lnTo>
                  <a:lnTo>
                    <a:pt x="404698" y="133350"/>
                  </a:lnTo>
                  <a:lnTo>
                    <a:pt x="405917" y="130810"/>
                  </a:lnTo>
                  <a:lnTo>
                    <a:pt x="404914" y="129540"/>
                  </a:lnTo>
                  <a:lnTo>
                    <a:pt x="403910" y="128270"/>
                  </a:lnTo>
                  <a:lnTo>
                    <a:pt x="400900" y="129540"/>
                  </a:lnTo>
                  <a:lnTo>
                    <a:pt x="400799" y="125730"/>
                  </a:lnTo>
                  <a:lnTo>
                    <a:pt x="402551" y="124460"/>
                  </a:lnTo>
                  <a:lnTo>
                    <a:pt x="406069" y="124460"/>
                  </a:lnTo>
                  <a:lnTo>
                    <a:pt x="407250" y="127000"/>
                  </a:lnTo>
                  <a:lnTo>
                    <a:pt x="407504" y="128270"/>
                  </a:lnTo>
                  <a:lnTo>
                    <a:pt x="408660" y="124460"/>
                  </a:lnTo>
                  <a:lnTo>
                    <a:pt x="410730" y="121920"/>
                  </a:lnTo>
                  <a:lnTo>
                    <a:pt x="415582" y="120650"/>
                  </a:lnTo>
                  <a:lnTo>
                    <a:pt x="416623" y="124460"/>
                  </a:lnTo>
                  <a:lnTo>
                    <a:pt x="414439" y="128270"/>
                  </a:lnTo>
                  <a:lnTo>
                    <a:pt x="412305" y="129540"/>
                  </a:lnTo>
                  <a:lnTo>
                    <a:pt x="412076" y="129540"/>
                  </a:lnTo>
                  <a:lnTo>
                    <a:pt x="410184" y="130810"/>
                  </a:lnTo>
                  <a:lnTo>
                    <a:pt x="412178" y="129616"/>
                  </a:lnTo>
                  <a:lnTo>
                    <a:pt x="414058" y="130810"/>
                  </a:lnTo>
                  <a:lnTo>
                    <a:pt x="414769" y="132080"/>
                  </a:lnTo>
                  <a:lnTo>
                    <a:pt x="415798" y="133350"/>
                  </a:lnTo>
                  <a:lnTo>
                    <a:pt x="415150" y="135890"/>
                  </a:lnTo>
                  <a:lnTo>
                    <a:pt x="412483" y="137160"/>
                  </a:lnTo>
                  <a:lnTo>
                    <a:pt x="411975" y="133350"/>
                  </a:lnTo>
                  <a:lnTo>
                    <a:pt x="408571" y="133350"/>
                  </a:lnTo>
                  <a:lnTo>
                    <a:pt x="406476" y="137160"/>
                  </a:lnTo>
                  <a:lnTo>
                    <a:pt x="407873" y="138430"/>
                  </a:lnTo>
                  <a:lnTo>
                    <a:pt x="411111" y="140970"/>
                  </a:lnTo>
                  <a:lnTo>
                    <a:pt x="413105" y="142240"/>
                  </a:lnTo>
                  <a:lnTo>
                    <a:pt x="416026" y="143510"/>
                  </a:lnTo>
                  <a:lnTo>
                    <a:pt x="419328" y="139700"/>
                  </a:lnTo>
                  <a:lnTo>
                    <a:pt x="418261" y="138430"/>
                  </a:lnTo>
                  <a:lnTo>
                    <a:pt x="414680" y="138430"/>
                  </a:lnTo>
                  <a:lnTo>
                    <a:pt x="415607" y="137160"/>
                  </a:lnTo>
                  <a:lnTo>
                    <a:pt x="418414" y="133350"/>
                  </a:lnTo>
                  <a:lnTo>
                    <a:pt x="418338" y="134620"/>
                  </a:lnTo>
                  <a:lnTo>
                    <a:pt x="418261" y="135890"/>
                  </a:lnTo>
                  <a:lnTo>
                    <a:pt x="419557" y="137160"/>
                  </a:lnTo>
                  <a:lnTo>
                    <a:pt x="420687" y="138430"/>
                  </a:lnTo>
                  <a:lnTo>
                    <a:pt x="421297" y="135890"/>
                  </a:lnTo>
                  <a:lnTo>
                    <a:pt x="421398" y="134620"/>
                  </a:lnTo>
                  <a:lnTo>
                    <a:pt x="421500" y="133350"/>
                  </a:lnTo>
                  <a:lnTo>
                    <a:pt x="421297" y="132080"/>
                  </a:lnTo>
                  <a:lnTo>
                    <a:pt x="425996" y="135890"/>
                  </a:lnTo>
                  <a:lnTo>
                    <a:pt x="425996" y="132956"/>
                  </a:lnTo>
                  <a:lnTo>
                    <a:pt x="425043" y="132080"/>
                  </a:lnTo>
                  <a:lnTo>
                    <a:pt x="426173" y="129540"/>
                  </a:lnTo>
                  <a:lnTo>
                    <a:pt x="427062" y="127000"/>
                  </a:lnTo>
                  <a:lnTo>
                    <a:pt x="427685" y="124460"/>
                  </a:lnTo>
                  <a:lnTo>
                    <a:pt x="428993" y="129540"/>
                  </a:lnTo>
                  <a:lnTo>
                    <a:pt x="431685" y="133350"/>
                  </a:lnTo>
                  <a:lnTo>
                    <a:pt x="435292" y="132080"/>
                  </a:lnTo>
                  <a:lnTo>
                    <a:pt x="434594" y="127000"/>
                  </a:lnTo>
                  <a:lnTo>
                    <a:pt x="434898" y="124460"/>
                  </a:lnTo>
                  <a:lnTo>
                    <a:pt x="435216" y="121920"/>
                  </a:lnTo>
                  <a:lnTo>
                    <a:pt x="435305" y="120650"/>
                  </a:lnTo>
                  <a:lnTo>
                    <a:pt x="435406" y="119380"/>
                  </a:lnTo>
                  <a:lnTo>
                    <a:pt x="435521" y="114300"/>
                  </a:lnTo>
                  <a:lnTo>
                    <a:pt x="434568" y="106680"/>
                  </a:lnTo>
                  <a:lnTo>
                    <a:pt x="437692" y="111760"/>
                  </a:lnTo>
                  <a:lnTo>
                    <a:pt x="441985" y="114300"/>
                  </a:lnTo>
                  <a:lnTo>
                    <a:pt x="445135" y="113030"/>
                  </a:lnTo>
                  <a:lnTo>
                    <a:pt x="441909" y="107950"/>
                  </a:lnTo>
                  <a:lnTo>
                    <a:pt x="441921" y="106680"/>
                  </a:lnTo>
                  <a:lnTo>
                    <a:pt x="441871" y="97790"/>
                  </a:lnTo>
                  <a:lnTo>
                    <a:pt x="441756" y="95250"/>
                  </a:lnTo>
                  <a:lnTo>
                    <a:pt x="441706" y="93980"/>
                  </a:lnTo>
                  <a:lnTo>
                    <a:pt x="441591" y="91440"/>
                  </a:lnTo>
                  <a:lnTo>
                    <a:pt x="436968" y="81280"/>
                  </a:lnTo>
                  <a:lnTo>
                    <a:pt x="440359" y="82550"/>
                  </a:lnTo>
                  <a:lnTo>
                    <a:pt x="442785" y="81280"/>
                  </a:lnTo>
                  <a:lnTo>
                    <a:pt x="444207" y="80010"/>
                  </a:lnTo>
                  <a:lnTo>
                    <a:pt x="439000" y="77470"/>
                  </a:lnTo>
                  <a:lnTo>
                    <a:pt x="435749" y="72390"/>
                  </a:lnTo>
                  <a:lnTo>
                    <a:pt x="431101" y="66040"/>
                  </a:lnTo>
                  <a:lnTo>
                    <a:pt x="421741" y="60960"/>
                  </a:lnTo>
                  <a:lnTo>
                    <a:pt x="425996" y="60960"/>
                  </a:lnTo>
                  <a:lnTo>
                    <a:pt x="428498" y="58420"/>
                  </a:lnTo>
                  <a:lnTo>
                    <a:pt x="428218" y="57150"/>
                  </a:lnTo>
                  <a:lnTo>
                    <a:pt x="427926" y="55880"/>
                  </a:lnTo>
                  <a:lnTo>
                    <a:pt x="424446" y="57150"/>
                  </a:lnTo>
                  <a:lnTo>
                    <a:pt x="420065" y="54610"/>
                  </a:lnTo>
                  <a:lnTo>
                    <a:pt x="413753" y="52070"/>
                  </a:lnTo>
                  <a:lnTo>
                    <a:pt x="404418" y="50800"/>
                  </a:lnTo>
                  <a:lnTo>
                    <a:pt x="404037" y="48260"/>
                  </a:lnTo>
                  <a:lnTo>
                    <a:pt x="403466" y="44450"/>
                  </a:lnTo>
                  <a:lnTo>
                    <a:pt x="398322" y="39370"/>
                  </a:lnTo>
                  <a:lnTo>
                    <a:pt x="392404" y="36830"/>
                  </a:lnTo>
                  <a:lnTo>
                    <a:pt x="393496" y="40640"/>
                  </a:lnTo>
                  <a:lnTo>
                    <a:pt x="392557" y="44450"/>
                  </a:lnTo>
                  <a:lnTo>
                    <a:pt x="391464" y="48260"/>
                  </a:lnTo>
                  <a:lnTo>
                    <a:pt x="388200" y="45110"/>
                  </a:lnTo>
                  <a:lnTo>
                    <a:pt x="388200" y="64770"/>
                  </a:lnTo>
                  <a:lnTo>
                    <a:pt x="382524" y="66040"/>
                  </a:lnTo>
                  <a:lnTo>
                    <a:pt x="377151" y="67310"/>
                  </a:lnTo>
                  <a:lnTo>
                    <a:pt x="373011" y="69850"/>
                  </a:lnTo>
                  <a:lnTo>
                    <a:pt x="374700" y="66040"/>
                  </a:lnTo>
                  <a:lnTo>
                    <a:pt x="373011" y="60960"/>
                  </a:lnTo>
                  <a:lnTo>
                    <a:pt x="382143" y="60960"/>
                  </a:lnTo>
                  <a:lnTo>
                    <a:pt x="384708" y="64770"/>
                  </a:lnTo>
                  <a:lnTo>
                    <a:pt x="388200" y="64770"/>
                  </a:lnTo>
                  <a:lnTo>
                    <a:pt x="388200" y="45110"/>
                  </a:lnTo>
                  <a:lnTo>
                    <a:pt x="342785" y="1270"/>
                  </a:lnTo>
                  <a:lnTo>
                    <a:pt x="341261" y="0"/>
                  </a:lnTo>
                  <a:lnTo>
                    <a:pt x="339813" y="0"/>
                  </a:lnTo>
                  <a:lnTo>
                    <a:pt x="339813" y="1270"/>
                  </a:lnTo>
                  <a:lnTo>
                    <a:pt x="340626" y="2540"/>
                  </a:lnTo>
                  <a:lnTo>
                    <a:pt x="382524" y="53340"/>
                  </a:lnTo>
                  <a:lnTo>
                    <a:pt x="379323" y="54610"/>
                  </a:lnTo>
                  <a:lnTo>
                    <a:pt x="376212" y="55880"/>
                  </a:lnTo>
                  <a:lnTo>
                    <a:pt x="370916" y="57150"/>
                  </a:lnTo>
                  <a:lnTo>
                    <a:pt x="369354" y="59690"/>
                  </a:lnTo>
                  <a:lnTo>
                    <a:pt x="369354" y="62230"/>
                  </a:lnTo>
                  <a:lnTo>
                    <a:pt x="361581" y="66040"/>
                  </a:lnTo>
                  <a:lnTo>
                    <a:pt x="354990" y="71005"/>
                  </a:lnTo>
                  <a:lnTo>
                    <a:pt x="348843" y="76200"/>
                  </a:lnTo>
                  <a:lnTo>
                    <a:pt x="346748" y="76200"/>
                  </a:lnTo>
                  <a:lnTo>
                    <a:pt x="349072" y="81280"/>
                  </a:lnTo>
                  <a:lnTo>
                    <a:pt x="349910" y="83820"/>
                  </a:lnTo>
                  <a:lnTo>
                    <a:pt x="347179" y="88900"/>
                  </a:lnTo>
                  <a:lnTo>
                    <a:pt x="357212" y="82550"/>
                  </a:lnTo>
                  <a:lnTo>
                    <a:pt x="366268" y="77470"/>
                  </a:lnTo>
                  <a:lnTo>
                    <a:pt x="367614" y="81280"/>
                  </a:lnTo>
                  <a:lnTo>
                    <a:pt x="368338" y="82550"/>
                  </a:lnTo>
                  <a:lnTo>
                    <a:pt x="363918" y="83820"/>
                  </a:lnTo>
                  <a:lnTo>
                    <a:pt x="360781" y="85090"/>
                  </a:lnTo>
                  <a:lnTo>
                    <a:pt x="357759" y="86360"/>
                  </a:lnTo>
                  <a:lnTo>
                    <a:pt x="354418" y="88900"/>
                  </a:lnTo>
                  <a:lnTo>
                    <a:pt x="355396" y="91440"/>
                  </a:lnTo>
                  <a:lnTo>
                    <a:pt x="357886" y="90170"/>
                  </a:lnTo>
                  <a:lnTo>
                    <a:pt x="357962" y="91440"/>
                  </a:lnTo>
                  <a:lnTo>
                    <a:pt x="358178" y="92710"/>
                  </a:lnTo>
                  <a:lnTo>
                    <a:pt x="359092" y="93980"/>
                  </a:lnTo>
                  <a:lnTo>
                    <a:pt x="361581" y="93980"/>
                  </a:lnTo>
                  <a:lnTo>
                    <a:pt x="363143" y="91440"/>
                  </a:lnTo>
                  <a:lnTo>
                    <a:pt x="364058" y="92710"/>
                  </a:lnTo>
                  <a:lnTo>
                    <a:pt x="365112" y="92710"/>
                  </a:lnTo>
                  <a:lnTo>
                    <a:pt x="363677" y="99060"/>
                  </a:lnTo>
                  <a:lnTo>
                    <a:pt x="362623" y="100330"/>
                  </a:lnTo>
                  <a:lnTo>
                    <a:pt x="367385" y="99060"/>
                  </a:lnTo>
                  <a:lnTo>
                    <a:pt x="370344" y="95250"/>
                  </a:lnTo>
                  <a:lnTo>
                    <a:pt x="370408" y="93980"/>
                  </a:lnTo>
                  <a:lnTo>
                    <a:pt x="370535" y="91440"/>
                  </a:lnTo>
                  <a:lnTo>
                    <a:pt x="370560" y="90170"/>
                  </a:lnTo>
                  <a:lnTo>
                    <a:pt x="370611" y="87630"/>
                  </a:lnTo>
                  <a:lnTo>
                    <a:pt x="371627" y="87630"/>
                  </a:lnTo>
                  <a:lnTo>
                    <a:pt x="372338" y="86360"/>
                  </a:lnTo>
                  <a:lnTo>
                    <a:pt x="373100" y="86360"/>
                  </a:lnTo>
                  <a:lnTo>
                    <a:pt x="373913" y="90170"/>
                  </a:lnTo>
                  <a:lnTo>
                    <a:pt x="373011" y="92710"/>
                  </a:lnTo>
                  <a:lnTo>
                    <a:pt x="375475" y="92710"/>
                  </a:lnTo>
                  <a:lnTo>
                    <a:pt x="378079" y="88900"/>
                  </a:lnTo>
                  <a:lnTo>
                    <a:pt x="377977" y="87630"/>
                  </a:lnTo>
                  <a:lnTo>
                    <a:pt x="377888" y="86360"/>
                  </a:lnTo>
                  <a:lnTo>
                    <a:pt x="377799" y="85090"/>
                  </a:lnTo>
                  <a:lnTo>
                    <a:pt x="377710" y="83820"/>
                  </a:lnTo>
                  <a:lnTo>
                    <a:pt x="378917" y="82550"/>
                  </a:lnTo>
                  <a:lnTo>
                    <a:pt x="380263" y="81280"/>
                  </a:lnTo>
                  <a:lnTo>
                    <a:pt x="382739" y="81280"/>
                  </a:lnTo>
                  <a:lnTo>
                    <a:pt x="385991" y="86360"/>
                  </a:lnTo>
                  <a:lnTo>
                    <a:pt x="398703" y="86360"/>
                  </a:lnTo>
                  <a:lnTo>
                    <a:pt x="402399" y="81280"/>
                  </a:lnTo>
                  <a:lnTo>
                    <a:pt x="403326" y="80010"/>
                  </a:lnTo>
                  <a:lnTo>
                    <a:pt x="403669" y="77470"/>
                  </a:lnTo>
                  <a:lnTo>
                    <a:pt x="404177" y="73660"/>
                  </a:lnTo>
                  <a:lnTo>
                    <a:pt x="404075" y="72390"/>
                  </a:lnTo>
                  <a:lnTo>
                    <a:pt x="403860" y="71005"/>
                  </a:lnTo>
                  <a:lnTo>
                    <a:pt x="402628" y="69850"/>
                  </a:lnTo>
                  <a:lnTo>
                    <a:pt x="405561" y="72390"/>
                  </a:lnTo>
                  <a:lnTo>
                    <a:pt x="406476" y="74930"/>
                  </a:lnTo>
                  <a:lnTo>
                    <a:pt x="406476" y="78740"/>
                  </a:lnTo>
                  <a:lnTo>
                    <a:pt x="403123" y="86360"/>
                  </a:lnTo>
                  <a:lnTo>
                    <a:pt x="395097" y="91440"/>
                  </a:lnTo>
                  <a:lnTo>
                    <a:pt x="385483" y="97790"/>
                  </a:lnTo>
                  <a:lnTo>
                    <a:pt x="377329" y="102870"/>
                  </a:lnTo>
                  <a:lnTo>
                    <a:pt x="376936" y="102870"/>
                  </a:lnTo>
                  <a:lnTo>
                    <a:pt x="376694" y="104140"/>
                  </a:lnTo>
                  <a:lnTo>
                    <a:pt x="376389" y="104140"/>
                  </a:lnTo>
                  <a:lnTo>
                    <a:pt x="373164" y="102870"/>
                  </a:lnTo>
                  <a:lnTo>
                    <a:pt x="366687" y="100330"/>
                  </a:lnTo>
                  <a:lnTo>
                    <a:pt x="365912" y="102870"/>
                  </a:lnTo>
                  <a:lnTo>
                    <a:pt x="365467" y="104140"/>
                  </a:lnTo>
                  <a:lnTo>
                    <a:pt x="364401" y="107950"/>
                  </a:lnTo>
                  <a:lnTo>
                    <a:pt x="362356" y="114300"/>
                  </a:lnTo>
                  <a:lnTo>
                    <a:pt x="360972" y="118110"/>
                  </a:lnTo>
                  <a:lnTo>
                    <a:pt x="360451" y="119380"/>
                  </a:lnTo>
                  <a:lnTo>
                    <a:pt x="361327" y="120650"/>
                  </a:lnTo>
                  <a:lnTo>
                    <a:pt x="357263" y="125730"/>
                  </a:lnTo>
                  <a:lnTo>
                    <a:pt x="353860" y="132080"/>
                  </a:lnTo>
                  <a:lnTo>
                    <a:pt x="351345" y="138430"/>
                  </a:lnTo>
                  <a:lnTo>
                    <a:pt x="349910" y="144780"/>
                  </a:lnTo>
                  <a:lnTo>
                    <a:pt x="347560" y="142240"/>
                  </a:lnTo>
                  <a:lnTo>
                    <a:pt x="345998" y="140970"/>
                  </a:lnTo>
                  <a:lnTo>
                    <a:pt x="342849" y="138430"/>
                  </a:lnTo>
                  <a:lnTo>
                    <a:pt x="343115" y="137160"/>
                  </a:lnTo>
                  <a:lnTo>
                    <a:pt x="343255" y="137160"/>
                  </a:lnTo>
                  <a:lnTo>
                    <a:pt x="343344" y="135890"/>
                  </a:lnTo>
                  <a:lnTo>
                    <a:pt x="343433" y="134620"/>
                  </a:lnTo>
                  <a:lnTo>
                    <a:pt x="343535" y="133350"/>
                  </a:lnTo>
                  <a:lnTo>
                    <a:pt x="342709" y="130810"/>
                  </a:lnTo>
                  <a:lnTo>
                    <a:pt x="341071" y="129540"/>
                  </a:lnTo>
                  <a:lnTo>
                    <a:pt x="340283" y="128651"/>
                  </a:lnTo>
                  <a:lnTo>
                    <a:pt x="340283" y="133350"/>
                  </a:lnTo>
                  <a:lnTo>
                    <a:pt x="340169" y="134620"/>
                  </a:lnTo>
                  <a:lnTo>
                    <a:pt x="340042" y="137160"/>
                  </a:lnTo>
                  <a:lnTo>
                    <a:pt x="339242" y="138430"/>
                  </a:lnTo>
                  <a:lnTo>
                    <a:pt x="338289" y="139700"/>
                  </a:lnTo>
                  <a:lnTo>
                    <a:pt x="337769" y="139700"/>
                  </a:lnTo>
                  <a:lnTo>
                    <a:pt x="336931" y="140970"/>
                  </a:lnTo>
                  <a:lnTo>
                    <a:pt x="333756" y="140970"/>
                  </a:lnTo>
                  <a:lnTo>
                    <a:pt x="332130" y="138430"/>
                  </a:lnTo>
                  <a:lnTo>
                    <a:pt x="332244" y="133350"/>
                  </a:lnTo>
                  <a:lnTo>
                    <a:pt x="332892" y="132080"/>
                  </a:lnTo>
                  <a:lnTo>
                    <a:pt x="334556" y="130810"/>
                  </a:lnTo>
                  <a:lnTo>
                    <a:pt x="335470" y="129540"/>
                  </a:lnTo>
                  <a:lnTo>
                    <a:pt x="337464" y="129540"/>
                  </a:lnTo>
                  <a:lnTo>
                    <a:pt x="338340" y="130810"/>
                  </a:lnTo>
                  <a:lnTo>
                    <a:pt x="338759" y="130810"/>
                  </a:lnTo>
                  <a:lnTo>
                    <a:pt x="339813" y="132080"/>
                  </a:lnTo>
                  <a:lnTo>
                    <a:pt x="340283" y="133350"/>
                  </a:lnTo>
                  <a:lnTo>
                    <a:pt x="340283" y="128651"/>
                  </a:lnTo>
                  <a:lnTo>
                    <a:pt x="339953" y="128270"/>
                  </a:lnTo>
                  <a:lnTo>
                    <a:pt x="338340" y="127000"/>
                  </a:lnTo>
                  <a:lnTo>
                    <a:pt x="333248" y="127000"/>
                  </a:lnTo>
                  <a:lnTo>
                    <a:pt x="331546" y="128270"/>
                  </a:lnTo>
                  <a:lnTo>
                    <a:pt x="330987" y="129540"/>
                  </a:lnTo>
                  <a:lnTo>
                    <a:pt x="330352" y="128270"/>
                  </a:lnTo>
                  <a:lnTo>
                    <a:pt x="330085" y="128270"/>
                  </a:lnTo>
                  <a:lnTo>
                    <a:pt x="326758" y="125730"/>
                  </a:lnTo>
                  <a:lnTo>
                    <a:pt x="322948" y="123190"/>
                  </a:lnTo>
                  <a:lnTo>
                    <a:pt x="320459" y="120650"/>
                  </a:lnTo>
                  <a:lnTo>
                    <a:pt x="319417" y="119380"/>
                  </a:lnTo>
                  <a:lnTo>
                    <a:pt x="309676" y="119380"/>
                  </a:lnTo>
                  <a:lnTo>
                    <a:pt x="308051" y="121920"/>
                  </a:lnTo>
                  <a:lnTo>
                    <a:pt x="307073" y="121920"/>
                  </a:lnTo>
                  <a:lnTo>
                    <a:pt x="304977" y="124460"/>
                  </a:lnTo>
                  <a:lnTo>
                    <a:pt x="302539" y="125730"/>
                  </a:lnTo>
                  <a:lnTo>
                    <a:pt x="303682" y="127000"/>
                  </a:lnTo>
                  <a:lnTo>
                    <a:pt x="304761" y="128270"/>
                  </a:lnTo>
                  <a:lnTo>
                    <a:pt x="305917" y="129540"/>
                  </a:lnTo>
                  <a:lnTo>
                    <a:pt x="306628" y="129540"/>
                  </a:lnTo>
                  <a:lnTo>
                    <a:pt x="307822" y="130810"/>
                  </a:lnTo>
                  <a:lnTo>
                    <a:pt x="309486" y="130810"/>
                  </a:lnTo>
                  <a:lnTo>
                    <a:pt x="310553" y="129540"/>
                  </a:lnTo>
                  <a:lnTo>
                    <a:pt x="316103" y="129540"/>
                  </a:lnTo>
                  <a:lnTo>
                    <a:pt x="317347" y="132080"/>
                  </a:lnTo>
                  <a:lnTo>
                    <a:pt x="318185" y="133350"/>
                  </a:lnTo>
                  <a:lnTo>
                    <a:pt x="326174" y="143510"/>
                  </a:lnTo>
                  <a:lnTo>
                    <a:pt x="332574" y="149860"/>
                  </a:lnTo>
                  <a:lnTo>
                    <a:pt x="331876" y="151130"/>
                  </a:lnTo>
                  <a:lnTo>
                    <a:pt x="330479" y="151130"/>
                  </a:lnTo>
                  <a:lnTo>
                    <a:pt x="327837" y="152400"/>
                  </a:lnTo>
                  <a:lnTo>
                    <a:pt x="318655" y="152400"/>
                  </a:lnTo>
                  <a:lnTo>
                    <a:pt x="315899" y="151130"/>
                  </a:lnTo>
                  <a:lnTo>
                    <a:pt x="315328" y="151130"/>
                  </a:lnTo>
                  <a:lnTo>
                    <a:pt x="311848" y="156210"/>
                  </a:lnTo>
                  <a:lnTo>
                    <a:pt x="310819" y="157480"/>
                  </a:lnTo>
                  <a:lnTo>
                    <a:pt x="309841" y="158750"/>
                  </a:lnTo>
                  <a:lnTo>
                    <a:pt x="309206" y="160020"/>
                  </a:lnTo>
                  <a:lnTo>
                    <a:pt x="313931" y="167640"/>
                  </a:lnTo>
                  <a:lnTo>
                    <a:pt x="317512" y="173990"/>
                  </a:lnTo>
                  <a:lnTo>
                    <a:pt x="321005" y="180340"/>
                  </a:lnTo>
                  <a:lnTo>
                    <a:pt x="323545" y="185420"/>
                  </a:lnTo>
                  <a:lnTo>
                    <a:pt x="325793" y="191770"/>
                  </a:lnTo>
                  <a:lnTo>
                    <a:pt x="328752" y="193040"/>
                  </a:lnTo>
                  <a:lnTo>
                    <a:pt x="337769" y="195580"/>
                  </a:lnTo>
                  <a:lnTo>
                    <a:pt x="345617" y="200660"/>
                  </a:lnTo>
                  <a:lnTo>
                    <a:pt x="346468" y="201930"/>
                  </a:lnTo>
                  <a:lnTo>
                    <a:pt x="346583" y="199390"/>
                  </a:lnTo>
                  <a:lnTo>
                    <a:pt x="346684" y="196850"/>
                  </a:lnTo>
                  <a:lnTo>
                    <a:pt x="345465" y="195580"/>
                  </a:lnTo>
                  <a:lnTo>
                    <a:pt x="341071" y="194310"/>
                  </a:lnTo>
                  <a:lnTo>
                    <a:pt x="339407" y="193040"/>
                  </a:lnTo>
                  <a:lnTo>
                    <a:pt x="341223" y="193040"/>
                  </a:lnTo>
                  <a:lnTo>
                    <a:pt x="346684" y="194310"/>
                  </a:lnTo>
                  <a:lnTo>
                    <a:pt x="350608" y="195580"/>
                  </a:lnTo>
                  <a:lnTo>
                    <a:pt x="349770" y="193040"/>
                  </a:lnTo>
                  <a:lnTo>
                    <a:pt x="349351" y="191770"/>
                  </a:lnTo>
                  <a:lnTo>
                    <a:pt x="345313" y="186690"/>
                  </a:lnTo>
                  <a:lnTo>
                    <a:pt x="342849" y="184150"/>
                  </a:lnTo>
                  <a:lnTo>
                    <a:pt x="339509" y="182880"/>
                  </a:lnTo>
                  <a:lnTo>
                    <a:pt x="336245" y="182880"/>
                  </a:lnTo>
                  <a:lnTo>
                    <a:pt x="334848" y="184150"/>
                  </a:lnTo>
                  <a:lnTo>
                    <a:pt x="335064" y="185420"/>
                  </a:lnTo>
                  <a:lnTo>
                    <a:pt x="334340" y="186690"/>
                  </a:lnTo>
                  <a:lnTo>
                    <a:pt x="331749" y="186690"/>
                  </a:lnTo>
                  <a:lnTo>
                    <a:pt x="330898" y="185420"/>
                  </a:lnTo>
                  <a:lnTo>
                    <a:pt x="331749" y="182880"/>
                  </a:lnTo>
                  <a:lnTo>
                    <a:pt x="333616" y="182880"/>
                  </a:lnTo>
                  <a:lnTo>
                    <a:pt x="333248" y="180340"/>
                  </a:lnTo>
                  <a:lnTo>
                    <a:pt x="332828" y="177800"/>
                  </a:lnTo>
                  <a:lnTo>
                    <a:pt x="329666" y="177800"/>
                  </a:lnTo>
                  <a:lnTo>
                    <a:pt x="327837" y="176530"/>
                  </a:lnTo>
                  <a:lnTo>
                    <a:pt x="324878" y="172720"/>
                  </a:lnTo>
                  <a:lnTo>
                    <a:pt x="321818" y="167640"/>
                  </a:lnTo>
                  <a:lnTo>
                    <a:pt x="320255" y="165100"/>
                  </a:lnTo>
                  <a:lnTo>
                    <a:pt x="318858" y="162560"/>
                  </a:lnTo>
                  <a:lnTo>
                    <a:pt x="320776" y="160020"/>
                  </a:lnTo>
                  <a:lnTo>
                    <a:pt x="323126" y="158750"/>
                  </a:lnTo>
                  <a:lnTo>
                    <a:pt x="328142" y="161290"/>
                  </a:lnTo>
                  <a:lnTo>
                    <a:pt x="337921" y="162560"/>
                  </a:lnTo>
                  <a:lnTo>
                    <a:pt x="350177" y="162560"/>
                  </a:lnTo>
                  <a:lnTo>
                    <a:pt x="351904" y="171450"/>
                  </a:lnTo>
                  <a:lnTo>
                    <a:pt x="355638" y="179070"/>
                  </a:lnTo>
                  <a:lnTo>
                    <a:pt x="362140" y="184150"/>
                  </a:lnTo>
                  <a:lnTo>
                    <a:pt x="372186" y="187960"/>
                  </a:lnTo>
                  <a:lnTo>
                    <a:pt x="379857" y="190500"/>
                  </a:lnTo>
                  <a:lnTo>
                    <a:pt x="387934" y="195580"/>
                  </a:lnTo>
                  <a:lnTo>
                    <a:pt x="390728" y="203200"/>
                  </a:lnTo>
                  <a:lnTo>
                    <a:pt x="371500" y="205740"/>
                  </a:lnTo>
                  <a:lnTo>
                    <a:pt x="360311" y="210820"/>
                  </a:lnTo>
                  <a:lnTo>
                    <a:pt x="355104" y="218440"/>
                  </a:lnTo>
                  <a:lnTo>
                    <a:pt x="353822" y="226060"/>
                  </a:lnTo>
                  <a:lnTo>
                    <a:pt x="355574" y="233680"/>
                  </a:lnTo>
                  <a:lnTo>
                    <a:pt x="359435" y="238760"/>
                  </a:lnTo>
                  <a:lnTo>
                    <a:pt x="363296" y="242570"/>
                  </a:lnTo>
                  <a:lnTo>
                    <a:pt x="365048" y="248920"/>
                  </a:lnTo>
                  <a:lnTo>
                    <a:pt x="360730" y="254000"/>
                  </a:lnTo>
                  <a:lnTo>
                    <a:pt x="350647" y="257810"/>
                  </a:lnTo>
                  <a:lnTo>
                    <a:pt x="339013" y="260350"/>
                  </a:lnTo>
                  <a:lnTo>
                    <a:pt x="330085" y="261620"/>
                  </a:lnTo>
                  <a:lnTo>
                    <a:pt x="323126" y="262890"/>
                  </a:lnTo>
                  <a:lnTo>
                    <a:pt x="319354" y="264160"/>
                  </a:lnTo>
                  <a:lnTo>
                    <a:pt x="315937" y="267970"/>
                  </a:lnTo>
                  <a:lnTo>
                    <a:pt x="312686" y="270510"/>
                  </a:lnTo>
                  <a:lnTo>
                    <a:pt x="303352" y="279400"/>
                  </a:lnTo>
                  <a:lnTo>
                    <a:pt x="305917" y="280670"/>
                  </a:lnTo>
                  <a:lnTo>
                    <a:pt x="308483" y="280670"/>
                  </a:lnTo>
                  <a:lnTo>
                    <a:pt x="313067" y="274320"/>
                  </a:lnTo>
                  <a:lnTo>
                    <a:pt x="314350" y="273050"/>
                  </a:lnTo>
                  <a:lnTo>
                    <a:pt x="315328" y="270510"/>
                  </a:lnTo>
                  <a:lnTo>
                    <a:pt x="316166" y="271780"/>
                  </a:lnTo>
                  <a:lnTo>
                    <a:pt x="317119" y="271780"/>
                  </a:lnTo>
                  <a:lnTo>
                    <a:pt x="315429" y="274320"/>
                  </a:lnTo>
                  <a:lnTo>
                    <a:pt x="311670" y="280670"/>
                  </a:lnTo>
                  <a:lnTo>
                    <a:pt x="327406" y="281940"/>
                  </a:lnTo>
                  <a:lnTo>
                    <a:pt x="328422" y="276860"/>
                  </a:lnTo>
                  <a:lnTo>
                    <a:pt x="328422" y="271780"/>
                  </a:lnTo>
                  <a:lnTo>
                    <a:pt x="324472" y="270510"/>
                  </a:lnTo>
                  <a:lnTo>
                    <a:pt x="326758" y="267970"/>
                  </a:lnTo>
                  <a:lnTo>
                    <a:pt x="329120" y="266700"/>
                  </a:lnTo>
                  <a:lnTo>
                    <a:pt x="330987" y="267970"/>
                  </a:lnTo>
                  <a:lnTo>
                    <a:pt x="334632" y="271780"/>
                  </a:lnTo>
                  <a:lnTo>
                    <a:pt x="335203" y="274320"/>
                  </a:lnTo>
                  <a:lnTo>
                    <a:pt x="339598" y="271780"/>
                  </a:lnTo>
                  <a:lnTo>
                    <a:pt x="353187" y="266700"/>
                  </a:lnTo>
                  <a:lnTo>
                    <a:pt x="370166" y="260350"/>
                  </a:lnTo>
                  <a:lnTo>
                    <a:pt x="375221" y="257810"/>
                  </a:lnTo>
                  <a:lnTo>
                    <a:pt x="378282" y="256540"/>
                  </a:lnTo>
                  <a:lnTo>
                    <a:pt x="382143" y="255270"/>
                  </a:lnTo>
                  <a:lnTo>
                    <a:pt x="381000" y="252730"/>
                  </a:lnTo>
                  <a:lnTo>
                    <a:pt x="378625" y="251460"/>
                  </a:lnTo>
                  <a:lnTo>
                    <a:pt x="376212" y="248920"/>
                  </a:lnTo>
                  <a:lnTo>
                    <a:pt x="375666" y="246380"/>
                  </a:lnTo>
                  <a:lnTo>
                    <a:pt x="375666" y="232410"/>
                  </a:lnTo>
                  <a:lnTo>
                    <a:pt x="381927" y="228600"/>
                  </a:lnTo>
                  <a:lnTo>
                    <a:pt x="393192" y="228600"/>
                  </a:lnTo>
                  <a:lnTo>
                    <a:pt x="392696" y="232410"/>
                  </a:lnTo>
                  <a:lnTo>
                    <a:pt x="392696" y="233680"/>
                  </a:lnTo>
                  <a:lnTo>
                    <a:pt x="396659" y="245110"/>
                  </a:lnTo>
                  <a:lnTo>
                    <a:pt x="405841" y="255270"/>
                  </a:lnTo>
                  <a:lnTo>
                    <a:pt x="416255" y="262890"/>
                  </a:lnTo>
                  <a:lnTo>
                    <a:pt x="423913" y="265430"/>
                  </a:lnTo>
                  <a:lnTo>
                    <a:pt x="426872" y="265430"/>
                  </a:lnTo>
                  <a:lnTo>
                    <a:pt x="430911" y="262890"/>
                  </a:lnTo>
                  <a:lnTo>
                    <a:pt x="431025" y="267970"/>
                  </a:lnTo>
                  <a:lnTo>
                    <a:pt x="431139" y="273050"/>
                  </a:lnTo>
                  <a:lnTo>
                    <a:pt x="431253" y="279400"/>
                  </a:lnTo>
                  <a:lnTo>
                    <a:pt x="432803" y="284480"/>
                  </a:lnTo>
                  <a:lnTo>
                    <a:pt x="430110" y="300990"/>
                  </a:lnTo>
                  <a:lnTo>
                    <a:pt x="427685" y="302260"/>
                  </a:lnTo>
                  <a:lnTo>
                    <a:pt x="417766" y="309880"/>
                  </a:lnTo>
                  <a:lnTo>
                    <a:pt x="413105" y="320040"/>
                  </a:lnTo>
                  <a:lnTo>
                    <a:pt x="411048" y="322580"/>
                  </a:lnTo>
                  <a:lnTo>
                    <a:pt x="413207" y="323850"/>
                  </a:lnTo>
                  <a:lnTo>
                    <a:pt x="415505" y="323850"/>
                  </a:lnTo>
                  <a:lnTo>
                    <a:pt x="417347" y="318770"/>
                  </a:lnTo>
                  <a:lnTo>
                    <a:pt x="419049" y="313690"/>
                  </a:lnTo>
                  <a:lnTo>
                    <a:pt x="420776" y="311150"/>
                  </a:lnTo>
                  <a:lnTo>
                    <a:pt x="422656" y="309880"/>
                  </a:lnTo>
                  <a:lnTo>
                    <a:pt x="420687" y="314960"/>
                  </a:lnTo>
                  <a:lnTo>
                    <a:pt x="419328" y="321310"/>
                  </a:lnTo>
                  <a:lnTo>
                    <a:pt x="418261" y="323850"/>
                  </a:lnTo>
                  <a:lnTo>
                    <a:pt x="424751" y="325120"/>
                  </a:lnTo>
                  <a:lnTo>
                    <a:pt x="434784" y="320040"/>
                  </a:lnTo>
                  <a:lnTo>
                    <a:pt x="434784" y="311150"/>
                  </a:lnTo>
                  <a:lnTo>
                    <a:pt x="431253" y="311150"/>
                  </a:lnTo>
                  <a:lnTo>
                    <a:pt x="431253" y="309880"/>
                  </a:lnTo>
                  <a:lnTo>
                    <a:pt x="431253" y="307340"/>
                  </a:lnTo>
                  <a:lnTo>
                    <a:pt x="432841" y="306070"/>
                  </a:lnTo>
                  <a:lnTo>
                    <a:pt x="437273" y="306070"/>
                  </a:lnTo>
                  <a:lnTo>
                    <a:pt x="439216" y="307340"/>
                  </a:lnTo>
                  <a:lnTo>
                    <a:pt x="439331" y="308610"/>
                  </a:lnTo>
                  <a:lnTo>
                    <a:pt x="441998" y="307340"/>
                  </a:lnTo>
                  <a:lnTo>
                    <a:pt x="442925" y="306070"/>
                  </a:lnTo>
                  <a:lnTo>
                    <a:pt x="443839" y="304800"/>
                  </a:lnTo>
                  <a:lnTo>
                    <a:pt x="443814" y="302260"/>
                  </a:lnTo>
                  <a:lnTo>
                    <a:pt x="443699" y="290830"/>
                  </a:lnTo>
                  <a:lnTo>
                    <a:pt x="444119" y="290830"/>
                  </a:lnTo>
                  <a:lnTo>
                    <a:pt x="445274" y="293370"/>
                  </a:lnTo>
                  <a:lnTo>
                    <a:pt x="447344" y="294640"/>
                  </a:lnTo>
                  <a:lnTo>
                    <a:pt x="454558" y="294640"/>
                  </a:lnTo>
                  <a:lnTo>
                    <a:pt x="456590" y="292100"/>
                  </a:lnTo>
                  <a:lnTo>
                    <a:pt x="458990" y="290830"/>
                  </a:lnTo>
                  <a:lnTo>
                    <a:pt x="460717" y="288290"/>
                  </a:lnTo>
                  <a:lnTo>
                    <a:pt x="461416" y="285750"/>
                  </a:lnTo>
                  <a:lnTo>
                    <a:pt x="461416" y="283210"/>
                  </a:lnTo>
                  <a:lnTo>
                    <a:pt x="461124" y="281940"/>
                  </a:lnTo>
                  <a:lnTo>
                    <a:pt x="460336" y="280670"/>
                  </a:lnTo>
                  <a:lnTo>
                    <a:pt x="459333" y="279400"/>
                  </a:lnTo>
                  <a:lnTo>
                    <a:pt x="458419" y="278714"/>
                  </a:lnTo>
                  <a:lnTo>
                    <a:pt x="458419" y="283210"/>
                  </a:lnTo>
                  <a:lnTo>
                    <a:pt x="458279" y="284480"/>
                  </a:lnTo>
                  <a:lnTo>
                    <a:pt x="458101" y="285750"/>
                  </a:lnTo>
                  <a:lnTo>
                    <a:pt x="457771" y="287020"/>
                  </a:lnTo>
                  <a:lnTo>
                    <a:pt x="456590" y="289560"/>
                  </a:lnTo>
                  <a:lnTo>
                    <a:pt x="454875" y="289560"/>
                  </a:lnTo>
                  <a:lnTo>
                    <a:pt x="451815" y="292100"/>
                  </a:lnTo>
                  <a:lnTo>
                    <a:pt x="448259" y="292100"/>
                  </a:lnTo>
                  <a:lnTo>
                    <a:pt x="447535" y="290830"/>
                  </a:lnTo>
                  <a:lnTo>
                    <a:pt x="446811" y="289560"/>
                  </a:lnTo>
                  <a:lnTo>
                    <a:pt x="445973" y="288290"/>
                  </a:lnTo>
                  <a:lnTo>
                    <a:pt x="446062" y="287020"/>
                  </a:lnTo>
                  <a:lnTo>
                    <a:pt x="446227" y="287020"/>
                  </a:lnTo>
                  <a:lnTo>
                    <a:pt x="446392" y="285750"/>
                  </a:lnTo>
                  <a:lnTo>
                    <a:pt x="446557" y="284480"/>
                  </a:lnTo>
                  <a:lnTo>
                    <a:pt x="447903" y="283210"/>
                  </a:lnTo>
                  <a:lnTo>
                    <a:pt x="449491" y="281940"/>
                  </a:lnTo>
                  <a:lnTo>
                    <a:pt x="451345" y="280670"/>
                  </a:lnTo>
                  <a:lnTo>
                    <a:pt x="455129" y="280670"/>
                  </a:lnTo>
                  <a:lnTo>
                    <a:pt x="457060" y="281940"/>
                  </a:lnTo>
                  <a:lnTo>
                    <a:pt x="457644" y="283210"/>
                  </a:lnTo>
                  <a:lnTo>
                    <a:pt x="458419" y="283210"/>
                  </a:lnTo>
                  <a:lnTo>
                    <a:pt x="458419" y="278714"/>
                  </a:lnTo>
                  <a:lnTo>
                    <a:pt x="457644" y="278130"/>
                  </a:lnTo>
                  <a:lnTo>
                    <a:pt x="455764" y="278130"/>
                  </a:lnTo>
                  <a:lnTo>
                    <a:pt x="453199" y="276860"/>
                  </a:lnTo>
                  <a:lnTo>
                    <a:pt x="450265" y="278130"/>
                  </a:lnTo>
                  <a:lnTo>
                    <a:pt x="445681" y="280670"/>
                  </a:lnTo>
                  <a:lnTo>
                    <a:pt x="443839" y="283210"/>
                  </a:lnTo>
                  <a:lnTo>
                    <a:pt x="443280" y="285750"/>
                  </a:lnTo>
                  <a:lnTo>
                    <a:pt x="443217" y="284480"/>
                  </a:lnTo>
                  <a:lnTo>
                    <a:pt x="443141" y="283210"/>
                  </a:lnTo>
                  <a:lnTo>
                    <a:pt x="443064" y="281940"/>
                  </a:lnTo>
                  <a:lnTo>
                    <a:pt x="443001" y="280670"/>
                  </a:lnTo>
                  <a:lnTo>
                    <a:pt x="442925" y="279400"/>
                  </a:lnTo>
                  <a:lnTo>
                    <a:pt x="442849" y="278130"/>
                  </a:lnTo>
                  <a:lnTo>
                    <a:pt x="442785" y="276860"/>
                  </a:lnTo>
                  <a:lnTo>
                    <a:pt x="441998" y="269240"/>
                  </a:lnTo>
                  <a:lnTo>
                    <a:pt x="442125" y="267970"/>
                  </a:lnTo>
                  <a:lnTo>
                    <a:pt x="442252" y="266700"/>
                  </a:lnTo>
                  <a:lnTo>
                    <a:pt x="442366" y="265430"/>
                  </a:lnTo>
                  <a:lnTo>
                    <a:pt x="442468" y="264160"/>
                  </a:lnTo>
                  <a:lnTo>
                    <a:pt x="442569" y="262890"/>
                  </a:lnTo>
                  <a:lnTo>
                    <a:pt x="442671" y="261620"/>
                  </a:lnTo>
                  <a:lnTo>
                    <a:pt x="442785" y="260350"/>
                  </a:lnTo>
                  <a:lnTo>
                    <a:pt x="442925" y="257810"/>
                  </a:lnTo>
                  <a:lnTo>
                    <a:pt x="441325" y="257810"/>
                  </a:lnTo>
                  <a:lnTo>
                    <a:pt x="439623" y="256540"/>
                  </a:lnTo>
                  <a:lnTo>
                    <a:pt x="437781" y="260350"/>
                  </a:lnTo>
                  <a:lnTo>
                    <a:pt x="432930" y="260350"/>
                  </a:lnTo>
                  <a:lnTo>
                    <a:pt x="425742" y="252730"/>
                  </a:lnTo>
                  <a:lnTo>
                    <a:pt x="425742" y="246380"/>
                  </a:lnTo>
                  <a:lnTo>
                    <a:pt x="426923" y="241300"/>
                  </a:lnTo>
                  <a:lnTo>
                    <a:pt x="429983" y="233680"/>
                  </a:lnTo>
                  <a:lnTo>
                    <a:pt x="431977" y="228600"/>
                  </a:lnTo>
                  <a:lnTo>
                    <a:pt x="432612" y="223520"/>
                  </a:lnTo>
                  <a:lnTo>
                    <a:pt x="432930" y="220980"/>
                  </a:lnTo>
                  <a:lnTo>
                    <a:pt x="432841" y="218440"/>
                  </a:lnTo>
                  <a:lnTo>
                    <a:pt x="434682" y="217170"/>
                  </a:lnTo>
                  <a:lnTo>
                    <a:pt x="437299" y="222250"/>
                  </a:lnTo>
                  <a:lnTo>
                    <a:pt x="439470" y="227330"/>
                  </a:lnTo>
                  <a:lnTo>
                    <a:pt x="442785" y="231140"/>
                  </a:lnTo>
                  <a:lnTo>
                    <a:pt x="443852" y="238760"/>
                  </a:lnTo>
                  <a:lnTo>
                    <a:pt x="448995" y="245110"/>
                  </a:lnTo>
                  <a:lnTo>
                    <a:pt x="456577" y="248920"/>
                  </a:lnTo>
                  <a:lnTo>
                    <a:pt x="462165" y="246380"/>
                  </a:lnTo>
                  <a:lnTo>
                    <a:pt x="464959" y="245110"/>
                  </a:lnTo>
                  <a:lnTo>
                    <a:pt x="459587" y="246380"/>
                  </a:lnTo>
                  <a:lnTo>
                    <a:pt x="455790" y="241300"/>
                  </a:lnTo>
                  <a:lnTo>
                    <a:pt x="453402" y="236220"/>
                  </a:lnTo>
                  <a:lnTo>
                    <a:pt x="454355" y="236220"/>
                  </a:lnTo>
                  <a:lnTo>
                    <a:pt x="457974" y="237490"/>
                  </a:lnTo>
                  <a:lnTo>
                    <a:pt x="461835" y="241300"/>
                  </a:lnTo>
                  <a:lnTo>
                    <a:pt x="474002" y="241300"/>
                  </a:lnTo>
                  <a:lnTo>
                    <a:pt x="475411" y="236220"/>
                  </a:lnTo>
                  <a:lnTo>
                    <a:pt x="476110" y="233680"/>
                  </a:lnTo>
                  <a:lnTo>
                    <a:pt x="477164" y="229870"/>
                  </a:lnTo>
                  <a:lnTo>
                    <a:pt x="475043" y="232410"/>
                  </a:lnTo>
                  <a:lnTo>
                    <a:pt x="470611" y="233680"/>
                  </a:lnTo>
                  <a:lnTo>
                    <a:pt x="467575" y="233680"/>
                  </a:lnTo>
                  <a:lnTo>
                    <a:pt x="469087" y="232410"/>
                  </a:lnTo>
                  <a:lnTo>
                    <a:pt x="472109" y="229870"/>
                  </a:lnTo>
                  <a:lnTo>
                    <a:pt x="474484" y="224790"/>
                  </a:lnTo>
                  <a:lnTo>
                    <a:pt x="474484" y="218440"/>
                  </a:lnTo>
                  <a:lnTo>
                    <a:pt x="468680" y="199390"/>
                  </a:lnTo>
                  <a:lnTo>
                    <a:pt x="443090" y="173990"/>
                  </a:lnTo>
                  <a:lnTo>
                    <a:pt x="437273" y="157480"/>
                  </a:lnTo>
                  <a:lnTo>
                    <a:pt x="437273" y="147320"/>
                  </a:lnTo>
                  <a:lnTo>
                    <a:pt x="446354" y="140970"/>
                  </a:lnTo>
                  <a:lnTo>
                    <a:pt x="455129" y="140970"/>
                  </a:lnTo>
                  <a:lnTo>
                    <a:pt x="456984" y="142240"/>
                  </a:lnTo>
                  <a:lnTo>
                    <a:pt x="458419" y="142240"/>
                  </a:lnTo>
                  <a:lnTo>
                    <a:pt x="456082" y="144780"/>
                  </a:lnTo>
                  <a:lnTo>
                    <a:pt x="454748" y="148590"/>
                  </a:lnTo>
                  <a:lnTo>
                    <a:pt x="454875" y="153670"/>
                  </a:lnTo>
                  <a:lnTo>
                    <a:pt x="461048" y="165100"/>
                  </a:lnTo>
                  <a:lnTo>
                    <a:pt x="473748" y="172720"/>
                  </a:lnTo>
                  <a:lnTo>
                    <a:pt x="486371" y="177800"/>
                  </a:lnTo>
                  <a:lnTo>
                    <a:pt x="492290" y="184150"/>
                  </a:lnTo>
                  <a:close/>
                </a:path>
              </a:pathLst>
            </a:custGeom>
            <a:solidFill>
              <a:srgbClr val="FFFFFF"/>
            </a:solidFill>
          </p:spPr>
          <p:txBody>
            <a:bodyPr wrap="square" lIns="0" tIns="0" rIns="0" bIns="0" rtlCol="0"/>
            <a:lstStyle/>
            <a:p>
              <a:endParaRPr/>
            </a:p>
          </p:txBody>
        </p:sp>
        <p:pic>
          <p:nvPicPr>
            <p:cNvPr id="12" name="object 12"/>
            <p:cNvPicPr>
              <a:picLocks noGrp="1" noRot="1" noMove="1" noResize="1" noEditPoints="1" noAdjustHandles="1" noChangeArrowheads="1" noChangeShapeType="1" noCrop="1"/>
            </p:cNvPicPr>
            <p:nvPr/>
          </p:nvPicPr>
          <p:blipFill>
            <a:blip r:embed="rId4" cstate="print"/>
            <a:stretch>
              <a:fillRect/>
            </a:stretch>
          </p:blipFill>
          <p:spPr>
            <a:xfrm>
              <a:off x="723307" y="1028083"/>
              <a:ext cx="162182" cy="202135"/>
            </a:xfrm>
            <a:prstGeom prst="rect">
              <a:avLst/>
            </a:prstGeom>
          </p:spPr>
        </p:pic>
        <p:pic>
          <p:nvPicPr>
            <p:cNvPr id="13" name="object 13"/>
            <p:cNvPicPr>
              <a:picLocks noGrp="1" noRot="1" noMove="1" noResize="1" noEditPoints="1" noAdjustHandles="1" noChangeArrowheads="1" noChangeShapeType="1" noCrop="1"/>
            </p:cNvPicPr>
            <p:nvPr/>
          </p:nvPicPr>
          <p:blipFill>
            <a:blip r:embed="rId5" cstate="print"/>
            <a:stretch>
              <a:fillRect/>
            </a:stretch>
          </p:blipFill>
          <p:spPr>
            <a:xfrm>
              <a:off x="928447" y="1028087"/>
              <a:ext cx="167248" cy="197425"/>
            </a:xfrm>
            <a:prstGeom prst="rect">
              <a:avLst/>
            </a:prstGeom>
          </p:spPr>
        </p:pic>
        <p:sp>
          <p:nvSpPr>
            <p:cNvPr id="14" name="object 14"/>
            <p:cNvSpPr>
              <a:spLocks noGrp="1" noRot="1" noMove="1" noResize="1" noEditPoints="1" noAdjustHandles="1" noChangeArrowheads="1" noChangeShapeType="1"/>
            </p:cNvSpPr>
            <p:nvPr/>
          </p:nvSpPr>
          <p:spPr>
            <a:xfrm>
              <a:off x="1195451" y="1028089"/>
              <a:ext cx="160020" cy="197485"/>
            </a:xfrm>
            <a:custGeom>
              <a:avLst/>
              <a:gdLst/>
              <a:ahLst/>
              <a:cxnLst/>
              <a:rect l="l" t="t" r="r" b="b"/>
              <a:pathLst>
                <a:path w="160019" h="197484">
                  <a:moveTo>
                    <a:pt x="159918" y="0"/>
                  </a:moveTo>
                  <a:lnTo>
                    <a:pt x="133070" y="0"/>
                  </a:lnTo>
                  <a:lnTo>
                    <a:pt x="133070" y="85432"/>
                  </a:lnTo>
                  <a:lnTo>
                    <a:pt x="26835" y="85432"/>
                  </a:lnTo>
                  <a:lnTo>
                    <a:pt x="26835" y="0"/>
                  </a:lnTo>
                  <a:lnTo>
                    <a:pt x="0" y="0"/>
                  </a:lnTo>
                  <a:lnTo>
                    <a:pt x="0" y="85432"/>
                  </a:lnTo>
                  <a:lnTo>
                    <a:pt x="0" y="106794"/>
                  </a:lnTo>
                  <a:lnTo>
                    <a:pt x="0" y="197243"/>
                  </a:lnTo>
                  <a:lnTo>
                    <a:pt x="26835" y="197243"/>
                  </a:lnTo>
                  <a:lnTo>
                    <a:pt x="26835" y="106794"/>
                  </a:lnTo>
                  <a:lnTo>
                    <a:pt x="133070" y="106794"/>
                  </a:lnTo>
                  <a:lnTo>
                    <a:pt x="133070" y="197243"/>
                  </a:lnTo>
                  <a:lnTo>
                    <a:pt x="159918" y="197243"/>
                  </a:lnTo>
                  <a:lnTo>
                    <a:pt x="159918" y="106794"/>
                  </a:lnTo>
                  <a:lnTo>
                    <a:pt x="159918" y="85432"/>
                  </a:lnTo>
                  <a:lnTo>
                    <a:pt x="159918" y="0"/>
                  </a:lnTo>
                  <a:close/>
                </a:path>
              </a:pathLst>
            </a:custGeom>
            <a:solidFill>
              <a:srgbClr val="FFFFFF"/>
            </a:solidFill>
          </p:spPr>
          <p:txBody>
            <a:bodyPr wrap="square" lIns="0" tIns="0" rIns="0" bIns="0" rtlCol="0"/>
            <a:lstStyle/>
            <a:p>
              <a:endParaRPr/>
            </a:p>
          </p:txBody>
        </p:sp>
        <p:pic>
          <p:nvPicPr>
            <p:cNvPr id="15" name="object 15"/>
            <p:cNvPicPr>
              <a:picLocks noGrp="1" noRot="1" noMove="1" noResize="1" noEditPoints="1" noAdjustHandles="1" noChangeArrowheads="1" noChangeShapeType="1" noCrop="1"/>
            </p:cNvPicPr>
            <p:nvPr/>
          </p:nvPicPr>
          <p:blipFill>
            <a:blip r:embed="rId6" cstate="print"/>
            <a:stretch>
              <a:fillRect/>
            </a:stretch>
          </p:blipFill>
          <p:spPr>
            <a:xfrm>
              <a:off x="1387592" y="1079243"/>
              <a:ext cx="289038" cy="149587"/>
            </a:xfrm>
            <a:prstGeom prst="rect">
              <a:avLst/>
            </a:prstGeom>
          </p:spPr>
        </p:pic>
        <p:sp>
          <p:nvSpPr>
            <p:cNvPr id="16" name="object 16"/>
            <p:cNvSpPr>
              <a:spLocks noGrp="1" noRot="1" noMove="1" noResize="1" noEditPoints="1" noAdjustHandles="1" noChangeArrowheads="1" noChangeShapeType="1"/>
            </p:cNvSpPr>
            <p:nvPr/>
          </p:nvSpPr>
          <p:spPr>
            <a:xfrm>
              <a:off x="1700362" y="1028087"/>
              <a:ext cx="24130" cy="197485"/>
            </a:xfrm>
            <a:custGeom>
              <a:avLst/>
              <a:gdLst/>
              <a:ahLst/>
              <a:cxnLst/>
              <a:rect l="l" t="t" r="r" b="b"/>
              <a:pathLst>
                <a:path w="24130" h="197484">
                  <a:moveTo>
                    <a:pt x="24017" y="197425"/>
                  </a:moveTo>
                  <a:lnTo>
                    <a:pt x="0" y="197425"/>
                  </a:lnTo>
                  <a:lnTo>
                    <a:pt x="0" y="0"/>
                  </a:lnTo>
                  <a:lnTo>
                    <a:pt x="24017" y="0"/>
                  </a:lnTo>
                  <a:lnTo>
                    <a:pt x="24017" y="197425"/>
                  </a:lnTo>
                  <a:close/>
                </a:path>
              </a:pathLst>
            </a:custGeom>
            <a:solidFill>
              <a:srgbClr val="FFFFFF"/>
            </a:solidFill>
          </p:spPr>
          <p:txBody>
            <a:bodyPr wrap="square" lIns="0" tIns="0" rIns="0" bIns="0" rtlCol="0"/>
            <a:lstStyle/>
            <a:p>
              <a:endParaRPr/>
            </a:p>
          </p:txBody>
        </p:sp>
        <p:pic>
          <p:nvPicPr>
            <p:cNvPr id="17" name="object 17"/>
            <p:cNvPicPr>
              <a:picLocks noGrp="1" noRot="1" noMove="1" noResize="1" noEditPoints="1" noAdjustHandles="1" noChangeArrowheads="1" noChangeShapeType="1" noCrop="1"/>
            </p:cNvPicPr>
            <p:nvPr/>
          </p:nvPicPr>
          <p:blipFill>
            <a:blip r:embed="rId7" cstate="print"/>
            <a:stretch>
              <a:fillRect/>
            </a:stretch>
          </p:blipFill>
          <p:spPr>
            <a:xfrm>
              <a:off x="1746146" y="1039702"/>
              <a:ext cx="77972" cy="185820"/>
            </a:xfrm>
            <a:prstGeom prst="rect">
              <a:avLst/>
            </a:prstGeom>
          </p:spPr>
        </p:pic>
        <p:pic>
          <p:nvPicPr>
            <p:cNvPr id="18" name="object 18"/>
            <p:cNvPicPr>
              <a:picLocks noGrp="1" noRot="1" noMove="1" noResize="1" noEditPoints="1" noAdjustHandles="1" noChangeArrowheads="1" noChangeShapeType="1" noCrop="1"/>
            </p:cNvPicPr>
            <p:nvPr/>
          </p:nvPicPr>
          <p:blipFill>
            <a:blip r:embed="rId8" cstate="print"/>
            <a:stretch>
              <a:fillRect/>
            </a:stretch>
          </p:blipFill>
          <p:spPr>
            <a:xfrm>
              <a:off x="1850678" y="1028087"/>
              <a:ext cx="120924" cy="197425"/>
            </a:xfrm>
            <a:prstGeom prst="rect">
              <a:avLst/>
            </a:prstGeom>
          </p:spPr>
        </p:pic>
        <p:pic>
          <p:nvPicPr>
            <p:cNvPr id="19" name="object 19"/>
            <p:cNvPicPr>
              <a:picLocks noGrp="1" noRot="1" noMove="1" noResize="1" noEditPoints="1" noAdjustHandles="1" noChangeArrowheads="1" noChangeShapeType="1" noCrop="1"/>
            </p:cNvPicPr>
            <p:nvPr/>
          </p:nvPicPr>
          <p:blipFill>
            <a:blip r:embed="rId9" cstate="print"/>
            <a:stretch>
              <a:fillRect/>
            </a:stretch>
          </p:blipFill>
          <p:spPr>
            <a:xfrm>
              <a:off x="712861" y="1314126"/>
              <a:ext cx="162182" cy="206814"/>
            </a:xfrm>
            <a:prstGeom prst="rect">
              <a:avLst/>
            </a:prstGeom>
          </p:spPr>
        </p:pic>
        <p:pic>
          <p:nvPicPr>
            <p:cNvPr id="20" name="object 20"/>
            <p:cNvPicPr>
              <a:picLocks noGrp="1" noRot="1" noMove="1" noResize="1" noEditPoints="1" noAdjustHandles="1" noChangeArrowheads="1" noChangeShapeType="1" noCrop="1"/>
            </p:cNvPicPr>
            <p:nvPr/>
          </p:nvPicPr>
          <p:blipFill>
            <a:blip r:embed="rId10" cstate="print"/>
            <a:stretch>
              <a:fillRect/>
            </a:stretch>
          </p:blipFill>
          <p:spPr>
            <a:xfrm>
              <a:off x="895674" y="1369975"/>
              <a:ext cx="284513" cy="149595"/>
            </a:xfrm>
            <a:prstGeom prst="rect">
              <a:avLst/>
            </a:prstGeom>
          </p:spPr>
        </p:pic>
        <p:pic>
          <p:nvPicPr>
            <p:cNvPr id="21" name="object 21"/>
            <p:cNvPicPr>
              <a:picLocks noGrp="1" noRot="1" noMove="1" noResize="1" noEditPoints="1" noAdjustHandles="1" noChangeArrowheads="1" noChangeShapeType="1" noCrop="1"/>
            </p:cNvPicPr>
            <p:nvPr/>
          </p:nvPicPr>
          <p:blipFill>
            <a:blip r:embed="rId11" cstate="print"/>
            <a:stretch>
              <a:fillRect/>
            </a:stretch>
          </p:blipFill>
          <p:spPr>
            <a:xfrm>
              <a:off x="1207038" y="1373286"/>
              <a:ext cx="120924" cy="146279"/>
            </a:xfrm>
            <a:prstGeom prst="rect">
              <a:avLst/>
            </a:prstGeom>
          </p:spPr>
        </p:pic>
        <p:pic>
          <p:nvPicPr>
            <p:cNvPr id="22" name="object 22"/>
            <p:cNvPicPr>
              <a:picLocks noGrp="1" noRot="1" noMove="1" noResize="1" noEditPoints="1" noAdjustHandles="1" noChangeArrowheads="1" noChangeShapeType="1" noCrop="1"/>
            </p:cNvPicPr>
            <p:nvPr/>
          </p:nvPicPr>
          <p:blipFill>
            <a:blip r:embed="rId12" cstate="print"/>
            <a:stretch>
              <a:fillRect/>
            </a:stretch>
          </p:blipFill>
          <p:spPr>
            <a:xfrm>
              <a:off x="1363291" y="1369976"/>
              <a:ext cx="76848" cy="146279"/>
            </a:xfrm>
            <a:prstGeom prst="rect">
              <a:avLst/>
            </a:prstGeom>
          </p:spPr>
        </p:pic>
        <p:sp>
          <p:nvSpPr>
            <p:cNvPr id="23" name="object 23"/>
            <p:cNvSpPr>
              <a:spLocks noGrp="1" noRot="1" noMove="1" noResize="1" noEditPoints="1" noAdjustHandles="1" noChangeArrowheads="1" noChangeShapeType="1"/>
            </p:cNvSpPr>
            <p:nvPr/>
          </p:nvSpPr>
          <p:spPr>
            <a:xfrm>
              <a:off x="1459636" y="1318843"/>
              <a:ext cx="24130" cy="197485"/>
            </a:xfrm>
            <a:custGeom>
              <a:avLst/>
              <a:gdLst/>
              <a:ahLst/>
              <a:cxnLst/>
              <a:rect l="l" t="t" r="r" b="b"/>
              <a:pathLst>
                <a:path w="24130" h="197484">
                  <a:moveTo>
                    <a:pt x="24015" y="54457"/>
                  </a:moveTo>
                  <a:lnTo>
                    <a:pt x="0" y="54457"/>
                  </a:lnTo>
                  <a:lnTo>
                    <a:pt x="0" y="197421"/>
                  </a:lnTo>
                  <a:lnTo>
                    <a:pt x="24015" y="197421"/>
                  </a:lnTo>
                  <a:lnTo>
                    <a:pt x="24015" y="54457"/>
                  </a:lnTo>
                  <a:close/>
                </a:path>
                <a:path w="24130" h="197484">
                  <a:moveTo>
                    <a:pt x="24015" y="0"/>
                  </a:moveTo>
                  <a:lnTo>
                    <a:pt x="0" y="0"/>
                  </a:lnTo>
                  <a:lnTo>
                    <a:pt x="0" y="28752"/>
                  </a:lnTo>
                  <a:lnTo>
                    <a:pt x="24015" y="28752"/>
                  </a:lnTo>
                  <a:lnTo>
                    <a:pt x="24015" y="0"/>
                  </a:lnTo>
                  <a:close/>
                </a:path>
              </a:pathLst>
            </a:custGeom>
            <a:solidFill>
              <a:srgbClr val="FFFFFF"/>
            </a:solidFill>
          </p:spPr>
          <p:txBody>
            <a:bodyPr wrap="square" lIns="0" tIns="0" rIns="0" bIns="0" rtlCol="0"/>
            <a:lstStyle/>
            <a:p>
              <a:endParaRPr/>
            </a:p>
          </p:txBody>
        </p:sp>
        <p:pic>
          <p:nvPicPr>
            <p:cNvPr id="24" name="object 24"/>
            <p:cNvPicPr>
              <a:picLocks noGrp="1" noRot="1" noMove="1" noResize="1" noEditPoints="1" noAdjustHandles="1" noChangeArrowheads="1" noChangeShapeType="1" noCrop="1"/>
            </p:cNvPicPr>
            <p:nvPr/>
          </p:nvPicPr>
          <p:blipFill>
            <a:blip r:embed="rId13" cstate="print"/>
            <a:stretch>
              <a:fillRect/>
            </a:stretch>
          </p:blipFill>
          <p:spPr>
            <a:xfrm>
              <a:off x="1505414" y="1330435"/>
              <a:ext cx="225455" cy="243047"/>
            </a:xfrm>
            <a:prstGeom prst="rect">
              <a:avLst/>
            </a:prstGeom>
          </p:spPr>
        </p:pic>
        <p:pic>
          <p:nvPicPr>
            <p:cNvPr id="25" name="object 25"/>
            <p:cNvPicPr>
              <a:picLocks noGrp="1" noRot="1" noMove="1" noResize="1" noEditPoints="1" noAdjustHandles="1" noChangeArrowheads="1" noChangeShapeType="1" noCrop="1"/>
            </p:cNvPicPr>
            <p:nvPr/>
          </p:nvPicPr>
          <p:blipFill>
            <a:blip r:embed="rId14" cstate="print"/>
            <a:stretch>
              <a:fillRect/>
            </a:stretch>
          </p:blipFill>
          <p:spPr>
            <a:xfrm>
              <a:off x="700430" y="1609553"/>
              <a:ext cx="329161" cy="255481"/>
            </a:xfrm>
            <a:prstGeom prst="rect">
              <a:avLst/>
            </a:prstGeom>
          </p:spPr>
        </p:pic>
        <p:pic>
          <p:nvPicPr>
            <p:cNvPr id="26" name="object 26"/>
            <p:cNvPicPr>
              <a:picLocks noGrp="1" noRot="1" noMove="1" noResize="1" noEditPoints="1" noAdjustHandles="1" noChangeArrowheads="1" noChangeShapeType="1" noCrop="1"/>
            </p:cNvPicPr>
            <p:nvPr/>
          </p:nvPicPr>
          <p:blipFill>
            <a:blip r:embed="rId15" cstate="print"/>
            <a:stretch>
              <a:fillRect/>
            </a:stretch>
          </p:blipFill>
          <p:spPr>
            <a:xfrm>
              <a:off x="1057859" y="1660702"/>
              <a:ext cx="134761" cy="149579"/>
            </a:xfrm>
            <a:prstGeom prst="rect">
              <a:avLst/>
            </a:prstGeom>
          </p:spPr>
        </p:pic>
        <p:pic>
          <p:nvPicPr>
            <p:cNvPr id="27" name="object 27"/>
            <p:cNvPicPr>
              <a:picLocks noGrp="1" noRot="1" noMove="1" noResize="1" noEditPoints="1" noAdjustHandles="1" noChangeArrowheads="1" noChangeShapeType="1" noCrop="1"/>
            </p:cNvPicPr>
            <p:nvPr/>
          </p:nvPicPr>
          <p:blipFill>
            <a:blip r:embed="rId16" cstate="print"/>
            <a:stretch>
              <a:fillRect/>
            </a:stretch>
          </p:blipFill>
          <p:spPr>
            <a:xfrm>
              <a:off x="1217495" y="1660710"/>
              <a:ext cx="120924" cy="146263"/>
            </a:xfrm>
            <a:prstGeom prst="rect">
              <a:avLst/>
            </a:prstGeom>
          </p:spPr>
        </p:pic>
        <p:pic>
          <p:nvPicPr>
            <p:cNvPr id="28" name="object 28"/>
            <p:cNvPicPr>
              <a:picLocks noGrp="1" noRot="1" noMove="1" noResize="1" noEditPoints="1" noAdjustHandles="1" noChangeArrowheads="1" noChangeShapeType="1" noCrop="1"/>
            </p:cNvPicPr>
            <p:nvPr/>
          </p:nvPicPr>
          <p:blipFill>
            <a:blip r:embed="rId17" cstate="print"/>
            <a:stretch>
              <a:fillRect/>
            </a:stretch>
          </p:blipFill>
          <p:spPr>
            <a:xfrm>
              <a:off x="1366679" y="1660701"/>
              <a:ext cx="280563" cy="203500"/>
            </a:xfrm>
            <a:prstGeom prst="rect">
              <a:avLst/>
            </a:prstGeom>
          </p:spPr>
        </p:pic>
      </p:grpSp>
      <p:sp>
        <p:nvSpPr>
          <p:cNvPr id="29" name="object 29"/>
          <p:cNvSpPr txBox="1"/>
          <p:nvPr/>
        </p:nvSpPr>
        <p:spPr>
          <a:xfrm>
            <a:off x="654998" y="6838315"/>
            <a:ext cx="8019101" cy="766877"/>
          </a:xfrm>
          <a:prstGeom prst="rect">
            <a:avLst/>
          </a:prstGeom>
        </p:spPr>
        <p:txBody>
          <a:bodyPr vert="horz" wrap="square" lIns="0" tIns="12700" rIns="0" bIns="0" rtlCol="0" anchor="t">
            <a:spAutoFit/>
          </a:bodyPr>
          <a:lstStyle/>
          <a:p>
            <a:pPr marL="12700">
              <a:lnSpc>
                <a:spcPct val="100000"/>
              </a:lnSpc>
              <a:spcBef>
                <a:spcPts val="100"/>
              </a:spcBef>
            </a:pPr>
            <a:r>
              <a:rPr lang="en-GB" sz="4900" spc="-145">
                <a:solidFill>
                  <a:srgbClr val="FFFFFF"/>
                </a:solidFill>
                <a:latin typeface="Arial"/>
                <a:cs typeface="Arial"/>
              </a:rPr>
              <a:t>Thursday 5 September</a:t>
            </a:r>
            <a:r>
              <a:rPr sz="4900" b="0" spc="-135">
                <a:solidFill>
                  <a:srgbClr val="FFFFFF"/>
                </a:solidFill>
                <a:latin typeface="Arial"/>
                <a:cs typeface="Arial"/>
              </a:rPr>
              <a:t> </a:t>
            </a:r>
            <a:r>
              <a:rPr sz="4900" b="1" spc="-20">
                <a:solidFill>
                  <a:srgbClr val="FFFFFF"/>
                </a:solidFill>
                <a:latin typeface="Arial"/>
                <a:cs typeface="Arial"/>
              </a:rPr>
              <a:t>2024</a:t>
            </a:r>
            <a:endParaRPr sz="4900">
              <a:latin typeface="Arial"/>
              <a:cs typeface="Arial"/>
            </a:endParaRPr>
          </a:p>
        </p:txBody>
      </p:sp>
    </p:spTree>
    <p:extLst>
      <p:ext uri="{BB962C8B-B14F-4D97-AF65-F5344CB8AC3E}">
        <p14:creationId xmlns:p14="http://schemas.microsoft.com/office/powerpoint/2010/main" val="6207305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76de4e7-923c-49b6-b0eb-3daf9e62f31b">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6029A4A63C1E143A354BD105332E769" ma:contentTypeVersion="14" ma:contentTypeDescription="Create a new document." ma:contentTypeScope="" ma:versionID="80e39483b99afd07bb47279de886793d">
  <xsd:schema xmlns:xsd="http://www.w3.org/2001/XMLSchema" xmlns:xs="http://www.w3.org/2001/XMLSchema" xmlns:p="http://schemas.microsoft.com/office/2006/metadata/properties" xmlns:ns2="a76de4e7-923c-49b6-b0eb-3daf9e62f31b" xmlns:ns3="fe1b8e55-b500-4297-9795-4a396e2b2abe" targetNamespace="http://schemas.microsoft.com/office/2006/metadata/properties" ma:root="true" ma:fieldsID="b27f872798fe24cd239ef1042855861f" ns2:_="" ns3:_="">
    <xsd:import namespace="a76de4e7-923c-49b6-b0eb-3daf9e62f31b"/>
    <xsd:import namespace="fe1b8e55-b500-4297-9795-4a396e2b2abe"/>
    <xsd:element name="properties">
      <xsd:complexType>
        <xsd:sequence>
          <xsd:element name="documentManagement">
            <xsd:complexType>
              <xsd:all>
                <xsd:element ref="ns2:MediaServiceMetadata" minOccurs="0"/>
                <xsd:element ref="ns2:MediaServiceFastMetadata" minOccurs="0"/>
                <xsd:element ref="ns2:MediaLengthInSeconds" minOccurs="0"/>
                <xsd:element ref="ns2:MediaServiceDateTaken" minOccurs="0"/>
                <xsd:element ref="ns3:SharedWithUsers" minOccurs="0"/>
                <xsd:element ref="ns3:SharedWithDetails" minOccurs="0"/>
                <xsd:element ref="ns2:lcf76f155ced4ddcb4097134ff3c332f" minOccurs="0"/>
                <xsd:element ref="ns2:MediaServiceGenerationTime" minOccurs="0"/>
                <xsd:element ref="ns2:MediaServiceEventHashCode" minOccurs="0"/>
                <xsd:element ref="ns2:MediaServiceOCR"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76de4e7-923c-49b6-b0eb-3daf9e62f31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MediaLengthInSeconds" ma:hidden="true" ma:internalName="MediaLengthInSeconds" ma:readOnly="true">
      <xsd:simpleType>
        <xsd:restriction base="dms:Unknown"/>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e289f538-edf0-4bde-b084-18e01efd0e88"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Location" ma:index="21"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e1b8e55-b500-4297-9795-4a396e2b2ab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7455677-2077-4CFE-B61E-625B4DF74170}">
  <ds:schemaRefs>
    <ds:schemaRef ds:uri="http://schemas.microsoft.com/sharepoint/v3/contenttype/forms"/>
  </ds:schemaRefs>
</ds:datastoreItem>
</file>

<file path=customXml/itemProps2.xml><?xml version="1.0" encoding="utf-8"?>
<ds:datastoreItem xmlns:ds="http://schemas.openxmlformats.org/officeDocument/2006/customXml" ds:itemID="{D63D52E0-5DC2-4BC2-AD26-DE3A2DFB1376}">
  <ds:schemaRefs>
    <ds:schemaRef ds:uri="a76de4e7-923c-49b6-b0eb-3daf9e62f31b"/>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BFC697E6-293F-42C6-8906-453CFB74338D}">
  <ds:schemaRefs>
    <ds:schemaRef ds:uri="a76de4e7-923c-49b6-b0eb-3daf9e62f31b"/>
    <ds:schemaRef ds:uri="fe1b8e55-b500-4297-9795-4a396e2b2ab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1</TotalTime>
  <Words>2295</Words>
  <Application>Microsoft Office PowerPoint</Application>
  <PresentationFormat>Custom</PresentationFormat>
  <Paragraphs>252</Paragraphs>
  <Slides>23</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Calibri</vt:lpstr>
      <vt:lpstr>Helvetica Neue</vt:lpstr>
      <vt:lpstr>HelveticaNeueLT Std</vt:lpstr>
      <vt:lpstr>Minion Pro</vt:lpstr>
      <vt:lpstr>Minion Pro,Sans-Serif</vt:lpstr>
      <vt:lpstr>Office Theme</vt:lpstr>
      <vt:lpstr>PowerPoint Presentation</vt:lpstr>
      <vt:lpstr>Medical Entomology group in UKHSA ​ Dr Jolyon Medlock, Head of Medical Entomology, UKHSA</vt:lpstr>
      <vt:lpstr>What is vector-borne disease?</vt:lpstr>
      <vt:lpstr>Vector-borne disease in numbers</vt:lpstr>
      <vt:lpstr>What is UKHSA doing?</vt:lpstr>
      <vt:lpstr>Impact of climate change on vector-borne disease</vt:lpstr>
      <vt:lpstr>Ticks</vt:lpstr>
      <vt:lpstr>Our tick surveillance programme</vt:lpstr>
      <vt:lpstr>Monitoring change in tick distribution</vt:lpstr>
      <vt:lpstr>Translating tick surveillance into local action in England</vt:lpstr>
      <vt:lpstr>Monitoring change in tick-borne disease infection rates in vectors (e.g. Lyme disease Borrelia)</vt:lpstr>
      <vt:lpstr>Tick-borne encephalitis virus research:  first detection in the UK</vt:lpstr>
      <vt:lpstr>Surveillance and research on drivers for change in Tick-borne disease risk</vt:lpstr>
      <vt:lpstr>One Health Case studies on detections of  new tick-borne disease incidents</vt:lpstr>
      <vt:lpstr>Future risks: Dengue, Chikungunya &amp; Zika viruses </vt:lpstr>
      <vt:lpstr>PowerPoint Presentation</vt:lpstr>
      <vt:lpstr>PowerPoint Presentation</vt:lpstr>
      <vt:lpstr>Developing contingency plans &amp; guidance</vt:lpstr>
      <vt:lpstr>One Health outbreaks – Usutu virus &amp; other arboviruses </vt:lpstr>
      <vt:lpstr>Building resilient communities and habitats</vt:lpstr>
      <vt:lpstr>Incident response to climate related threats </vt:lpstr>
      <vt:lpstr>UKRI funding on vector-borne disease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UKHSA Presents slides.indd</dc:title>
  <dc:creator>Superfly Comber</dc:creator>
  <cp:lastModifiedBy>Sophie Zincke</cp:lastModifiedBy>
  <cp:revision>1</cp:revision>
  <dcterms:created xsi:type="dcterms:W3CDTF">2024-08-27T12:24:36Z</dcterms:created>
  <dcterms:modified xsi:type="dcterms:W3CDTF">2024-09-05T15:02:12Z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2024-08-27T00:00:00Z</vt:filetime>
  </property>
  <property fmtid="{D5CDD505-2E9C-101B-9397-08002B2CF9AE}" pid="3" name="Creator">
    <vt:lpwstr>Adobe InDesign 19.0 (Windows)</vt:lpwstr>
  </property>
  <property fmtid="{D5CDD505-2E9C-101B-9397-08002B2CF9AE}" pid="4" name="GTS_PDFXConformance">
    <vt:lpwstr>PDF/X-1a:2001</vt:lpwstr>
  </property>
  <property fmtid="{D5CDD505-2E9C-101B-9397-08002B2CF9AE}" pid="5" name="GTS_PDFXVersion">
    <vt:lpwstr>PDF/X-1:2001</vt:lpwstr>
  </property>
  <property fmtid="{D5CDD505-2E9C-101B-9397-08002B2CF9AE}" pid="6" name="LastSaved">
    <vt:filetime>2024-08-27T00:00:00Z</vt:filetime>
  </property>
  <property fmtid="{D5CDD505-2E9C-101B-9397-08002B2CF9AE}" pid="7" name="Producer">
    <vt:lpwstr>Adobe PDF Library 17.0</vt:lpwstr>
  </property>
  <property fmtid="{D5CDD505-2E9C-101B-9397-08002B2CF9AE}" pid="8" name="ContentTypeId">
    <vt:lpwstr>0x010100D6029A4A63C1E143A354BD105332E769</vt:lpwstr>
  </property>
  <property fmtid="{D5CDD505-2E9C-101B-9397-08002B2CF9AE}" pid="9" name="MediaServiceImageTags">
    <vt:lpwstr/>
  </property>
</Properties>
</file>